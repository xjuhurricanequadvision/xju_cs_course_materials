
<file path=[Content_Types].xml><?xml version="1.0" encoding="utf-8"?>
<Types xmlns="http://schemas.openxmlformats.org/package/2006/content-types">
  <Default Extension="bin" ContentType="application/vnd.ms-office.activeX"/>
  <Default Extension="gif" ContentType="image/gif"/>
  <Default Extension="jpeg" ContentType="image/jpe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activeX/activeX1.xml" ContentType="application/vnd.ms-office.activeX+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activeX/activeX2.xml" ContentType="application/vnd.ms-office.activeX+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activeX/activeX3.xml" ContentType="application/vnd.ms-office.activeX+xml"/>
  <Override PartName="/ppt/theme/theme4.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 id="2147483661" r:id="rId2"/>
    <p:sldMasterId id="2147483674" r:id="rId3"/>
  </p:sldMasterIdLst>
  <p:notesMasterIdLst>
    <p:notesMasterId r:id="rId117"/>
  </p:notesMasterIdLst>
  <p:sldIdLst>
    <p:sldId id="256" r:id="rId4"/>
    <p:sldId id="257" r:id="rId5"/>
    <p:sldId id="552" r:id="rId6"/>
    <p:sldId id="553" r:id="rId7"/>
    <p:sldId id="278" r:id="rId8"/>
    <p:sldId id="281" r:id="rId9"/>
    <p:sldId id="279" r:id="rId10"/>
    <p:sldId id="274" r:id="rId11"/>
    <p:sldId id="275" r:id="rId12"/>
    <p:sldId id="276" r:id="rId13"/>
    <p:sldId id="359" r:id="rId14"/>
    <p:sldId id="277" r:id="rId15"/>
    <p:sldId id="280" r:id="rId16"/>
    <p:sldId id="368" r:id="rId17"/>
    <p:sldId id="555" r:id="rId18"/>
    <p:sldId id="551" r:id="rId19"/>
    <p:sldId id="557" r:id="rId20"/>
    <p:sldId id="261" r:id="rId21"/>
    <p:sldId id="563" r:id="rId22"/>
    <p:sldId id="402" r:id="rId23"/>
    <p:sldId id="396" r:id="rId24"/>
    <p:sldId id="273" r:id="rId25"/>
    <p:sldId id="417" r:id="rId26"/>
    <p:sldId id="421" r:id="rId27"/>
    <p:sldId id="423" r:id="rId28"/>
    <p:sldId id="424" r:id="rId29"/>
    <p:sldId id="432" r:id="rId30"/>
    <p:sldId id="433" r:id="rId31"/>
    <p:sldId id="558" r:id="rId32"/>
    <p:sldId id="445" r:id="rId33"/>
    <p:sldId id="559" r:id="rId34"/>
    <p:sldId id="447" r:id="rId35"/>
    <p:sldId id="448" r:id="rId36"/>
    <p:sldId id="449" r:id="rId37"/>
    <p:sldId id="451" r:id="rId38"/>
    <p:sldId id="267" r:id="rId39"/>
    <p:sldId id="362" r:id="rId40"/>
    <p:sldId id="363" r:id="rId41"/>
    <p:sldId id="560" r:id="rId42"/>
    <p:sldId id="460" r:id="rId43"/>
    <p:sldId id="461" r:id="rId44"/>
    <p:sldId id="462" r:id="rId45"/>
    <p:sldId id="561" r:id="rId46"/>
    <p:sldId id="475" r:id="rId47"/>
    <p:sldId id="476" r:id="rId48"/>
    <p:sldId id="477" r:id="rId49"/>
    <p:sldId id="478" r:id="rId50"/>
    <p:sldId id="564" r:id="rId51"/>
    <p:sldId id="562" r:id="rId52"/>
    <p:sldId id="293" r:id="rId53"/>
    <p:sldId id="282" r:id="rId54"/>
    <p:sldId id="283" r:id="rId55"/>
    <p:sldId id="284" r:id="rId56"/>
    <p:sldId id="285" r:id="rId57"/>
    <p:sldId id="286" r:id="rId58"/>
    <p:sldId id="287" r:id="rId59"/>
    <p:sldId id="288" r:id="rId60"/>
    <p:sldId id="289" r:id="rId61"/>
    <p:sldId id="290" r:id="rId62"/>
    <p:sldId id="291" r:id="rId63"/>
    <p:sldId id="292" r:id="rId64"/>
    <p:sldId id="360" r:id="rId65"/>
    <p:sldId id="534" r:id="rId66"/>
    <p:sldId id="535" r:id="rId67"/>
    <p:sldId id="546" r:id="rId68"/>
    <p:sldId id="545" r:id="rId69"/>
    <p:sldId id="544" r:id="rId70"/>
    <p:sldId id="543" r:id="rId71"/>
    <p:sldId id="542" r:id="rId72"/>
    <p:sldId id="541" r:id="rId73"/>
    <p:sldId id="540" r:id="rId74"/>
    <p:sldId id="539" r:id="rId75"/>
    <p:sldId id="538" r:id="rId76"/>
    <p:sldId id="537" r:id="rId77"/>
    <p:sldId id="550" r:id="rId78"/>
    <p:sldId id="549" r:id="rId79"/>
    <p:sldId id="548" r:id="rId80"/>
    <p:sldId id="547" r:id="rId81"/>
    <p:sldId id="301" r:id="rId82"/>
    <p:sldId id="302" r:id="rId83"/>
    <p:sldId id="303" r:id="rId84"/>
    <p:sldId id="307" r:id="rId85"/>
    <p:sldId id="304" r:id="rId86"/>
    <p:sldId id="305" r:id="rId87"/>
    <p:sldId id="306" r:id="rId88"/>
    <p:sldId id="364" r:id="rId89"/>
    <p:sldId id="309" r:id="rId90"/>
    <p:sldId id="310" r:id="rId91"/>
    <p:sldId id="311" r:id="rId92"/>
    <p:sldId id="312" r:id="rId93"/>
    <p:sldId id="313" r:id="rId94"/>
    <p:sldId id="314" r:id="rId95"/>
    <p:sldId id="315" r:id="rId96"/>
    <p:sldId id="316" r:id="rId97"/>
    <p:sldId id="317" r:id="rId98"/>
    <p:sldId id="318" r:id="rId99"/>
    <p:sldId id="321" r:id="rId100"/>
    <p:sldId id="322" r:id="rId101"/>
    <p:sldId id="323" r:id="rId102"/>
    <p:sldId id="324" r:id="rId103"/>
    <p:sldId id="325" r:id="rId104"/>
    <p:sldId id="326" r:id="rId105"/>
    <p:sldId id="565" r:id="rId106"/>
    <p:sldId id="331" r:id="rId107"/>
    <p:sldId id="333" r:id="rId108"/>
    <p:sldId id="334" r:id="rId109"/>
    <p:sldId id="339" r:id="rId110"/>
    <p:sldId id="340" r:id="rId111"/>
    <p:sldId id="341" r:id="rId112"/>
    <p:sldId id="342" r:id="rId113"/>
    <p:sldId id="343" r:id="rId114"/>
    <p:sldId id="344" r:id="rId115"/>
    <p:sldId id="348" r:id="rId116"/>
  </p:sldIdLst>
  <p:sldSz cx="9144000" cy="6858000" type="screen4x3"/>
  <p:notesSz cx="6858000" cy="9144000"/>
  <p:defaultTextStyle>
    <a:defPPr>
      <a:defRPr lang="zh-CN"/>
    </a:defPPr>
    <a:lvl1pPr algn="l" rtl="0" eaLnBrk="0" fontAlgn="base" hangingPunct="0">
      <a:spcBef>
        <a:spcPct val="0"/>
      </a:spcBef>
      <a:spcAft>
        <a:spcPct val="0"/>
      </a:spcAft>
      <a:defRPr kumimoji="1" sz="2400" u="sng"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400" u="sng"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400" u="sng"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400" u="sng"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400" u="sng"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400" u="sng"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400" u="sng"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400" u="sng"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400" u="sng" kern="120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900"/>
    <a:srgbClr val="FF66CC"/>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7102" autoAdjust="0"/>
    <p:restoredTop sz="94737" autoAdjust="0"/>
  </p:normalViewPr>
  <p:slideViewPr>
    <p:cSldViewPr>
      <p:cViewPr varScale="1">
        <p:scale>
          <a:sx n="75" d="100"/>
          <a:sy n="75" d="100"/>
        </p:scale>
        <p:origin x="898" y="67"/>
      </p:cViewPr>
      <p:guideLst>
        <p:guide orient="horz" pos="2160"/>
        <p:guide pos="2880"/>
      </p:guideLst>
    </p:cSldViewPr>
  </p:slideViewPr>
  <p:outlineViewPr>
    <p:cViewPr>
      <p:scale>
        <a:sx n="33" d="100"/>
        <a:sy n="33" d="100"/>
      </p:scale>
      <p:origin x="0" y="0"/>
    </p:cViewPr>
    <p:sldLst>
      <p:sld r:id="rId1" collapse="1"/>
      <p:sld r:id="rId2" collapse="1"/>
    </p:sldLst>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117" Type="http://schemas.openxmlformats.org/officeDocument/2006/relationships/notesMaster" Target="notesMasters/notesMaster1.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slide" Target="slides/slide81.xml"/><Relationship Id="rId89" Type="http://schemas.openxmlformats.org/officeDocument/2006/relationships/slide" Target="slides/slide86.xml"/><Relationship Id="rId112" Type="http://schemas.openxmlformats.org/officeDocument/2006/relationships/slide" Target="slides/slide109.xml"/><Relationship Id="rId16" Type="http://schemas.openxmlformats.org/officeDocument/2006/relationships/slide" Target="slides/slide13.xml"/><Relationship Id="rId107" Type="http://schemas.openxmlformats.org/officeDocument/2006/relationships/slide" Target="slides/slide104.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102" Type="http://schemas.openxmlformats.org/officeDocument/2006/relationships/slide" Target="slides/slide99.xml"/><Relationship Id="rId5" Type="http://schemas.openxmlformats.org/officeDocument/2006/relationships/slide" Target="slides/slide2.xml"/><Relationship Id="rId90" Type="http://schemas.openxmlformats.org/officeDocument/2006/relationships/slide" Target="slides/slide87.xml"/><Relationship Id="rId95" Type="http://schemas.openxmlformats.org/officeDocument/2006/relationships/slide" Target="slides/slide92.xml"/><Relationship Id="rId22" Type="http://schemas.openxmlformats.org/officeDocument/2006/relationships/slide" Target="slides/slide19.xml"/><Relationship Id="rId27" Type="http://schemas.openxmlformats.org/officeDocument/2006/relationships/slide" Target="slides/slide24.xml"/><Relationship Id="rId43" Type="http://schemas.openxmlformats.org/officeDocument/2006/relationships/slide" Target="slides/slide40.xml"/><Relationship Id="rId48" Type="http://schemas.openxmlformats.org/officeDocument/2006/relationships/slide" Target="slides/slide45.xml"/><Relationship Id="rId64" Type="http://schemas.openxmlformats.org/officeDocument/2006/relationships/slide" Target="slides/slide61.xml"/><Relationship Id="rId69" Type="http://schemas.openxmlformats.org/officeDocument/2006/relationships/slide" Target="slides/slide66.xml"/><Relationship Id="rId113" Type="http://schemas.openxmlformats.org/officeDocument/2006/relationships/slide" Target="slides/slide110.xml"/><Relationship Id="rId118" Type="http://schemas.openxmlformats.org/officeDocument/2006/relationships/presProps" Target="presProps.xml"/><Relationship Id="rId80" Type="http://schemas.openxmlformats.org/officeDocument/2006/relationships/slide" Target="slides/slide77.xml"/><Relationship Id="rId85" Type="http://schemas.openxmlformats.org/officeDocument/2006/relationships/slide" Target="slides/slide82.xml"/><Relationship Id="rId12" Type="http://schemas.openxmlformats.org/officeDocument/2006/relationships/slide" Target="slides/slide9.xml"/><Relationship Id="rId17" Type="http://schemas.openxmlformats.org/officeDocument/2006/relationships/slide" Target="slides/slide14.xml"/><Relationship Id="rId33" Type="http://schemas.openxmlformats.org/officeDocument/2006/relationships/slide" Target="slides/slide30.xml"/><Relationship Id="rId38" Type="http://schemas.openxmlformats.org/officeDocument/2006/relationships/slide" Target="slides/slide35.xml"/><Relationship Id="rId59" Type="http://schemas.openxmlformats.org/officeDocument/2006/relationships/slide" Target="slides/slide56.xml"/><Relationship Id="rId103" Type="http://schemas.openxmlformats.org/officeDocument/2006/relationships/slide" Target="slides/slide100.xml"/><Relationship Id="rId108" Type="http://schemas.openxmlformats.org/officeDocument/2006/relationships/slide" Target="slides/slide105.xml"/><Relationship Id="rId54" Type="http://schemas.openxmlformats.org/officeDocument/2006/relationships/slide" Target="slides/slide51.xml"/><Relationship Id="rId70" Type="http://schemas.openxmlformats.org/officeDocument/2006/relationships/slide" Target="slides/slide67.xml"/><Relationship Id="rId75" Type="http://schemas.openxmlformats.org/officeDocument/2006/relationships/slide" Target="slides/slide72.xml"/><Relationship Id="rId91" Type="http://schemas.openxmlformats.org/officeDocument/2006/relationships/slide" Target="slides/slide88.xml"/><Relationship Id="rId96" Type="http://schemas.openxmlformats.org/officeDocument/2006/relationships/slide" Target="slides/slide93.xml"/><Relationship Id="rId1" Type="http://schemas.openxmlformats.org/officeDocument/2006/relationships/slideMaster" Target="slideMasters/slideMaster1.xml"/><Relationship Id="rId6" Type="http://schemas.openxmlformats.org/officeDocument/2006/relationships/slide" Target="slides/slide3.xml"/><Relationship Id="rId23" Type="http://schemas.openxmlformats.org/officeDocument/2006/relationships/slide" Target="slides/slide20.xml"/><Relationship Id="rId28" Type="http://schemas.openxmlformats.org/officeDocument/2006/relationships/slide" Target="slides/slide25.xml"/><Relationship Id="rId49" Type="http://schemas.openxmlformats.org/officeDocument/2006/relationships/slide" Target="slides/slide46.xml"/><Relationship Id="rId114" Type="http://schemas.openxmlformats.org/officeDocument/2006/relationships/slide" Target="slides/slide111.xml"/><Relationship Id="rId119" Type="http://schemas.openxmlformats.org/officeDocument/2006/relationships/viewProps" Target="viewProps.xml"/><Relationship Id="rId44" Type="http://schemas.openxmlformats.org/officeDocument/2006/relationships/slide" Target="slides/slide41.xml"/><Relationship Id="rId60" Type="http://schemas.openxmlformats.org/officeDocument/2006/relationships/slide" Target="slides/slide57.xml"/><Relationship Id="rId65" Type="http://schemas.openxmlformats.org/officeDocument/2006/relationships/slide" Target="slides/slide62.xml"/><Relationship Id="rId81" Type="http://schemas.openxmlformats.org/officeDocument/2006/relationships/slide" Target="slides/slide78.xml"/><Relationship Id="rId86" Type="http://schemas.openxmlformats.org/officeDocument/2006/relationships/slide" Target="slides/slide83.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109" Type="http://schemas.openxmlformats.org/officeDocument/2006/relationships/slide" Target="slides/slide10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97" Type="http://schemas.openxmlformats.org/officeDocument/2006/relationships/slide" Target="slides/slide94.xml"/><Relationship Id="rId104" Type="http://schemas.openxmlformats.org/officeDocument/2006/relationships/slide" Target="slides/slide101.xml"/><Relationship Id="rId120" Type="http://schemas.openxmlformats.org/officeDocument/2006/relationships/theme" Target="theme/theme1.xml"/><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slide" Target="slides/slide89.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slide" Target="slides/slide84.xml"/><Relationship Id="rId110" Type="http://schemas.openxmlformats.org/officeDocument/2006/relationships/slide" Target="slides/slide107.xml"/><Relationship Id="rId115" Type="http://schemas.openxmlformats.org/officeDocument/2006/relationships/slide" Target="slides/slide112.xml"/><Relationship Id="rId61" Type="http://schemas.openxmlformats.org/officeDocument/2006/relationships/slide" Target="slides/slide58.xml"/><Relationship Id="rId82" Type="http://schemas.openxmlformats.org/officeDocument/2006/relationships/slide" Target="slides/slide79.xml"/><Relationship Id="rId19" Type="http://schemas.openxmlformats.org/officeDocument/2006/relationships/slide" Target="slides/slide16.xml"/><Relationship Id="rId14" Type="http://schemas.openxmlformats.org/officeDocument/2006/relationships/slide" Target="slides/slide11.xml"/><Relationship Id="rId30" Type="http://schemas.openxmlformats.org/officeDocument/2006/relationships/slide" Target="slides/slide27.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slide" Target="slides/slide74.xml"/><Relationship Id="rId100" Type="http://schemas.openxmlformats.org/officeDocument/2006/relationships/slide" Target="slides/slide97.xml"/><Relationship Id="rId105" Type="http://schemas.openxmlformats.org/officeDocument/2006/relationships/slide" Target="slides/slide102.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93" Type="http://schemas.openxmlformats.org/officeDocument/2006/relationships/slide" Target="slides/slide90.xml"/><Relationship Id="rId98" Type="http://schemas.openxmlformats.org/officeDocument/2006/relationships/slide" Target="slides/slide95.xml"/><Relationship Id="rId121" Type="http://schemas.openxmlformats.org/officeDocument/2006/relationships/tableStyles" Target="tableStyles.xml"/><Relationship Id="rId3" Type="http://schemas.openxmlformats.org/officeDocument/2006/relationships/slideMaster" Target="slideMasters/slideMaster3.xml"/><Relationship Id="rId25" Type="http://schemas.openxmlformats.org/officeDocument/2006/relationships/slide" Target="slides/slide22.xml"/><Relationship Id="rId46" Type="http://schemas.openxmlformats.org/officeDocument/2006/relationships/slide" Target="slides/slide43.xml"/><Relationship Id="rId67" Type="http://schemas.openxmlformats.org/officeDocument/2006/relationships/slide" Target="slides/slide64.xml"/><Relationship Id="rId116" Type="http://schemas.openxmlformats.org/officeDocument/2006/relationships/slide" Target="slides/slide113.xml"/><Relationship Id="rId20" Type="http://schemas.openxmlformats.org/officeDocument/2006/relationships/slide" Target="slides/slide17.xml"/><Relationship Id="rId41" Type="http://schemas.openxmlformats.org/officeDocument/2006/relationships/slide" Target="slides/slide38.xml"/><Relationship Id="rId62" Type="http://schemas.openxmlformats.org/officeDocument/2006/relationships/slide" Target="slides/slide59.xml"/><Relationship Id="rId83" Type="http://schemas.openxmlformats.org/officeDocument/2006/relationships/slide" Target="slides/slide80.xml"/><Relationship Id="rId88" Type="http://schemas.openxmlformats.org/officeDocument/2006/relationships/slide" Target="slides/slide85.xml"/><Relationship Id="rId111" Type="http://schemas.openxmlformats.org/officeDocument/2006/relationships/slide" Target="slides/slide108.xml"/><Relationship Id="rId15" Type="http://schemas.openxmlformats.org/officeDocument/2006/relationships/slide" Target="slides/slide12.xml"/><Relationship Id="rId36" Type="http://schemas.openxmlformats.org/officeDocument/2006/relationships/slide" Target="slides/slide33.xml"/><Relationship Id="rId57" Type="http://schemas.openxmlformats.org/officeDocument/2006/relationships/slide" Target="slides/slide54.xml"/><Relationship Id="rId106" Type="http://schemas.openxmlformats.org/officeDocument/2006/relationships/slide" Target="slides/slide103.xml"/><Relationship Id="rId10" Type="http://schemas.openxmlformats.org/officeDocument/2006/relationships/slide" Target="slides/slide7.xml"/><Relationship Id="rId31" Type="http://schemas.openxmlformats.org/officeDocument/2006/relationships/slide" Target="slides/slide28.xml"/><Relationship Id="rId52" Type="http://schemas.openxmlformats.org/officeDocument/2006/relationships/slide" Target="slides/slide49.xml"/><Relationship Id="rId73" Type="http://schemas.openxmlformats.org/officeDocument/2006/relationships/slide" Target="slides/slide70.xml"/><Relationship Id="rId78" Type="http://schemas.openxmlformats.org/officeDocument/2006/relationships/slide" Target="slides/slide75.xml"/><Relationship Id="rId94" Type="http://schemas.openxmlformats.org/officeDocument/2006/relationships/slide" Target="slides/slide91.xml"/><Relationship Id="rId99" Type="http://schemas.openxmlformats.org/officeDocument/2006/relationships/slide" Target="slides/slide96.xml"/><Relationship Id="rId101" Type="http://schemas.openxmlformats.org/officeDocument/2006/relationships/slide" Target="slides/slide98.xml"/></Relationships>
</file>

<file path=ppt/_rels/viewProps.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slide" Target="slides/slide37.xml"/></Relationships>
</file>

<file path=ppt/activeX/_rels/activeX1.xml.rels><?xml version="1.0" encoding="UTF-8" standalone="yes"?>
<Relationships xmlns="http://schemas.openxmlformats.org/package/2006/relationships"><Relationship Id="rId1" Type="http://schemas.microsoft.com/office/2006/relationships/activeXControlBinary" Target="activeX1.bin"/></Relationships>
</file>

<file path=ppt/activeX/_rels/activeX2.xml.rels><?xml version="1.0" encoding="UTF-8" standalone="yes"?>
<Relationships xmlns="http://schemas.openxmlformats.org/package/2006/relationships"><Relationship Id="rId1" Type="http://schemas.microsoft.com/office/2006/relationships/activeXControlBinary" Target="activeX2.bin"/></Relationships>
</file>

<file path=ppt/activeX/_rels/activeX3.xml.rels><?xml version="1.0" encoding="UTF-8" standalone="yes"?>
<Relationships xmlns="http://schemas.openxmlformats.org/package/2006/relationships"><Relationship Id="rId1" Type="http://schemas.microsoft.com/office/2006/relationships/activeXControlBinary" Target="activeX3.bin"/></Relationships>
</file>

<file path=ppt/activeX/activeX1.xml><?xml version="1.0" encoding="utf-8"?>
<ax:ocx xmlns:ax="http://schemas.microsoft.com/office/2006/activeX" xmlns:r="http://schemas.openxmlformats.org/officeDocument/2006/relationships" ax:classid="{D27CDB6E-AE6D-11CF-96B8-444553540000}" ax:persistence="persistStorage" r:id="rId1"/>
</file>

<file path=ppt/activeX/activeX2.xml><?xml version="1.0" encoding="utf-8"?>
<ax:ocx xmlns:ax="http://schemas.microsoft.com/office/2006/activeX" xmlns:r="http://schemas.openxmlformats.org/officeDocument/2006/relationships" ax:classid="{D27CDB6E-AE6D-11CF-96B8-444553540000}" ax:persistence="persistStorage" r:id="rId1"/>
</file>

<file path=ppt/activeX/activeX3.xml><?xml version="1.0" encoding="utf-8"?>
<ax:ocx xmlns:ax="http://schemas.microsoft.com/office/2006/activeX" xmlns:r="http://schemas.openxmlformats.org/officeDocument/2006/relationships" ax:classid="{D27CDB6E-AE6D-11CF-96B8-444553540000}" ax:persistence="persistStorage" r:id="rId1"/>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8850" name="Rectangle 2">
            <a:extLst>
              <a:ext uri="{FF2B5EF4-FFF2-40B4-BE49-F238E27FC236}">
                <a16:creationId xmlns:a16="http://schemas.microsoft.com/office/drawing/2014/main" id="{DBB3A1E8-BFA4-461D-87C1-7FBE4466309B}"/>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ea typeface="宋体" charset="-122"/>
              </a:defRPr>
            </a:lvl1pPr>
          </a:lstStyle>
          <a:p>
            <a:pPr>
              <a:defRPr/>
            </a:pPr>
            <a:endParaRPr lang="en-US" altLang="zh-CN"/>
          </a:p>
        </p:txBody>
      </p:sp>
      <p:sp>
        <p:nvSpPr>
          <p:cNvPr id="78851" name="Rectangle 3">
            <a:extLst>
              <a:ext uri="{FF2B5EF4-FFF2-40B4-BE49-F238E27FC236}">
                <a16:creationId xmlns:a16="http://schemas.microsoft.com/office/drawing/2014/main" id="{FB03683C-5848-43D9-87E0-F931B17A4B33}"/>
              </a:ext>
            </a:extLst>
          </p:cNvPr>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ea typeface="宋体" charset="-122"/>
              </a:defRPr>
            </a:lvl1pPr>
          </a:lstStyle>
          <a:p>
            <a:pPr>
              <a:defRPr/>
            </a:pPr>
            <a:endParaRPr lang="en-US" altLang="zh-CN"/>
          </a:p>
        </p:txBody>
      </p:sp>
      <p:sp>
        <p:nvSpPr>
          <p:cNvPr id="6148" name="Rectangle 4">
            <a:extLst>
              <a:ext uri="{FF2B5EF4-FFF2-40B4-BE49-F238E27FC236}">
                <a16:creationId xmlns:a16="http://schemas.microsoft.com/office/drawing/2014/main" id="{2B1E3C59-0765-4F24-B353-CD87E50241CC}"/>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8853" name="Rectangle 5">
            <a:extLst>
              <a:ext uri="{FF2B5EF4-FFF2-40B4-BE49-F238E27FC236}">
                <a16:creationId xmlns:a16="http://schemas.microsoft.com/office/drawing/2014/main" id="{4450B2EF-BE1F-446E-A22C-1478AE6A7A35}"/>
              </a:ext>
            </a:extLst>
          </p:cNvPr>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78854" name="Rectangle 6">
            <a:extLst>
              <a:ext uri="{FF2B5EF4-FFF2-40B4-BE49-F238E27FC236}">
                <a16:creationId xmlns:a16="http://schemas.microsoft.com/office/drawing/2014/main" id="{6FCCB067-16B8-4369-83E0-6A9D6D5D9049}"/>
              </a:ext>
            </a:extLst>
          </p:cNvPr>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ea typeface="宋体" charset="-122"/>
              </a:defRPr>
            </a:lvl1pPr>
          </a:lstStyle>
          <a:p>
            <a:pPr>
              <a:defRPr/>
            </a:pPr>
            <a:endParaRPr lang="en-US" altLang="zh-CN"/>
          </a:p>
        </p:txBody>
      </p:sp>
      <p:sp>
        <p:nvSpPr>
          <p:cNvPr id="78855" name="Rectangle 7">
            <a:extLst>
              <a:ext uri="{FF2B5EF4-FFF2-40B4-BE49-F238E27FC236}">
                <a16:creationId xmlns:a16="http://schemas.microsoft.com/office/drawing/2014/main" id="{35F66291-AF9E-475A-8ED8-C427FD35878D}"/>
              </a:ext>
            </a:extLst>
          </p:cNvPr>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smtClean="0"/>
            </a:lvl1pPr>
          </a:lstStyle>
          <a:p>
            <a:pPr>
              <a:defRPr/>
            </a:pPr>
            <a:fld id="{3BB416A1-D3D0-4A02-9103-382A316F4AB8}"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a:extLst>
              <a:ext uri="{FF2B5EF4-FFF2-40B4-BE49-F238E27FC236}">
                <a16:creationId xmlns:a16="http://schemas.microsoft.com/office/drawing/2014/main" id="{17D9A9BF-7862-402A-9BA8-E6BBDA9FAC9A}"/>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B6608D6F-7C9B-4FD0-B2E9-F30F557ABB2B}"/>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35F017B0-4032-4957-B5F3-5BF4497C54FA}"/>
              </a:ext>
            </a:extLst>
          </p:cNvPr>
          <p:cNvSpPr>
            <a:spLocks noGrp="1" noChangeArrowheads="1"/>
          </p:cNvSpPr>
          <p:nvPr>
            <p:ph type="sldNum" sz="quarter" idx="12"/>
          </p:nvPr>
        </p:nvSpPr>
        <p:spPr>
          <a:ln/>
        </p:spPr>
        <p:txBody>
          <a:bodyPr/>
          <a:lstStyle>
            <a:lvl1pPr>
              <a:defRPr/>
            </a:lvl1pPr>
          </a:lstStyle>
          <a:p>
            <a:pPr>
              <a:defRPr/>
            </a:pPr>
            <a:fld id="{D1A100B0-A9A0-47D8-960C-587C31BC02CE}" type="slidenum">
              <a:rPr lang="en-US" altLang="zh-CN"/>
              <a:pPr>
                <a:defRPr/>
              </a:pPr>
              <a:t>‹#›</a:t>
            </a:fld>
            <a:endParaRPr lang="en-US" altLang="zh-CN"/>
          </a:p>
        </p:txBody>
      </p:sp>
    </p:spTree>
    <p:extLst>
      <p:ext uri="{BB962C8B-B14F-4D97-AF65-F5344CB8AC3E}">
        <p14:creationId xmlns:p14="http://schemas.microsoft.com/office/powerpoint/2010/main" val="2875482679"/>
      </p:ext>
    </p:extLst>
  </p:cSld>
  <p:clrMapOvr>
    <a:masterClrMapping/>
  </p:clrMapOvr>
  <p:transition>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5DA06FF7-1B1A-4A03-B1A1-980583549AF5}"/>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D130BC4B-DF95-4073-B292-07B8D21E7053}"/>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ED53AB79-406F-4B4F-89BC-6DB20B3C0821}"/>
              </a:ext>
            </a:extLst>
          </p:cNvPr>
          <p:cNvSpPr>
            <a:spLocks noGrp="1" noChangeArrowheads="1"/>
          </p:cNvSpPr>
          <p:nvPr>
            <p:ph type="sldNum" sz="quarter" idx="12"/>
          </p:nvPr>
        </p:nvSpPr>
        <p:spPr>
          <a:ln/>
        </p:spPr>
        <p:txBody>
          <a:bodyPr/>
          <a:lstStyle>
            <a:lvl1pPr>
              <a:defRPr/>
            </a:lvl1pPr>
          </a:lstStyle>
          <a:p>
            <a:pPr>
              <a:defRPr/>
            </a:pPr>
            <a:fld id="{EB55401F-1C27-4BEF-9E14-A0435B025003}" type="slidenum">
              <a:rPr lang="en-US" altLang="zh-CN"/>
              <a:pPr>
                <a:defRPr/>
              </a:pPr>
              <a:t>‹#›</a:t>
            </a:fld>
            <a:endParaRPr lang="en-US" altLang="zh-CN"/>
          </a:p>
        </p:txBody>
      </p:sp>
    </p:spTree>
    <p:extLst>
      <p:ext uri="{BB962C8B-B14F-4D97-AF65-F5344CB8AC3E}">
        <p14:creationId xmlns:p14="http://schemas.microsoft.com/office/powerpoint/2010/main" val="2773074186"/>
      </p:ext>
    </p:extLst>
  </p:cSld>
  <p:clrMapOvr>
    <a:masterClrMapping/>
  </p:clrMapOvr>
  <p:transition>
    <p:rand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a:extLst>
              <a:ext uri="{FF2B5EF4-FFF2-40B4-BE49-F238E27FC236}">
                <a16:creationId xmlns:a16="http://schemas.microsoft.com/office/drawing/2014/main" id="{B473E8E2-6330-469D-851D-4774E1F3BFC5}"/>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DE13A4E8-4371-4E58-869E-EF0492DDB208}"/>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9309901B-76E7-4CC3-97FD-0ED002D6A48F}"/>
              </a:ext>
            </a:extLst>
          </p:cNvPr>
          <p:cNvSpPr>
            <a:spLocks noGrp="1" noChangeArrowheads="1"/>
          </p:cNvSpPr>
          <p:nvPr>
            <p:ph type="sldNum" sz="quarter" idx="12"/>
          </p:nvPr>
        </p:nvSpPr>
        <p:spPr>
          <a:ln/>
        </p:spPr>
        <p:txBody>
          <a:bodyPr/>
          <a:lstStyle>
            <a:lvl1pPr>
              <a:defRPr/>
            </a:lvl1pPr>
          </a:lstStyle>
          <a:p>
            <a:pPr>
              <a:defRPr/>
            </a:pPr>
            <a:fld id="{97A4D70E-E4C5-42B3-AA28-44788EA72D61}" type="slidenum">
              <a:rPr lang="en-US" altLang="zh-CN"/>
              <a:pPr>
                <a:defRPr/>
              </a:pPr>
              <a:t>‹#›</a:t>
            </a:fld>
            <a:endParaRPr lang="en-US" altLang="zh-CN"/>
          </a:p>
        </p:txBody>
      </p:sp>
    </p:spTree>
    <p:extLst>
      <p:ext uri="{BB962C8B-B14F-4D97-AF65-F5344CB8AC3E}">
        <p14:creationId xmlns:p14="http://schemas.microsoft.com/office/powerpoint/2010/main" val="4247153433"/>
      </p:ext>
    </p:extLst>
  </p:cSld>
  <p:clrMapOvr>
    <a:masterClrMapping/>
  </p:clrMapOvr>
  <p:transition>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914400" y="1295400"/>
            <a:ext cx="3810000"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876800" y="1295400"/>
            <a:ext cx="3810000"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3D178889-717E-4DA8-B7FB-DE93B5A222C2}"/>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394CFE38-927F-4743-80E0-C61E8C53985D}"/>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BD1CDCAB-0706-4AFD-B869-6874EC2D9FA5}"/>
              </a:ext>
            </a:extLst>
          </p:cNvPr>
          <p:cNvSpPr>
            <a:spLocks noGrp="1" noChangeArrowheads="1"/>
          </p:cNvSpPr>
          <p:nvPr>
            <p:ph type="sldNum" sz="quarter" idx="12"/>
          </p:nvPr>
        </p:nvSpPr>
        <p:spPr>
          <a:ln/>
        </p:spPr>
        <p:txBody>
          <a:bodyPr/>
          <a:lstStyle>
            <a:lvl1pPr>
              <a:defRPr/>
            </a:lvl1pPr>
          </a:lstStyle>
          <a:p>
            <a:pPr>
              <a:defRPr/>
            </a:pPr>
            <a:fld id="{10CE4B4B-DDD2-4214-8886-AC3A034F2311}" type="slidenum">
              <a:rPr lang="en-US" altLang="zh-CN"/>
              <a:pPr>
                <a:defRPr/>
              </a:pPr>
              <a:t>‹#›</a:t>
            </a:fld>
            <a:endParaRPr lang="en-US" altLang="zh-CN"/>
          </a:p>
        </p:txBody>
      </p:sp>
    </p:spTree>
    <p:extLst>
      <p:ext uri="{BB962C8B-B14F-4D97-AF65-F5344CB8AC3E}">
        <p14:creationId xmlns:p14="http://schemas.microsoft.com/office/powerpoint/2010/main" val="1984306667"/>
      </p:ext>
    </p:extLst>
  </p:cSld>
  <p:clrMapOvr>
    <a:masterClrMapping/>
  </p:clrMapOvr>
  <p:transition>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12489575-A284-4248-BB3C-BF05407A93D7}"/>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a:extLst>
              <a:ext uri="{FF2B5EF4-FFF2-40B4-BE49-F238E27FC236}">
                <a16:creationId xmlns:a16="http://schemas.microsoft.com/office/drawing/2014/main" id="{900FE525-1D35-4BB5-B2E2-042F47EA5263}"/>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a:extLst>
              <a:ext uri="{FF2B5EF4-FFF2-40B4-BE49-F238E27FC236}">
                <a16:creationId xmlns:a16="http://schemas.microsoft.com/office/drawing/2014/main" id="{66BBD603-6466-4ACA-A5D0-4542B92EF3CE}"/>
              </a:ext>
            </a:extLst>
          </p:cNvPr>
          <p:cNvSpPr>
            <a:spLocks noGrp="1" noChangeArrowheads="1"/>
          </p:cNvSpPr>
          <p:nvPr>
            <p:ph type="sldNum" sz="quarter" idx="12"/>
          </p:nvPr>
        </p:nvSpPr>
        <p:spPr>
          <a:ln/>
        </p:spPr>
        <p:txBody>
          <a:bodyPr/>
          <a:lstStyle>
            <a:lvl1pPr>
              <a:defRPr/>
            </a:lvl1pPr>
          </a:lstStyle>
          <a:p>
            <a:pPr>
              <a:defRPr/>
            </a:pPr>
            <a:fld id="{9271EB11-4BAF-4C61-ABC4-DE0E70CDAB05}" type="slidenum">
              <a:rPr lang="en-US" altLang="zh-CN"/>
              <a:pPr>
                <a:defRPr/>
              </a:pPr>
              <a:t>‹#›</a:t>
            </a:fld>
            <a:endParaRPr lang="en-US" altLang="zh-CN"/>
          </a:p>
        </p:txBody>
      </p:sp>
    </p:spTree>
    <p:extLst>
      <p:ext uri="{BB962C8B-B14F-4D97-AF65-F5344CB8AC3E}">
        <p14:creationId xmlns:p14="http://schemas.microsoft.com/office/powerpoint/2010/main" val="72785544"/>
      </p:ext>
    </p:extLst>
  </p:cSld>
  <p:clrMapOvr>
    <a:masterClrMapping/>
  </p:clrMapOvr>
  <p:transition>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a:extLst>
              <a:ext uri="{FF2B5EF4-FFF2-40B4-BE49-F238E27FC236}">
                <a16:creationId xmlns:a16="http://schemas.microsoft.com/office/drawing/2014/main" id="{FEC09822-262F-4033-B228-23DEFDECF29F}"/>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a:extLst>
              <a:ext uri="{FF2B5EF4-FFF2-40B4-BE49-F238E27FC236}">
                <a16:creationId xmlns:a16="http://schemas.microsoft.com/office/drawing/2014/main" id="{18A0C32B-5812-49E3-ADBA-EDC43FB6B041}"/>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F203D979-B78A-4E30-97DB-4B0543846219}"/>
              </a:ext>
            </a:extLst>
          </p:cNvPr>
          <p:cNvSpPr>
            <a:spLocks noGrp="1" noChangeArrowheads="1"/>
          </p:cNvSpPr>
          <p:nvPr>
            <p:ph type="sldNum" sz="quarter" idx="12"/>
          </p:nvPr>
        </p:nvSpPr>
        <p:spPr>
          <a:ln/>
        </p:spPr>
        <p:txBody>
          <a:bodyPr/>
          <a:lstStyle>
            <a:lvl1pPr>
              <a:defRPr/>
            </a:lvl1pPr>
          </a:lstStyle>
          <a:p>
            <a:pPr>
              <a:defRPr/>
            </a:pPr>
            <a:fld id="{089084E6-E94F-455F-8247-96DDD3B88620}" type="slidenum">
              <a:rPr lang="en-US" altLang="zh-CN"/>
              <a:pPr>
                <a:defRPr/>
              </a:pPr>
              <a:t>‹#›</a:t>
            </a:fld>
            <a:endParaRPr lang="en-US" altLang="zh-CN"/>
          </a:p>
        </p:txBody>
      </p:sp>
    </p:spTree>
    <p:extLst>
      <p:ext uri="{BB962C8B-B14F-4D97-AF65-F5344CB8AC3E}">
        <p14:creationId xmlns:p14="http://schemas.microsoft.com/office/powerpoint/2010/main" val="2888321742"/>
      </p:ext>
    </p:extLst>
  </p:cSld>
  <p:clrMapOvr>
    <a:masterClrMapping/>
  </p:clrMapOvr>
  <p:transition>
    <p:rand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8D022BAF-CE77-4AA4-AE36-87FFCC1EDF62}"/>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a:extLst>
              <a:ext uri="{FF2B5EF4-FFF2-40B4-BE49-F238E27FC236}">
                <a16:creationId xmlns:a16="http://schemas.microsoft.com/office/drawing/2014/main" id="{E11A3816-0CD9-4E7D-AA2A-D36E65F2A333}"/>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a:extLst>
              <a:ext uri="{FF2B5EF4-FFF2-40B4-BE49-F238E27FC236}">
                <a16:creationId xmlns:a16="http://schemas.microsoft.com/office/drawing/2014/main" id="{08B35C8A-8F1F-4E14-AF56-137CDD2B08F5}"/>
              </a:ext>
            </a:extLst>
          </p:cNvPr>
          <p:cNvSpPr>
            <a:spLocks noGrp="1" noChangeArrowheads="1"/>
          </p:cNvSpPr>
          <p:nvPr>
            <p:ph type="sldNum" sz="quarter" idx="12"/>
          </p:nvPr>
        </p:nvSpPr>
        <p:spPr>
          <a:ln/>
        </p:spPr>
        <p:txBody>
          <a:bodyPr/>
          <a:lstStyle>
            <a:lvl1pPr>
              <a:defRPr/>
            </a:lvl1pPr>
          </a:lstStyle>
          <a:p>
            <a:pPr>
              <a:defRPr/>
            </a:pPr>
            <a:fld id="{79498686-DF38-4CD1-99BD-3B51FFB1D30B}" type="slidenum">
              <a:rPr lang="en-US" altLang="zh-CN"/>
              <a:pPr>
                <a:defRPr/>
              </a:pPr>
              <a:t>‹#›</a:t>
            </a:fld>
            <a:endParaRPr lang="en-US" altLang="zh-CN"/>
          </a:p>
        </p:txBody>
      </p:sp>
    </p:spTree>
    <p:extLst>
      <p:ext uri="{BB962C8B-B14F-4D97-AF65-F5344CB8AC3E}">
        <p14:creationId xmlns:p14="http://schemas.microsoft.com/office/powerpoint/2010/main" val="2320177108"/>
      </p:ext>
    </p:extLst>
  </p:cSld>
  <p:clrMapOvr>
    <a:masterClrMapping/>
  </p:clrMapOvr>
  <p:transition>
    <p:rand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5BAF40FC-1461-49AD-9DB8-E6F09FE9503C}"/>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5A6D28B2-76C9-411D-A0CB-493A2C5F799D}"/>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7D4F44B7-1EFE-4300-B77E-4B2A90D9C13D}"/>
              </a:ext>
            </a:extLst>
          </p:cNvPr>
          <p:cNvSpPr>
            <a:spLocks noGrp="1" noChangeArrowheads="1"/>
          </p:cNvSpPr>
          <p:nvPr>
            <p:ph type="sldNum" sz="quarter" idx="12"/>
          </p:nvPr>
        </p:nvSpPr>
        <p:spPr>
          <a:ln/>
        </p:spPr>
        <p:txBody>
          <a:bodyPr/>
          <a:lstStyle>
            <a:lvl1pPr>
              <a:defRPr/>
            </a:lvl1pPr>
          </a:lstStyle>
          <a:p>
            <a:pPr>
              <a:defRPr/>
            </a:pPr>
            <a:fld id="{2F82D480-89F5-42CA-A536-50796263BBDD}" type="slidenum">
              <a:rPr lang="en-US" altLang="zh-CN"/>
              <a:pPr>
                <a:defRPr/>
              </a:pPr>
              <a:t>‹#›</a:t>
            </a:fld>
            <a:endParaRPr lang="en-US" altLang="zh-CN"/>
          </a:p>
        </p:txBody>
      </p:sp>
    </p:spTree>
    <p:extLst>
      <p:ext uri="{BB962C8B-B14F-4D97-AF65-F5344CB8AC3E}">
        <p14:creationId xmlns:p14="http://schemas.microsoft.com/office/powerpoint/2010/main" val="905275084"/>
      </p:ext>
    </p:extLst>
  </p:cSld>
  <p:clrMapOvr>
    <a:masterClrMapping/>
  </p:clrMapOvr>
  <p:transition>
    <p:rand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22C5154B-D862-47DE-818F-E8F215C61825}"/>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60C86CF9-C6CE-4B78-AD91-17F2BA1C9266}"/>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CD9E8062-8AB8-47F2-B844-1F817CCBA792}"/>
              </a:ext>
            </a:extLst>
          </p:cNvPr>
          <p:cNvSpPr>
            <a:spLocks noGrp="1" noChangeArrowheads="1"/>
          </p:cNvSpPr>
          <p:nvPr>
            <p:ph type="sldNum" sz="quarter" idx="12"/>
          </p:nvPr>
        </p:nvSpPr>
        <p:spPr>
          <a:ln/>
        </p:spPr>
        <p:txBody>
          <a:bodyPr/>
          <a:lstStyle>
            <a:lvl1pPr>
              <a:defRPr/>
            </a:lvl1pPr>
          </a:lstStyle>
          <a:p>
            <a:pPr>
              <a:defRPr/>
            </a:pPr>
            <a:fld id="{C4F9B5E3-BD95-4204-AC7F-0969D20926B6}" type="slidenum">
              <a:rPr lang="en-US" altLang="zh-CN"/>
              <a:pPr>
                <a:defRPr/>
              </a:pPr>
              <a:t>‹#›</a:t>
            </a:fld>
            <a:endParaRPr lang="en-US" altLang="zh-CN"/>
          </a:p>
        </p:txBody>
      </p:sp>
    </p:spTree>
    <p:extLst>
      <p:ext uri="{BB962C8B-B14F-4D97-AF65-F5344CB8AC3E}">
        <p14:creationId xmlns:p14="http://schemas.microsoft.com/office/powerpoint/2010/main" val="3925652404"/>
      </p:ext>
    </p:extLst>
  </p:cSld>
  <p:clrMapOvr>
    <a:masterClrMapping/>
  </p:clrMapOvr>
  <p:transition>
    <p:rand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A5E54942-9A51-4748-A45A-323E8F0F50B8}"/>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B673C6AE-C5FF-4E2E-AFE1-A696760BF14C}"/>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331723B6-DB31-4E31-93C2-388C5C2C7FF3}"/>
              </a:ext>
            </a:extLst>
          </p:cNvPr>
          <p:cNvSpPr>
            <a:spLocks noGrp="1" noChangeArrowheads="1"/>
          </p:cNvSpPr>
          <p:nvPr>
            <p:ph type="sldNum" sz="quarter" idx="12"/>
          </p:nvPr>
        </p:nvSpPr>
        <p:spPr>
          <a:ln/>
        </p:spPr>
        <p:txBody>
          <a:bodyPr/>
          <a:lstStyle>
            <a:lvl1pPr>
              <a:defRPr/>
            </a:lvl1pPr>
          </a:lstStyle>
          <a:p>
            <a:pPr>
              <a:defRPr/>
            </a:pPr>
            <a:fld id="{C70E5021-2D71-4310-A290-86149C6CC9B0}" type="slidenum">
              <a:rPr lang="en-US" altLang="zh-CN"/>
              <a:pPr>
                <a:defRPr/>
              </a:pPr>
              <a:t>‹#›</a:t>
            </a:fld>
            <a:endParaRPr lang="en-US" altLang="zh-CN"/>
          </a:p>
        </p:txBody>
      </p:sp>
    </p:spTree>
    <p:extLst>
      <p:ext uri="{BB962C8B-B14F-4D97-AF65-F5344CB8AC3E}">
        <p14:creationId xmlns:p14="http://schemas.microsoft.com/office/powerpoint/2010/main" val="1944757095"/>
      </p:ext>
    </p:extLst>
  </p:cSld>
  <p:clrMapOvr>
    <a:masterClrMapping/>
  </p:clrMapOvr>
  <p:transition>
    <p:rand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43700" y="304800"/>
            <a:ext cx="1943100" cy="57912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914400" y="304800"/>
            <a:ext cx="5676900" cy="57912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0E588C8A-471F-47A4-BA92-DB63F2B8E9D6}"/>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C6A88319-1DFF-4DC7-BBEF-3EBB7447ED32}"/>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1550289B-9F52-4CA5-B1E4-82D52F4C329B}"/>
              </a:ext>
            </a:extLst>
          </p:cNvPr>
          <p:cNvSpPr>
            <a:spLocks noGrp="1" noChangeArrowheads="1"/>
          </p:cNvSpPr>
          <p:nvPr>
            <p:ph type="sldNum" sz="quarter" idx="12"/>
          </p:nvPr>
        </p:nvSpPr>
        <p:spPr>
          <a:ln/>
        </p:spPr>
        <p:txBody>
          <a:bodyPr/>
          <a:lstStyle>
            <a:lvl1pPr>
              <a:defRPr/>
            </a:lvl1pPr>
          </a:lstStyle>
          <a:p>
            <a:pPr>
              <a:defRPr/>
            </a:pPr>
            <a:fld id="{A32ABD50-413E-438F-97A9-CD341D3A823A}" type="slidenum">
              <a:rPr lang="en-US" altLang="zh-CN"/>
              <a:pPr>
                <a:defRPr/>
              </a:pPr>
              <a:t>‹#›</a:t>
            </a:fld>
            <a:endParaRPr lang="en-US" altLang="zh-CN"/>
          </a:p>
        </p:txBody>
      </p:sp>
    </p:spTree>
    <p:extLst>
      <p:ext uri="{BB962C8B-B14F-4D97-AF65-F5344CB8AC3E}">
        <p14:creationId xmlns:p14="http://schemas.microsoft.com/office/powerpoint/2010/main" val="1926587940"/>
      </p:ext>
    </p:extLst>
  </p:cSld>
  <p:clrMapOvr>
    <a:masterClrMapping/>
  </p:clrMapOvr>
  <p:transition>
    <p:rand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7"/>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zh-CN" altLang="en-US"/>
              <a:t>单击此处编辑母版副标题样式</a:t>
            </a:r>
          </a:p>
        </p:txBody>
      </p:sp>
      <p:sp>
        <p:nvSpPr>
          <p:cNvPr id="4" name="Rectangle 4">
            <a:extLst>
              <a:ext uri="{FF2B5EF4-FFF2-40B4-BE49-F238E27FC236}">
                <a16:creationId xmlns:a16="http://schemas.microsoft.com/office/drawing/2014/main" id="{EBFD062E-BE88-4FF3-9374-7912245E5DA9}"/>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ABEC534C-1249-47DC-A4D4-627F77BAD599}"/>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BF2354E6-E3A9-4BC3-97B8-1751969849B5}"/>
              </a:ext>
            </a:extLst>
          </p:cNvPr>
          <p:cNvSpPr>
            <a:spLocks noGrp="1" noChangeArrowheads="1"/>
          </p:cNvSpPr>
          <p:nvPr>
            <p:ph type="sldNum" sz="quarter" idx="12"/>
          </p:nvPr>
        </p:nvSpPr>
        <p:spPr>
          <a:ln/>
        </p:spPr>
        <p:txBody>
          <a:bodyPr/>
          <a:lstStyle>
            <a:lvl1pPr>
              <a:defRPr/>
            </a:lvl1pPr>
          </a:lstStyle>
          <a:p>
            <a:pPr>
              <a:defRPr/>
            </a:pPr>
            <a:fld id="{B8543924-A933-40ED-B774-1E2D4BB99E1E}" type="slidenum">
              <a:rPr lang="en-US" altLang="zh-CN"/>
              <a:pPr>
                <a:defRPr/>
              </a:pPr>
              <a:t>‹#›</a:t>
            </a:fld>
            <a:endParaRPr lang="en-US" altLang="zh-CN"/>
          </a:p>
        </p:txBody>
      </p:sp>
    </p:spTree>
    <p:extLst>
      <p:ext uri="{BB962C8B-B14F-4D97-AF65-F5344CB8AC3E}">
        <p14:creationId xmlns:p14="http://schemas.microsoft.com/office/powerpoint/2010/main" val="969969261"/>
      </p:ext>
    </p:extLst>
  </p:cSld>
  <p:clrMapOvr>
    <a:masterClrMapping/>
  </p:clrMapOvr>
  <p:transition>
    <p:random/>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C9B23450-2E61-446C-812A-5F8E88075026}"/>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5FEA878B-8B3F-4D02-B7F2-A3B1AC24F59A}"/>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2F7890A2-177F-4B9F-B486-3ECFDB1F5BE5}"/>
              </a:ext>
            </a:extLst>
          </p:cNvPr>
          <p:cNvSpPr>
            <a:spLocks noGrp="1" noChangeArrowheads="1"/>
          </p:cNvSpPr>
          <p:nvPr>
            <p:ph type="sldNum" sz="quarter" idx="12"/>
          </p:nvPr>
        </p:nvSpPr>
        <p:spPr>
          <a:ln/>
        </p:spPr>
        <p:txBody>
          <a:bodyPr/>
          <a:lstStyle>
            <a:lvl1pPr>
              <a:defRPr/>
            </a:lvl1pPr>
          </a:lstStyle>
          <a:p>
            <a:pPr>
              <a:defRPr/>
            </a:pPr>
            <a:fld id="{10658DEA-D614-4D77-8F97-C20301787C02}" type="slidenum">
              <a:rPr lang="en-US" altLang="zh-CN"/>
              <a:pPr>
                <a:defRPr/>
              </a:pPr>
              <a:t>‹#›</a:t>
            </a:fld>
            <a:endParaRPr lang="en-US" altLang="zh-CN"/>
          </a:p>
        </p:txBody>
      </p:sp>
    </p:spTree>
    <p:extLst>
      <p:ext uri="{BB962C8B-B14F-4D97-AF65-F5344CB8AC3E}">
        <p14:creationId xmlns:p14="http://schemas.microsoft.com/office/powerpoint/2010/main" val="1973500241"/>
      </p:ext>
    </p:extLst>
  </p:cSld>
  <p:clrMapOvr>
    <a:masterClrMapping/>
  </p:clrMapOvr>
  <p:transition>
    <p:random/>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2"/>
            <a:ext cx="7772400" cy="1362075"/>
          </a:xfrm>
        </p:spPr>
        <p:txBody>
          <a:bodyPr anchor="t"/>
          <a:lstStyle>
            <a:lvl1pPr algn="l">
              <a:defRPr sz="3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p>
        </p:txBody>
      </p:sp>
      <p:sp>
        <p:nvSpPr>
          <p:cNvPr id="4" name="Rectangle 4">
            <a:extLst>
              <a:ext uri="{FF2B5EF4-FFF2-40B4-BE49-F238E27FC236}">
                <a16:creationId xmlns:a16="http://schemas.microsoft.com/office/drawing/2014/main" id="{57A2BAA5-4EBA-4A87-A10A-0E3956889B9A}"/>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9D05A55F-390D-4742-A51E-2B6C8FE02B7E}"/>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84F60320-7239-4F72-9983-F4EEFAEDA732}"/>
              </a:ext>
            </a:extLst>
          </p:cNvPr>
          <p:cNvSpPr>
            <a:spLocks noGrp="1" noChangeArrowheads="1"/>
          </p:cNvSpPr>
          <p:nvPr>
            <p:ph type="sldNum" sz="quarter" idx="12"/>
          </p:nvPr>
        </p:nvSpPr>
        <p:spPr>
          <a:ln/>
        </p:spPr>
        <p:txBody>
          <a:bodyPr/>
          <a:lstStyle>
            <a:lvl1pPr>
              <a:defRPr/>
            </a:lvl1pPr>
          </a:lstStyle>
          <a:p>
            <a:pPr>
              <a:defRPr/>
            </a:pPr>
            <a:fld id="{D14FF04C-A25F-4411-BC6A-18C48CB2EA9D}" type="slidenum">
              <a:rPr lang="en-US" altLang="zh-CN"/>
              <a:pPr>
                <a:defRPr/>
              </a:pPr>
              <a:t>‹#›</a:t>
            </a:fld>
            <a:endParaRPr lang="en-US" altLang="zh-CN"/>
          </a:p>
        </p:txBody>
      </p:sp>
    </p:spTree>
    <p:extLst>
      <p:ext uri="{BB962C8B-B14F-4D97-AF65-F5344CB8AC3E}">
        <p14:creationId xmlns:p14="http://schemas.microsoft.com/office/powerpoint/2010/main" val="461368719"/>
      </p:ext>
    </p:extLst>
  </p:cSld>
  <p:clrMapOvr>
    <a:masterClrMapping/>
  </p:clrMapOvr>
  <p:transition>
    <p:random/>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914400" y="1295400"/>
            <a:ext cx="3810000" cy="48006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876800" y="1295400"/>
            <a:ext cx="3810000" cy="48006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DE484EC8-5014-4F36-9445-435C025D99E8}"/>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3792A6A8-7170-471A-84E1-EFBEAD587E34}"/>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5B0A6654-9894-4616-88DF-56E03F1F5B2E}"/>
              </a:ext>
            </a:extLst>
          </p:cNvPr>
          <p:cNvSpPr>
            <a:spLocks noGrp="1" noChangeArrowheads="1"/>
          </p:cNvSpPr>
          <p:nvPr>
            <p:ph type="sldNum" sz="quarter" idx="12"/>
          </p:nvPr>
        </p:nvSpPr>
        <p:spPr>
          <a:ln/>
        </p:spPr>
        <p:txBody>
          <a:bodyPr/>
          <a:lstStyle>
            <a:lvl1pPr>
              <a:defRPr/>
            </a:lvl1pPr>
          </a:lstStyle>
          <a:p>
            <a:pPr>
              <a:defRPr/>
            </a:pPr>
            <a:fld id="{5DCB00D3-B764-4A2E-B1F1-8493A1410F90}" type="slidenum">
              <a:rPr lang="en-US" altLang="zh-CN"/>
              <a:pPr>
                <a:defRPr/>
              </a:pPr>
              <a:t>‹#›</a:t>
            </a:fld>
            <a:endParaRPr lang="en-US" altLang="zh-CN"/>
          </a:p>
        </p:txBody>
      </p:sp>
    </p:spTree>
    <p:extLst>
      <p:ext uri="{BB962C8B-B14F-4D97-AF65-F5344CB8AC3E}">
        <p14:creationId xmlns:p14="http://schemas.microsoft.com/office/powerpoint/2010/main" val="3623399973"/>
      </p:ext>
    </p:extLst>
  </p:cSld>
  <p:clrMapOvr>
    <a:masterClrMapping/>
  </p:clrMapOvr>
  <p:transition>
    <p:random/>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6" y="1535113"/>
            <a:ext cx="4041775"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6" name="内容占位符 5"/>
          <p:cNvSpPr>
            <a:spLocks noGrp="1"/>
          </p:cNvSpPr>
          <p:nvPr>
            <p:ph sz="quarter" idx="4"/>
          </p:nvPr>
        </p:nvSpPr>
        <p:spPr>
          <a:xfrm>
            <a:off x="4645026" y="2174875"/>
            <a:ext cx="4041775"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B466D2F8-CD80-400E-81F0-306BFEF765DC}"/>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a:extLst>
              <a:ext uri="{FF2B5EF4-FFF2-40B4-BE49-F238E27FC236}">
                <a16:creationId xmlns:a16="http://schemas.microsoft.com/office/drawing/2014/main" id="{F02ECC54-4E2F-4700-89CF-A419A7ED4D23}"/>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a:extLst>
              <a:ext uri="{FF2B5EF4-FFF2-40B4-BE49-F238E27FC236}">
                <a16:creationId xmlns:a16="http://schemas.microsoft.com/office/drawing/2014/main" id="{C9FE7AB3-9ED8-4159-9884-54692E700623}"/>
              </a:ext>
            </a:extLst>
          </p:cNvPr>
          <p:cNvSpPr>
            <a:spLocks noGrp="1" noChangeArrowheads="1"/>
          </p:cNvSpPr>
          <p:nvPr>
            <p:ph type="sldNum" sz="quarter" idx="12"/>
          </p:nvPr>
        </p:nvSpPr>
        <p:spPr>
          <a:ln/>
        </p:spPr>
        <p:txBody>
          <a:bodyPr/>
          <a:lstStyle>
            <a:lvl1pPr>
              <a:defRPr/>
            </a:lvl1pPr>
          </a:lstStyle>
          <a:p>
            <a:pPr>
              <a:defRPr/>
            </a:pPr>
            <a:fld id="{B2E70C40-BBE8-4935-846F-0B84C6196EAB}" type="slidenum">
              <a:rPr lang="en-US" altLang="zh-CN"/>
              <a:pPr>
                <a:defRPr/>
              </a:pPr>
              <a:t>‹#›</a:t>
            </a:fld>
            <a:endParaRPr lang="en-US" altLang="zh-CN"/>
          </a:p>
        </p:txBody>
      </p:sp>
    </p:spTree>
    <p:extLst>
      <p:ext uri="{BB962C8B-B14F-4D97-AF65-F5344CB8AC3E}">
        <p14:creationId xmlns:p14="http://schemas.microsoft.com/office/powerpoint/2010/main" val="1641358123"/>
      </p:ext>
    </p:extLst>
  </p:cSld>
  <p:clrMapOvr>
    <a:masterClrMapping/>
  </p:clrMapOvr>
  <p:transition>
    <p:random/>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a:extLst>
              <a:ext uri="{FF2B5EF4-FFF2-40B4-BE49-F238E27FC236}">
                <a16:creationId xmlns:a16="http://schemas.microsoft.com/office/drawing/2014/main" id="{05351E6E-A034-4708-A7C7-C831F90AD043}"/>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a:extLst>
              <a:ext uri="{FF2B5EF4-FFF2-40B4-BE49-F238E27FC236}">
                <a16:creationId xmlns:a16="http://schemas.microsoft.com/office/drawing/2014/main" id="{87D9F2EE-724F-48E0-835D-6D3E16657D3B}"/>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C46E967C-9246-4E4B-8B64-4469FC7ACD9E}"/>
              </a:ext>
            </a:extLst>
          </p:cNvPr>
          <p:cNvSpPr>
            <a:spLocks noGrp="1" noChangeArrowheads="1"/>
          </p:cNvSpPr>
          <p:nvPr>
            <p:ph type="sldNum" sz="quarter" idx="12"/>
          </p:nvPr>
        </p:nvSpPr>
        <p:spPr>
          <a:ln/>
        </p:spPr>
        <p:txBody>
          <a:bodyPr/>
          <a:lstStyle>
            <a:lvl1pPr>
              <a:defRPr/>
            </a:lvl1pPr>
          </a:lstStyle>
          <a:p>
            <a:pPr>
              <a:defRPr/>
            </a:pPr>
            <a:fld id="{2547C66D-2563-461B-A1BB-2FC8F4531482}" type="slidenum">
              <a:rPr lang="en-US" altLang="zh-CN"/>
              <a:pPr>
                <a:defRPr/>
              </a:pPr>
              <a:t>‹#›</a:t>
            </a:fld>
            <a:endParaRPr lang="en-US" altLang="zh-CN"/>
          </a:p>
        </p:txBody>
      </p:sp>
    </p:spTree>
    <p:extLst>
      <p:ext uri="{BB962C8B-B14F-4D97-AF65-F5344CB8AC3E}">
        <p14:creationId xmlns:p14="http://schemas.microsoft.com/office/powerpoint/2010/main" val="635841172"/>
      </p:ext>
    </p:extLst>
  </p:cSld>
  <p:clrMapOvr>
    <a:masterClrMapping/>
  </p:clrMapOvr>
  <p:transition>
    <p:random/>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875D893E-5CF7-4D4B-891D-ADE1172ECF65}"/>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a:extLst>
              <a:ext uri="{FF2B5EF4-FFF2-40B4-BE49-F238E27FC236}">
                <a16:creationId xmlns:a16="http://schemas.microsoft.com/office/drawing/2014/main" id="{52BEA1EF-2DF3-460D-95E6-260E1EC5DD07}"/>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a:extLst>
              <a:ext uri="{FF2B5EF4-FFF2-40B4-BE49-F238E27FC236}">
                <a16:creationId xmlns:a16="http://schemas.microsoft.com/office/drawing/2014/main" id="{5A5EFED7-B4A4-4B8A-935D-384F4F184F45}"/>
              </a:ext>
            </a:extLst>
          </p:cNvPr>
          <p:cNvSpPr>
            <a:spLocks noGrp="1" noChangeArrowheads="1"/>
          </p:cNvSpPr>
          <p:nvPr>
            <p:ph type="sldNum" sz="quarter" idx="12"/>
          </p:nvPr>
        </p:nvSpPr>
        <p:spPr>
          <a:ln/>
        </p:spPr>
        <p:txBody>
          <a:bodyPr/>
          <a:lstStyle>
            <a:lvl1pPr>
              <a:defRPr/>
            </a:lvl1pPr>
          </a:lstStyle>
          <a:p>
            <a:pPr>
              <a:defRPr/>
            </a:pPr>
            <a:fld id="{0195093A-7737-41CC-AF0F-A25C40D1AB9C}" type="slidenum">
              <a:rPr lang="en-US" altLang="zh-CN"/>
              <a:pPr>
                <a:defRPr/>
              </a:pPr>
              <a:t>‹#›</a:t>
            </a:fld>
            <a:endParaRPr lang="en-US" altLang="zh-CN"/>
          </a:p>
        </p:txBody>
      </p:sp>
    </p:spTree>
    <p:extLst>
      <p:ext uri="{BB962C8B-B14F-4D97-AF65-F5344CB8AC3E}">
        <p14:creationId xmlns:p14="http://schemas.microsoft.com/office/powerpoint/2010/main" val="1556354292"/>
      </p:ext>
    </p:extLst>
  </p:cSld>
  <p:clrMapOvr>
    <a:masterClrMapping/>
  </p:clrMapOvr>
  <p:transition>
    <p:random/>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73050"/>
            <a:ext cx="3008313" cy="1162050"/>
          </a:xfrm>
        </p:spPr>
        <p:txBody>
          <a:bodyPr anchor="b"/>
          <a:lstStyle>
            <a:lvl1pPr algn="l">
              <a:defRPr sz="1500" b="1"/>
            </a:lvl1pPr>
          </a:lstStyle>
          <a:p>
            <a:r>
              <a:rPr lang="zh-CN" altLang="en-US"/>
              <a:t>单击此处编辑母版标题样式</a:t>
            </a:r>
          </a:p>
        </p:txBody>
      </p:sp>
      <p:sp>
        <p:nvSpPr>
          <p:cNvPr id="3" name="内容占位符 2"/>
          <p:cNvSpPr>
            <a:spLocks noGrp="1"/>
          </p:cNvSpPr>
          <p:nvPr>
            <p:ph idx="1"/>
          </p:nvPr>
        </p:nvSpPr>
        <p:spPr>
          <a:xfrm>
            <a:off x="3575050" y="273052"/>
            <a:ext cx="5111750"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1" y="1435102"/>
            <a:ext cx="3008313"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p>
        </p:txBody>
      </p:sp>
      <p:sp>
        <p:nvSpPr>
          <p:cNvPr id="5" name="Rectangle 4">
            <a:extLst>
              <a:ext uri="{FF2B5EF4-FFF2-40B4-BE49-F238E27FC236}">
                <a16:creationId xmlns:a16="http://schemas.microsoft.com/office/drawing/2014/main" id="{1137EFA2-4AF4-4FAB-9E08-EEA717F4907E}"/>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4B9A7892-5587-4B8D-87B7-B843D19E665F}"/>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AA09ED87-A658-4143-BBCF-2AE2FDBD13A5}"/>
              </a:ext>
            </a:extLst>
          </p:cNvPr>
          <p:cNvSpPr>
            <a:spLocks noGrp="1" noChangeArrowheads="1"/>
          </p:cNvSpPr>
          <p:nvPr>
            <p:ph type="sldNum" sz="quarter" idx="12"/>
          </p:nvPr>
        </p:nvSpPr>
        <p:spPr>
          <a:ln/>
        </p:spPr>
        <p:txBody>
          <a:bodyPr/>
          <a:lstStyle>
            <a:lvl1pPr>
              <a:defRPr/>
            </a:lvl1pPr>
          </a:lstStyle>
          <a:p>
            <a:pPr>
              <a:defRPr/>
            </a:pPr>
            <a:fld id="{2D6CA3BB-8F73-4B5B-A361-9B53558E39D8}" type="slidenum">
              <a:rPr lang="en-US" altLang="zh-CN"/>
              <a:pPr>
                <a:defRPr/>
              </a:pPr>
              <a:t>‹#›</a:t>
            </a:fld>
            <a:endParaRPr lang="en-US" altLang="zh-CN"/>
          </a:p>
        </p:txBody>
      </p:sp>
    </p:spTree>
    <p:extLst>
      <p:ext uri="{BB962C8B-B14F-4D97-AF65-F5344CB8AC3E}">
        <p14:creationId xmlns:p14="http://schemas.microsoft.com/office/powerpoint/2010/main" val="2757842597"/>
      </p:ext>
    </p:extLst>
  </p:cSld>
  <p:clrMapOvr>
    <a:masterClrMapping/>
  </p:clrMapOvr>
  <p:transition>
    <p:random/>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15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p>
        </p:txBody>
      </p:sp>
      <p:sp>
        <p:nvSpPr>
          <p:cNvPr id="5" name="Rectangle 4">
            <a:extLst>
              <a:ext uri="{FF2B5EF4-FFF2-40B4-BE49-F238E27FC236}">
                <a16:creationId xmlns:a16="http://schemas.microsoft.com/office/drawing/2014/main" id="{A92907B8-A504-4BC6-A9D5-5F97B27631EB}"/>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DFD8E682-748C-4032-A093-7806FD70C284}"/>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CEA90F2E-0D6B-45EA-8BE0-D58422ACBF80}"/>
              </a:ext>
            </a:extLst>
          </p:cNvPr>
          <p:cNvSpPr>
            <a:spLocks noGrp="1" noChangeArrowheads="1"/>
          </p:cNvSpPr>
          <p:nvPr>
            <p:ph type="sldNum" sz="quarter" idx="12"/>
          </p:nvPr>
        </p:nvSpPr>
        <p:spPr>
          <a:ln/>
        </p:spPr>
        <p:txBody>
          <a:bodyPr/>
          <a:lstStyle>
            <a:lvl1pPr>
              <a:defRPr/>
            </a:lvl1pPr>
          </a:lstStyle>
          <a:p>
            <a:pPr>
              <a:defRPr/>
            </a:pPr>
            <a:fld id="{893BDC5E-5819-4792-A80A-D6DBA155B543}" type="slidenum">
              <a:rPr lang="en-US" altLang="zh-CN"/>
              <a:pPr>
                <a:defRPr/>
              </a:pPr>
              <a:t>‹#›</a:t>
            </a:fld>
            <a:endParaRPr lang="en-US" altLang="zh-CN"/>
          </a:p>
        </p:txBody>
      </p:sp>
    </p:spTree>
    <p:extLst>
      <p:ext uri="{BB962C8B-B14F-4D97-AF65-F5344CB8AC3E}">
        <p14:creationId xmlns:p14="http://schemas.microsoft.com/office/powerpoint/2010/main" val="2701356742"/>
      </p:ext>
    </p:extLst>
  </p:cSld>
  <p:clrMapOvr>
    <a:masterClrMapping/>
  </p:clrMapOvr>
  <p:transition>
    <p:random/>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E2E0A95A-1439-468B-9C23-05A5E8727FF3}"/>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27F1FBC0-59E5-474F-93E7-F917FBAD48FB}"/>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C38325C3-10A0-42D0-8958-19470A8B8ECB}"/>
              </a:ext>
            </a:extLst>
          </p:cNvPr>
          <p:cNvSpPr>
            <a:spLocks noGrp="1" noChangeArrowheads="1"/>
          </p:cNvSpPr>
          <p:nvPr>
            <p:ph type="sldNum" sz="quarter" idx="12"/>
          </p:nvPr>
        </p:nvSpPr>
        <p:spPr>
          <a:ln/>
        </p:spPr>
        <p:txBody>
          <a:bodyPr/>
          <a:lstStyle>
            <a:lvl1pPr>
              <a:defRPr/>
            </a:lvl1pPr>
          </a:lstStyle>
          <a:p>
            <a:pPr>
              <a:defRPr/>
            </a:pPr>
            <a:fld id="{FBFBB58C-F3C9-47D8-95CA-A17277F482C7}" type="slidenum">
              <a:rPr lang="en-US" altLang="zh-CN"/>
              <a:pPr>
                <a:defRPr/>
              </a:pPr>
              <a:t>‹#›</a:t>
            </a:fld>
            <a:endParaRPr lang="en-US" altLang="zh-CN"/>
          </a:p>
        </p:txBody>
      </p:sp>
    </p:spTree>
    <p:extLst>
      <p:ext uri="{BB962C8B-B14F-4D97-AF65-F5344CB8AC3E}">
        <p14:creationId xmlns:p14="http://schemas.microsoft.com/office/powerpoint/2010/main" val="3943683263"/>
      </p:ext>
    </p:extLst>
  </p:cSld>
  <p:clrMapOvr>
    <a:masterClrMapping/>
  </p:clrMapOvr>
  <p:transition>
    <p:random/>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43700" y="304800"/>
            <a:ext cx="1943100" cy="57912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914400" y="304800"/>
            <a:ext cx="5676900" cy="57912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317DA2FB-8C60-472F-A9C1-78FC5BB0E891}"/>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88A38C8D-2CDB-4F41-A554-83781A7A0F66}"/>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36E5CB4B-CF0E-463F-868D-D33EC4E07B93}"/>
              </a:ext>
            </a:extLst>
          </p:cNvPr>
          <p:cNvSpPr>
            <a:spLocks noGrp="1" noChangeArrowheads="1"/>
          </p:cNvSpPr>
          <p:nvPr>
            <p:ph type="sldNum" sz="quarter" idx="12"/>
          </p:nvPr>
        </p:nvSpPr>
        <p:spPr>
          <a:ln/>
        </p:spPr>
        <p:txBody>
          <a:bodyPr/>
          <a:lstStyle>
            <a:lvl1pPr>
              <a:defRPr/>
            </a:lvl1pPr>
          </a:lstStyle>
          <a:p>
            <a:pPr>
              <a:defRPr/>
            </a:pPr>
            <a:fld id="{BDF73700-C5B6-4F6A-9BC0-CE61BFCA5E4B}" type="slidenum">
              <a:rPr lang="en-US" altLang="zh-CN"/>
              <a:pPr>
                <a:defRPr/>
              </a:pPr>
              <a:t>‹#›</a:t>
            </a:fld>
            <a:endParaRPr lang="en-US" altLang="zh-CN"/>
          </a:p>
        </p:txBody>
      </p:sp>
    </p:spTree>
    <p:extLst>
      <p:ext uri="{BB962C8B-B14F-4D97-AF65-F5344CB8AC3E}">
        <p14:creationId xmlns:p14="http://schemas.microsoft.com/office/powerpoint/2010/main" val="2223459336"/>
      </p:ext>
    </p:extLst>
  </p:cSld>
  <p:clrMapOvr>
    <a:masterClrMapping/>
  </p:clrMapOvr>
  <p:transition>
    <p:random/>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0982929D-E091-4C16-ABD9-F1819BB48B1D}"/>
              </a:ext>
            </a:extLst>
          </p:cNvPr>
          <p:cNvSpPr>
            <a:spLocks noGrp="1"/>
          </p:cNvSpPr>
          <p:nvPr>
            <p:ph/>
          </p:nvPr>
        </p:nvSpPr>
        <p:spPr>
          <a:xfrm>
            <a:off x="301625" y="381000"/>
            <a:ext cx="8540750" cy="564197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2">
            <a:extLst>
              <a:ext uri="{FF2B5EF4-FFF2-40B4-BE49-F238E27FC236}">
                <a16:creationId xmlns:a16="http://schemas.microsoft.com/office/drawing/2014/main" id="{B07EB2CC-2815-4DF1-98E1-5822563C6193}"/>
              </a:ext>
            </a:extLst>
          </p:cNvPr>
          <p:cNvSpPr>
            <a:spLocks noGrp="1"/>
          </p:cNvSpPr>
          <p:nvPr>
            <p:ph type="dt" sz="half" idx="10"/>
          </p:nvPr>
        </p:nvSpPr>
        <p:spPr>
          <a:xfrm>
            <a:off x="301625" y="6172200"/>
            <a:ext cx="2289175" cy="476250"/>
          </a:xfrm>
        </p:spPr>
        <p:txBody>
          <a:bodyPr/>
          <a:lstStyle>
            <a:lvl1pPr>
              <a:defRPr/>
            </a:lvl1pPr>
          </a:lstStyle>
          <a:p>
            <a:pPr>
              <a:defRPr/>
            </a:pPr>
            <a:fld id="{EDE2BFB9-B26F-4A07-BEBD-C3A4272DAD0B}" type="datetime1">
              <a:rPr lang="zh-CN" altLang="en-US"/>
              <a:pPr>
                <a:defRPr/>
              </a:pPr>
              <a:t>2025/12/22</a:t>
            </a:fld>
            <a:endParaRPr lang="en-US" altLang="zh-CN"/>
          </a:p>
        </p:txBody>
      </p:sp>
      <p:sp>
        <p:nvSpPr>
          <p:cNvPr id="4" name="页脚占位符 3">
            <a:extLst>
              <a:ext uri="{FF2B5EF4-FFF2-40B4-BE49-F238E27FC236}">
                <a16:creationId xmlns:a16="http://schemas.microsoft.com/office/drawing/2014/main" id="{9F5BEC3B-087C-4DA5-94CB-D32ADE111DB4}"/>
              </a:ext>
            </a:extLst>
          </p:cNvPr>
          <p:cNvSpPr>
            <a:spLocks noGrp="1"/>
          </p:cNvSpPr>
          <p:nvPr>
            <p:ph type="ftr" sz="quarter" idx="11"/>
          </p:nvPr>
        </p:nvSpPr>
        <p:spPr>
          <a:xfrm>
            <a:off x="3124200" y="6172200"/>
            <a:ext cx="2895600" cy="476250"/>
          </a:xfrm>
        </p:spPr>
        <p:txBody>
          <a:bodyPr/>
          <a:lstStyle>
            <a:lvl1pPr>
              <a:defRPr/>
            </a:lvl1pPr>
          </a:lstStyle>
          <a:p>
            <a:pPr>
              <a:defRPr/>
            </a:pPr>
            <a:endParaRPr lang="en-US" altLang="zh-CN"/>
          </a:p>
        </p:txBody>
      </p:sp>
      <p:sp>
        <p:nvSpPr>
          <p:cNvPr id="5" name="灯片编号占位符 4">
            <a:extLst>
              <a:ext uri="{FF2B5EF4-FFF2-40B4-BE49-F238E27FC236}">
                <a16:creationId xmlns:a16="http://schemas.microsoft.com/office/drawing/2014/main" id="{C8911F20-BB27-4025-A316-58275A50467F}"/>
              </a:ext>
            </a:extLst>
          </p:cNvPr>
          <p:cNvSpPr>
            <a:spLocks noGrp="1"/>
          </p:cNvSpPr>
          <p:nvPr>
            <p:ph type="sldNum" sz="quarter" idx="12"/>
          </p:nvPr>
        </p:nvSpPr>
        <p:spPr>
          <a:xfrm>
            <a:off x="6553200" y="6172200"/>
            <a:ext cx="2289175" cy="476250"/>
          </a:xfrm>
        </p:spPr>
        <p:txBody>
          <a:bodyPr/>
          <a:lstStyle>
            <a:lvl1pPr>
              <a:defRPr/>
            </a:lvl1pPr>
          </a:lstStyle>
          <a:p>
            <a:pPr>
              <a:defRPr/>
            </a:pPr>
            <a:fld id="{5419CBAE-D2F9-495F-B576-E323F4299B9D}" type="slidenum">
              <a:rPr lang="en-US" altLang="zh-CN"/>
              <a:pPr>
                <a:defRPr/>
              </a:pPr>
              <a:t>‹#›</a:t>
            </a:fld>
            <a:endParaRPr lang="en-US" altLang="zh-CN"/>
          </a:p>
        </p:txBody>
      </p:sp>
    </p:spTree>
    <p:extLst>
      <p:ext uri="{BB962C8B-B14F-4D97-AF65-F5344CB8AC3E}">
        <p14:creationId xmlns:p14="http://schemas.microsoft.com/office/powerpoint/2010/main" val="1546030237"/>
      </p:ext>
    </p:extLst>
  </p:cSld>
  <p:clrMapOvr>
    <a:masterClrMapping/>
  </p:clrMapOvr>
  <p:transition>
    <p:zoom/>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132098" name="Rectangle 2">
            <a:extLst>
              <a:ext uri="{FF2B5EF4-FFF2-40B4-BE49-F238E27FC236}">
                <a16:creationId xmlns:a16="http://schemas.microsoft.com/office/drawing/2014/main" id="{05AFB0DE-A339-446D-85BA-ED8A02FCFE03}"/>
              </a:ext>
            </a:extLst>
          </p:cNvPr>
          <p:cNvSpPr>
            <a:spLocks noGrp="1" noRot="1" noChangeArrowheads="1"/>
          </p:cNvSpPr>
          <p:nvPr>
            <p:ph type="ctrTitle"/>
          </p:nvPr>
        </p:nvSpPr>
        <p:spPr>
          <a:xfrm>
            <a:off x="685800" y="2286000"/>
            <a:ext cx="7772400" cy="1143000"/>
          </a:xfrm>
        </p:spPr>
        <p:txBody>
          <a:bodyPr/>
          <a:lstStyle>
            <a:lvl1pPr>
              <a:defRPr/>
            </a:lvl1pPr>
          </a:lstStyle>
          <a:p>
            <a:pPr lvl="0"/>
            <a:r>
              <a:rPr lang="zh-CN" altLang="en-US" noProof="0"/>
              <a:t>单击此处编辑母版标题样式</a:t>
            </a:r>
          </a:p>
        </p:txBody>
      </p:sp>
      <p:sp>
        <p:nvSpPr>
          <p:cNvPr id="132099" name="Rectangle 3">
            <a:extLst>
              <a:ext uri="{FF2B5EF4-FFF2-40B4-BE49-F238E27FC236}">
                <a16:creationId xmlns:a16="http://schemas.microsoft.com/office/drawing/2014/main" id="{E29F6096-3050-4CE0-A42C-9CFBE9349FBE}"/>
              </a:ext>
            </a:extLst>
          </p:cNvPr>
          <p:cNvSpPr>
            <a:spLocks noGrp="1" noRot="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pPr lvl="0"/>
            <a:r>
              <a:rPr lang="zh-CN" altLang="en-US" noProof="0"/>
              <a:t>单击此处编辑母版副标题样式</a:t>
            </a:r>
          </a:p>
        </p:txBody>
      </p:sp>
      <p:sp>
        <p:nvSpPr>
          <p:cNvPr id="4" name="Rectangle 4">
            <a:extLst>
              <a:ext uri="{FF2B5EF4-FFF2-40B4-BE49-F238E27FC236}">
                <a16:creationId xmlns:a16="http://schemas.microsoft.com/office/drawing/2014/main" id="{DC230F9E-4866-4129-B1F8-A85802C401FF}"/>
              </a:ext>
            </a:extLst>
          </p:cNvPr>
          <p:cNvSpPr>
            <a:spLocks noGrp="1" noChangeArrowheads="1"/>
          </p:cNvSpPr>
          <p:nvPr>
            <p:ph type="dt" sz="half" idx="10"/>
          </p:nvPr>
        </p:nvSpPr>
        <p:spPr>
          <a:xfrm>
            <a:off x="301625" y="6245225"/>
            <a:ext cx="2289175" cy="476250"/>
          </a:xfrm>
        </p:spPr>
        <p:txBody>
          <a:bodyPr/>
          <a:lstStyle>
            <a:lvl1pPr>
              <a:defRPr/>
            </a:lvl1pPr>
          </a:lstStyle>
          <a:p>
            <a:pPr>
              <a:defRPr/>
            </a:pPr>
            <a:fld id="{36820543-F07C-47B9-8D4C-4875715DB21E}" type="datetime1">
              <a:rPr lang="zh-CN" altLang="en-US"/>
              <a:pPr>
                <a:defRPr/>
              </a:pPr>
              <a:t>2025/12/22</a:t>
            </a:fld>
            <a:endParaRPr lang="en-US" altLang="zh-CN"/>
          </a:p>
        </p:txBody>
      </p:sp>
      <p:sp>
        <p:nvSpPr>
          <p:cNvPr id="5" name="Rectangle 5">
            <a:extLst>
              <a:ext uri="{FF2B5EF4-FFF2-40B4-BE49-F238E27FC236}">
                <a16:creationId xmlns:a16="http://schemas.microsoft.com/office/drawing/2014/main" id="{6D7C5208-0A64-4AE0-9FBE-59D6EA2FEF84}"/>
              </a:ext>
            </a:extLst>
          </p:cNvPr>
          <p:cNvSpPr>
            <a:spLocks noGrp="1" noChangeArrowheads="1"/>
          </p:cNvSpPr>
          <p:nvPr>
            <p:ph type="ftr" sz="quarter" idx="11"/>
          </p:nvPr>
        </p:nvSpPr>
        <p:spPr>
          <a:xfrm>
            <a:off x="3124200" y="6245225"/>
            <a:ext cx="2895600" cy="476250"/>
          </a:xfrm>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A031B716-02B5-482A-8F09-F901CAB9287D}"/>
              </a:ext>
            </a:extLst>
          </p:cNvPr>
          <p:cNvSpPr>
            <a:spLocks noGrp="1" noChangeArrowheads="1"/>
          </p:cNvSpPr>
          <p:nvPr>
            <p:ph type="sldNum" sz="quarter" idx="12"/>
          </p:nvPr>
        </p:nvSpPr>
        <p:spPr>
          <a:xfrm>
            <a:off x="6553200" y="6245225"/>
            <a:ext cx="2289175" cy="476250"/>
          </a:xfrm>
        </p:spPr>
        <p:txBody>
          <a:bodyPr/>
          <a:lstStyle>
            <a:lvl1pPr>
              <a:defRPr/>
            </a:lvl1pPr>
          </a:lstStyle>
          <a:p>
            <a:pPr>
              <a:defRPr/>
            </a:pPr>
            <a:fld id="{B7E3735D-B55B-40D3-9E1A-3B24B5764955}" type="slidenum">
              <a:rPr lang="en-US" altLang="zh-CN"/>
              <a:pPr>
                <a:defRPr/>
              </a:pPr>
              <a:t>‹#›</a:t>
            </a:fld>
            <a:endParaRPr lang="en-US" altLang="zh-CN"/>
          </a:p>
        </p:txBody>
      </p:sp>
    </p:spTree>
    <p:extLst>
      <p:ext uri="{BB962C8B-B14F-4D97-AF65-F5344CB8AC3E}">
        <p14:creationId xmlns:p14="http://schemas.microsoft.com/office/powerpoint/2010/main" val="543253490"/>
      </p:ext>
    </p:extLst>
  </p:cSld>
  <p:clrMapOvr>
    <a:masterClrMapping/>
  </p:clrMapOvr>
  <p:transition>
    <p:zoom/>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FBA4EC3-0527-4408-83F8-439EF98BCDC7}"/>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4BFC134A-2E27-46D8-88DC-C857E4CBC0CF}"/>
              </a:ext>
            </a:extLst>
          </p:cNvPr>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BE44118D-2AE3-43BC-93EA-68611C9E7052}"/>
              </a:ext>
            </a:extLst>
          </p:cNvPr>
          <p:cNvSpPr>
            <a:spLocks noGrp="1" noChangeArrowheads="1"/>
          </p:cNvSpPr>
          <p:nvPr>
            <p:ph type="dt" sz="half" idx="10"/>
          </p:nvPr>
        </p:nvSpPr>
        <p:spPr>
          <a:ln/>
        </p:spPr>
        <p:txBody>
          <a:bodyPr/>
          <a:lstStyle>
            <a:lvl1pPr>
              <a:defRPr/>
            </a:lvl1pPr>
          </a:lstStyle>
          <a:p>
            <a:pPr>
              <a:defRPr/>
            </a:pPr>
            <a:fld id="{5ABB0A4B-22BC-4878-A8A4-027E1CD90CCD}" type="datetime1">
              <a:rPr lang="zh-CN" altLang="en-US"/>
              <a:pPr>
                <a:defRPr/>
              </a:pPr>
              <a:t>2025/12/22</a:t>
            </a:fld>
            <a:endParaRPr lang="en-US" altLang="zh-CN"/>
          </a:p>
        </p:txBody>
      </p:sp>
      <p:sp>
        <p:nvSpPr>
          <p:cNvPr id="5" name="Rectangle 5">
            <a:extLst>
              <a:ext uri="{FF2B5EF4-FFF2-40B4-BE49-F238E27FC236}">
                <a16:creationId xmlns:a16="http://schemas.microsoft.com/office/drawing/2014/main" id="{37F9E641-2AFD-4357-972D-0A965B90B59B}"/>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9054C5F1-2455-4C4D-B754-2697C4FA294A}"/>
              </a:ext>
            </a:extLst>
          </p:cNvPr>
          <p:cNvSpPr>
            <a:spLocks noGrp="1" noChangeArrowheads="1"/>
          </p:cNvSpPr>
          <p:nvPr>
            <p:ph type="sldNum" sz="quarter" idx="12"/>
          </p:nvPr>
        </p:nvSpPr>
        <p:spPr>
          <a:ln/>
        </p:spPr>
        <p:txBody>
          <a:bodyPr/>
          <a:lstStyle>
            <a:lvl1pPr>
              <a:defRPr/>
            </a:lvl1pPr>
          </a:lstStyle>
          <a:p>
            <a:pPr>
              <a:defRPr/>
            </a:pPr>
            <a:fld id="{66096DDA-D0E9-4C96-9205-F71869AEED33}" type="slidenum">
              <a:rPr lang="en-US" altLang="zh-CN"/>
              <a:pPr>
                <a:defRPr/>
              </a:pPr>
              <a:t>‹#›</a:t>
            </a:fld>
            <a:endParaRPr lang="en-US" altLang="zh-CN"/>
          </a:p>
        </p:txBody>
      </p:sp>
    </p:spTree>
    <p:extLst>
      <p:ext uri="{BB962C8B-B14F-4D97-AF65-F5344CB8AC3E}">
        <p14:creationId xmlns:p14="http://schemas.microsoft.com/office/powerpoint/2010/main" val="468199619"/>
      </p:ext>
    </p:extLst>
  </p:cSld>
  <p:clrMapOvr>
    <a:masterClrMapping/>
  </p:clrMapOvr>
  <p:transition>
    <p:zoom/>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02556C2-59B0-417A-B89A-3321736722E7}"/>
              </a:ext>
            </a:extLst>
          </p:cNvPr>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48AFC572-654A-43BA-96FD-2544FBAC15BE}"/>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p>
        </p:txBody>
      </p:sp>
      <p:sp>
        <p:nvSpPr>
          <p:cNvPr id="4" name="Rectangle 4">
            <a:extLst>
              <a:ext uri="{FF2B5EF4-FFF2-40B4-BE49-F238E27FC236}">
                <a16:creationId xmlns:a16="http://schemas.microsoft.com/office/drawing/2014/main" id="{FA0F8268-2EF1-44B5-8D86-9A869047F7D7}"/>
              </a:ext>
            </a:extLst>
          </p:cNvPr>
          <p:cNvSpPr>
            <a:spLocks noGrp="1" noChangeArrowheads="1"/>
          </p:cNvSpPr>
          <p:nvPr>
            <p:ph type="dt" sz="half" idx="10"/>
          </p:nvPr>
        </p:nvSpPr>
        <p:spPr>
          <a:ln/>
        </p:spPr>
        <p:txBody>
          <a:bodyPr/>
          <a:lstStyle>
            <a:lvl1pPr>
              <a:defRPr/>
            </a:lvl1pPr>
          </a:lstStyle>
          <a:p>
            <a:pPr>
              <a:defRPr/>
            </a:pPr>
            <a:fld id="{8E519BE5-6082-43AF-95FB-76F656423132}" type="datetime1">
              <a:rPr lang="zh-CN" altLang="en-US"/>
              <a:pPr>
                <a:defRPr/>
              </a:pPr>
              <a:t>2025/12/22</a:t>
            </a:fld>
            <a:endParaRPr lang="en-US" altLang="zh-CN"/>
          </a:p>
        </p:txBody>
      </p:sp>
      <p:sp>
        <p:nvSpPr>
          <p:cNvPr id="5" name="Rectangle 5">
            <a:extLst>
              <a:ext uri="{FF2B5EF4-FFF2-40B4-BE49-F238E27FC236}">
                <a16:creationId xmlns:a16="http://schemas.microsoft.com/office/drawing/2014/main" id="{D315EB69-9C99-484A-8E72-EC5D57094B8D}"/>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F7BA4347-FE89-488D-BE28-9398C455A5E0}"/>
              </a:ext>
            </a:extLst>
          </p:cNvPr>
          <p:cNvSpPr>
            <a:spLocks noGrp="1" noChangeArrowheads="1"/>
          </p:cNvSpPr>
          <p:nvPr>
            <p:ph type="sldNum" sz="quarter" idx="12"/>
          </p:nvPr>
        </p:nvSpPr>
        <p:spPr>
          <a:ln/>
        </p:spPr>
        <p:txBody>
          <a:bodyPr/>
          <a:lstStyle>
            <a:lvl1pPr>
              <a:defRPr/>
            </a:lvl1pPr>
          </a:lstStyle>
          <a:p>
            <a:pPr>
              <a:defRPr/>
            </a:pPr>
            <a:fld id="{FE53A5C0-91F2-49B5-8889-B9388B684E8F}" type="slidenum">
              <a:rPr lang="en-US" altLang="zh-CN"/>
              <a:pPr>
                <a:defRPr/>
              </a:pPr>
              <a:t>‹#›</a:t>
            </a:fld>
            <a:endParaRPr lang="en-US" altLang="zh-CN"/>
          </a:p>
        </p:txBody>
      </p:sp>
    </p:spTree>
    <p:extLst>
      <p:ext uri="{BB962C8B-B14F-4D97-AF65-F5344CB8AC3E}">
        <p14:creationId xmlns:p14="http://schemas.microsoft.com/office/powerpoint/2010/main" val="2649594509"/>
      </p:ext>
    </p:extLst>
  </p:cSld>
  <p:clrMapOvr>
    <a:masterClrMapping/>
  </p:clrMapOvr>
  <p:transition>
    <p:zoom/>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84B8831-7BF8-47BF-99EF-B3997BDBBD52}"/>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3A49E596-69FC-4433-939A-B8770CF98306}"/>
              </a:ext>
            </a:extLst>
          </p:cNvPr>
          <p:cNvSpPr>
            <a:spLocks noGrp="1"/>
          </p:cNvSpPr>
          <p:nvPr>
            <p:ph sz="half" idx="1"/>
          </p:nvPr>
        </p:nvSpPr>
        <p:spPr>
          <a:xfrm>
            <a:off x="301625" y="1752600"/>
            <a:ext cx="4194175" cy="427037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788F4447-8DBD-4B46-8C2F-A0867E0A9CE9}"/>
              </a:ext>
            </a:extLst>
          </p:cNvPr>
          <p:cNvSpPr>
            <a:spLocks noGrp="1"/>
          </p:cNvSpPr>
          <p:nvPr>
            <p:ph sz="half" idx="2"/>
          </p:nvPr>
        </p:nvSpPr>
        <p:spPr>
          <a:xfrm>
            <a:off x="4648200" y="1752600"/>
            <a:ext cx="4194175" cy="427037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389D3426-E3F8-4270-BA38-E27F5B8A4CF5}"/>
              </a:ext>
            </a:extLst>
          </p:cNvPr>
          <p:cNvSpPr>
            <a:spLocks noGrp="1" noChangeArrowheads="1"/>
          </p:cNvSpPr>
          <p:nvPr>
            <p:ph type="dt" sz="half" idx="10"/>
          </p:nvPr>
        </p:nvSpPr>
        <p:spPr>
          <a:ln/>
        </p:spPr>
        <p:txBody>
          <a:bodyPr/>
          <a:lstStyle>
            <a:lvl1pPr>
              <a:defRPr/>
            </a:lvl1pPr>
          </a:lstStyle>
          <a:p>
            <a:pPr>
              <a:defRPr/>
            </a:pPr>
            <a:fld id="{38C2585D-EC45-48D3-89EB-C6769143F2F3}" type="datetime1">
              <a:rPr lang="zh-CN" altLang="en-US"/>
              <a:pPr>
                <a:defRPr/>
              </a:pPr>
              <a:t>2025/12/22</a:t>
            </a:fld>
            <a:endParaRPr lang="en-US" altLang="zh-CN"/>
          </a:p>
        </p:txBody>
      </p:sp>
      <p:sp>
        <p:nvSpPr>
          <p:cNvPr id="6" name="Rectangle 5">
            <a:extLst>
              <a:ext uri="{FF2B5EF4-FFF2-40B4-BE49-F238E27FC236}">
                <a16:creationId xmlns:a16="http://schemas.microsoft.com/office/drawing/2014/main" id="{C75F74CF-7D1B-44D9-BCFE-69DD8B3D134D}"/>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5529FAAC-EB86-4ECE-9846-4D11DCD9543C}"/>
              </a:ext>
            </a:extLst>
          </p:cNvPr>
          <p:cNvSpPr>
            <a:spLocks noGrp="1" noChangeArrowheads="1"/>
          </p:cNvSpPr>
          <p:nvPr>
            <p:ph type="sldNum" sz="quarter" idx="12"/>
          </p:nvPr>
        </p:nvSpPr>
        <p:spPr>
          <a:ln/>
        </p:spPr>
        <p:txBody>
          <a:bodyPr/>
          <a:lstStyle>
            <a:lvl1pPr>
              <a:defRPr/>
            </a:lvl1pPr>
          </a:lstStyle>
          <a:p>
            <a:pPr>
              <a:defRPr/>
            </a:pPr>
            <a:fld id="{0C541A4C-A861-41DC-A61D-BFCB564BD427}" type="slidenum">
              <a:rPr lang="en-US" altLang="zh-CN"/>
              <a:pPr>
                <a:defRPr/>
              </a:pPr>
              <a:t>‹#›</a:t>
            </a:fld>
            <a:endParaRPr lang="en-US" altLang="zh-CN"/>
          </a:p>
        </p:txBody>
      </p:sp>
    </p:spTree>
    <p:extLst>
      <p:ext uri="{BB962C8B-B14F-4D97-AF65-F5344CB8AC3E}">
        <p14:creationId xmlns:p14="http://schemas.microsoft.com/office/powerpoint/2010/main" val="4284768217"/>
      </p:ext>
    </p:extLst>
  </p:cSld>
  <p:clrMapOvr>
    <a:masterClrMapping/>
  </p:clrMapOvr>
  <p:transition>
    <p:zoom/>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B125518-EF04-41F9-810E-6C19AB6A729B}"/>
              </a:ext>
            </a:extLst>
          </p:cNvPr>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E35BC938-1196-4DFE-A877-5EB84695724C}"/>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4A5A6774-A807-4DAF-BD93-0FD15B4B2BAF}"/>
              </a:ext>
            </a:extLst>
          </p:cNvPr>
          <p:cNvSpPr>
            <a:spLocks noGrp="1"/>
          </p:cNvSpPr>
          <p:nvPr>
            <p:ph sz="half" idx="2"/>
          </p:nvPr>
        </p:nvSpPr>
        <p:spPr>
          <a:xfrm>
            <a:off x="630238" y="2505075"/>
            <a:ext cx="386873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C7F61CEB-EDA9-416D-869D-3432D4AF9294}"/>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410EF210-061B-419C-9EF9-0F5A9BFCA741}"/>
              </a:ext>
            </a:extLst>
          </p:cNvPr>
          <p:cNvSpPr>
            <a:spLocks noGrp="1"/>
          </p:cNvSpPr>
          <p:nvPr>
            <p:ph sz="quarter" idx="4"/>
          </p:nvPr>
        </p:nvSpPr>
        <p:spPr>
          <a:xfrm>
            <a:off x="4629150" y="2505075"/>
            <a:ext cx="38877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FDA5E784-8126-489C-B0D0-7C88C10365D9}"/>
              </a:ext>
            </a:extLst>
          </p:cNvPr>
          <p:cNvSpPr>
            <a:spLocks noGrp="1" noChangeArrowheads="1"/>
          </p:cNvSpPr>
          <p:nvPr>
            <p:ph type="dt" sz="half" idx="10"/>
          </p:nvPr>
        </p:nvSpPr>
        <p:spPr>
          <a:ln/>
        </p:spPr>
        <p:txBody>
          <a:bodyPr/>
          <a:lstStyle>
            <a:lvl1pPr>
              <a:defRPr/>
            </a:lvl1pPr>
          </a:lstStyle>
          <a:p>
            <a:pPr>
              <a:defRPr/>
            </a:pPr>
            <a:fld id="{439D3B03-AC76-481D-9683-C4F1C0ED9070}" type="datetime1">
              <a:rPr lang="zh-CN" altLang="en-US"/>
              <a:pPr>
                <a:defRPr/>
              </a:pPr>
              <a:t>2025/12/22</a:t>
            </a:fld>
            <a:endParaRPr lang="en-US" altLang="zh-CN"/>
          </a:p>
        </p:txBody>
      </p:sp>
      <p:sp>
        <p:nvSpPr>
          <p:cNvPr id="8" name="Rectangle 5">
            <a:extLst>
              <a:ext uri="{FF2B5EF4-FFF2-40B4-BE49-F238E27FC236}">
                <a16:creationId xmlns:a16="http://schemas.microsoft.com/office/drawing/2014/main" id="{B8F8CEE4-CCFB-415C-A449-4A5488B4EF50}"/>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a:extLst>
              <a:ext uri="{FF2B5EF4-FFF2-40B4-BE49-F238E27FC236}">
                <a16:creationId xmlns:a16="http://schemas.microsoft.com/office/drawing/2014/main" id="{07B4A6C1-9C9D-4E0D-B2B5-32DB9F14F5C2}"/>
              </a:ext>
            </a:extLst>
          </p:cNvPr>
          <p:cNvSpPr>
            <a:spLocks noGrp="1" noChangeArrowheads="1"/>
          </p:cNvSpPr>
          <p:nvPr>
            <p:ph type="sldNum" sz="quarter" idx="12"/>
          </p:nvPr>
        </p:nvSpPr>
        <p:spPr>
          <a:ln/>
        </p:spPr>
        <p:txBody>
          <a:bodyPr/>
          <a:lstStyle>
            <a:lvl1pPr>
              <a:defRPr/>
            </a:lvl1pPr>
          </a:lstStyle>
          <a:p>
            <a:pPr>
              <a:defRPr/>
            </a:pPr>
            <a:fld id="{19172D5D-CF73-47CB-84B1-A71241AD242D}" type="slidenum">
              <a:rPr lang="en-US" altLang="zh-CN"/>
              <a:pPr>
                <a:defRPr/>
              </a:pPr>
              <a:t>‹#›</a:t>
            </a:fld>
            <a:endParaRPr lang="en-US" altLang="zh-CN"/>
          </a:p>
        </p:txBody>
      </p:sp>
    </p:spTree>
    <p:extLst>
      <p:ext uri="{BB962C8B-B14F-4D97-AF65-F5344CB8AC3E}">
        <p14:creationId xmlns:p14="http://schemas.microsoft.com/office/powerpoint/2010/main" val="2353017706"/>
      </p:ext>
    </p:extLst>
  </p:cSld>
  <p:clrMapOvr>
    <a:masterClrMapping/>
  </p:clrMapOvr>
  <p:transition>
    <p:zoom/>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6ADD7B0-7643-4F3B-9775-0C537E1069B3}"/>
              </a:ext>
            </a:extLst>
          </p:cNvPr>
          <p:cNvSpPr>
            <a:spLocks noGrp="1"/>
          </p:cNvSpPr>
          <p:nvPr>
            <p:ph type="title"/>
          </p:nvPr>
        </p:nvSpPr>
        <p:spPr/>
        <p:txBody>
          <a:bodyPr/>
          <a:lstStyle/>
          <a:p>
            <a:r>
              <a:rPr lang="zh-CN" altLang="en-US"/>
              <a:t>单击此处编辑母版标题样式</a:t>
            </a:r>
          </a:p>
        </p:txBody>
      </p:sp>
      <p:sp>
        <p:nvSpPr>
          <p:cNvPr id="3" name="Rectangle 4">
            <a:extLst>
              <a:ext uri="{FF2B5EF4-FFF2-40B4-BE49-F238E27FC236}">
                <a16:creationId xmlns:a16="http://schemas.microsoft.com/office/drawing/2014/main" id="{4F4BE1D4-5CB0-424B-BCD6-6DC423A7589D}"/>
              </a:ext>
            </a:extLst>
          </p:cNvPr>
          <p:cNvSpPr>
            <a:spLocks noGrp="1" noChangeArrowheads="1"/>
          </p:cNvSpPr>
          <p:nvPr>
            <p:ph type="dt" sz="half" idx="10"/>
          </p:nvPr>
        </p:nvSpPr>
        <p:spPr>
          <a:ln/>
        </p:spPr>
        <p:txBody>
          <a:bodyPr/>
          <a:lstStyle>
            <a:lvl1pPr>
              <a:defRPr/>
            </a:lvl1pPr>
          </a:lstStyle>
          <a:p>
            <a:pPr>
              <a:defRPr/>
            </a:pPr>
            <a:fld id="{EC64995A-18C1-4CAA-B678-348D621CEE77}" type="datetime1">
              <a:rPr lang="zh-CN" altLang="en-US"/>
              <a:pPr>
                <a:defRPr/>
              </a:pPr>
              <a:t>2025/12/22</a:t>
            </a:fld>
            <a:endParaRPr lang="en-US" altLang="zh-CN"/>
          </a:p>
        </p:txBody>
      </p:sp>
      <p:sp>
        <p:nvSpPr>
          <p:cNvPr id="4" name="Rectangle 5">
            <a:extLst>
              <a:ext uri="{FF2B5EF4-FFF2-40B4-BE49-F238E27FC236}">
                <a16:creationId xmlns:a16="http://schemas.microsoft.com/office/drawing/2014/main" id="{E906E313-B0F3-49CE-B084-D77659359BB2}"/>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779B66AD-813F-4EA4-9855-0D1DC2ED2804}"/>
              </a:ext>
            </a:extLst>
          </p:cNvPr>
          <p:cNvSpPr>
            <a:spLocks noGrp="1" noChangeArrowheads="1"/>
          </p:cNvSpPr>
          <p:nvPr>
            <p:ph type="sldNum" sz="quarter" idx="12"/>
          </p:nvPr>
        </p:nvSpPr>
        <p:spPr>
          <a:ln/>
        </p:spPr>
        <p:txBody>
          <a:bodyPr/>
          <a:lstStyle>
            <a:lvl1pPr>
              <a:defRPr/>
            </a:lvl1pPr>
          </a:lstStyle>
          <a:p>
            <a:pPr>
              <a:defRPr/>
            </a:pPr>
            <a:fld id="{C844DE76-9538-4E2F-B417-DF37CBC6D6C3}" type="slidenum">
              <a:rPr lang="en-US" altLang="zh-CN"/>
              <a:pPr>
                <a:defRPr/>
              </a:pPr>
              <a:t>‹#›</a:t>
            </a:fld>
            <a:endParaRPr lang="en-US" altLang="zh-CN"/>
          </a:p>
        </p:txBody>
      </p:sp>
    </p:spTree>
    <p:extLst>
      <p:ext uri="{BB962C8B-B14F-4D97-AF65-F5344CB8AC3E}">
        <p14:creationId xmlns:p14="http://schemas.microsoft.com/office/powerpoint/2010/main" val="158598717"/>
      </p:ext>
    </p:extLst>
  </p:cSld>
  <p:clrMapOvr>
    <a:masterClrMapping/>
  </p:clrMapOvr>
  <p:transition>
    <p:zoom/>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B996B059-A3FA-4F61-BD5E-67BB44FAFFEC}"/>
              </a:ext>
            </a:extLst>
          </p:cNvPr>
          <p:cNvSpPr>
            <a:spLocks noGrp="1" noChangeArrowheads="1"/>
          </p:cNvSpPr>
          <p:nvPr>
            <p:ph type="dt" sz="half" idx="10"/>
          </p:nvPr>
        </p:nvSpPr>
        <p:spPr>
          <a:ln/>
        </p:spPr>
        <p:txBody>
          <a:bodyPr/>
          <a:lstStyle>
            <a:lvl1pPr>
              <a:defRPr/>
            </a:lvl1pPr>
          </a:lstStyle>
          <a:p>
            <a:pPr>
              <a:defRPr/>
            </a:pPr>
            <a:fld id="{B2DD19D2-4868-483E-A1B8-190F641773AE}" type="datetime1">
              <a:rPr lang="zh-CN" altLang="en-US"/>
              <a:pPr>
                <a:defRPr/>
              </a:pPr>
              <a:t>2025/12/22</a:t>
            </a:fld>
            <a:endParaRPr lang="en-US" altLang="zh-CN"/>
          </a:p>
        </p:txBody>
      </p:sp>
      <p:sp>
        <p:nvSpPr>
          <p:cNvPr id="3" name="Rectangle 5">
            <a:extLst>
              <a:ext uri="{FF2B5EF4-FFF2-40B4-BE49-F238E27FC236}">
                <a16:creationId xmlns:a16="http://schemas.microsoft.com/office/drawing/2014/main" id="{C309F588-DA52-48A3-8ADC-E41177062C49}"/>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a:extLst>
              <a:ext uri="{FF2B5EF4-FFF2-40B4-BE49-F238E27FC236}">
                <a16:creationId xmlns:a16="http://schemas.microsoft.com/office/drawing/2014/main" id="{01348B30-1B49-4871-99A1-F74ACC6786FC}"/>
              </a:ext>
            </a:extLst>
          </p:cNvPr>
          <p:cNvSpPr>
            <a:spLocks noGrp="1" noChangeArrowheads="1"/>
          </p:cNvSpPr>
          <p:nvPr>
            <p:ph type="sldNum" sz="quarter" idx="12"/>
          </p:nvPr>
        </p:nvSpPr>
        <p:spPr>
          <a:ln/>
        </p:spPr>
        <p:txBody>
          <a:bodyPr/>
          <a:lstStyle>
            <a:lvl1pPr>
              <a:defRPr/>
            </a:lvl1pPr>
          </a:lstStyle>
          <a:p>
            <a:pPr>
              <a:defRPr/>
            </a:pPr>
            <a:fld id="{F5C56B4C-AB9D-4880-BC82-C9DC898A21AB}" type="slidenum">
              <a:rPr lang="en-US" altLang="zh-CN"/>
              <a:pPr>
                <a:defRPr/>
              </a:pPr>
              <a:t>‹#›</a:t>
            </a:fld>
            <a:endParaRPr lang="en-US" altLang="zh-CN"/>
          </a:p>
        </p:txBody>
      </p:sp>
    </p:spTree>
    <p:extLst>
      <p:ext uri="{BB962C8B-B14F-4D97-AF65-F5344CB8AC3E}">
        <p14:creationId xmlns:p14="http://schemas.microsoft.com/office/powerpoint/2010/main" val="2544105"/>
      </p:ext>
    </p:extLst>
  </p:cSld>
  <p:clrMapOvr>
    <a:masterClrMapping/>
  </p:clrMapOvr>
  <p:transition>
    <p:zoom/>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E20D370-76E0-4ACF-9D49-B0BB8B53180C}"/>
              </a:ext>
            </a:extLst>
          </p:cNvPr>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EBBDB4C6-5F95-4E1C-BED7-A2F2796751C6}"/>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554DD8F9-8A6A-4067-9B1A-68B916D231E7}"/>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Rectangle 4">
            <a:extLst>
              <a:ext uri="{FF2B5EF4-FFF2-40B4-BE49-F238E27FC236}">
                <a16:creationId xmlns:a16="http://schemas.microsoft.com/office/drawing/2014/main" id="{04CCAAA3-5A58-4644-A349-2997309730BE}"/>
              </a:ext>
            </a:extLst>
          </p:cNvPr>
          <p:cNvSpPr>
            <a:spLocks noGrp="1" noChangeArrowheads="1"/>
          </p:cNvSpPr>
          <p:nvPr>
            <p:ph type="dt" sz="half" idx="10"/>
          </p:nvPr>
        </p:nvSpPr>
        <p:spPr>
          <a:ln/>
        </p:spPr>
        <p:txBody>
          <a:bodyPr/>
          <a:lstStyle>
            <a:lvl1pPr>
              <a:defRPr/>
            </a:lvl1pPr>
          </a:lstStyle>
          <a:p>
            <a:pPr>
              <a:defRPr/>
            </a:pPr>
            <a:fld id="{128461EE-5728-4CF0-8A52-7EEEE015D18B}" type="datetime1">
              <a:rPr lang="zh-CN" altLang="en-US"/>
              <a:pPr>
                <a:defRPr/>
              </a:pPr>
              <a:t>2025/12/22</a:t>
            </a:fld>
            <a:endParaRPr lang="en-US" altLang="zh-CN"/>
          </a:p>
        </p:txBody>
      </p:sp>
      <p:sp>
        <p:nvSpPr>
          <p:cNvPr id="6" name="Rectangle 5">
            <a:extLst>
              <a:ext uri="{FF2B5EF4-FFF2-40B4-BE49-F238E27FC236}">
                <a16:creationId xmlns:a16="http://schemas.microsoft.com/office/drawing/2014/main" id="{A3F5525B-CA17-4ADF-9CE9-DE097CAB2543}"/>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AC1EC870-92AF-4F29-B36A-99C6075024FF}"/>
              </a:ext>
            </a:extLst>
          </p:cNvPr>
          <p:cNvSpPr>
            <a:spLocks noGrp="1" noChangeArrowheads="1"/>
          </p:cNvSpPr>
          <p:nvPr>
            <p:ph type="sldNum" sz="quarter" idx="12"/>
          </p:nvPr>
        </p:nvSpPr>
        <p:spPr>
          <a:ln/>
        </p:spPr>
        <p:txBody>
          <a:bodyPr/>
          <a:lstStyle>
            <a:lvl1pPr>
              <a:defRPr/>
            </a:lvl1pPr>
          </a:lstStyle>
          <a:p>
            <a:pPr>
              <a:defRPr/>
            </a:pPr>
            <a:fld id="{038912B3-6D70-45ED-BB7A-09A64F5EA41D}" type="slidenum">
              <a:rPr lang="en-US" altLang="zh-CN"/>
              <a:pPr>
                <a:defRPr/>
              </a:pPr>
              <a:t>‹#›</a:t>
            </a:fld>
            <a:endParaRPr lang="en-US" altLang="zh-CN"/>
          </a:p>
        </p:txBody>
      </p:sp>
    </p:spTree>
    <p:extLst>
      <p:ext uri="{BB962C8B-B14F-4D97-AF65-F5344CB8AC3E}">
        <p14:creationId xmlns:p14="http://schemas.microsoft.com/office/powerpoint/2010/main" val="1054779796"/>
      </p:ext>
    </p:extLst>
  </p:cSld>
  <p:clrMapOvr>
    <a:masterClrMapping/>
  </p:clrMapOvr>
  <p:transition>
    <p:zoom/>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BE0152-EF42-41B9-A3CC-7CD0D9D3845E}"/>
              </a:ext>
            </a:extLst>
          </p:cNvPr>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1606C4F4-50E7-4DDC-B7C8-4A0A14A5BFDC}"/>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a:extLst>
              <a:ext uri="{FF2B5EF4-FFF2-40B4-BE49-F238E27FC236}">
                <a16:creationId xmlns:a16="http://schemas.microsoft.com/office/drawing/2014/main" id="{A8318F11-3014-4DAA-ADF6-ED1BEA5E1FF1}"/>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Rectangle 4">
            <a:extLst>
              <a:ext uri="{FF2B5EF4-FFF2-40B4-BE49-F238E27FC236}">
                <a16:creationId xmlns:a16="http://schemas.microsoft.com/office/drawing/2014/main" id="{07402AB1-9B4C-4F30-9F87-B6DE1386AD33}"/>
              </a:ext>
            </a:extLst>
          </p:cNvPr>
          <p:cNvSpPr>
            <a:spLocks noGrp="1" noChangeArrowheads="1"/>
          </p:cNvSpPr>
          <p:nvPr>
            <p:ph type="dt" sz="half" idx="10"/>
          </p:nvPr>
        </p:nvSpPr>
        <p:spPr>
          <a:ln/>
        </p:spPr>
        <p:txBody>
          <a:bodyPr/>
          <a:lstStyle>
            <a:lvl1pPr>
              <a:defRPr/>
            </a:lvl1pPr>
          </a:lstStyle>
          <a:p>
            <a:pPr>
              <a:defRPr/>
            </a:pPr>
            <a:fld id="{2EBDBDBD-284D-485C-8699-1C8C7043470B}" type="datetime1">
              <a:rPr lang="zh-CN" altLang="en-US"/>
              <a:pPr>
                <a:defRPr/>
              </a:pPr>
              <a:t>2025/12/22</a:t>
            </a:fld>
            <a:endParaRPr lang="en-US" altLang="zh-CN"/>
          </a:p>
        </p:txBody>
      </p:sp>
      <p:sp>
        <p:nvSpPr>
          <p:cNvPr id="6" name="Rectangle 5">
            <a:extLst>
              <a:ext uri="{FF2B5EF4-FFF2-40B4-BE49-F238E27FC236}">
                <a16:creationId xmlns:a16="http://schemas.microsoft.com/office/drawing/2014/main" id="{07DEAF6A-2311-4156-B233-9EA9DE378C26}"/>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190228D0-8F98-407A-B377-E8E428C7AD1F}"/>
              </a:ext>
            </a:extLst>
          </p:cNvPr>
          <p:cNvSpPr>
            <a:spLocks noGrp="1" noChangeArrowheads="1"/>
          </p:cNvSpPr>
          <p:nvPr>
            <p:ph type="sldNum" sz="quarter" idx="12"/>
          </p:nvPr>
        </p:nvSpPr>
        <p:spPr>
          <a:ln/>
        </p:spPr>
        <p:txBody>
          <a:bodyPr/>
          <a:lstStyle>
            <a:lvl1pPr>
              <a:defRPr/>
            </a:lvl1pPr>
          </a:lstStyle>
          <a:p>
            <a:pPr>
              <a:defRPr/>
            </a:pPr>
            <a:fld id="{E0045DD6-408D-4F6A-BCDC-66D4B7EC792E}" type="slidenum">
              <a:rPr lang="en-US" altLang="zh-CN"/>
              <a:pPr>
                <a:defRPr/>
              </a:pPr>
              <a:t>‹#›</a:t>
            </a:fld>
            <a:endParaRPr lang="en-US" altLang="zh-CN"/>
          </a:p>
        </p:txBody>
      </p:sp>
    </p:spTree>
    <p:extLst>
      <p:ext uri="{BB962C8B-B14F-4D97-AF65-F5344CB8AC3E}">
        <p14:creationId xmlns:p14="http://schemas.microsoft.com/office/powerpoint/2010/main" val="3709728595"/>
      </p:ext>
    </p:extLst>
  </p:cSld>
  <p:clrMapOvr>
    <a:masterClrMapping/>
  </p:clrMapOvr>
  <p:transition>
    <p:zoom/>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653F91-1407-4F43-9A07-1112883441CB}"/>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7C6F9C75-8E0A-46CB-92D5-0774EC2B06C8}"/>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C7F511E7-5AFE-4001-A554-FBCED1A23484}"/>
              </a:ext>
            </a:extLst>
          </p:cNvPr>
          <p:cNvSpPr>
            <a:spLocks noGrp="1" noChangeArrowheads="1"/>
          </p:cNvSpPr>
          <p:nvPr>
            <p:ph type="dt" sz="half" idx="10"/>
          </p:nvPr>
        </p:nvSpPr>
        <p:spPr>
          <a:ln/>
        </p:spPr>
        <p:txBody>
          <a:bodyPr/>
          <a:lstStyle>
            <a:lvl1pPr>
              <a:defRPr/>
            </a:lvl1pPr>
          </a:lstStyle>
          <a:p>
            <a:pPr>
              <a:defRPr/>
            </a:pPr>
            <a:fld id="{BDDA512A-2ABB-4E05-AB72-863D4062B95C}" type="datetime1">
              <a:rPr lang="zh-CN" altLang="en-US"/>
              <a:pPr>
                <a:defRPr/>
              </a:pPr>
              <a:t>2025/12/22</a:t>
            </a:fld>
            <a:endParaRPr lang="en-US" altLang="zh-CN"/>
          </a:p>
        </p:txBody>
      </p:sp>
      <p:sp>
        <p:nvSpPr>
          <p:cNvPr id="5" name="Rectangle 5">
            <a:extLst>
              <a:ext uri="{FF2B5EF4-FFF2-40B4-BE49-F238E27FC236}">
                <a16:creationId xmlns:a16="http://schemas.microsoft.com/office/drawing/2014/main" id="{CB5E0F7A-FD48-4E49-85B2-C8245DAE05E1}"/>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848AE3E4-C090-4E82-AD1F-68A085B93A86}"/>
              </a:ext>
            </a:extLst>
          </p:cNvPr>
          <p:cNvSpPr>
            <a:spLocks noGrp="1" noChangeArrowheads="1"/>
          </p:cNvSpPr>
          <p:nvPr>
            <p:ph type="sldNum" sz="quarter" idx="12"/>
          </p:nvPr>
        </p:nvSpPr>
        <p:spPr>
          <a:ln/>
        </p:spPr>
        <p:txBody>
          <a:bodyPr/>
          <a:lstStyle>
            <a:lvl1pPr>
              <a:defRPr/>
            </a:lvl1pPr>
          </a:lstStyle>
          <a:p>
            <a:pPr>
              <a:defRPr/>
            </a:pPr>
            <a:fld id="{697164AF-59B8-4514-AB98-E18E44529C48}" type="slidenum">
              <a:rPr lang="en-US" altLang="zh-CN"/>
              <a:pPr>
                <a:defRPr/>
              </a:pPr>
              <a:t>‹#›</a:t>
            </a:fld>
            <a:endParaRPr lang="en-US" altLang="zh-CN"/>
          </a:p>
        </p:txBody>
      </p:sp>
    </p:spTree>
    <p:extLst>
      <p:ext uri="{BB962C8B-B14F-4D97-AF65-F5344CB8AC3E}">
        <p14:creationId xmlns:p14="http://schemas.microsoft.com/office/powerpoint/2010/main" val="3280624263"/>
      </p:ext>
    </p:extLst>
  </p:cSld>
  <p:clrMapOvr>
    <a:masterClrMapping/>
  </p:clrMapOvr>
  <p:transition>
    <p:zoom/>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48AD51BE-DD78-4F70-9621-9FC3ED74C6F1}"/>
              </a:ext>
            </a:extLst>
          </p:cNvPr>
          <p:cNvSpPr>
            <a:spLocks noGrp="1"/>
          </p:cNvSpPr>
          <p:nvPr>
            <p:ph type="title" orient="vert"/>
          </p:nvPr>
        </p:nvSpPr>
        <p:spPr>
          <a:xfrm>
            <a:off x="6707188" y="381000"/>
            <a:ext cx="2135187" cy="5641975"/>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B4125DDB-32E5-4094-8265-75D1C0E62EA9}"/>
              </a:ext>
            </a:extLst>
          </p:cNvPr>
          <p:cNvSpPr>
            <a:spLocks noGrp="1"/>
          </p:cNvSpPr>
          <p:nvPr>
            <p:ph type="body" orient="vert" idx="1"/>
          </p:nvPr>
        </p:nvSpPr>
        <p:spPr>
          <a:xfrm>
            <a:off x="301625" y="381000"/>
            <a:ext cx="6253163" cy="5641975"/>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1E8BED5C-74A0-4524-B508-086CE43BCE97}"/>
              </a:ext>
            </a:extLst>
          </p:cNvPr>
          <p:cNvSpPr>
            <a:spLocks noGrp="1" noChangeArrowheads="1"/>
          </p:cNvSpPr>
          <p:nvPr>
            <p:ph type="dt" sz="half" idx="10"/>
          </p:nvPr>
        </p:nvSpPr>
        <p:spPr>
          <a:ln/>
        </p:spPr>
        <p:txBody>
          <a:bodyPr/>
          <a:lstStyle>
            <a:lvl1pPr>
              <a:defRPr/>
            </a:lvl1pPr>
          </a:lstStyle>
          <a:p>
            <a:pPr>
              <a:defRPr/>
            </a:pPr>
            <a:fld id="{10D336A2-42E8-4C68-B727-79798AD424F2}" type="datetime1">
              <a:rPr lang="zh-CN" altLang="en-US"/>
              <a:pPr>
                <a:defRPr/>
              </a:pPr>
              <a:t>2025/12/22</a:t>
            </a:fld>
            <a:endParaRPr lang="en-US" altLang="zh-CN"/>
          </a:p>
        </p:txBody>
      </p:sp>
      <p:sp>
        <p:nvSpPr>
          <p:cNvPr id="5" name="Rectangle 5">
            <a:extLst>
              <a:ext uri="{FF2B5EF4-FFF2-40B4-BE49-F238E27FC236}">
                <a16:creationId xmlns:a16="http://schemas.microsoft.com/office/drawing/2014/main" id="{890FAA56-4EE5-4844-A7B7-AE8F82CA1666}"/>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64B4EBAC-1FC6-429D-838D-0F26B4F8BBA6}"/>
              </a:ext>
            </a:extLst>
          </p:cNvPr>
          <p:cNvSpPr>
            <a:spLocks noGrp="1" noChangeArrowheads="1"/>
          </p:cNvSpPr>
          <p:nvPr>
            <p:ph type="sldNum" sz="quarter" idx="12"/>
          </p:nvPr>
        </p:nvSpPr>
        <p:spPr>
          <a:ln/>
        </p:spPr>
        <p:txBody>
          <a:bodyPr/>
          <a:lstStyle>
            <a:lvl1pPr>
              <a:defRPr/>
            </a:lvl1pPr>
          </a:lstStyle>
          <a:p>
            <a:pPr>
              <a:defRPr/>
            </a:pPr>
            <a:fld id="{88BDEC39-B90A-4338-8C69-E3C3225C245D}" type="slidenum">
              <a:rPr lang="en-US" altLang="zh-CN"/>
              <a:pPr>
                <a:defRPr/>
              </a:pPr>
              <a:t>‹#›</a:t>
            </a:fld>
            <a:endParaRPr lang="en-US" altLang="zh-CN"/>
          </a:p>
        </p:txBody>
      </p:sp>
    </p:spTree>
    <p:extLst>
      <p:ext uri="{BB962C8B-B14F-4D97-AF65-F5344CB8AC3E}">
        <p14:creationId xmlns:p14="http://schemas.microsoft.com/office/powerpoint/2010/main" val="83058530"/>
      </p:ext>
    </p:extLst>
  </p:cSld>
  <p:clrMapOvr>
    <a:masterClrMapping/>
  </p:clrMapOvr>
  <p:transition>
    <p:zoom/>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0982929D-E091-4C16-ABD9-F1819BB48B1D}"/>
              </a:ext>
            </a:extLst>
          </p:cNvPr>
          <p:cNvSpPr>
            <a:spLocks noGrp="1"/>
          </p:cNvSpPr>
          <p:nvPr>
            <p:ph/>
          </p:nvPr>
        </p:nvSpPr>
        <p:spPr>
          <a:xfrm>
            <a:off x="301625" y="381000"/>
            <a:ext cx="8540750" cy="564197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4">
            <a:extLst>
              <a:ext uri="{FF2B5EF4-FFF2-40B4-BE49-F238E27FC236}">
                <a16:creationId xmlns:a16="http://schemas.microsoft.com/office/drawing/2014/main" id="{05C11E64-A33E-4A6B-8865-D03CE0644C34}"/>
              </a:ext>
            </a:extLst>
          </p:cNvPr>
          <p:cNvSpPr>
            <a:spLocks noGrp="1" noChangeArrowheads="1"/>
          </p:cNvSpPr>
          <p:nvPr>
            <p:ph type="dt" sz="half" idx="10"/>
          </p:nvPr>
        </p:nvSpPr>
        <p:spPr>
          <a:ln/>
        </p:spPr>
        <p:txBody>
          <a:bodyPr/>
          <a:lstStyle>
            <a:lvl1pPr>
              <a:defRPr/>
            </a:lvl1pPr>
          </a:lstStyle>
          <a:p>
            <a:pPr>
              <a:defRPr/>
            </a:pPr>
            <a:fld id="{E6A94081-29A7-45FB-9606-5A8801682D0E}" type="datetime1">
              <a:rPr lang="zh-CN" altLang="en-US"/>
              <a:pPr>
                <a:defRPr/>
              </a:pPr>
              <a:t>2025/12/22</a:t>
            </a:fld>
            <a:endParaRPr lang="en-US" altLang="zh-CN"/>
          </a:p>
        </p:txBody>
      </p:sp>
      <p:sp>
        <p:nvSpPr>
          <p:cNvPr id="4" name="Rectangle 5">
            <a:extLst>
              <a:ext uri="{FF2B5EF4-FFF2-40B4-BE49-F238E27FC236}">
                <a16:creationId xmlns:a16="http://schemas.microsoft.com/office/drawing/2014/main" id="{7CCE5389-BB82-4127-B71E-1BCA45131C86}"/>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09D1A799-2E99-4A2A-88E6-7B244DC44E83}"/>
              </a:ext>
            </a:extLst>
          </p:cNvPr>
          <p:cNvSpPr>
            <a:spLocks noGrp="1" noChangeArrowheads="1"/>
          </p:cNvSpPr>
          <p:nvPr>
            <p:ph type="sldNum" sz="quarter" idx="12"/>
          </p:nvPr>
        </p:nvSpPr>
        <p:spPr>
          <a:ln/>
        </p:spPr>
        <p:txBody>
          <a:bodyPr/>
          <a:lstStyle>
            <a:lvl1pPr>
              <a:defRPr/>
            </a:lvl1pPr>
          </a:lstStyle>
          <a:p>
            <a:pPr>
              <a:defRPr/>
            </a:pPr>
            <a:fld id="{89F2D9A7-EF4B-4AC8-B3F7-0CB9A1F05BA9}" type="slidenum">
              <a:rPr lang="en-US" altLang="zh-CN"/>
              <a:pPr>
                <a:defRPr/>
              </a:pPr>
              <a:t>‹#›</a:t>
            </a:fld>
            <a:endParaRPr lang="en-US" altLang="zh-CN"/>
          </a:p>
        </p:txBody>
      </p:sp>
    </p:spTree>
    <p:extLst>
      <p:ext uri="{BB962C8B-B14F-4D97-AF65-F5344CB8AC3E}">
        <p14:creationId xmlns:p14="http://schemas.microsoft.com/office/powerpoint/2010/main" val="4291767194"/>
      </p:ext>
    </p:extLst>
  </p:cSld>
  <p:clrMapOvr>
    <a:masterClrMapping/>
  </p:clrMapOvr>
  <p:transition>
    <p:zo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control" Target="../activeX/activeX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wmf"/></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1.wmf"/><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control" Target="../activeX/activeX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theme" Target="../theme/theme3.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2" Type="http://schemas.openxmlformats.org/officeDocument/2006/relationships/slideLayout" Target="../slideLayouts/slideLayout25.xml"/><Relationship Id="rId16" Type="http://schemas.openxmlformats.org/officeDocument/2006/relationships/image" Target="../media/image1.wmf"/><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5" Type="http://schemas.openxmlformats.org/officeDocument/2006/relationships/image" Target="../media/image2.jpeg"/><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control" Target="../activeX/activeX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E70939F7-6731-4909-A992-9A0F229DB3ED}"/>
              </a:ext>
            </a:extLst>
          </p:cNvPr>
          <p:cNvSpPr>
            <a:spLocks noGrp="1" noChangeArrowheads="1"/>
          </p:cNvSpPr>
          <p:nvPr>
            <p:ph type="title"/>
          </p:nvPr>
        </p:nvSpPr>
        <p:spPr bwMode="auto">
          <a:xfrm>
            <a:off x="914400" y="304800"/>
            <a:ext cx="7772400" cy="762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a:extLst>
              <a:ext uri="{FF2B5EF4-FFF2-40B4-BE49-F238E27FC236}">
                <a16:creationId xmlns:a16="http://schemas.microsoft.com/office/drawing/2014/main" id="{8DDD59DA-D9EE-4A4D-AECD-269F61278D37}"/>
              </a:ext>
            </a:extLst>
          </p:cNvPr>
          <p:cNvSpPr>
            <a:spLocks noGrp="1" noChangeArrowheads="1"/>
          </p:cNvSpPr>
          <p:nvPr>
            <p:ph type="body" idx="1"/>
          </p:nvPr>
        </p:nvSpPr>
        <p:spPr bwMode="auto">
          <a:xfrm>
            <a:off x="914400" y="1295400"/>
            <a:ext cx="77724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076" name="Rectangle 4">
            <a:extLst>
              <a:ext uri="{FF2B5EF4-FFF2-40B4-BE49-F238E27FC236}">
                <a16:creationId xmlns:a16="http://schemas.microsoft.com/office/drawing/2014/main" id="{9FD28404-079A-4D92-9575-791C4FCA5A84}"/>
              </a:ext>
            </a:extLst>
          </p:cNvPr>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kumimoji="0" sz="1400" u="none">
                <a:ea typeface="宋体" charset="-122"/>
              </a:defRPr>
            </a:lvl1pPr>
          </a:lstStyle>
          <a:p>
            <a:pPr>
              <a:defRPr/>
            </a:pPr>
            <a:endParaRPr lang="en-US" altLang="zh-CN"/>
          </a:p>
        </p:txBody>
      </p:sp>
      <p:sp>
        <p:nvSpPr>
          <p:cNvPr id="3077" name="Rectangle 5">
            <a:extLst>
              <a:ext uri="{FF2B5EF4-FFF2-40B4-BE49-F238E27FC236}">
                <a16:creationId xmlns:a16="http://schemas.microsoft.com/office/drawing/2014/main" id="{6E4ABEA6-5C35-4560-82FD-5438DF34E7F3}"/>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kumimoji="0" sz="1400" u="none">
                <a:ea typeface="宋体" charset="-122"/>
              </a:defRPr>
            </a:lvl1pPr>
          </a:lstStyle>
          <a:p>
            <a:pPr>
              <a:defRPr/>
            </a:pPr>
            <a:endParaRPr lang="en-US" altLang="zh-CN"/>
          </a:p>
        </p:txBody>
      </p:sp>
      <p:sp>
        <p:nvSpPr>
          <p:cNvPr id="3078" name="Rectangle 6">
            <a:extLst>
              <a:ext uri="{FF2B5EF4-FFF2-40B4-BE49-F238E27FC236}">
                <a16:creationId xmlns:a16="http://schemas.microsoft.com/office/drawing/2014/main" id="{615C5F39-308F-4002-8A7B-606737003DFC}"/>
              </a:ext>
            </a:extLst>
          </p:cNvPr>
          <p:cNvSpPr>
            <a:spLocks noGrp="1" noChangeArrowheads="1"/>
          </p:cNvSpPr>
          <p:nvPr>
            <p:ph type="sldNum" sz="quarter" idx="4"/>
          </p:nvPr>
        </p:nvSpPr>
        <p:spPr bwMode="auto">
          <a:xfrm>
            <a:off x="7048906" y="6491287"/>
            <a:ext cx="1905000" cy="28474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kumimoji="0" sz="1400" u="none" smtClean="0"/>
            </a:lvl1pPr>
          </a:lstStyle>
          <a:p>
            <a:pPr>
              <a:defRPr/>
            </a:pPr>
            <a:fld id="{42696893-FE39-46B4-BDE6-39F40DC8EE38}" type="slidenum">
              <a:rPr lang="en-US" altLang="zh-CN"/>
              <a:pPr>
                <a:defRPr/>
              </a:pPr>
              <a:t>‹#›</a:t>
            </a:fld>
            <a:endParaRPr lang="en-US" altLang="zh-CN"/>
          </a:p>
        </p:txBody>
      </p:sp>
      <p:grpSp>
        <p:nvGrpSpPr>
          <p:cNvPr id="1031" name="Group 7">
            <a:extLst>
              <a:ext uri="{FF2B5EF4-FFF2-40B4-BE49-F238E27FC236}">
                <a16:creationId xmlns:a16="http://schemas.microsoft.com/office/drawing/2014/main" id="{30C7F626-AF8C-4C45-A4D8-C3B3081AA4E0}"/>
              </a:ext>
            </a:extLst>
          </p:cNvPr>
          <p:cNvGrpSpPr>
            <a:grpSpLocks/>
          </p:cNvGrpSpPr>
          <p:nvPr/>
        </p:nvGrpSpPr>
        <p:grpSpPr bwMode="auto">
          <a:xfrm>
            <a:off x="0" y="0"/>
            <a:ext cx="954088" cy="6621463"/>
            <a:chOff x="0" y="0"/>
            <a:chExt cx="1200" cy="3792"/>
          </a:xfrm>
        </p:grpSpPr>
        <p:grpSp>
          <p:nvGrpSpPr>
            <p:cNvPr id="1032" name="Group 8">
              <a:extLst>
                <a:ext uri="{FF2B5EF4-FFF2-40B4-BE49-F238E27FC236}">
                  <a16:creationId xmlns:a16="http://schemas.microsoft.com/office/drawing/2014/main" id="{7406E8F6-61EE-421E-A9AD-EC9DF81DD1EF}"/>
                </a:ext>
              </a:extLst>
            </p:cNvPr>
            <p:cNvGrpSpPr>
              <a:grpSpLocks/>
            </p:cNvGrpSpPr>
            <p:nvPr userDrawn="1"/>
          </p:nvGrpSpPr>
          <p:grpSpPr bwMode="auto">
            <a:xfrm>
              <a:off x="96" y="0"/>
              <a:ext cx="1104" cy="2976"/>
              <a:chOff x="96" y="0"/>
              <a:chExt cx="1104" cy="2976"/>
            </a:xfrm>
          </p:grpSpPr>
          <p:sp>
            <p:nvSpPr>
              <p:cNvPr id="1034" name="AutoShape 9">
                <a:extLst>
                  <a:ext uri="{FF2B5EF4-FFF2-40B4-BE49-F238E27FC236}">
                    <a16:creationId xmlns:a16="http://schemas.microsoft.com/office/drawing/2014/main" id="{D893A1F6-1C00-4689-A395-AE8820977476}"/>
                  </a:ext>
                </a:extLst>
              </p:cNvPr>
              <p:cNvSpPr>
                <a:spLocks noChangeArrowheads="1"/>
              </p:cNvSpPr>
              <p:nvPr userDrawn="1"/>
            </p:nvSpPr>
            <p:spPr bwMode="auto">
              <a:xfrm>
                <a:off x="144" y="0"/>
                <a:ext cx="673" cy="624"/>
              </a:xfrm>
              <a:prstGeom prst="sun">
                <a:avLst>
                  <a:gd name="adj" fmla="val 25000"/>
                </a:avLst>
              </a:prstGeom>
              <a:solidFill>
                <a:srgbClr val="99CCFF">
                  <a:alpha val="50195"/>
                </a:srgbClr>
              </a:solidFill>
              <a:ln w="9525">
                <a:solidFill>
                  <a:schemeClr val="bg1"/>
                </a:solidFill>
                <a:miter lim="800000"/>
                <a:headEnd/>
                <a:tailEnd/>
              </a:ln>
            </p:spPr>
            <p:txBody>
              <a:bodyPr wrap="none" anchor="ct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035" name="AutoShape 10">
                <a:extLst>
                  <a:ext uri="{FF2B5EF4-FFF2-40B4-BE49-F238E27FC236}">
                    <a16:creationId xmlns:a16="http://schemas.microsoft.com/office/drawing/2014/main" id="{69F4BC6E-8EEE-4507-8A37-DC69653B8933}"/>
                  </a:ext>
                </a:extLst>
              </p:cNvPr>
              <p:cNvSpPr>
                <a:spLocks noChangeArrowheads="1"/>
              </p:cNvSpPr>
              <p:nvPr userDrawn="1"/>
            </p:nvSpPr>
            <p:spPr bwMode="auto">
              <a:xfrm>
                <a:off x="527" y="768"/>
                <a:ext cx="673" cy="624"/>
              </a:xfrm>
              <a:prstGeom prst="sun">
                <a:avLst>
                  <a:gd name="adj" fmla="val 25000"/>
                </a:avLst>
              </a:prstGeom>
              <a:solidFill>
                <a:srgbClr val="99CCFF">
                  <a:alpha val="50195"/>
                </a:srgbClr>
              </a:solidFill>
              <a:ln w="9525">
                <a:solidFill>
                  <a:schemeClr val="bg1"/>
                </a:solidFill>
                <a:miter lim="800000"/>
                <a:headEnd/>
                <a:tailEnd/>
              </a:ln>
            </p:spPr>
            <p:txBody>
              <a:bodyPr wrap="none" anchor="ct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036" name="AutoShape 11">
                <a:extLst>
                  <a:ext uri="{FF2B5EF4-FFF2-40B4-BE49-F238E27FC236}">
                    <a16:creationId xmlns:a16="http://schemas.microsoft.com/office/drawing/2014/main" id="{42870197-6FCF-45A1-9109-918B99C11D0B}"/>
                  </a:ext>
                </a:extLst>
              </p:cNvPr>
              <p:cNvSpPr>
                <a:spLocks noChangeArrowheads="1"/>
              </p:cNvSpPr>
              <p:nvPr userDrawn="1"/>
            </p:nvSpPr>
            <p:spPr bwMode="auto">
              <a:xfrm>
                <a:off x="96" y="1536"/>
                <a:ext cx="673" cy="625"/>
              </a:xfrm>
              <a:prstGeom prst="sun">
                <a:avLst>
                  <a:gd name="adj" fmla="val 25000"/>
                </a:avLst>
              </a:prstGeom>
              <a:solidFill>
                <a:srgbClr val="99CCFF">
                  <a:alpha val="50195"/>
                </a:srgbClr>
              </a:solidFill>
              <a:ln w="9525">
                <a:solidFill>
                  <a:schemeClr val="bg1"/>
                </a:solidFill>
                <a:miter lim="800000"/>
                <a:headEnd/>
                <a:tailEnd/>
              </a:ln>
            </p:spPr>
            <p:txBody>
              <a:bodyPr wrap="none" anchor="ct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037" name="AutoShape 12">
                <a:extLst>
                  <a:ext uri="{FF2B5EF4-FFF2-40B4-BE49-F238E27FC236}">
                    <a16:creationId xmlns:a16="http://schemas.microsoft.com/office/drawing/2014/main" id="{172C99E3-2952-4E9F-BA7C-EDAF1039633F}"/>
                  </a:ext>
                </a:extLst>
              </p:cNvPr>
              <p:cNvSpPr>
                <a:spLocks noChangeArrowheads="1"/>
              </p:cNvSpPr>
              <p:nvPr userDrawn="1"/>
            </p:nvSpPr>
            <p:spPr bwMode="auto">
              <a:xfrm>
                <a:off x="479" y="2352"/>
                <a:ext cx="673" cy="624"/>
              </a:xfrm>
              <a:prstGeom prst="sun">
                <a:avLst>
                  <a:gd name="adj" fmla="val 25000"/>
                </a:avLst>
              </a:prstGeom>
              <a:solidFill>
                <a:srgbClr val="99CCFF">
                  <a:alpha val="50195"/>
                </a:srgbClr>
              </a:solidFill>
              <a:ln w="9525">
                <a:solidFill>
                  <a:schemeClr val="bg1"/>
                </a:solidFill>
                <a:miter lim="800000"/>
                <a:headEnd/>
                <a:tailEnd/>
              </a:ln>
            </p:spPr>
            <p:txBody>
              <a:bodyPr wrap="none" anchor="ct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
          <p:nvSpPr>
            <p:cNvPr id="1033" name="AutoShape 13">
              <a:extLst>
                <a:ext uri="{FF2B5EF4-FFF2-40B4-BE49-F238E27FC236}">
                  <a16:creationId xmlns:a16="http://schemas.microsoft.com/office/drawing/2014/main" id="{DB83DBC7-85C7-4393-9E1F-0E653A24E802}"/>
                </a:ext>
              </a:extLst>
            </p:cNvPr>
            <p:cNvSpPr>
              <a:spLocks noChangeArrowheads="1"/>
            </p:cNvSpPr>
            <p:nvPr userDrawn="1"/>
          </p:nvSpPr>
          <p:spPr bwMode="auto">
            <a:xfrm>
              <a:off x="0" y="3168"/>
              <a:ext cx="673" cy="624"/>
            </a:xfrm>
            <a:prstGeom prst="sun">
              <a:avLst>
                <a:gd name="adj" fmla="val 25000"/>
              </a:avLst>
            </a:prstGeom>
            <a:solidFill>
              <a:srgbClr val="99CCFF">
                <a:alpha val="50195"/>
              </a:srgbClr>
            </a:solidFill>
            <a:ln w="9525">
              <a:solidFill>
                <a:schemeClr val="bg1"/>
              </a:solidFill>
              <a:miter lim="800000"/>
              <a:headEnd/>
              <a:tailEnd/>
            </a:ln>
          </p:spPr>
          <p:txBody>
            <a:bodyPr wrap="none" anchor="ct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Tree>
    <p:controls>
      <mc:AlternateContent xmlns:mc="http://schemas.openxmlformats.org/markup-compatibility/2006">
        <mc:Choice xmlns:v="urn:schemas-microsoft-com:vml" Requires="v">
          <p:control r:id="rId13" imgW="1131840" imgH="333360"/>
        </mc:Choice>
        <mc:Fallback>
          <p:control r:id="rId13" imgW="1131840" imgH="333360">
            <p:pic>
              <p:nvPicPr>
                <p:cNvPr id="14" name="ShockwaveFlash1">
                  <a:extLst>
                    <a:ext uri="{FF2B5EF4-FFF2-40B4-BE49-F238E27FC236}">
                      <a16:creationId xmlns:a16="http://schemas.microsoft.com/office/drawing/2014/main" id="{29C3A36F-81F1-4CE1-8EC1-275B852B0FAC}"/>
                    </a:ext>
                  </a:extLst>
                </p:cNvPr>
                <p:cNvPicPr preferRelativeResize="0">
                  <a:picLocks noChangeArrowheads="1" noChangeShapeType="1"/>
                </p:cNvPicPr>
                <p:nvPr/>
              </p:nvPicPr>
              <p:blipFill>
                <a:blip r:embed="rId14"/>
                <a:srcRect/>
                <a:stretch>
                  <a:fillRect/>
                </a:stretch>
              </p:blipFill>
              <p:spPr bwMode="auto">
                <a:xfrm>
                  <a:off x="8001406" y="6157912"/>
                  <a:ext cx="1131887" cy="333375"/>
                </a:xfrm>
                <a:prstGeom prst="rect">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noFill/>
                      <a:miter lim="800000"/>
                      <a:headEnd/>
                      <a:tailEnd/>
                    </a14:hiddenLine>
                  </a:ext>
                  <a:ext uri="{AF507438-7753-43E0-B8FC-AC1667EBCBE1}">
                    <a14:hiddenEffects xmlns:a14="http://schemas.microsoft.com/office/drawing/2010/main">
                      <a:effectLst>
                        <a:outerShdw dist="35921" dir="2700000" algn="ctr" rotWithShape="0">
                          <a:srgbClr val="666699"/>
                        </a:outerShdw>
                      </a:effectLst>
                    </a14:hiddenEffects>
                  </a:ext>
                </a:extLst>
              </p:spPr>
            </p:pic>
          </p:control>
        </mc:Fallback>
      </mc:AlternateContent>
    </p:controls>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Lst>
  <p:transition>
    <p:random/>
  </p:transition>
  <p:txStyles>
    <p:titleStyle>
      <a:lvl1pPr algn="ctr" rtl="0" eaLnBrk="0" fontAlgn="base" hangingPunct="0">
        <a:spcBef>
          <a:spcPct val="0"/>
        </a:spcBef>
        <a:spcAft>
          <a:spcPct val="0"/>
        </a:spcAft>
        <a:defRPr kumimoji="1" sz="4000" b="1" i="1">
          <a:solidFill>
            <a:srgbClr val="FF3300"/>
          </a:solidFill>
          <a:effectLst>
            <a:outerShdw blurRad="38100" dist="38100" dir="2700000" algn="tl">
              <a:srgbClr val="C0C0C0"/>
            </a:outerShdw>
          </a:effectLst>
          <a:latin typeface="+mj-lt"/>
          <a:ea typeface="+mj-ea"/>
          <a:cs typeface="+mj-cs"/>
        </a:defRPr>
      </a:lvl1pPr>
      <a:lvl2pPr algn="ctr" rtl="0" eaLnBrk="0" fontAlgn="base" hangingPunct="0">
        <a:spcBef>
          <a:spcPct val="0"/>
        </a:spcBef>
        <a:spcAft>
          <a:spcPct val="0"/>
        </a:spcAft>
        <a:defRPr kumimoji="1" sz="4000" b="1" i="1">
          <a:solidFill>
            <a:srgbClr val="FF3300"/>
          </a:solidFill>
          <a:effectLst>
            <a:outerShdw blurRad="38100" dist="38100" dir="2700000" algn="tl">
              <a:srgbClr val="C0C0C0"/>
            </a:outerShdw>
          </a:effectLst>
          <a:latin typeface="Times New Roman" pitchFamily="18" charset="0"/>
          <a:ea typeface="宋体" charset="-122"/>
        </a:defRPr>
      </a:lvl2pPr>
      <a:lvl3pPr algn="ctr" rtl="0" eaLnBrk="0" fontAlgn="base" hangingPunct="0">
        <a:spcBef>
          <a:spcPct val="0"/>
        </a:spcBef>
        <a:spcAft>
          <a:spcPct val="0"/>
        </a:spcAft>
        <a:defRPr kumimoji="1" sz="4000" b="1" i="1">
          <a:solidFill>
            <a:srgbClr val="FF3300"/>
          </a:solidFill>
          <a:effectLst>
            <a:outerShdw blurRad="38100" dist="38100" dir="2700000" algn="tl">
              <a:srgbClr val="C0C0C0"/>
            </a:outerShdw>
          </a:effectLst>
          <a:latin typeface="Times New Roman" pitchFamily="18" charset="0"/>
          <a:ea typeface="宋体" charset="-122"/>
        </a:defRPr>
      </a:lvl3pPr>
      <a:lvl4pPr algn="ctr" rtl="0" eaLnBrk="0" fontAlgn="base" hangingPunct="0">
        <a:spcBef>
          <a:spcPct val="0"/>
        </a:spcBef>
        <a:spcAft>
          <a:spcPct val="0"/>
        </a:spcAft>
        <a:defRPr kumimoji="1" sz="4000" b="1" i="1">
          <a:solidFill>
            <a:srgbClr val="FF3300"/>
          </a:solidFill>
          <a:effectLst>
            <a:outerShdw blurRad="38100" dist="38100" dir="2700000" algn="tl">
              <a:srgbClr val="C0C0C0"/>
            </a:outerShdw>
          </a:effectLst>
          <a:latin typeface="Times New Roman" pitchFamily="18" charset="0"/>
          <a:ea typeface="宋体" charset="-122"/>
        </a:defRPr>
      </a:lvl4pPr>
      <a:lvl5pPr algn="ctr" rtl="0" eaLnBrk="0" fontAlgn="base" hangingPunct="0">
        <a:spcBef>
          <a:spcPct val="0"/>
        </a:spcBef>
        <a:spcAft>
          <a:spcPct val="0"/>
        </a:spcAft>
        <a:defRPr kumimoji="1" sz="4000" b="1" i="1">
          <a:solidFill>
            <a:srgbClr val="FF3300"/>
          </a:solidFill>
          <a:effectLst>
            <a:outerShdw blurRad="38100" dist="38100" dir="2700000" algn="tl">
              <a:srgbClr val="C0C0C0"/>
            </a:outerShdw>
          </a:effectLst>
          <a:latin typeface="Times New Roman" pitchFamily="18" charset="0"/>
          <a:ea typeface="宋体" charset="-122"/>
        </a:defRPr>
      </a:lvl5pPr>
      <a:lvl6pPr marL="457200" algn="ctr" rtl="0" fontAlgn="base">
        <a:spcBef>
          <a:spcPct val="0"/>
        </a:spcBef>
        <a:spcAft>
          <a:spcPct val="0"/>
        </a:spcAft>
        <a:defRPr kumimoji="1" sz="4000" b="1" i="1">
          <a:solidFill>
            <a:srgbClr val="FF3300"/>
          </a:solidFill>
          <a:effectLst>
            <a:outerShdw blurRad="38100" dist="38100" dir="2700000" algn="tl">
              <a:srgbClr val="C0C0C0"/>
            </a:outerShdw>
          </a:effectLst>
          <a:latin typeface="Times New Roman" pitchFamily="18" charset="0"/>
          <a:ea typeface="宋体" charset="-122"/>
        </a:defRPr>
      </a:lvl6pPr>
      <a:lvl7pPr marL="914400" algn="ctr" rtl="0" fontAlgn="base">
        <a:spcBef>
          <a:spcPct val="0"/>
        </a:spcBef>
        <a:spcAft>
          <a:spcPct val="0"/>
        </a:spcAft>
        <a:defRPr kumimoji="1" sz="4000" b="1" i="1">
          <a:solidFill>
            <a:srgbClr val="FF3300"/>
          </a:solidFill>
          <a:effectLst>
            <a:outerShdw blurRad="38100" dist="38100" dir="2700000" algn="tl">
              <a:srgbClr val="C0C0C0"/>
            </a:outerShdw>
          </a:effectLst>
          <a:latin typeface="Times New Roman" pitchFamily="18" charset="0"/>
          <a:ea typeface="宋体" charset="-122"/>
        </a:defRPr>
      </a:lvl7pPr>
      <a:lvl8pPr marL="1371600" algn="ctr" rtl="0" fontAlgn="base">
        <a:spcBef>
          <a:spcPct val="0"/>
        </a:spcBef>
        <a:spcAft>
          <a:spcPct val="0"/>
        </a:spcAft>
        <a:defRPr kumimoji="1" sz="4000" b="1" i="1">
          <a:solidFill>
            <a:srgbClr val="FF3300"/>
          </a:solidFill>
          <a:effectLst>
            <a:outerShdw blurRad="38100" dist="38100" dir="2700000" algn="tl">
              <a:srgbClr val="C0C0C0"/>
            </a:outerShdw>
          </a:effectLst>
          <a:latin typeface="Times New Roman" pitchFamily="18" charset="0"/>
          <a:ea typeface="宋体" charset="-122"/>
        </a:defRPr>
      </a:lvl8pPr>
      <a:lvl9pPr marL="1828800" algn="ctr" rtl="0" fontAlgn="base">
        <a:spcBef>
          <a:spcPct val="0"/>
        </a:spcBef>
        <a:spcAft>
          <a:spcPct val="0"/>
        </a:spcAft>
        <a:defRPr kumimoji="1" sz="4000" b="1" i="1">
          <a:solidFill>
            <a:srgbClr val="FF3300"/>
          </a:solidFill>
          <a:effectLst>
            <a:outerShdw blurRad="38100" dist="38100" dir="2700000" algn="tl">
              <a:srgbClr val="C0C0C0"/>
            </a:outerShdw>
          </a:effectLst>
          <a:latin typeface="Times New Roman" pitchFamily="18" charset="0"/>
          <a:ea typeface="宋体" charset="-122"/>
        </a:defRPr>
      </a:lvl9pPr>
    </p:titleStyle>
    <p:bodyStyle>
      <a:lvl1pPr marL="342900" indent="-342900" algn="l" rtl="0" eaLnBrk="0" fontAlgn="base" hangingPunct="0">
        <a:spcBef>
          <a:spcPct val="20000"/>
        </a:spcBef>
        <a:spcAft>
          <a:spcPct val="0"/>
        </a:spcAft>
        <a:buClr>
          <a:srgbClr val="009900"/>
        </a:buClr>
        <a:buFont typeface="Wingdings" panose="05000000000000000000" pitchFamily="2" charset="2"/>
        <a:buChar char="Q"/>
        <a:defRPr kumimoji="1" sz="32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9900"/>
        </a:buClr>
        <a:buFont typeface="Wingdings" panose="05000000000000000000" pitchFamily="2" charset="2"/>
        <a:buChar char="ü"/>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C7E35D0E-7B4B-4384-A65F-EB1E162FEBC7}"/>
              </a:ext>
            </a:extLst>
          </p:cNvPr>
          <p:cNvSpPr>
            <a:spLocks noGrp="1" noChangeArrowheads="1"/>
          </p:cNvSpPr>
          <p:nvPr>
            <p:ph type="title"/>
          </p:nvPr>
        </p:nvSpPr>
        <p:spPr bwMode="auto">
          <a:xfrm>
            <a:off x="914400" y="304800"/>
            <a:ext cx="7772400" cy="762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2051" name="Rectangle 3">
            <a:extLst>
              <a:ext uri="{FF2B5EF4-FFF2-40B4-BE49-F238E27FC236}">
                <a16:creationId xmlns:a16="http://schemas.microsoft.com/office/drawing/2014/main" id="{8191E396-4F2A-4557-9E7C-6C2AF48CD52A}"/>
              </a:ext>
            </a:extLst>
          </p:cNvPr>
          <p:cNvSpPr>
            <a:spLocks noGrp="1" noChangeArrowheads="1"/>
          </p:cNvSpPr>
          <p:nvPr>
            <p:ph type="body" idx="1"/>
          </p:nvPr>
        </p:nvSpPr>
        <p:spPr bwMode="auto">
          <a:xfrm>
            <a:off x="914400" y="1295400"/>
            <a:ext cx="77724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076" name="Rectangle 4">
            <a:extLst>
              <a:ext uri="{FF2B5EF4-FFF2-40B4-BE49-F238E27FC236}">
                <a16:creationId xmlns:a16="http://schemas.microsoft.com/office/drawing/2014/main" id="{997A865A-DF1D-4B32-8E81-B4546A69E40C}"/>
              </a:ext>
            </a:extLst>
          </p:cNvPr>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kumimoji="0" sz="1050" u="none">
                <a:ea typeface="宋体" charset="-122"/>
              </a:defRPr>
            </a:lvl1pPr>
          </a:lstStyle>
          <a:p>
            <a:pPr>
              <a:defRPr/>
            </a:pPr>
            <a:endParaRPr lang="en-US" altLang="zh-CN"/>
          </a:p>
        </p:txBody>
      </p:sp>
      <p:sp>
        <p:nvSpPr>
          <p:cNvPr id="3077" name="Rectangle 5">
            <a:extLst>
              <a:ext uri="{FF2B5EF4-FFF2-40B4-BE49-F238E27FC236}">
                <a16:creationId xmlns:a16="http://schemas.microsoft.com/office/drawing/2014/main" id="{2760D8A8-CDAE-4B7B-B1E5-A6DB6A588473}"/>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kumimoji="0" sz="1050" u="none">
                <a:ea typeface="宋体" charset="-122"/>
              </a:defRPr>
            </a:lvl1pPr>
          </a:lstStyle>
          <a:p>
            <a:pPr>
              <a:defRPr/>
            </a:pPr>
            <a:endParaRPr lang="en-US" altLang="zh-CN"/>
          </a:p>
        </p:txBody>
      </p:sp>
      <p:sp>
        <p:nvSpPr>
          <p:cNvPr id="3078" name="Rectangle 6">
            <a:extLst>
              <a:ext uri="{FF2B5EF4-FFF2-40B4-BE49-F238E27FC236}">
                <a16:creationId xmlns:a16="http://schemas.microsoft.com/office/drawing/2014/main" id="{D8BA0AFB-6CFE-48C5-A0BF-2F15C1F20276}"/>
              </a:ext>
            </a:extLst>
          </p:cNvPr>
          <p:cNvSpPr>
            <a:spLocks noGrp="1" noChangeArrowheads="1"/>
          </p:cNvSpPr>
          <p:nvPr>
            <p:ph type="sldNum" sz="quarter" idx="4"/>
          </p:nvPr>
        </p:nvSpPr>
        <p:spPr bwMode="auto">
          <a:xfrm>
            <a:off x="7078288" y="6540667"/>
            <a:ext cx="1905000" cy="30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kumimoji="0" sz="1050" u="none"/>
            </a:lvl1pPr>
          </a:lstStyle>
          <a:p>
            <a:pPr>
              <a:defRPr/>
            </a:pPr>
            <a:fld id="{4749CB75-6F63-4BD7-BA1C-E52FD87A314F}" type="slidenum">
              <a:rPr lang="en-US" altLang="zh-CN"/>
              <a:pPr>
                <a:defRPr/>
              </a:pPr>
              <a:t>‹#›</a:t>
            </a:fld>
            <a:endParaRPr lang="en-US" altLang="zh-CN"/>
          </a:p>
        </p:txBody>
      </p:sp>
      <p:grpSp>
        <p:nvGrpSpPr>
          <p:cNvPr id="2055" name="Group 7">
            <a:extLst>
              <a:ext uri="{FF2B5EF4-FFF2-40B4-BE49-F238E27FC236}">
                <a16:creationId xmlns:a16="http://schemas.microsoft.com/office/drawing/2014/main" id="{CE62805A-513E-4683-9C2F-FAA9360C175D}"/>
              </a:ext>
            </a:extLst>
          </p:cNvPr>
          <p:cNvGrpSpPr>
            <a:grpSpLocks/>
          </p:cNvGrpSpPr>
          <p:nvPr/>
        </p:nvGrpSpPr>
        <p:grpSpPr bwMode="auto">
          <a:xfrm>
            <a:off x="0" y="0"/>
            <a:ext cx="954088" cy="6621463"/>
            <a:chOff x="0" y="0"/>
            <a:chExt cx="1200" cy="3792"/>
          </a:xfrm>
        </p:grpSpPr>
        <p:grpSp>
          <p:nvGrpSpPr>
            <p:cNvPr id="2056" name="Group 8">
              <a:extLst>
                <a:ext uri="{FF2B5EF4-FFF2-40B4-BE49-F238E27FC236}">
                  <a16:creationId xmlns:a16="http://schemas.microsoft.com/office/drawing/2014/main" id="{94B37ACF-FFAF-4BBA-A9F4-434F1338EC3F}"/>
                </a:ext>
              </a:extLst>
            </p:cNvPr>
            <p:cNvGrpSpPr>
              <a:grpSpLocks/>
            </p:cNvGrpSpPr>
            <p:nvPr userDrawn="1"/>
          </p:nvGrpSpPr>
          <p:grpSpPr bwMode="auto">
            <a:xfrm>
              <a:off x="96" y="0"/>
              <a:ext cx="1104" cy="2976"/>
              <a:chOff x="96" y="0"/>
              <a:chExt cx="1104" cy="2976"/>
            </a:xfrm>
          </p:grpSpPr>
          <p:sp>
            <p:nvSpPr>
              <p:cNvPr id="3081" name="AutoShape 9">
                <a:extLst>
                  <a:ext uri="{FF2B5EF4-FFF2-40B4-BE49-F238E27FC236}">
                    <a16:creationId xmlns:a16="http://schemas.microsoft.com/office/drawing/2014/main" id="{0B7F4EE1-90B7-4A11-87C0-DAF7F69FFD6A}"/>
                  </a:ext>
                </a:extLst>
              </p:cNvPr>
              <p:cNvSpPr>
                <a:spLocks noChangeArrowheads="1"/>
              </p:cNvSpPr>
              <p:nvPr userDrawn="1"/>
            </p:nvSpPr>
            <p:spPr bwMode="auto">
              <a:xfrm>
                <a:off x="144" y="0"/>
                <a:ext cx="673" cy="624"/>
              </a:xfrm>
              <a:prstGeom prst="sun">
                <a:avLst>
                  <a:gd name="adj" fmla="val 25000"/>
                </a:avLst>
              </a:prstGeom>
              <a:solidFill>
                <a:srgbClr val="99CCFF">
                  <a:alpha val="50000"/>
                </a:srgbClr>
              </a:solidFill>
              <a:ln w="9525">
                <a:solidFill>
                  <a:schemeClr val="bg1"/>
                </a:solidFill>
                <a:miter lim="800000"/>
                <a:headEnd/>
                <a:tailEnd/>
              </a:ln>
              <a:effectLst/>
            </p:spPr>
            <p:txBody>
              <a:bodyPr wrap="none" anchor="ctr"/>
              <a:lstStyle/>
              <a:p>
                <a:pPr eaLnBrk="1" hangingPunct="1">
                  <a:defRPr/>
                </a:pPr>
                <a:endParaRPr lang="zh-CN" altLang="en-US" sz="1350">
                  <a:ea typeface="宋体" charset="-122"/>
                </a:endParaRPr>
              </a:p>
            </p:txBody>
          </p:sp>
          <p:sp>
            <p:nvSpPr>
              <p:cNvPr id="3082" name="AutoShape 10">
                <a:extLst>
                  <a:ext uri="{FF2B5EF4-FFF2-40B4-BE49-F238E27FC236}">
                    <a16:creationId xmlns:a16="http://schemas.microsoft.com/office/drawing/2014/main" id="{0FB9223D-82E5-4ED5-9593-F629825F3856}"/>
                  </a:ext>
                </a:extLst>
              </p:cNvPr>
              <p:cNvSpPr>
                <a:spLocks noChangeArrowheads="1"/>
              </p:cNvSpPr>
              <p:nvPr userDrawn="1"/>
            </p:nvSpPr>
            <p:spPr bwMode="auto">
              <a:xfrm>
                <a:off x="527" y="768"/>
                <a:ext cx="673" cy="624"/>
              </a:xfrm>
              <a:prstGeom prst="sun">
                <a:avLst>
                  <a:gd name="adj" fmla="val 25000"/>
                </a:avLst>
              </a:prstGeom>
              <a:solidFill>
                <a:srgbClr val="99CCFF">
                  <a:alpha val="50000"/>
                </a:srgbClr>
              </a:solidFill>
              <a:ln w="9525">
                <a:solidFill>
                  <a:schemeClr val="bg1"/>
                </a:solidFill>
                <a:miter lim="800000"/>
                <a:headEnd/>
                <a:tailEnd/>
              </a:ln>
              <a:effectLst/>
            </p:spPr>
            <p:txBody>
              <a:bodyPr wrap="none" anchor="ctr"/>
              <a:lstStyle/>
              <a:p>
                <a:pPr eaLnBrk="1" hangingPunct="1">
                  <a:defRPr/>
                </a:pPr>
                <a:endParaRPr lang="zh-CN" altLang="en-US" sz="1350">
                  <a:ea typeface="宋体" charset="-122"/>
                </a:endParaRPr>
              </a:p>
            </p:txBody>
          </p:sp>
          <p:sp>
            <p:nvSpPr>
              <p:cNvPr id="3083" name="AutoShape 11">
                <a:extLst>
                  <a:ext uri="{FF2B5EF4-FFF2-40B4-BE49-F238E27FC236}">
                    <a16:creationId xmlns:a16="http://schemas.microsoft.com/office/drawing/2014/main" id="{836578BC-AF06-4E50-874B-E79C41626DAA}"/>
                  </a:ext>
                </a:extLst>
              </p:cNvPr>
              <p:cNvSpPr>
                <a:spLocks noChangeArrowheads="1"/>
              </p:cNvSpPr>
              <p:nvPr userDrawn="1"/>
            </p:nvSpPr>
            <p:spPr bwMode="auto">
              <a:xfrm>
                <a:off x="96" y="1536"/>
                <a:ext cx="673" cy="625"/>
              </a:xfrm>
              <a:prstGeom prst="sun">
                <a:avLst>
                  <a:gd name="adj" fmla="val 25000"/>
                </a:avLst>
              </a:prstGeom>
              <a:solidFill>
                <a:srgbClr val="99CCFF">
                  <a:alpha val="50000"/>
                </a:srgbClr>
              </a:solidFill>
              <a:ln w="9525">
                <a:solidFill>
                  <a:schemeClr val="bg1"/>
                </a:solidFill>
                <a:miter lim="800000"/>
                <a:headEnd/>
                <a:tailEnd/>
              </a:ln>
              <a:effectLst/>
            </p:spPr>
            <p:txBody>
              <a:bodyPr wrap="none" anchor="ctr"/>
              <a:lstStyle/>
              <a:p>
                <a:pPr eaLnBrk="1" hangingPunct="1">
                  <a:defRPr/>
                </a:pPr>
                <a:endParaRPr lang="zh-CN" altLang="en-US" sz="1350">
                  <a:ea typeface="宋体" charset="-122"/>
                </a:endParaRPr>
              </a:p>
            </p:txBody>
          </p:sp>
          <p:sp>
            <p:nvSpPr>
              <p:cNvPr id="3084" name="AutoShape 12">
                <a:extLst>
                  <a:ext uri="{FF2B5EF4-FFF2-40B4-BE49-F238E27FC236}">
                    <a16:creationId xmlns:a16="http://schemas.microsoft.com/office/drawing/2014/main" id="{A4C08CA5-F40E-4FFF-BF28-03C28E53E5ED}"/>
                  </a:ext>
                </a:extLst>
              </p:cNvPr>
              <p:cNvSpPr>
                <a:spLocks noChangeArrowheads="1"/>
              </p:cNvSpPr>
              <p:nvPr userDrawn="1"/>
            </p:nvSpPr>
            <p:spPr bwMode="auto">
              <a:xfrm>
                <a:off x="479" y="2352"/>
                <a:ext cx="673" cy="624"/>
              </a:xfrm>
              <a:prstGeom prst="sun">
                <a:avLst>
                  <a:gd name="adj" fmla="val 25000"/>
                </a:avLst>
              </a:prstGeom>
              <a:solidFill>
                <a:srgbClr val="99CCFF">
                  <a:alpha val="50000"/>
                </a:srgbClr>
              </a:solidFill>
              <a:ln w="9525">
                <a:solidFill>
                  <a:schemeClr val="bg1"/>
                </a:solidFill>
                <a:miter lim="800000"/>
                <a:headEnd/>
                <a:tailEnd/>
              </a:ln>
              <a:effectLst/>
            </p:spPr>
            <p:txBody>
              <a:bodyPr wrap="none" anchor="ctr"/>
              <a:lstStyle/>
              <a:p>
                <a:pPr eaLnBrk="1" hangingPunct="1">
                  <a:defRPr/>
                </a:pPr>
                <a:endParaRPr lang="zh-CN" altLang="en-US" sz="1350">
                  <a:ea typeface="宋体" charset="-122"/>
                </a:endParaRPr>
              </a:p>
            </p:txBody>
          </p:sp>
        </p:grpSp>
        <p:sp>
          <p:nvSpPr>
            <p:cNvPr id="3085" name="AutoShape 13">
              <a:extLst>
                <a:ext uri="{FF2B5EF4-FFF2-40B4-BE49-F238E27FC236}">
                  <a16:creationId xmlns:a16="http://schemas.microsoft.com/office/drawing/2014/main" id="{D284DB66-F093-4829-A0AB-9FDBB205FDFC}"/>
                </a:ext>
              </a:extLst>
            </p:cNvPr>
            <p:cNvSpPr>
              <a:spLocks noChangeArrowheads="1"/>
            </p:cNvSpPr>
            <p:nvPr userDrawn="1"/>
          </p:nvSpPr>
          <p:spPr bwMode="auto">
            <a:xfrm>
              <a:off x="0" y="3168"/>
              <a:ext cx="673" cy="624"/>
            </a:xfrm>
            <a:prstGeom prst="sun">
              <a:avLst>
                <a:gd name="adj" fmla="val 25000"/>
              </a:avLst>
            </a:prstGeom>
            <a:solidFill>
              <a:srgbClr val="99CCFF">
                <a:alpha val="50000"/>
              </a:srgbClr>
            </a:solidFill>
            <a:ln w="9525">
              <a:solidFill>
                <a:schemeClr val="bg1"/>
              </a:solidFill>
              <a:miter lim="800000"/>
              <a:headEnd/>
              <a:tailEnd/>
            </a:ln>
            <a:effectLst/>
          </p:spPr>
          <p:txBody>
            <a:bodyPr wrap="none" anchor="ctr"/>
            <a:lstStyle/>
            <a:p>
              <a:pPr eaLnBrk="1" hangingPunct="1">
                <a:defRPr/>
              </a:pPr>
              <a:endParaRPr lang="zh-CN" altLang="en-US" sz="1350">
                <a:ea typeface="宋体" charset="-122"/>
              </a:endParaRPr>
            </a:p>
          </p:txBody>
        </p:sp>
      </p:grpSp>
    </p:spTree>
    <p:controls>
      <mc:AlternateContent xmlns:mc="http://schemas.openxmlformats.org/markup-compatibility/2006">
        <mc:Choice xmlns:v="urn:schemas-microsoft-com:vml" Requires="v">
          <p:control r:id="rId14" imgW="1131840" imgH="333360"/>
        </mc:Choice>
        <mc:Fallback>
          <p:control r:id="rId14" imgW="1131840" imgH="333360">
            <p:pic>
              <p:nvPicPr>
                <p:cNvPr id="14" name="ShockwaveFlash1">
                  <a:extLst>
                    <a:ext uri="{FF2B5EF4-FFF2-40B4-BE49-F238E27FC236}">
                      <a16:creationId xmlns:a16="http://schemas.microsoft.com/office/drawing/2014/main" id="{09521856-E330-4184-AE0B-1693CCAF79B9}"/>
                    </a:ext>
                  </a:extLst>
                </p:cNvPr>
                <p:cNvPicPr preferRelativeResize="0">
                  <a:picLocks noChangeArrowheads="1" noChangeShapeType="1"/>
                </p:cNvPicPr>
                <p:nvPr/>
              </p:nvPicPr>
              <p:blipFill>
                <a:blip r:embed="rId15"/>
                <a:srcRect/>
                <a:stretch>
                  <a:fillRect/>
                </a:stretch>
              </p:blipFill>
              <p:spPr bwMode="auto">
                <a:xfrm>
                  <a:off x="7982660" y="6227846"/>
                  <a:ext cx="1131887" cy="333375"/>
                </a:xfrm>
                <a:prstGeom prst="rect">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noFill/>
                      <a:miter lim="800000"/>
                      <a:headEnd/>
                      <a:tailEnd/>
                    </a14:hiddenLine>
                  </a:ext>
                  <a:ext uri="{AF507438-7753-43E0-B8FC-AC1667EBCBE1}">
                    <a14:hiddenEffects xmlns:a14="http://schemas.microsoft.com/office/drawing/2010/main">
                      <a:effectLst>
                        <a:outerShdw dist="35921" dir="2700000" algn="ctr" rotWithShape="0">
                          <a:srgbClr val="666699"/>
                        </a:outerShdw>
                      </a:effectLst>
                    </a14:hiddenEffects>
                  </a:ext>
                </a:extLst>
              </p:spPr>
            </p:pic>
          </p:control>
        </mc:Fallback>
      </mc:AlternateContent>
    </p:controls>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22" r:id="rId12"/>
  </p:sldLayoutIdLst>
  <p:transition>
    <p:random/>
  </p:transition>
  <p:txStyles>
    <p:titleStyle>
      <a:lvl1pPr algn="ctr" rtl="0" eaLnBrk="0" fontAlgn="base" hangingPunct="0">
        <a:spcBef>
          <a:spcPct val="0"/>
        </a:spcBef>
        <a:spcAft>
          <a:spcPct val="0"/>
        </a:spcAft>
        <a:defRPr kumimoji="1" sz="3000" b="1" i="1">
          <a:solidFill>
            <a:srgbClr val="FF3300"/>
          </a:solidFill>
          <a:effectLst>
            <a:outerShdw blurRad="38100" dist="38100" dir="2700000" algn="tl">
              <a:srgbClr val="C0C0C0"/>
            </a:outerShdw>
          </a:effectLst>
          <a:latin typeface="+mj-lt"/>
          <a:ea typeface="+mj-ea"/>
          <a:cs typeface="+mj-cs"/>
        </a:defRPr>
      </a:lvl1pPr>
      <a:lvl2pPr algn="ctr" rtl="0" eaLnBrk="0" fontAlgn="base" hangingPunct="0">
        <a:spcBef>
          <a:spcPct val="0"/>
        </a:spcBef>
        <a:spcAft>
          <a:spcPct val="0"/>
        </a:spcAft>
        <a:defRPr kumimoji="1" sz="3000" b="1" i="1">
          <a:solidFill>
            <a:srgbClr val="FF3300"/>
          </a:solidFill>
          <a:effectLst>
            <a:outerShdw blurRad="38100" dist="38100" dir="2700000" algn="tl">
              <a:srgbClr val="C0C0C0"/>
            </a:outerShdw>
          </a:effectLst>
          <a:latin typeface="Times New Roman" pitchFamily="18" charset="0"/>
          <a:ea typeface="宋体" charset="-122"/>
        </a:defRPr>
      </a:lvl2pPr>
      <a:lvl3pPr algn="ctr" rtl="0" eaLnBrk="0" fontAlgn="base" hangingPunct="0">
        <a:spcBef>
          <a:spcPct val="0"/>
        </a:spcBef>
        <a:spcAft>
          <a:spcPct val="0"/>
        </a:spcAft>
        <a:defRPr kumimoji="1" sz="3000" b="1" i="1">
          <a:solidFill>
            <a:srgbClr val="FF3300"/>
          </a:solidFill>
          <a:effectLst>
            <a:outerShdw blurRad="38100" dist="38100" dir="2700000" algn="tl">
              <a:srgbClr val="C0C0C0"/>
            </a:outerShdw>
          </a:effectLst>
          <a:latin typeface="Times New Roman" pitchFamily="18" charset="0"/>
          <a:ea typeface="宋体" charset="-122"/>
        </a:defRPr>
      </a:lvl3pPr>
      <a:lvl4pPr algn="ctr" rtl="0" eaLnBrk="0" fontAlgn="base" hangingPunct="0">
        <a:spcBef>
          <a:spcPct val="0"/>
        </a:spcBef>
        <a:spcAft>
          <a:spcPct val="0"/>
        </a:spcAft>
        <a:defRPr kumimoji="1" sz="3000" b="1" i="1">
          <a:solidFill>
            <a:srgbClr val="FF3300"/>
          </a:solidFill>
          <a:effectLst>
            <a:outerShdw blurRad="38100" dist="38100" dir="2700000" algn="tl">
              <a:srgbClr val="C0C0C0"/>
            </a:outerShdw>
          </a:effectLst>
          <a:latin typeface="Times New Roman" pitchFamily="18" charset="0"/>
          <a:ea typeface="宋体" charset="-122"/>
        </a:defRPr>
      </a:lvl4pPr>
      <a:lvl5pPr algn="ctr" rtl="0" eaLnBrk="0" fontAlgn="base" hangingPunct="0">
        <a:spcBef>
          <a:spcPct val="0"/>
        </a:spcBef>
        <a:spcAft>
          <a:spcPct val="0"/>
        </a:spcAft>
        <a:defRPr kumimoji="1" sz="3000" b="1" i="1">
          <a:solidFill>
            <a:srgbClr val="FF3300"/>
          </a:solidFill>
          <a:effectLst>
            <a:outerShdw blurRad="38100" dist="38100" dir="2700000" algn="tl">
              <a:srgbClr val="C0C0C0"/>
            </a:outerShdw>
          </a:effectLst>
          <a:latin typeface="Times New Roman" pitchFamily="18" charset="0"/>
          <a:ea typeface="宋体" charset="-122"/>
        </a:defRPr>
      </a:lvl5pPr>
      <a:lvl6pPr marL="342900" algn="ctr" rtl="0" fontAlgn="base">
        <a:spcBef>
          <a:spcPct val="0"/>
        </a:spcBef>
        <a:spcAft>
          <a:spcPct val="0"/>
        </a:spcAft>
        <a:defRPr kumimoji="1" sz="3000" b="1" i="1">
          <a:solidFill>
            <a:srgbClr val="FF3300"/>
          </a:solidFill>
          <a:effectLst>
            <a:outerShdw blurRad="38100" dist="38100" dir="2700000" algn="tl">
              <a:srgbClr val="C0C0C0"/>
            </a:outerShdw>
          </a:effectLst>
          <a:latin typeface="Times New Roman" pitchFamily="18" charset="0"/>
          <a:ea typeface="宋体" charset="-122"/>
        </a:defRPr>
      </a:lvl6pPr>
      <a:lvl7pPr marL="685800" algn="ctr" rtl="0" fontAlgn="base">
        <a:spcBef>
          <a:spcPct val="0"/>
        </a:spcBef>
        <a:spcAft>
          <a:spcPct val="0"/>
        </a:spcAft>
        <a:defRPr kumimoji="1" sz="3000" b="1" i="1">
          <a:solidFill>
            <a:srgbClr val="FF3300"/>
          </a:solidFill>
          <a:effectLst>
            <a:outerShdw blurRad="38100" dist="38100" dir="2700000" algn="tl">
              <a:srgbClr val="C0C0C0"/>
            </a:outerShdw>
          </a:effectLst>
          <a:latin typeface="Times New Roman" pitchFamily="18" charset="0"/>
          <a:ea typeface="宋体" charset="-122"/>
        </a:defRPr>
      </a:lvl7pPr>
      <a:lvl8pPr marL="1028700" algn="ctr" rtl="0" fontAlgn="base">
        <a:spcBef>
          <a:spcPct val="0"/>
        </a:spcBef>
        <a:spcAft>
          <a:spcPct val="0"/>
        </a:spcAft>
        <a:defRPr kumimoji="1" sz="3000" b="1" i="1">
          <a:solidFill>
            <a:srgbClr val="FF3300"/>
          </a:solidFill>
          <a:effectLst>
            <a:outerShdw blurRad="38100" dist="38100" dir="2700000" algn="tl">
              <a:srgbClr val="C0C0C0"/>
            </a:outerShdw>
          </a:effectLst>
          <a:latin typeface="Times New Roman" pitchFamily="18" charset="0"/>
          <a:ea typeface="宋体" charset="-122"/>
        </a:defRPr>
      </a:lvl8pPr>
      <a:lvl9pPr marL="1371600" algn="ctr" rtl="0" fontAlgn="base">
        <a:spcBef>
          <a:spcPct val="0"/>
        </a:spcBef>
        <a:spcAft>
          <a:spcPct val="0"/>
        </a:spcAft>
        <a:defRPr kumimoji="1" sz="3000" b="1" i="1">
          <a:solidFill>
            <a:srgbClr val="FF3300"/>
          </a:solidFill>
          <a:effectLst>
            <a:outerShdw blurRad="38100" dist="38100" dir="2700000" algn="tl">
              <a:srgbClr val="C0C0C0"/>
            </a:outerShdw>
          </a:effectLst>
          <a:latin typeface="Times New Roman" pitchFamily="18" charset="0"/>
          <a:ea typeface="宋体" charset="-122"/>
        </a:defRPr>
      </a:lvl9pPr>
    </p:titleStyle>
    <p:bodyStyle>
      <a:lvl1pPr marL="257175" indent="-257175" algn="l" rtl="0" eaLnBrk="0" fontAlgn="base" hangingPunct="0">
        <a:spcBef>
          <a:spcPct val="20000"/>
        </a:spcBef>
        <a:spcAft>
          <a:spcPct val="0"/>
        </a:spcAft>
        <a:buClr>
          <a:srgbClr val="009900"/>
        </a:buClr>
        <a:buFont typeface="Wingdings" panose="05000000000000000000" pitchFamily="2" charset="2"/>
        <a:buChar char="Q"/>
        <a:defRPr kumimoji="1" sz="2400" b="1">
          <a:solidFill>
            <a:schemeClr val="tx1"/>
          </a:solidFill>
          <a:latin typeface="+mn-lt"/>
          <a:ea typeface="+mn-ea"/>
          <a:cs typeface="+mn-cs"/>
        </a:defRPr>
      </a:lvl1pPr>
      <a:lvl2pPr marL="557213" indent="-214313" algn="l" rtl="0" eaLnBrk="0" fontAlgn="base" hangingPunct="0">
        <a:spcBef>
          <a:spcPct val="20000"/>
        </a:spcBef>
        <a:spcAft>
          <a:spcPct val="0"/>
        </a:spcAft>
        <a:buClr>
          <a:srgbClr val="009900"/>
        </a:buClr>
        <a:buFont typeface="Wingdings" panose="05000000000000000000" pitchFamily="2" charset="2"/>
        <a:buChar char="ü"/>
        <a:defRPr kumimoji="1" sz="2100" b="1">
          <a:solidFill>
            <a:schemeClr val="tx1"/>
          </a:solidFill>
          <a:latin typeface="+mn-lt"/>
          <a:ea typeface="+mn-ea"/>
        </a:defRPr>
      </a:lvl2pPr>
      <a:lvl3pPr marL="857250" indent="-171450" algn="l" rtl="0" eaLnBrk="0" fontAlgn="base" hangingPunct="0">
        <a:spcBef>
          <a:spcPct val="20000"/>
        </a:spcBef>
        <a:spcAft>
          <a:spcPct val="0"/>
        </a:spcAft>
        <a:buChar char="•"/>
        <a:defRPr kumimoji="1" b="1">
          <a:solidFill>
            <a:schemeClr val="tx1"/>
          </a:solidFill>
          <a:latin typeface="+mn-lt"/>
          <a:ea typeface="+mn-ea"/>
        </a:defRPr>
      </a:lvl3pPr>
      <a:lvl4pPr marL="1200150" indent="-171450" algn="l" rtl="0" eaLnBrk="0" fontAlgn="base" hangingPunct="0">
        <a:spcBef>
          <a:spcPct val="20000"/>
        </a:spcBef>
        <a:spcAft>
          <a:spcPct val="0"/>
        </a:spcAft>
        <a:buChar char="–"/>
        <a:defRPr kumimoji="1" sz="1500">
          <a:solidFill>
            <a:schemeClr val="tx1"/>
          </a:solidFill>
          <a:latin typeface="+mn-lt"/>
          <a:ea typeface="+mn-ea"/>
        </a:defRPr>
      </a:lvl4pPr>
      <a:lvl5pPr marL="1543050" indent="-171450" algn="l" rtl="0" eaLnBrk="0" fontAlgn="base" hangingPunct="0">
        <a:spcBef>
          <a:spcPct val="20000"/>
        </a:spcBef>
        <a:spcAft>
          <a:spcPct val="0"/>
        </a:spcAft>
        <a:buChar char="»"/>
        <a:defRPr kumimoji="1" sz="1500">
          <a:solidFill>
            <a:schemeClr val="tx1"/>
          </a:solidFill>
          <a:latin typeface="+mn-lt"/>
          <a:ea typeface="+mn-ea"/>
        </a:defRPr>
      </a:lvl5pPr>
      <a:lvl6pPr marL="1885950" indent="-171450" algn="l" rtl="0" fontAlgn="base">
        <a:spcBef>
          <a:spcPct val="20000"/>
        </a:spcBef>
        <a:spcAft>
          <a:spcPct val="0"/>
        </a:spcAft>
        <a:buChar char="»"/>
        <a:defRPr kumimoji="1" sz="1500">
          <a:solidFill>
            <a:schemeClr val="tx1"/>
          </a:solidFill>
          <a:latin typeface="+mn-lt"/>
          <a:ea typeface="+mn-ea"/>
        </a:defRPr>
      </a:lvl6pPr>
      <a:lvl7pPr marL="2228850" indent="-171450" algn="l" rtl="0" fontAlgn="base">
        <a:spcBef>
          <a:spcPct val="20000"/>
        </a:spcBef>
        <a:spcAft>
          <a:spcPct val="0"/>
        </a:spcAft>
        <a:buChar char="»"/>
        <a:defRPr kumimoji="1" sz="1500">
          <a:solidFill>
            <a:schemeClr val="tx1"/>
          </a:solidFill>
          <a:latin typeface="+mn-lt"/>
          <a:ea typeface="+mn-ea"/>
        </a:defRPr>
      </a:lvl7pPr>
      <a:lvl8pPr marL="2571750" indent="-171450" algn="l" rtl="0" fontAlgn="base">
        <a:spcBef>
          <a:spcPct val="20000"/>
        </a:spcBef>
        <a:spcAft>
          <a:spcPct val="0"/>
        </a:spcAft>
        <a:buChar char="»"/>
        <a:defRPr kumimoji="1" sz="1500">
          <a:solidFill>
            <a:schemeClr val="tx1"/>
          </a:solidFill>
          <a:latin typeface="+mn-lt"/>
          <a:ea typeface="+mn-ea"/>
        </a:defRPr>
      </a:lvl8pPr>
      <a:lvl9pPr marL="2914650" indent="-171450" algn="l" rtl="0" fontAlgn="base">
        <a:spcBef>
          <a:spcPct val="20000"/>
        </a:spcBef>
        <a:spcAft>
          <a:spcPct val="0"/>
        </a:spcAft>
        <a:buChar char="»"/>
        <a:defRPr kumimoji="1"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dpi="0" rotWithShape="0">
          <a:blip r:embed="rId15"/>
          <a:srcRect/>
          <a:stretch>
            <a:fillRect/>
          </a:stretch>
        </a:blip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411302DC-B683-4743-AA32-595EE99A1A72}"/>
              </a:ext>
            </a:extLst>
          </p:cNvPr>
          <p:cNvSpPr>
            <a:spLocks noGrp="1" noRot="1" noChangeArrowheads="1"/>
          </p:cNvSpPr>
          <p:nvPr>
            <p:ph type="title"/>
          </p:nvPr>
        </p:nvSpPr>
        <p:spPr bwMode="auto">
          <a:xfrm>
            <a:off x="301625" y="381000"/>
            <a:ext cx="854075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3075" name="Rectangle 3">
            <a:extLst>
              <a:ext uri="{FF2B5EF4-FFF2-40B4-BE49-F238E27FC236}">
                <a16:creationId xmlns:a16="http://schemas.microsoft.com/office/drawing/2014/main" id="{9D6D2820-DDCC-49A0-A094-37360D4CB52A}"/>
              </a:ext>
            </a:extLst>
          </p:cNvPr>
          <p:cNvSpPr>
            <a:spLocks noGrp="1" noRot="1" noChangeArrowheads="1"/>
          </p:cNvSpPr>
          <p:nvPr>
            <p:ph type="body" idx="1"/>
          </p:nvPr>
        </p:nvSpPr>
        <p:spPr bwMode="auto">
          <a:xfrm>
            <a:off x="301625" y="1752600"/>
            <a:ext cx="8540750" cy="427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31076" name="Rectangle 4">
            <a:extLst>
              <a:ext uri="{FF2B5EF4-FFF2-40B4-BE49-F238E27FC236}">
                <a16:creationId xmlns:a16="http://schemas.microsoft.com/office/drawing/2014/main" id="{B108B865-B213-4AFE-A74D-9609B0B81E53}"/>
              </a:ext>
            </a:extLst>
          </p:cNvPr>
          <p:cNvSpPr>
            <a:spLocks noGrp="1" noChangeArrowheads="1"/>
          </p:cNvSpPr>
          <p:nvPr>
            <p:ph type="dt" sz="half" idx="2"/>
          </p:nvPr>
        </p:nvSpPr>
        <p:spPr bwMode="auto">
          <a:xfrm>
            <a:off x="301625" y="6172200"/>
            <a:ext cx="2289175"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eaLnBrk="1" hangingPunct="1">
              <a:defRPr sz="1400" b="0"/>
            </a:lvl1pPr>
          </a:lstStyle>
          <a:p>
            <a:pPr>
              <a:defRPr/>
            </a:pPr>
            <a:fld id="{A99E21EB-F397-40B3-A8CF-DF1195BDD251}" type="datetime1">
              <a:rPr lang="zh-CN" altLang="en-US"/>
              <a:pPr>
                <a:defRPr/>
              </a:pPr>
              <a:t>2025/12/22</a:t>
            </a:fld>
            <a:endParaRPr lang="en-US" altLang="zh-CN"/>
          </a:p>
        </p:txBody>
      </p:sp>
      <p:sp>
        <p:nvSpPr>
          <p:cNvPr id="131077" name="Rectangle 5">
            <a:extLst>
              <a:ext uri="{FF2B5EF4-FFF2-40B4-BE49-F238E27FC236}">
                <a16:creationId xmlns:a16="http://schemas.microsoft.com/office/drawing/2014/main" id="{90DB2692-1BB4-4FC3-A912-4EB028BD98A0}"/>
              </a:ext>
            </a:extLst>
          </p:cNvPr>
          <p:cNvSpPr>
            <a:spLocks noGrp="1" noChangeArrowheads="1"/>
          </p:cNvSpPr>
          <p:nvPr>
            <p:ph type="ftr" sz="quarter" idx="3"/>
          </p:nvPr>
        </p:nvSpPr>
        <p:spPr bwMode="auto">
          <a:xfrm>
            <a:off x="3124200" y="6172200"/>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400" b="0"/>
            </a:lvl1pPr>
          </a:lstStyle>
          <a:p>
            <a:pPr>
              <a:defRPr/>
            </a:pPr>
            <a:endParaRPr lang="en-US" altLang="zh-CN"/>
          </a:p>
        </p:txBody>
      </p:sp>
      <p:sp>
        <p:nvSpPr>
          <p:cNvPr id="131078" name="Rectangle 6">
            <a:extLst>
              <a:ext uri="{FF2B5EF4-FFF2-40B4-BE49-F238E27FC236}">
                <a16:creationId xmlns:a16="http://schemas.microsoft.com/office/drawing/2014/main" id="{DE1C6FBF-6AE6-46B8-81A6-DCF56A9D7897}"/>
              </a:ext>
            </a:extLst>
          </p:cNvPr>
          <p:cNvSpPr>
            <a:spLocks noGrp="1" noChangeArrowheads="1"/>
          </p:cNvSpPr>
          <p:nvPr>
            <p:ph type="sldNum" sz="quarter" idx="4"/>
          </p:nvPr>
        </p:nvSpPr>
        <p:spPr bwMode="auto">
          <a:xfrm>
            <a:off x="6802841" y="6477000"/>
            <a:ext cx="2289175"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400" b="0"/>
            </a:lvl1pPr>
          </a:lstStyle>
          <a:p>
            <a:pPr>
              <a:defRPr/>
            </a:pPr>
            <a:fld id="{346057CE-99A2-424B-8806-E8705D1DF64A}" type="slidenum">
              <a:rPr lang="en-US" altLang="zh-CN"/>
              <a:pPr>
                <a:defRPr/>
              </a:pPr>
              <a:t>‹#›</a:t>
            </a:fld>
            <a:endParaRPr lang="en-US" altLang="zh-CN"/>
          </a:p>
        </p:txBody>
      </p:sp>
    </p:spTree>
    <p:controls>
      <mc:AlternateContent xmlns:mc="http://schemas.openxmlformats.org/markup-compatibility/2006">
        <mc:Choice xmlns:v="urn:schemas-microsoft-com:vml" Requires="v">
          <p:control r:id="rId14" imgW="1131840" imgH="333360"/>
        </mc:Choice>
        <mc:Fallback>
          <p:control r:id="rId14" imgW="1131840" imgH="333360">
            <p:pic>
              <p:nvPicPr>
                <p:cNvPr id="7" name="ShockwaveFlash1">
                  <a:extLst>
                    <a:ext uri="{FF2B5EF4-FFF2-40B4-BE49-F238E27FC236}">
                      <a16:creationId xmlns:a16="http://schemas.microsoft.com/office/drawing/2014/main" id="{C7C6092E-DDA6-429B-8ACE-BEB7C78FF6BB}"/>
                    </a:ext>
                  </a:extLst>
                </p:cNvPr>
                <p:cNvPicPr preferRelativeResize="0">
                  <a:picLocks noChangeArrowheads="1" noChangeShapeType="1"/>
                </p:cNvPicPr>
                <p:nvPr/>
              </p:nvPicPr>
              <p:blipFill>
                <a:blip r:embed="rId16"/>
                <a:srcRect/>
                <a:stretch>
                  <a:fillRect/>
                </a:stretch>
              </p:blipFill>
              <p:spPr bwMode="auto">
                <a:xfrm>
                  <a:off x="8013619" y="6143625"/>
                  <a:ext cx="1131887" cy="333375"/>
                </a:xfrm>
                <a:prstGeom prst="rect">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noFill/>
                      <a:miter lim="800000"/>
                      <a:headEnd/>
                      <a:tailEnd/>
                    </a14:hiddenLine>
                  </a:ext>
                  <a:ext uri="{AF507438-7753-43E0-B8FC-AC1667EBCBE1}">
                    <a14:hiddenEffects xmlns:a14="http://schemas.microsoft.com/office/drawing/2010/main">
                      <a:effectLst>
                        <a:outerShdw dist="35921" dir="2700000" algn="ctr" rotWithShape="0">
                          <a:srgbClr val="666699"/>
                        </a:outerShdw>
                      </a:effectLst>
                    </a14:hiddenEffects>
                  </a:ext>
                </a:extLst>
              </p:spPr>
            </p:pic>
          </p:control>
        </mc:Fallback>
      </mc:AlternateContent>
    </p:controls>
  </p:cSld>
  <p:clrMap bg1="lt1" tx1="dk1" bg2="lt2" tx2="dk2" accent1="accent1" accent2="accent2" accent3="accent3" accent4="accent4" accent5="accent5" accent6="accent6" hlink="hlink" folHlink="folHlink"/>
  <p:sldLayoutIdLst>
    <p:sldLayoutId id="2147483723"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 id="2147483721" r:id="rId12"/>
  </p:sldLayoutIdLst>
  <p:transition>
    <p:zoom/>
  </p:transition>
  <p:hf hdr="0" ftr="0" dt="0"/>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hlink"/>
        </a:buClr>
        <a:buSzPct val="11500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3.xml"/><Relationship Id="rId1" Type="http://schemas.openxmlformats.org/officeDocument/2006/relationships/tags" Target="../tags/tag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tags" Target="../tags/tag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8.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tags" Target="../tags/tag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tags" Target="../tags/tag1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tags" Target="../tags/tag12.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3.xml"/><Relationship Id="rId1" Type="http://schemas.openxmlformats.org/officeDocument/2006/relationships/tags" Target="../tags/tag13.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4.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5.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tags" Target="../tags/tag19.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tags" Target="../tags/tag20.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1.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3.xml"/><Relationship Id="rId1" Type="http://schemas.openxmlformats.org/officeDocument/2006/relationships/tags" Target="../tags/tag2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3.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tags" Target="../tags/tag24.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5.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6.xml"/></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tags" Target="../tags/tag27.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8.xml"/></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29.xml"/></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30.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31.xml"/></Relationships>
</file>

<file path=ppt/slides/_rels/slide54.xml.rels><?xml version="1.0" encoding="UTF-8" standalone="yes"?>
<Relationships xmlns="http://schemas.openxmlformats.org/package/2006/relationships"><Relationship Id="rId2" Type="http://schemas.openxmlformats.org/officeDocument/2006/relationships/slide" Target="slide57.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32.xml"/></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3.xml"/></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3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35.xml"/></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36.xml"/></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37.xml"/></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8.xml"/></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25.xml"/><Relationship Id="rId1" Type="http://schemas.openxmlformats.org/officeDocument/2006/relationships/tags" Target="../tags/tag39.xml"/></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25.xml"/><Relationship Id="rId1" Type="http://schemas.openxmlformats.org/officeDocument/2006/relationships/tags" Target="../tags/tag40.xml"/></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25.xml"/><Relationship Id="rId1" Type="http://schemas.openxmlformats.org/officeDocument/2006/relationships/tags" Target="../tags/tag41.xml"/></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25.xml"/><Relationship Id="rId1" Type="http://schemas.openxmlformats.org/officeDocument/2006/relationships/tags" Target="../tags/tag42.xml"/></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25.xml"/><Relationship Id="rId1" Type="http://schemas.openxmlformats.org/officeDocument/2006/relationships/tags" Target="../tags/tag43.xml"/></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25.xml"/><Relationship Id="rId1" Type="http://schemas.openxmlformats.org/officeDocument/2006/relationships/tags" Target="../tags/tag44.xml"/></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25.xml"/><Relationship Id="rId1" Type="http://schemas.openxmlformats.org/officeDocument/2006/relationships/tags" Target="../tags/tag45.xml"/></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25.xml"/><Relationship Id="rId1" Type="http://schemas.openxmlformats.org/officeDocument/2006/relationships/tags" Target="../tags/tag46.xml"/></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25.xml"/><Relationship Id="rId1" Type="http://schemas.openxmlformats.org/officeDocument/2006/relationships/tags" Target="../tags/tag47.xml"/></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25.xml"/><Relationship Id="rId1" Type="http://schemas.openxmlformats.org/officeDocument/2006/relationships/tags" Target="../tags/tag48.xml"/></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25.xml"/><Relationship Id="rId1" Type="http://schemas.openxmlformats.org/officeDocument/2006/relationships/tags" Target="../tags/tag49.xml"/></Relationships>
</file>

<file path=ppt/slides/_rels/slide74.xml.rels><?xml version="1.0" encoding="UTF-8" standalone="yes"?>
<Relationships xmlns="http://schemas.openxmlformats.org/package/2006/relationships"><Relationship Id="rId2" Type="http://schemas.openxmlformats.org/officeDocument/2006/relationships/slideLayout" Target="../slideLayouts/slideLayout25.xml"/><Relationship Id="rId1" Type="http://schemas.openxmlformats.org/officeDocument/2006/relationships/tags" Target="../tags/tag50.xml"/></Relationships>
</file>

<file path=ppt/slides/_rels/slide75.xml.rels><?xml version="1.0" encoding="UTF-8" standalone="yes"?>
<Relationships xmlns="http://schemas.openxmlformats.org/package/2006/relationships"><Relationship Id="rId2" Type="http://schemas.openxmlformats.org/officeDocument/2006/relationships/slideLayout" Target="../slideLayouts/slideLayout25.xml"/><Relationship Id="rId1" Type="http://schemas.openxmlformats.org/officeDocument/2006/relationships/tags" Target="../tags/tag51.xml"/></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25.xml"/><Relationship Id="rId1" Type="http://schemas.openxmlformats.org/officeDocument/2006/relationships/tags" Target="../tags/tag52.xml"/></Relationships>
</file>

<file path=ppt/slides/_rels/slide77.xml.rels><?xml version="1.0" encoding="UTF-8" standalone="yes"?>
<Relationships xmlns="http://schemas.openxmlformats.org/package/2006/relationships"><Relationship Id="rId2" Type="http://schemas.openxmlformats.org/officeDocument/2006/relationships/slideLayout" Target="../slideLayouts/slideLayout25.xml"/><Relationship Id="rId1" Type="http://schemas.openxmlformats.org/officeDocument/2006/relationships/tags" Target="../tags/tag53.xml"/></Relationships>
</file>

<file path=ppt/slides/_rels/slide78.xml.rels><?xml version="1.0" encoding="UTF-8" standalone="yes"?>
<Relationships xmlns="http://schemas.openxmlformats.org/package/2006/relationships"><Relationship Id="rId2" Type="http://schemas.openxmlformats.org/officeDocument/2006/relationships/slideLayout" Target="../slideLayouts/slideLayout25.xml"/><Relationship Id="rId1" Type="http://schemas.openxmlformats.org/officeDocument/2006/relationships/tags" Target="../tags/tag54.xml"/></Relationships>
</file>

<file path=ppt/slides/_rels/slide7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55.xml"/></Relationships>
</file>

<file path=ppt/slides/_rels/slide8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56.xml"/></Relationships>
</file>

<file path=ppt/slides/_rels/slide8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58.xml"/></Relationships>
</file>

<file path=ppt/slides/_rels/slide8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59.xml"/></Relationships>
</file>

<file path=ppt/slides/_rels/slide8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60.xml"/></Relationships>
</file>

<file path=ppt/slides/_rels/slide86.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61.xml"/></Relationships>
</file>

<file path=ppt/slides/_rels/slide8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2.xml"/></Relationships>
</file>

<file path=ppt/slides/_rels/slide8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63.xml"/></Relationships>
</file>

<file path=ppt/slides/_rels/slide8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64.xml"/></Relationships>
</file>

<file path=ppt/slides/_rels/slide9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65.xml"/></Relationships>
</file>

<file path=ppt/slides/_rels/slide9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66.xml"/></Relationships>
</file>

<file path=ppt/slides/_rels/slide9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67.xml"/></Relationships>
</file>

<file path=ppt/slides/_rels/slide9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68.xml"/></Relationships>
</file>

<file path=ppt/slides/_rels/slide9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69.xml"/></Relationships>
</file>

<file path=ppt/slides/_rels/slide9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70.xml"/></Relationships>
</file>

<file path=ppt/slides/_rels/slide9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71.xml"/></Relationships>
</file>

<file path=ppt/slides/_rels/slide9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72.xml"/></Relationships>
</file>

<file path=ppt/slides/_rels/slide9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73.xml"/></Relationships>
</file>

<file path=ppt/slides/_rels/slide9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74.xml"/></Relationships>
</file>

<file path=ppt/slides/_rels/slide10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75.xml"/></Relationships>
</file>

<file path=ppt/slides/_rels/slide10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76.xml"/></Relationships>
</file>

<file path=ppt/slides/_rels/slide10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77.xml"/></Relationships>
</file>

<file path=ppt/slides/_rels/slide10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8.xml"/></Relationships>
</file>

<file path=ppt/slides/_rels/slide10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79.xml"/></Relationships>
</file>

<file path=ppt/slides/_rels/slide10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80.xml"/></Relationships>
</file>

<file path=ppt/slides/_rels/slide10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81.xml"/></Relationships>
</file>

<file path=ppt/slides/_rels/slide10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82.xml"/></Relationships>
</file>

<file path=ppt/slides/_rels/slide10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83.xml"/></Relationships>
</file>

<file path=ppt/slides/_rels/slide10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84.xml"/></Relationships>
</file>

<file path=ppt/slides/_rels/slide1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85.xml"/></Relationships>
</file>

<file path=ppt/slides/_rels/slide1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86.xml"/></Relationships>
</file>

<file path=ppt/slides/_rels/slide11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87.xml"/></Relationships>
</file>

<file path=ppt/slides/_rels/slide1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8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43E92737-D5CE-44FE-85BF-30538F2B9045}"/>
              </a:ext>
            </a:extLst>
          </p:cNvPr>
          <p:cNvSpPr>
            <a:spLocks noGrp="1" noChangeArrowheads="1"/>
          </p:cNvSpPr>
          <p:nvPr>
            <p:ph type="ctrTitle"/>
          </p:nvPr>
        </p:nvSpPr>
        <p:spPr>
          <a:xfrm>
            <a:off x="685800" y="2286000"/>
            <a:ext cx="7772400" cy="1143000"/>
          </a:xfrm>
        </p:spPr>
        <p:txBody>
          <a:bodyPr/>
          <a:lstStyle/>
          <a:p>
            <a:pPr eaLnBrk="1" hangingPunct="1">
              <a:defRPr/>
            </a:pPr>
            <a:r>
              <a:rPr lang="en-US" altLang="zh-CN"/>
              <a:t>《</a:t>
            </a:r>
            <a:r>
              <a:rPr lang="zh-CN" altLang="en-US"/>
              <a:t>汇编语言程序设计</a:t>
            </a:r>
            <a:r>
              <a:rPr lang="en-US" altLang="zh-CN"/>
              <a:t>》</a:t>
            </a:r>
            <a:r>
              <a:rPr lang="zh-CN" altLang="en-US"/>
              <a:t>总复习</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3AC17F51-70BC-4654-B569-5EB988D01850}"/>
              </a:ext>
            </a:extLst>
          </p:cNvPr>
          <p:cNvSpPr>
            <a:spLocks noGrp="1" noChangeArrowheads="1"/>
          </p:cNvSpPr>
          <p:nvPr>
            <p:ph type="title"/>
          </p:nvPr>
        </p:nvSpPr>
        <p:spPr/>
        <p:txBody>
          <a:bodyPr/>
          <a:lstStyle/>
          <a:p>
            <a:pPr>
              <a:defRPr/>
            </a:pPr>
            <a:r>
              <a:rPr lang="zh-CN" altLang="en-US"/>
              <a:t>题      型</a:t>
            </a:r>
          </a:p>
        </p:txBody>
      </p:sp>
      <p:sp>
        <p:nvSpPr>
          <p:cNvPr id="8195" name="Rectangle 3">
            <a:extLst>
              <a:ext uri="{FF2B5EF4-FFF2-40B4-BE49-F238E27FC236}">
                <a16:creationId xmlns:a16="http://schemas.microsoft.com/office/drawing/2014/main" id="{4DDB8680-335E-41EC-A3E3-E41FBB31AA17}"/>
              </a:ext>
            </a:extLst>
          </p:cNvPr>
          <p:cNvSpPr>
            <a:spLocks noGrp="1" noChangeArrowheads="1"/>
          </p:cNvSpPr>
          <p:nvPr>
            <p:ph type="body" idx="1"/>
          </p:nvPr>
        </p:nvSpPr>
        <p:spPr>
          <a:xfrm>
            <a:off x="1099343" y="1412776"/>
            <a:ext cx="7402513" cy="4896544"/>
          </a:xfrm>
        </p:spPr>
        <p:txBody>
          <a:bodyPr/>
          <a:lstStyle/>
          <a:p>
            <a:r>
              <a:rPr lang="zh-CN" altLang="en-US" dirty="0"/>
              <a:t>单选（</a:t>
            </a:r>
            <a:r>
              <a:rPr lang="en-US" altLang="zh-CN" dirty="0"/>
              <a:t>20</a:t>
            </a:r>
            <a:r>
              <a:rPr lang="zh-CN" altLang="en-US" dirty="0"/>
              <a:t>题，每题</a:t>
            </a:r>
            <a:r>
              <a:rPr lang="en-US" altLang="zh-CN" dirty="0"/>
              <a:t>1</a:t>
            </a:r>
            <a:r>
              <a:rPr lang="zh-CN" altLang="en-US" dirty="0"/>
              <a:t>分，共</a:t>
            </a:r>
            <a:r>
              <a:rPr lang="en-US" altLang="zh-CN" dirty="0"/>
              <a:t>20</a:t>
            </a:r>
            <a:r>
              <a:rPr lang="zh-CN" altLang="en-US" dirty="0"/>
              <a:t>分）</a:t>
            </a:r>
            <a:endParaRPr lang="en-US" altLang="zh-CN" dirty="0"/>
          </a:p>
          <a:p>
            <a:r>
              <a:rPr lang="zh-CN" altLang="en-US" dirty="0"/>
              <a:t>判断（共</a:t>
            </a:r>
            <a:r>
              <a:rPr lang="en-US" altLang="zh-CN" dirty="0"/>
              <a:t>10</a:t>
            </a:r>
            <a:r>
              <a:rPr lang="zh-CN" altLang="en-US" dirty="0"/>
              <a:t>题，每题</a:t>
            </a:r>
            <a:r>
              <a:rPr lang="en-US" altLang="zh-CN" dirty="0"/>
              <a:t>1</a:t>
            </a:r>
            <a:r>
              <a:rPr lang="zh-CN" altLang="en-US" dirty="0"/>
              <a:t>分，共</a:t>
            </a:r>
            <a:r>
              <a:rPr lang="en-US" altLang="zh-CN" dirty="0"/>
              <a:t>10</a:t>
            </a:r>
            <a:r>
              <a:rPr lang="zh-CN" altLang="en-US" dirty="0"/>
              <a:t>分）</a:t>
            </a:r>
          </a:p>
          <a:p>
            <a:r>
              <a:rPr lang="zh-CN" altLang="en-US" dirty="0"/>
              <a:t>填空（共</a:t>
            </a:r>
            <a:r>
              <a:rPr lang="en-US" altLang="zh-CN" dirty="0"/>
              <a:t>10</a:t>
            </a:r>
            <a:r>
              <a:rPr lang="zh-CN" altLang="en-US" dirty="0"/>
              <a:t>题，每题</a:t>
            </a:r>
            <a:r>
              <a:rPr lang="en-US" altLang="zh-CN" dirty="0"/>
              <a:t>1</a:t>
            </a:r>
            <a:r>
              <a:rPr lang="zh-CN" altLang="en-US" dirty="0"/>
              <a:t>分，共</a:t>
            </a:r>
            <a:r>
              <a:rPr lang="en-US" altLang="zh-CN" dirty="0"/>
              <a:t>10</a:t>
            </a:r>
            <a:r>
              <a:rPr lang="zh-CN" altLang="en-US" dirty="0"/>
              <a:t>分）</a:t>
            </a:r>
          </a:p>
          <a:p>
            <a:r>
              <a:rPr lang="zh-CN" altLang="en-US" dirty="0"/>
              <a:t>程序分析（共</a:t>
            </a:r>
            <a:r>
              <a:rPr lang="en-US" altLang="zh-CN" dirty="0"/>
              <a:t>4~8</a:t>
            </a:r>
            <a:r>
              <a:rPr lang="zh-CN" altLang="en-US" dirty="0"/>
              <a:t>题，填空，每空</a:t>
            </a:r>
            <a:r>
              <a:rPr lang="en-US" altLang="zh-CN" dirty="0"/>
              <a:t>2</a:t>
            </a:r>
            <a:r>
              <a:rPr lang="zh-CN" altLang="en-US" dirty="0"/>
              <a:t>分，共</a:t>
            </a:r>
            <a:r>
              <a:rPr lang="en-US" altLang="zh-CN" dirty="0"/>
              <a:t>20</a:t>
            </a:r>
            <a:r>
              <a:rPr lang="zh-CN" altLang="en-US" dirty="0"/>
              <a:t>分）</a:t>
            </a:r>
            <a:endParaRPr lang="en-US" altLang="zh-CN" dirty="0"/>
          </a:p>
          <a:p>
            <a:r>
              <a:rPr lang="zh-CN" altLang="en-US" dirty="0"/>
              <a:t>程序填空（共</a:t>
            </a:r>
            <a:r>
              <a:rPr lang="en-US" altLang="zh-CN" dirty="0"/>
              <a:t>4~8</a:t>
            </a:r>
            <a:r>
              <a:rPr lang="zh-CN" altLang="en-US" dirty="0"/>
              <a:t>题，填空，每空</a:t>
            </a:r>
            <a:r>
              <a:rPr lang="en-US" altLang="zh-CN" dirty="0"/>
              <a:t>2</a:t>
            </a:r>
            <a:r>
              <a:rPr lang="zh-CN" altLang="en-US" dirty="0"/>
              <a:t>分，共</a:t>
            </a:r>
            <a:r>
              <a:rPr lang="en-US" altLang="zh-CN" dirty="0"/>
              <a:t>20</a:t>
            </a:r>
            <a:r>
              <a:rPr lang="zh-CN" altLang="en-US" dirty="0"/>
              <a:t>分）</a:t>
            </a:r>
            <a:endParaRPr lang="en-US" altLang="zh-CN" dirty="0"/>
          </a:p>
          <a:p>
            <a:r>
              <a:rPr lang="zh-CN" altLang="en-US" dirty="0"/>
              <a:t>编程题（共</a:t>
            </a:r>
            <a:r>
              <a:rPr lang="en-US" altLang="zh-CN" dirty="0"/>
              <a:t>2</a:t>
            </a:r>
            <a:r>
              <a:rPr lang="zh-CN" altLang="en-US" dirty="0"/>
              <a:t>题，共</a:t>
            </a:r>
            <a:r>
              <a:rPr lang="en-US" altLang="zh-CN" dirty="0"/>
              <a:t>20</a:t>
            </a:r>
            <a:r>
              <a:rPr lang="zh-CN" altLang="en-US" dirty="0"/>
              <a:t>分）</a:t>
            </a:r>
          </a:p>
        </p:txBody>
      </p:sp>
    </p:spTree>
  </p:cSld>
  <p:clrMapOvr>
    <a:masterClrMapping/>
  </p:clrMapOvr>
  <p:transition>
    <p:random/>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BBBC75B-62AD-4731-9FDC-97FF1151A589}"/>
              </a:ext>
            </a:extLst>
          </p:cNvPr>
          <p:cNvSpPr>
            <a:spLocks noGrp="1"/>
          </p:cNvSpPr>
          <p:nvPr>
            <p:ph type="title"/>
          </p:nvPr>
        </p:nvSpPr>
        <p:spPr>
          <a:xfrm>
            <a:off x="685800" y="2692400"/>
            <a:ext cx="7772400" cy="571500"/>
          </a:xfrm>
        </p:spPr>
        <p:txBody>
          <a:bodyPr/>
          <a:lstStyle/>
          <a:p>
            <a:pPr>
              <a:defRPr/>
            </a:pPr>
            <a:r>
              <a:rPr lang="zh-CN" altLang="en-US" dirty="0"/>
              <a:t>第 </a:t>
            </a:r>
            <a:r>
              <a:rPr lang="en-US" altLang="zh-CN" dirty="0"/>
              <a:t>1 </a:t>
            </a:r>
            <a:r>
              <a:rPr lang="zh-CN" altLang="en-US" dirty="0"/>
              <a:t>章</a:t>
            </a:r>
          </a:p>
        </p:txBody>
      </p:sp>
    </p:spTree>
  </p:cSld>
  <p:clrMapOvr>
    <a:masterClrMapping/>
  </p:clrMapOvr>
  <p:transition>
    <p:random/>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72BCF8E7-642C-4E69-B9DD-92D2BBB7716D}"/>
              </a:ext>
            </a:extLst>
          </p:cNvPr>
          <p:cNvSpPr>
            <a:spLocks noGrp="1"/>
          </p:cNvSpPr>
          <p:nvPr>
            <p:ph sz="quarter" idx="1"/>
          </p:nvPr>
        </p:nvSpPr>
        <p:spPr>
          <a:xfrm>
            <a:off x="539750" y="549275"/>
            <a:ext cx="8177213" cy="5903913"/>
          </a:xfrm>
        </p:spPr>
        <p:txBody>
          <a:bodyPr/>
          <a:lstStyle/>
          <a:p>
            <a:pPr marL="0" indent="0" eaLnBrk="1" hangingPunct="1">
              <a:spcBef>
                <a:spcPct val="50000"/>
              </a:spcBef>
              <a:buFont typeface="Wingdings" panose="05000000000000000000" pitchFamily="2" charset="2"/>
              <a:buNone/>
              <a:defRPr/>
            </a:pPr>
            <a:r>
              <a:rPr lang="en-US" altLang="zh-CN" dirty="0">
                <a:solidFill>
                  <a:srgbClr val="C00000"/>
                </a:solidFill>
                <a:latin typeface="+mn-ea"/>
              </a:rPr>
              <a:t>1. </a:t>
            </a:r>
            <a:r>
              <a:rPr lang="zh-CN" altLang="en-US" dirty="0">
                <a:solidFill>
                  <a:srgbClr val="C00000"/>
                </a:solidFill>
                <a:latin typeface="+mn-ea"/>
              </a:rPr>
              <a:t>基本结构寄存器的名称、位长和作用</a:t>
            </a:r>
          </a:p>
          <a:p>
            <a:pPr marL="0" indent="0" eaLnBrk="1" hangingPunct="1">
              <a:lnSpc>
                <a:spcPct val="90000"/>
              </a:lnSpc>
              <a:buFont typeface="Wingdings" panose="05000000000000000000" pitchFamily="2" charset="2"/>
              <a:buNone/>
              <a:defRPr/>
            </a:pPr>
            <a:r>
              <a:rPr lang="en-US" altLang="zh-CN" sz="1800" dirty="0">
                <a:latin typeface="+mn-ea"/>
              </a:rPr>
              <a:t>(1)</a:t>
            </a:r>
            <a:r>
              <a:rPr lang="zh-CN" altLang="en-US" sz="1800" dirty="0">
                <a:latin typeface="+mn-ea"/>
              </a:rPr>
              <a:t>通用寄存器：</a:t>
            </a:r>
            <a:endParaRPr lang="en-US" altLang="zh-CN" sz="1800" dirty="0">
              <a:latin typeface="+mn-ea"/>
            </a:endParaRPr>
          </a:p>
          <a:p>
            <a:pPr lvl="1" eaLnBrk="1" hangingPunct="1">
              <a:lnSpc>
                <a:spcPct val="90000"/>
              </a:lnSpc>
              <a:defRPr/>
            </a:pPr>
            <a:r>
              <a:rPr lang="en-US" altLang="zh-CN" dirty="0">
                <a:latin typeface="+mn-ea"/>
              </a:rPr>
              <a:t>32</a:t>
            </a:r>
            <a:r>
              <a:rPr lang="zh-CN" altLang="en-US" dirty="0">
                <a:latin typeface="+mn-ea"/>
              </a:rPr>
              <a:t>位：</a:t>
            </a:r>
            <a:r>
              <a:rPr lang="en-US" altLang="zh-CN" dirty="0">
                <a:latin typeface="+mn-ea"/>
              </a:rPr>
              <a:t>EAX</a:t>
            </a:r>
            <a:r>
              <a:rPr lang="zh-CN" altLang="en-US" dirty="0">
                <a:latin typeface="+mn-ea"/>
              </a:rPr>
              <a:t>、</a:t>
            </a:r>
            <a:r>
              <a:rPr lang="en-US" altLang="zh-CN" dirty="0">
                <a:latin typeface="+mn-ea"/>
              </a:rPr>
              <a:t>EBX</a:t>
            </a:r>
            <a:r>
              <a:rPr lang="zh-CN" altLang="en-US" dirty="0">
                <a:latin typeface="+mn-ea"/>
              </a:rPr>
              <a:t>、</a:t>
            </a:r>
            <a:r>
              <a:rPr lang="en-US" altLang="zh-CN" dirty="0">
                <a:latin typeface="+mn-ea"/>
              </a:rPr>
              <a:t>ECX</a:t>
            </a:r>
            <a:r>
              <a:rPr lang="zh-CN" altLang="en-US" dirty="0">
                <a:latin typeface="+mn-ea"/>
              </a:rPr>
              <a:t>、</a:t>
            </a:r>
            <a:r>
              <a:rPr lang="en-US" altLang="zh-CN" dirty="0">
                <a:latin typeface="+mn-ea"/>
              </a:rPr>
              <a:t>EDX</a:t>
            </a:r>
            <a:r>
              <a:rPr lang="zh-CN" altLang="en-US" dirty="0">
                <a:latin typeface="+mn-ea"/>
              </a:rPr>
              <a:t>、</a:t>
            </a:r>
            <a:r>
              <a:rPr lang="en-US" altLang="zh-CN" dirty="0">
                <a:latin typeface="+mn-ea"/>
              </a:rPr>
              <a:t>ESI</a:t>
            </a:r>
            <a:r>
              <a:rPr lang="zh-CN" altLang="en-US" dirty="0">
                <a:latin typeface="+mn-ea"/>
              </a:rPr>
              <a:t>、</a:t>
            </a:r>
            <a:r>
              <a:rPr lang="en-US" altLang="zh-CN" dirty="0">
                <a:latin typeface="+mn-ea"/>
              </a:rPr>
              <a:t>EDI</a:t>
            </a:r>
            <a:r>
              <a:rPr lang="zh-CN" altLang="en-US" dirty="0">
                <a:latin typeface="+mn-ea"/>
              </a:rPr>
              <a:t>、</a:t>
            </a:r>
            <a:r>
              <a:rPr lang="en-US" altLang="zh-CN" dirty="0">
                <a:latin typeface="+mn-ea"/>
              </a:rPr>
              <a:t>EBP</a:t>
            </a:r>
            <a:r>
              <a:rPr lang="zh-CN" altLang="en-US" dirty="0">
                <a:latin typeface="+mn-ea"/>
              </a:rPr>
              <a:t>、</a:t>
            </a:r>
            <a:r>
              <a:rPr lang="en-US" altLang="zh-CN" dirty="0">
                <a:latin typeface="+mn-ea"/>
              </a:rPr>
              <a:t>ESP</a:t>
            </a:r>
          </a:p>
          <a:p>
            <a:pPr lvl="1" eaLnBrk="1" hangingPunct="1">
              <a:lnSpc>
                <a:spcPct val="90000"/>
              </a:lnSpc>
              <a:defRPr/>
            </a:pPr>
            <a:r>
              <a:rPr lang="en-US" altLang="zh-CN" dirty="0">
                <a:latin typeface="+mn-ea"/>
              </a:rPr>
              <a:t>16</a:t>
            </a:r>
            <a:r>
              <a:rPr lang="zh-CN" altLang="en-US" dirty="0">
                <a:latin typeface="+mn-ea"/>
              </a:rPr>
              <a:t>位：</a:t>
            </a:r>
            <a:r>
              <a:rPr lang="en-US" altLang="zh-CN" dirty="0">
                <a:latin typeface="+mn-ea"/>
              </a:rPr>
              <a:t>AX</a:t>
            </a:r>
            <a:r>
              <a:rPr lang="zh-CN" altLang="en-US" dirty="0">
                <a:latin typeface="+mn-ea"/>
              </a:rPr>
              <a:t>、</a:t>
            </a:r>
            <a:r>
              <a:rPr lang="en-US" altLang="zh-CN" dirty="0">
                <a:latin typeface="+mn-ea"/>
              </a:rPr>
              <a:t>BX</a:t>
            </a:r>
            <a:r>
              <a:rPr lang="zh-CN" altLang="en-US" dirty="0">
                <a:latin typeface="+mn-ea"/>
              </a:rPr>
              <a:t>、</a:t>
            </a:r>
            <a:r>
              <a:rPr lang="en-US" altLang="zh-CN" dirty="0">
                <a:latin typeface="+mn-ea"/>
              </a:rPr>
              <a:t>CX</a:t>
            </a:r>
            <a:r>
              <a:rPr lang="zh-CN" altLang="en-US" dirty="0">
                <a:latin typeface="+mn-ea"/>
              </a:rPr>
              <a:t>、</a:t>
            </a:r>
            <a:r>
              <a:rPr lang="en-US" altLang="zh-CN" dirty="0">
                <a:latin typeface="+mn-ea"/>
              </a:rPr>
              <a:t>DX</a:t>
            </a:r>
            <a:r>
              <a:rPr lang="zh-CN" altLang="en-US" dirty="0">
                <a:latin typeface="+mn-ea"/>
              </a:rPr>
              <a:t>、</a:t>
            </a:r>
            <a:r>
              <a:rPr lang="en-US" altLang="zh-CN" dirty="0">
                <a:latin typeface="+mn-ea"/>
              </a:rPr>
              <a:t>SI</a:t>
            </a:r>
            <a:r>
              <a:rPr lang="zh-CN" altLang="en-US" dirty="0">
                <a:latin typeface="+mn-ea"/>
              </a:rPr>
              <a:t>、</a:t>
            </a:r>
            <a:r>
              <a:rPr lang="en-US" altLang="zh-CN" dirty="0">
                <a:latin typeface="+mn-ea"/>
              </a:rPr>
              <a:t>DI</a:t>
            </a:r>
            <a:r>
              <a:rPr lang="zh-CN" altLang="en-US" dirty="0">
                <a:latin typeface="+mn-ea"/>
              </a:rPr>
              <a:t>、</a:t>
            </a:r>
            <a:r>
              <a:rPr lang="en-US" altLang="zh-CN" dirty="0">
                <a:latin typeface="+mn-ea"/>
              </a:rPr>
              <a:t>BP</a:t>
            </a:r>
            <a:r>
              <a:rPr lang="zh-CN" altLang="en-US" dirty="0">
                <a:latin typeface="+mn-ea"/>
              </a:rPr>
              <a:t>、</a:t>
            </a:r>
            <a:r>
              <a:rPr lang="en-US" altLang="zh-CN" dirty="0">
                <a:latin typeface="+mn-ea"/>
              </a:rPr>
              <a:t>SP</a:t>
            </a:r>
          </a:p>
          <a:p>
            <a:pPr lvl="1" eaLnBrk="1" hangingPunct="1">
              <a:lnSpc>
                <a:spcPct val="90000"/>
              </a:lnSpc>
              <a:defRPr/>
            </a:pPr>
            <a:r>
              <a:rPr lang="en-US" altLang="zh-CN" dirty="0">
                <a:latin typeface="+mn-ea"/>
              </a:rPr>
              <a:t>8</a:t>
            </a:r>
            <a:r>
              <a:rPr lang="zh-CN" altLang="en-US" dirty="0">
                <a:latin typeface="+mn-ea"/>
              </a:rPr>
              <a:t>位：</a:t>
            </a:r>
            <a:r>
              <a:rPr lang="en-US" altLang="zh-CN" dirty="0">
                <a:latin typeface="+mn-ea"/>
              </a:rPr>
              <a:t>AL</a:t>
            </a:r>
            <a:r>
              <a:rPr lang="zh-CN" altLang="en-US" dirty="0">
                <a:latin typeface="+mn-ea"/>
              </a:rPr>
              <a:t>、</a:t>
            </a:r>
            <a:r>
              <a:rPr lang="en-US" altLang="zh-CN" dirty="0">
                <a:latin typeface="+mn-ea"/>
              </a:rPr>
              <a:t>AH</a:t>
            </a:r>
            <a:r>
              <a:rPr lang="zh-CN" altLang="en-US" dirty="0">
                <a:latin typeface="+mn-ea"/>
              </a:rPr>
              <a:t>、</a:t>
            </a:r>
            <a:r>
              <a:rPr lang="en-US" altLang="zh-CN" dirty="0">
                <a:latin typeface="+mn-ea"/>
              </a:rPr>
              <a:t>BL</a:t>
            </a:r>
            <a:r>
              <a:rPr lang="zh-CN" altLang="en-US" dirty="0">
                <a:latin typeface="+mn-ea"/>
              </a:rPr>
              <a:t>、</a:t>
            </a:r>
            <a:r>
              <a:rPr lang="en-US" altLang="zh-CN" dirty="0">
                <a:latin typeface="+mn-ea"/>
              </a:rPr>
              <a:t>BH</a:t>
            </a:r>
            <a:r>
              <a:rPr lang="zh-CN" altLang="en-US" dirty="0">
                <a:latin typeface="+mn-ea"/>
              </a:rPr>
              <a:t>、</a:t>
            </a:r>
            <a:r>
              <a:rPr lang="en-US" altLang="zh-CN" dirty="0">
                <a:latin typeface="+mn-ea"/>
              </a:rPr>
              <a:t>CL</a:t>
            </a:r>
            <a:r>
              <a:rPr lang="zh-CN" altLang="en-US" dirty="0">
                <a:latin typeface="+mn-ea"/>
              </a:rPr>
              <a:t>、</a:t>
            </a:r>
            <a:r>
              <a:rPr lang="en-US" altLang="zh-CN" dirty="0">
                <a:latin typeface="+mn-ea"/>
              </a:rPr>
              <a:t>CH</a:t>
            </a:r>
            <a:r>
              <a:rPr lang="zh-CN" altLang="en-US" dirty="0">
                <a:latin typeface="+mn-ea"/>
              </a:rPr>
              <a:t>、</a:t>
            </a:r>
            <a:r>
              <a:rPr lang="en-US" altLang="zh-CN" dirty="0">
                <a:latin typeface="+mn-ea"/>
              </a:rPr>
              <a:t>DL</a:t>
            </a:r>
            <a:r>
              <a:rPr lang="zh-CN" altLang="en-US" dirty="0">
                <a:latin typeface="+mn-ea"/>
              </a:rPr>
              <a:t>、</a:t>
            </a:r>
            <a:r>
              <a:rPr lang="en-US" altLang="zh-CN" dirty="0">
                <a:latin typeface="+mn-ea"/>
              </a:rPr>
              <a:t>DH</a:t>
            </a:r>
          </a:p>
          <a:p>
            <a:pPr marL="0" indent="0" eaLnBrk="1" hangingPunct="1">
              <a:lnSpc>
                <a:spcPct val="90000"/>
              </a:lnSpc>
              <a:buFont typeface="Wingdings" panose="05000000000000000000" pitchFamily="2" charset="2"/>
              <a:buNone/>
              <a:defRPr/>
            </a:pPr>
            <a:r>
              <a:rPr lang="en-US" altLang="zh-CN" sz="1800" dirty="0">
                <a:latin typeface="+mn-ea"/>
              </a:rPr>
              <a:t>(2)</a:t>
            </a:r>
            <a:r>
              <a:rPr lang="zh-CN" altLang="en-US" sz="1800" dirty="0">
                <a:latin typeface="+mn-ea"/>
              </a:rPr>
              <a:t>段寄存器：</a:t>
            </a:r>
            <a:r>
              <a:rPr lang="en-US" altLang="zh-CN" sz="1800" dirty="0">
                <a:latin typeface="+mn-ea"/>
              </a:rPr>
              <a:t>CS</a:t>
            </a:r>
            <a:r>
              <a:rPr lang="zh-CN" altLang="en-US" sz="1800" dirty="0">
                <a:latin typeface="+mn-ea"/>
              </a:rPr>
              <a:t>、</a:t>
            </a:r>
            <a:r>
              <a:rPr lang="en-US" altLang="zh-CN" sz="1800" dirty="0">
                <a:latin typeface="+mn-ea"/>
              </a:rPr>
              <a:t>SS</a:t>
            </a:r>
            <a:r>
              <a:rPr lang="zh-CN" altLang="en-US" sz="1800" dirty="0">
                <a:latin typeface="+mn-ea"/>
              </a:rPr>
              <a:t>、</a:t>
            </a:r>
            <a:r>
              <a:rPr lang="en-US" altLang="zh-CN" sz="1800" dirty="0">
                <a:latin typeface="+mn-ea"/>
              </a:rPr>
              <a:t>DS</a:t>
            </a:r>
            <a:r>
              <a:rPr lang="zh-CN" altLang="en-US" sz="1800" dirty="0">
                <a:latin typeface="+mn-ea"/>
              </a:rPr>
              <a:t>、</a:t>
            </a:r>
            <a:r>
              <a:rPr lang="en-US" altLang="zh-CN" sz="1800" dirty="0">
                <a:latin typeface="+mn-ea"/>
              </a:rPr>
              <a:t>ES</a:t>
            </a:r>
            <a:r>
              <a:rPr lang="zh-CN" altLang="en-US" sz="1800" dirty="0">
                <a:latin typeface="+mn-ea"/>
              </a:rPr>
              <a:t>、</a:t>
            </a:r>
            <a:r>
              <a:rPr lang="en-US" altLang="zh-CN" sz="1800" dirty="0">
                <a:latin typeface="+mn-ea"/>
              </a:rPr>
              <a:t>FS</a:t>
            </a:r>
            <a:r>
              <a:rPr lang="zh-CN" altLang="en-US" sz="1800" dirty="0">
                <a:latin typeface="+mn-ea"/>
              </a:rPr>
              <a:t>、</a:t>
            </a:r>
            <a:r>
              <a:rPr lang="en-US" altLang="zh-CN" sz="1800" dirty="0">
                <a:latin typeface="+mn-ea"/>
              </a:rPr>
              <a:t>GS</a:t>
            </a:r>
          </a:p>
          <a:p>
            <a:pPr marL="0" indent="0" eaLnBrk="1" hangingPunct="1">
              <a:lnSpc>
                <a:spcPct val="90000"/>
              </a:lnSpc>
              <a:buFont typeface="Wingdings" panose="05000000000000000000" pitchFamily="2" charset="2"/>
              <a:buNone/>
              <a:defRPr/>
            </a:pPr>
            <a:r>
              <a:rPr lang="en-US" altLang="zh-CN" sz="1800" dirty="0">
                <a:latin typeface="+mn-ea"/>
              </a:rPr>
              <a:t>(3)</a:t>
            </a:r>
            <a:r>
              <a:rPr lang="zh-CN" altLang="en-US" sz="1800" dirty="0">
                <a:latin typeface="+mn-ea"/>
              </a:rPr>
              <a:t>指令指针寄存器：</a:t>
            </a:r>
            <a:r>
              <a:rPr lang="en-US" altLang="zh-CN" sz="1800" dirty="0">
                <a:latin typeface="+mn-ea"/>
              </a:rPr>
              <a:t>EIP</a:t>
            </a:r>
            <a:r>
              <a:rPr lang="zh-CN" altLang="en-US" sz="1800" dirty="0">
                <a:latin typeface="+mn-ea"/>
              </a:rPr>
              <a:t>、</a:t>
            </a:r>
            <a:r>
              <a:rPr lang="en-US" altLang="zh-CN" sz="1800" dirty="0">
                <a:latin typeface="+mn-ea"/>
              </a:rPr>
              <a:t>IP</a:t>
            </a:r>
          </a:p>
          <a:p>
            <a:pPr marL="0" indent="0" eaLnBrk="1" hangingPunct="1">
              <a:lnSpc>
                <a:spcPct val="90000"/>
              </a:lnSpc>
              <a:buFont typeface="Wingdings" panose="05000000000000000000" pitchFamily="2" charset="2"/>
              <a:buNone/>
              <a:defRPr/>
            </a:pPr>
            <a:r>
              <a:rPr lang="en-US" altLang="zh-CN" sz="1800" dirty="0">
                <a:latin typeface="+mn-ea"/>
              </a:rPr>
              <a:t>(4)</a:t>
            </a:r>
            <a:r>
              <a:rPr lang="zh-CN" altLang="en-US" sz="1800" dirty="0">
                <a:latin typeface="+mn-ea"/>
              </a:rPr>
              <a:t>标志寄存器：</a:t>
            </a:r>
            <a:r>
              <a:rPr lang="en-US" altLang="zh-CN" sz="1800" dirty="0">
                <a:latin typeface="+mn-ea"/>
              </a:rPr>
              <a:t>FLAGS</a:t>
            </a:r>
          </a:p>
          <a:p>
            <a:pPr lvl="1" eaLnBrk="1" hangingPunct="1">
              <a:lnSpc>
                <a:spcPct val="90000"/>
              </a:lnSpc>
              <a:defRPr/>
            </a:pPr>
            <a:r>
              <a:rPr lang="en-US" altLang="zh-CN" sz="1575" dirty="0">
                <a:latin typeface="+mn-ea"/>
              </a:rPr>
              <a:t>6</a:t>
            </a:r>
            <a:r>
              <a:rPr lang="zh-CN" altLang="en-US" sz="1575" dirty="0">
                <a:latin typeface="+mn-ea"/>
              </a:rPr>
              <a:t>种状态标志：</a:t>
            </a:r>
            <a:r>
              <a:rPr lang="en-US" altLang="zh-CN" sz="1575" dirty="0">
                <a:latin typeface="+mn-ea"/>
              </a:rPr>
              <a:t> OF </a:t>
            </a:r>
            <a:r>
              <a:rPr lang="zh-CN" altLang="en-US" sz="1575" dirty="0">
                <a:latin typeface="+mn-ea"/>
              </a:rPr>
              <a:t>、 </a:t>
            </a:r>
            <a:r>
              <a:rPr lang="en-US" altLang="zh-CN" sz="1575" dirty="0">
                <a:latin typeface="+mn-ea"/>
              </a:rPr>
              <a:t>SF </a:t>
            </a:r>
            <a:r>
              <a:rPr lang="zh-CN" altLang="en-US" sz="1575" dirty="0">
                <a:latin typeface="+mn-ea"/>
              </a:rPr>
              <a:t>、</a:t>
            </a:r>
            <a:r>
              <a:rPr lang="en-US" altLang="zh-CN" sz="1575" dirty="0">
                <a:latin typeface="+mn-ea"/>
              </a:rPr>
              <a:t>ZF</a:t>
            </a:r>
            <a:r>
              <a:rPr lang="zh-CN" altLang="en-US" sz="1575" dirty="0">
                <a:latin typeface="+mn-ea"/>
              </a:rPr>
              <a:t>、</a:t>
            </a:r>
            <a:r>
              <a:rPr lang="en-US" altLang="zh-CN" sz="1575" dirty="0">
                <a:latin typeface="+mn-ea"/>
              </a:rPr>
              <a:t> AF</a:t>
            </a:r>
            <a:r>
              <a:rPr lang="zh-CN" altLang="en-US" sz="1575" dirty="0">
                <a:latin typeface="+mn-ea"/>
              </a:rPr>
              <a:t>、 </a:t>
            </a:r>
            <a:r>
              <a:rPr lang="en-US" altLang="zh-CN" sz="1575" dirty="0">
                <a:latin typeface="+mn-ea"/>
              </a:rPr>
              <a:t>PF</a:t>
            </a:r>
            <a:r>
              <a:rPr lang="zh-CN" altLang="en-US" sz="1575" dirty="0">
                <a:latin typeface="+mn-ea"/>
              </a:rPr>
              <a:t>、</a:t>
            </a:r>
            <a:r>
              <a:rPr lang="en-US" altLang="zh-CN" sz="1575" dirty="0">
                <a:latin typeface="+mn-ea"/>
              </a:rPr>
              <a:t> CF</a:t>
            </a:r>
          </a:p>
          <a:p>
            <a:pPr lvl="1" eaLnBrk="1" hangingPunct="1">
              <a:lnSpc>
                <a:spcPct val="90000"/>
              </a:lnSpc>
              <a:defRPr/>
            </a:pPr>
            <a:r>
              <a:rPr lang="en-US" altLang="zh-CN" sz="1575" dirty="0">
                <a:latin typeface="+mn-ea"/>
              </a:rPr>
              <a:t>3</a:t>
            </a:r>
            <a:r>
              <a:rPr lang="zh-CN" altLang="en-US" sz="1575" dirty="0">
                <a:latin typeface="+mn-ea"/>
              </a:rPr>
              <a:t>种控制标志 ：</a:t>
            </a:r>
            <a:r>
              <a:rPr lang="en-US" altLang="zh-CN" sz="1575" dirty="0">
                <a:latin typeface="+mn-ea"/>
              </a:rPr>
              <a:t>DF</a:t>
            </a:r>
            <a:r>
              <a:rPr lang="zh-CN" altLang="en-US" sz="1575" dirty="0">
                <a:latin typeface="+mn-ea"/>
              </a:rPr>
              <a:t>、</a:t>
            </a:r>
            <a:r>
              <a:rPr lang="en-US" altLang="zh-CN" sz="1575" dirty="0">
                <a:latin typeface="+mn-ea"/>
              </a:rPr>
              <a:t>IF</a:t>
            </a:r>
            <a:r>
              <a:rPr lang="zh-CN" altLang="en-US" sz="1575" dirty="0">
                <a:latin typeface="+mn-ea"/>
              </a:rPr>
              <a:t>、</a:t>
            </a:r>
            <a:r>
              <a:rPr lang="en-US" altLang="zh-CN" sz="1575" dirty="0">
                <a:latin typeface="+mn-ea"/>
              </a:rPr>
              <a:t>TF</a:t>
            </a:r>
          </a:p>
          <a:p>
            <a:pPr marL="0" indent="0" eaLnBrk="1" hangingPunct="1">
              <a:lnSpc>
                <a:spcPct val="90000"/>
              </a:lnSpc>
              <a:spcBef>
                <a:spcPts val="1800"/>
              </a:spcBef>
              <a:buFont typeface="Wingdings" panose="05000000000000000000" pitchFamily="2" charset="2"/>
              <a:buNone/>
              <a:defRPr/>
            </a:pPr>
            <a:r>
              <a:rPr lang="zh-CN" altLang="en-US" sz="1800" dirty="0">
                <a:latin typeface="+mn-ea"/>
              </a:rPr>
              <a:t>例：</a:t>
            </a:r>
            <a:r>
              <a:rPr lang="en-US" altLang="zh-CN" sz="1800" dirty="0">
                <a:latin typeface="+mn-ea"/>
              </a:rPr>
              <a:t>8086 CPU</a:t>
            </a:r>
            <a:r>
              <a:rPr lang="zh-CN" altLang="en-US" sz="1800" dirty="0">
                <a:latin typeface="+mn-ea"/>
              </a:rPr>
              <a:t>中的</a:t>
            </a:r>
            <a:r>
              <a:rPr lang="en-US" altLang="zh-CN" sz="1800" dirty="0">
                <a:latin typeface="+mn-ea"/>
              </a:rPr>
              <a:t>SP</a:t>
            </a:r>
            <a:r>
              <a:rPr lang="zh-CN" altLang="en-US" sz="1800" dirty="0">
                <a:latin typeface="+mn-ea"/>
              </a:rPr>
              <a:t>寄存器是一个</a:t>
            </a:r>
            <a:r>
              <a:rPr lang="en-US" altLang="zh-CN" sz="1800" dirty="0">
                <a:latin typeface="+mn-ea"/>
              </a:rPr>
              <a:t>_______</a:t>
            </a:r>
            <a:r>
              <a:rPr lang="zh-CN" altLang="en-US" sz="1800" dirty="0">
                <a:latin typeface="+mn-ea"/>
              </a:rPr>
              <a:t>位的寄存器。</a:t>
            </a:r>
          </a:p>
          <a:p>
            <a:pPr marL="0" indent="0" algn="just" eaLnBrk="1" hangingPunct="1">
              <a:spcBef>
                <a:spcPts val="0"/>
              </a:spcBef>
              <a:buFont typeface="Wingdings" panose="05000000000000000000" pitchFamily="2" charset="2"/>
              <a:buNone/>
              <a:defRPr/>
            </a:pPr>
            <a:r>
              <a:rPr lang="zh-CN" altLang="en-US" sz="1800" dirty="0">
                <a:latin typeface="+mn-ea"/>
              </a:rPr>
              <a:t>       </a:t>
            </a:r>
            <a:r>
              <a:rPr lang="en-US" altLang="zh-CN" sz="1800" dirty="0">
                <a:latin typeface="+mn-ea"/>
              </a:rPr>
              <a:t>A.  8</a:t>
            </a:r>
            <a:r>
              <a:rPr lang="zh-CN" altLang="en-US" sz="1800" dirty="0">
                <a:latin typeface="+mn-ea"/>
              </a:rPr>
              <a:t>位           </a:t>
            </a:r>
            <a:r>
              <a:rPr lang="en-US" altLang="zh-CN" sz="1800" dirty="0">
                <a:latin typeface="+mn-ea"/>
              </a:rPr>
              <a:t>B.  16</a:t>
            </a:r>
            <a:r>
              <a:rPr lang="zh-CN" altLang="en-US" sz="1800" dirty="0">
                <a:latin typeface="+mn-ea"/>
              </a:rPr>
              <a:t>位      </a:t>
            </a:r>
            <a:r>
              <a:rPr lang="en-US" altLang="zh-CN" sz="1800" dirty="0">
                <a:latin typeface="+mn-ea"/>
              </a:rPr>
              <a:t>C.  24</a:t>
            </a:r>
            <a:r>
              <a:rPr lang="zh-CN" altLang="en-US" sz="1800" dirty="0">
                <a:latin typeface="+mn-ea"/>
              </a:rPr>
              <a:t>位         </a:t>
            </a:r>
            <a:r>
              <a:rPr lang="en-US" altLang="zh-CN" sz="1800" dirty="0">
                <a:latin typeface="+mn-ea"/>
              </a:rPr>
              <a:t>D.  32</a:t>
            </a:r>
            <a:r>
              <a:rPr lang="zh-CN" altLang="en-US" sz="1800" dirty="0">
                <a:latin typeface="+mn-ea"/>
              </a:rPr>
              <a:t>位 </a:t>
            </a:r>
          </a:p>
          <a:p>
            <a:pPr marL="0" indent="0" eaLnBrk="1" hangingPunct="1">
              <a:buFont typeface="Wingdings" panose="05000000000000000000" pitchFamily="2" charset="2"/>
              <a:buNone/>
              <a:defRPr/>
            </a:pPr>
            <a:endParaRPr lang="zh-CN" altLang="en-US" dirty="0">
              <a:solidFill>
                <a:srgbClr val="C00000"/>
              </a:solidFill>
              <a:latin typeface="+mn-ea"/>
            </a:endParaRPr>
          </a:p>
        </p:txBody>
      </p:sp>
    </p:spTree>
    <p:custDataLst>
      <p:tags r:id="rId1"/>
    </p:custData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 Box 3">
            <a:extLst>
              <a:ext uri="{FF2B5EF4-FFF2-40B4-BE49-F238E27FC236}">
                <a16:creationId xmlns:a16="http://schemas.microsoft.com/office/drawing/2014/main" id="{B8873D38-7D84-4AF1-80F6-1A6CA0D6C546}"/>
              </a:ext>
            </a:extLst>
          </p:cNvPr>
          <p:cNvSpPr txBox="1">
            <a:spLocks noChangeArrowheads="1"/>
          </p:cNvSpPr>
          <p:nvPr/>
        </p:nvSpPr>
        <p:spPr bwMode="auto">
          <a:xfrm>
            <a:off x="2209800" y="2057400"/>
            <a:ext cx="5867400" cy="454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kumimoji="0" lang="en-US" altLang="zh-CN" sz="2400" u="none">
                <a:solidFill>
                  <a:srgbClr val="000000"/>
                </a:solidFill>
              </a:rPr>
              <a:t>8086/8088</a:t>
            </a:r>
            <a:r>
              <a:rPr kumimoji="0" lang="zh-CN" altLang="en-US" sz="2400" u="none">
                <a:solidFill>
                  <a:srgbClr val="000000"/>
                </a:solidFill>
              </a:rPr>
              <a:t>寄存器组：</a:t>
            </a:r>
            <a:endParaRPr lang="zh-CN" altLang="en-US" sz="2400" u="none">
              <a:solidFill>
                <a:srgbClr val="000000"/>
              </a:solidFill>
            </a:endParaRPr>
          </a:p>
          <a:p>
            <a:pPr eaLnBrk="1" hangingPunct="1">
              <a:lnSpc>
                <a:spcPct val="140000"/>
              </a:lnSpc>
              <a:spcBef>
                <a:spcPct val="0"/>
              </a:spcBef>
              <a:buClrTx/>
              <a:buFontTx/>
              <a:buNone/>
            </a:pPr>
            <a:r>
              <a:rPr lang="zh-CN" altLang="en-US" sz="2400" u="none">
                <a:solidFill>
                  <a:srgbClr val="0000FF"/>
                </a:solidFill>
                <a:ea typeface="楷体_GB2312" pitchFamily="49" charset="-122"/>
              </a:rPr>
              <a:t>数据寄存器：</a:t>
            </a:r>
          </a:p>
          <a:p>
            <a:pPr eaLnBrk="1" hangingPunct="1">
              <a:lnSpc>
                <a:spcPct val="140000"/>
              </a:lnSpc>
              <a:spcBef>
                <a:spcPct val="0"/>
              </a:spcBef>
              <a:buClrTx/>
              <a:buFontTx/>
              <a:buNone/>
            </a:pPr>
            <a:endParaRPr lang="zh-CN" altLang="en-US" sz="2400" u="none">
              <a:solidFill>
                <a:srgbClr val="000000"/>
              </a:solidFill>
              <a:ea typeface="楷体_GB2312" pitchFamily="49" charset="-122"/>
            </a:endParaRPr>
          </a:p>
          <a:p>
            <a:pPr eaLnBrk="1" hangingPunct="1">
              <a:lnSpc>
                <a:spcPct val="140000"/>
              </a:lnSpc>
              <a:spcBef>
                <a:spcPct val="0"/>
              </a:spcBef>
              <a:buClrTx/>
              <a:buFontTx/>
              <a:buNone/>
            </a:pPr>
            <a:endParaRPr lang="zh-CN" altLang="en-US" sz="2400" u="none">
              <a:solidFill>
                <a:srgbClr val="000000"/>
              </a:solidFill>
              <a:ea typeface="楷体_GB2312" pitchFamily="49" charset="-122"/>
            </a:endParaRPr>
          </a:p>
          <a:p>
            <a:pPr eaLnBrk="1" hangingPunct="1">
              <a:lnSpc>
                <a:spcPct val="140000"/>
              </a:lnSpc>
              <a:spcBef>
                <a:spcPct val="0"/>
              </a:spcBef>
              <a:buClrTx/>
              <a:buFontTx/>
              <a:buNone/>
            </a:pPr>
            <a:endParaRPr lang="zh-CN" altLang="en-US" sz="2400" u="none">
              <a:solidFill>
                <a:srgbClr val="000000"/>
              </a:solidFill>
              <a:ea typeface="楷体_GB2312" pitchFamily="49" charset="-122"/>
            </a:endParaRPr>
          </a:p>
          <a:p>
            <a:pPr eaLnBrk="1" hangingPunct="1">
              <a:lnSpc>
                <a:spcPct val="140000"/>
              </a:lnSpc>
              <a:spcBef>
                <a:spcPct val="0"/>
              </a:spcBef>
              <a:buClrTx/>
              <a:buFontTx/>
              <a:buNone/>
            </a:pPr>
            <a:endParaRPr kumimoji="0" lang="zh-CN" altLang="en-US" sz="2400" u="none">
              <a:solidFill>
                <a:srgbClr val="0000FF"/>
              </a:solidFill>
              <a:ea typeface="楷体_GB2312" pitchFamily="49" charset="-122"/>
            </a:endParaRPr>
          </a:p>
          <a:p>
            <a:pPr eaLnBrk="1" hangingPunct="1">
              <a:lnSpc>
                <a:spcPct val="140000"/>
              </a:lnSpc>
              <a:spcBef>
                <a:spcPct val="0"/>
              </a:spcBef>
              <a:buClrTx/>
              <a:buFontTx/>
              <a:buNone/>
            </a:pPr>
            <a:r>
              <a:rPr kumimoji="0" lang="zh-CN" altLang="en-US" sz="2400" u="none">
                <a:solidFill>
                  <a:srgbClr val="0000FF"/>
                </a:solidFill>
                <a:ea typeface="楷体_GB2312" pitchFamily="49" charset="-122"/>
              </a:rPr>
              <a:t>指针及变址寄存器：</a:t>
            </a:r>
            <a:r>
              <a:rPr kumimoji="0" lang="en-US" altLang="zh-CN" sz="2400" u="none">
                <a:solidFill>
                  <a:srgbClr val="000000"/>
                </a:solidFill>
                <a:ea typeface="楷体_GB2312" pitchFamily="49" charset="-122"/>
              </a:rPr>
              <a:t>SP</a:t>
            </a:r>
            <a:r>
              <a:rPr kumimoji="0" lang="zh-CN" altLang="en-US" sz="2400" u="none">
                <a:solidFill>
                  <a:srgbClr val="000000"/>
                </a:solidFill>
                <a:ea typeface="楷体_GB2312" pitchFamily="49" charset="-122"/>
              </a:rPr>
              <a:t>、</a:t>
            </a:r>
            <a:r>
              <a:rPr kumimoji="0" lang="en-US" altLang="zh-CN" sz="2400" u="none">
                <a:solidFill>
                  <a:srgbClr val="000000"/>
                </a:solidFill>
                <a:ea typeface="楷体_GB2312" pitchFamily="49" charset="-122"/>
              </a:rPr>
              <a:t>BP</a:t>
            </a:r>
            <a:r>
              <a:rPr kumimoji="0" lang="zh-CN" altLang="en-US" sz="2400" u="none">
                <a:solidFill>
                  <a:srgbClr val="000000"/>
                </a:solidFill>
                <a:ea typeface="楷体_GB2312" pitchFamily="49" charset="-122"/>
              </a:rPr>
              <a:t>、</a:t>
            </a:r>
            <a:r>
              <a:rPr kumimoji="0" lang="en-US" altLang="zh-CN" sz="2400" u="none">
                <a:solidFill>
                  <a:srgbClr val="000000"/>
                </a:solidFill>
                <a:ea typeface="楷体_GB2312" pitchFamily="49" charset="-122"/>
              </a:rPr>
              <a:t>SI</a:t>
            </a:r>
            <a:r>
              <a:rPr kumimoji="0" lang="zh-CN" altLang="en-US" sz="2400" u="none">
                <a:solidFill>
                  <a:srgbClr val="000000"/>
                </a:solidFill>
                <a:ea typeface="楷体_GB2312" pitchFamily="49" charset="-122"/>
              </a:rPr>
              <a:t>、</a:t>
            </a:r>
            <a:r>
              <a:rPr kumimoji="0" lang="en-US" altLang="zh-CN" sz="2400" u="none">
                <a:solidFill>
                  <a:srgbClr val="000000"/>
                </a:solidFill>
                <a:ea typeface="楷体_GB2312" pitchFamily="49" charset="-122"/>
              </a:rPr>
              <a:t>DI</a:t>
            </a:r>
          </a:p>
          <a:p>
            <a:pPr eaLnBrk="1" hangingPunct="1">
              <a:lnSpc>
                <a:spcPct val="140000"/>
              </a:lnSpc>
              <a:spcBef>
                <a:spcPct val="0"/>
              </a:spcBef>
              <a:buClrTx/>
              <a:buFontTx/>
              <a:buNone/>
            </a:pPr>
            <a:r>
              <a:rPr kumimoji="0" lang="zh-CN" altLang="en-US" sz="2400" u="none">
                <a:solidFill>
                  <a:srgbClr val="0000FF"/>
                </a:solidFill>
                <a:ea typeface="楷体_GB2312" pitchFamily="49" charset="-122"/>
              </a:rPr>
              <a:t>段寄存器：                </a:t>
            </a:r>
            <a:r>
              <a:rPr kumimoji="0" lang="en-US" altLang="zh-CN" sz="2400" u="none">
                <a:solidFill>
                  <a:srgbClr val="000000"/>
                </a:solidFill>
                <a:ea typeface="楷体_GB2312" pitchFamily="49" charset="-122"/>
              </a:rPr>
              <a:t>CS</a:t>
            </a:r>
            <a:r>
              <a:rPr kumimoji="0" lang="zh-CN" altLang="en-US" sz="2400" u="none">
                <a:solidFill>
                  <a:srgbClr val="000000"/>
                </a:solidFill>
                <a:ea typeface="楷体_GB2312" pitchFamily="49" charset="-122"/>
              </a:rPr>
              <a:t>、</a:t>
            </a:r>
            <a:r>
              <a:rPr kumimoji="0" lang="en-US" altLang="zh-CN" sz="2400" u="none">
                <a:solidFill>
                  <a:srgbClr val="000000"/>
                </a:solidFill>
                <a:ea typeface="楷体_GB2312" pitchFamily="49" charset="-122"/>
              </a:rPr>
              <a:t>DS</a:t>
            </a:r>
            <a:r>
              <a:rPr kumimoji="0" lang="zh-CN" altLang="en-US" sz="2400" u="none">
                <a:solidFill>
                  <a:srgbClr val="000000"/>
                </a:solidFill>
                <a:ea typeface="楷体_GB2312" pitchFamily="49" charset="-122"/>
              </a:rPr>
              <a:t>、</a:t>
            </a:r>
            <a:r>
              <a:rPr kumimoji="0" lang="en-US" altLang="zh-CN" sz="2400" u="none">
                <a:solidFill>
                  <a:srgbClr val="000000"/>
                </a:solidFill>
                <a:ea typeface="楷体_GB2312" pitchFamily="49" charset="-122"/>
              </a:rPr>
              <a:t>SS</a:t>
            </a:r>
            <a:r>
              <a:rPr kumimoji="0" lang="zh-CN" altLang="en-US" sz="2400" u="none">
                <a:solidFill>
                  <a:srgbClr val="000000"/>
                </a:solidFill>
                <a:ea typeface="楷体_GB2312" pitchFamily="49" charset="-122"/>
              </a:rPr>
              <a:t>、</a:t>
            </a:r>
            <a:r>
              <a:rPr kumimoji="0" lang="en-US" altLang="zh-CN" sz="2400" u="none">
                <a:solidFill>
                  <a:srgbClr val="000000"/>
                </a:solidFill>
                <a:ea typeface="楷体_GB2312" pitchFamily="49" charset="-122"/>
              </a:rPr>
              <a:t>ES</a:t>
            </a:r>
          </a:p>
          <a:p>
            <a:pPr eaLnBrk="1" hangingPunct="1">
              <a:lnSpc>
                <a:spcPct val="140000"/>
              </a:lnSpc>
              <a:spcBef>
                <a:spcPct val="0"/>
              </a:spcBef>
              <a:buClrTx/>
              <a:buFontTx/>
              <a:buNone/>
            </a:pPr>
            <a:r>
              <a:rPr kumimoji="0" lang="zh-CN" altLang="en-US" sz="2400" u="none">
                <a:solidFill>
                  <a:srgbClr val="0000FF"/>
                </a:solidFill>
                <a:ea typeface="楷体_GB2312" pitchFamily="49" charset="-122"/>
              </a:rPr>
              <a:t>控制寄存器：            </a:t>
            </a:r>
            <a:r>
              <a:rPr kumimoji="0" lang="en-US" altLang="zh-CN" sz="2400" u="none">
                <a:solidFill>
                  <a:srgbClr val="000000"/>
                </a:solidFill>
                <a:ea typeface="楷体_GB2312" pitchFamily="49" charset="-122"/>
              </a:rPr>
              <a:t>IP</a:t>
            </a:r>
            <a:r>
              <a:rPr kumimoji="0" lang="zh-CN" altLang="en-US" sz="2400" u="none">
                <a:solidFill>
                  <a:srgbClr val="000000"/>
                </a:solidFill>
                <a:ea typeface="楷体_GB2312" pitchFamily="49" charset="-122"/>
              </a:rPr>
              <a:t>、</a:t>
            </a:r>
            <a:r>
              <a:rPr kumimoji="0" lang="en-US" altLang="zh-CN" sz="2400" u="none">
                <a:solidFill>
                  <a:srgbClr val="000000"/>
                </a:solidFill>
                <a:ea typeface="楷体_GB2312" pitchFamily="49" charset="-122"/>
              </a:rPr>
              <a:t>FLAGS</a:t>
            </a:r>
          </a:p>
        </p:txBody>
      </p:sp>
      <p:sp>
        <p:nvSpPr>
          <p:cNvPr id="11267" name="Rectangle 4">
            <a:extLst>
              <a:ext uri="{FF2B5EF4-FFF2-40B4-BE49-F238E27FC236}">
                <a16:creationId xmlns:a16="http://schemas.microsoft.com/office/drawing/2014/main" id="{C3CED9B0-37F7-4426-B7AB-46B68D75B649}"/>
              </a:ext>
            </a:extLst>
          </p:cNvPr>
          <p:cNvSpPr>
            <a:spLocks noChangeArrowheads="1"/>
          </p:cNvSpPr>
          <p:nvPr/>
        </p:nvSpPr>
        <p:spPr bwMode="auto">
          <a:xfrm>
            <a:off x="2133600" y="1219200"/>
            <a:ext cx="6399213"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kumimoji="0" lang="en-US" altLang="zh-CN" sz="2400" u="none">
                <a:solidFill>
                  <a:srgbClr val="000000"/>
                </a:solidFill>
              </a:rPr>
              <a:t>CPU</a:t>
            </a:r>
            <a:r>
              <a:rPr kumimoji="0" lang="zh-CN" altLang="en-US" sz="2400" u="none">
                <a:solidFill>
                  <a:srgbClr val="000000"/>
                </a:solidFill>
              </a:rPr>
              <a:t>组成：算术逻辑部件</a:t>
            </a:r>
            <a:r>
              <a:rPr kumimoji="0" lang="en-US" altLang="zh-CN" sz="2400" u="none">
                <a:solidFill>
                  <a:srgbClr val="000000"/>
                </a:solidFill>
              </a:rPr>
              <a:t>ALU</a:t>
            </a:r>
            <a:r>
              <a:rPr kumimoji="0" lang="zh-CN" altLang="en-US" sz="2400" u="none">
                <a:solidFill>
                  <a:srgbClr val="000000"/>
                </a:solidFill>
              </a:rPr>
              <a:t>、控制逻辑、</a:t>
            </a:r>
          </a:p>
          <a:p>
            <a:pPr>
              <a:spcBef>
                <a:spcPct val="0"/>
              </a:spcBef>
              <a:buClrTx/>
              <a:buFontTx/>
              <a:buNone/>
            </a:pPr>
            <a:r>
              <a:rPr kumimoji="0" lang="zh-CN" altLang="en-US" sz="2400" u="none">
                <a:solidFill>
                  <a:srgbClr val="000000"/>
                </a:solidFill>
              </a:rPr>
              <a:t>                    工作寄存器</a:t>
            </a:r>
          </a:p>
        </p:txBody>
      </p:sp>
      <p:grpSp>
        <p:nvGrpSpPr>
          <p:cNvPr id="11268" name="Group 5">
            <a:extLst>
              <a:ext uri="{FF2B5EF4-FFF2-40B4-BE49-F238E27FC236}">
                <a16:creationId xmlns:a16="http://schemas.microsoft.com/office/drawing/2014/main" id="{906A8039-CB8D-41DC-94B0-E2A8290AA74A}"/>
              </a:ext>
            </a:extLst>
          </p:cNvPr>
          <p:cNvGrpSpPr>
            <a:grpSpLocks/>
          </p:cNvGrpSpPr>
          <p:nvPr/>
        </p:nvGrpSpPr>
        <p:grpSpPr bwMode="auto">
          <a:xfrm>
            <a:off x="2362200" y="2743200"/>
            <a:ext cx="4724400" cy="2201863"/>
            <a:chOff x="720" y="2784"/>
            <a:chExt cx="2976" cy="1387"/>
          </a:xfrm>
        </p:grpSpPr>
        <p:sp>
          <p:nvSpPr>
            <p:cNvPr id="11269" name="Text Box 6">
              <a:extLst>
                <a:ext uri="{FF2B5EF4-FFF2-40B4-BE49-F238E27FC236}">
                  <a16:creationId xmlns:a16="http://schemas.microsoft.com/office/drawing/2014/main" id="{5578C070-9B56-4076-9BA0-6F7E78AB99C3}"/>
                </a:ext>
              </a:extLst>
            </p:cNvPr>
            <p:cNvSpPr txBox="1">
              <a:spLocks noChangeArrowheads="1"/>
            </p:cNvSpPr>
            <p:nvPr/>
          </p:nvSpPr>
          <p:spPr bwMode="auto">
            <a:xfrm>
              <a:off x="720" y="3072"/>
              <a:ext cx="124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en-US" sz="2000" b="0" u="none">
                  <a:solidFill>
                    <a:srgbClr val="000000"/>
                  </a:solidFill>
                </a:rPr>
                <a:t>                 AX</a:t>
              </a:r>
              <a:endParaRPr lang="en-US" altLang="zh-CN" sz="2400" b="0" u="none">
                <a:solidFill>
                  <a:srgbClr val="000000"/>
                </a:solidFill>
              </a:endParaRPr>
            </a:p>
          </p:txBody>
        </p:sp>
        <p:sp>
          <p:nvSpPr>
            <p:cNvPr id="11270" name="Text Box 7">
              <a:extLst>
                <a:ext uri="{FF2B5EF4-FFF2-40B4-BE49-F238E27FC236}">
                  <a16:creationId xmlns:a16="http://schemas.microsoft.com/office/drawing/2014/main" id="{3ECA46B6-CA85-42EA-BD3D-05900604A4A0}"/>
                </a:ext>
              </a:extLst>
            </p:cNvPr>
            <p:cNvSpPr txBox="1">
              <a:spLocks noChangeArrowheads="1"/>
            </p:cNvSpPr>
            <p:nvPr/>
          </p:nvSpPr>
          <p:spPr bwMode="auto">
            <a:xfrm>
              <a:off x="720" y="3360"/>
              <a:ext cx="124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en-US" sz="2000" b="0" u="none">
                  <a:solidFill>
                    <a:srgbClr val="000000"/>
                  </a:solidFill>
                </a:rPr>
                <a:t>                 BX</a:t>
              </a:r>
              <a:endParaRPr lang="en-US" altLang="zh-CN" sz="2400" b="0" u="none">
                <a:solidFill>
                  <a:srgbClr val="000000"/>
                </a:solidFill>
              </a:endParaRPr>
            </a:p>
          </p:txBody>
        </p:sp>
        <p:sp>
          <p:nvSpPr>
            <p:cNvPr id="11271" name="Text Box 8">
              <a:extLst>
                <a:ext uri="{FF2B5EF4-FFF2-40B4-BE49-F238E27FC236}">
                  <a16:creationId xmlns:a16="http://schemas.microsoft.com/office/drawing/2014/main" id="{71481FCB-88B0-4A85-AC76-D68F15C69BE9}"/>
                </a:ext>
              </a:extLst>
            </p:cNvPr>
            <p:cNvSpPr txBox="1">
              <a:spLocks noChangeArrowheads="1"/>
            </p:cNvSpPr>
            <p:nvPr/>
          </p:nvSpPr>
          <p:spPr bwMode="auto">
            <a:xfrm>
              <a:off x="768" y="3648"/>
              <a:ext cx="124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en-US" sz="2000" b="0" u="none">
                  <a:solidFill>
                    <a:srgbClr val="000000"/>
                  </a:solidFill>
                </a:rPr>
                <a:t>                CX</a:t>
              </a:r>
              <a:endParaRPr lang="en-US" altLang="zh-CN" sz="2400" b="0" u="none">
                <a:solidFill>
                  <a:srgbClr val="000000"/>
                </a:solidFill>
              </a:endParaRPr>
            </a:p>
          </p:txBody>
        </p:sp>
        <p:sp>
          <p:nvSpPr>
            <p:cNvPr id="11272" name="Text Box 9">
              <a:extLst>
                <a:ext uri="{FF2B5EF4-FFF2-40B4-BE49-F238E27FC236}">
                  <a16:creationId xmlns:a16="http://schemas.microsoft.com/office/drawing/2014/main" id="{A6E1F976-BAEB-42E7-B0AE-7974800B40B8}"/>
                </a:ext>
              </a:extLst>
            </p:cNvPr>
            <p:cNvSpPr txBox="1">
              <a:spLocks noChangeArrowheads="1"/>
            </p:cNvSpPr>
            <p:nvPr/>
          </p:nvSpPr>
          <p:spPr bwMode="auto">
            <a:xfrm>
              <a:off x="768" y="3921"/>
              <a:ext cx="124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en-US" sz="2000" b="0" u="none">
                  <a:solidFill>
                    <a:srgbClr val="000000"/>
                  </a:solidFill>
                </a:rPr>
                <a:t>                DX</a:t>
              </a:r>
              <a:endParaRPr lang="en-US" altLang="zh-CN" sz="2400" b="0" u="none">
                <a:solidFill>
                  <a:srgbClr val="000000"/>
                </a:solidFill>
              </a:endParaRPr>
            </a:p>
          </p:txBody>
        </p:sp>
        <p:grpSp>
          <p:nvGrpSpPr>
            <p:cNvPr id="11273" name="Group 10">
              <a:extLst>
                <a:ext uri="{FF2B5EF4-FFF2-40B4-BE49-F238E27FC236}">
                  <a16:creationId xmlns:a16="http://schemas.microsoft.com/office/drawing/2014/main" id="{82AED59A-5A84-4FB0-A425-035521BEE636}"/>
                </a:ext>
              </a:extLst>
            </p:cNvPr>
            <p:cNvGrpSpPr>
              <a:grpSpLocks/>
            </p:cNvGrpSpPr>
            <p:nvPr/>
          </p:nvGrpSpPr>
          <p:grpSpPr bwMode="auto">
            <a:xfrm>
              <a:off x="1872" y="2784"/>
              <a:ext cx="1824" cy="1378"/>
              <a:chOff x="1872" y="2784"/>
              <a:chExt cx="1824" cy="1378"/>
            </a:xfrm>
          </p:grpSpPr>
          <p:grpSp>
            <p:nvGrpSpPr>
              <p:cNvPr id="11274" name="Group 11">
                <a:extLst>
                  <a:ext uri="{FF2B5EF4-FFF2-40B4-BE49-F238E27FC236}">
                    <a16:creationId xmlns:a16="http://schemas.microsoft.com/office/drawing/2014/main" id="{CFF24B50-B3D3-48D0-AE4B-54572907614B}"/>
                  </a:ext>
                </a:extLst>
              </p:cNvPr>
              <p:cNvGrpSpPr>
                <a:grpSpLocks/>
              </p:cNvGrpSpPr>
              <p:nvPr/>
            </p:nvGrpSpPr>
            <p:grpSpPr bwMode="auto">
              <a:xfrm>
                <a:off x="1872" y="3035"/>
                <a:ext cx="1728" cy="1127"/>
                <a:chOff x="1968" y="3072"/>
                <a:chExt cx="1728" cy="1127"/>
              </a:xfrm>
            </p:grpSpPr>
            <p:sp>
              <p:nvSpPr>
                <p:cNvPr id="11276" name="Text Box 12">
                  <a:extLst>
                    <a:ext uri="{FF2B5EF4-FFF2-40B4-BE49-F238E27FC236}">
                      <a16:creationId xmlns:a16="http://schemas.microsoft.com/office/drawing/2014/main" id="{0622A1A6-14C6-4431-AB96-E8151A12685D}"/>
                    </a:ext>
                  </a:extLst>
                </p:cNvPr>
                <p:cNvSpPr txBox="1">
                  <a:spLocks noChangeArrowheads="1"/>
                </p:cNvSpPr>
                <p:nvPr/>
              </p:nvSpPr>
              <p:spPr bwMode="auto">
                <a:xfrm>
                  <a:off x="1968" y="3072"/>
                  <a:ext cx="1728" cy="25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en-US" sz="2000" b="0" u="none">
                      <a:solidFill>
                        <a:srgbClr val="000000"/>
                      </a:solidFill>
                    </a:rPr>
                    <a:t>       AH                AL</a:t>
                  </a:r>
                  <a:endParaRPr lang="en-US" altLang="zh-CN" sz="2400" b="0" u="none">
                    <a:solidFill>
                      <a:srgbClr val="000000"/>
                    </a:solidFill>
                  </a:endParaRPr>
                </a:p>
              </p:txBody>
            </p:sp>
            <p:sp>
              <p:nvSpPr>
                <p:cNvPr id="11277" name="Line 13">
                  <a:extLst>
                    <a:ext uri="{FF2B5EF4-FFF2-40B4-BE49-F238E27FC236}">
                      <a16:creationId xmlns:a16="http://schemas.microsoft.com/office/drawing/2014/main" id="{3D545721-5E98-484B-9785-E02E31FAAA55}"/>
                    </a:ext>
                  </a:extLst>
                </p:cNvPr>
                <p:cNvSpPr>
                  <a:spLocks noChangeShapeType="1"/>
                </p:cNvSpPr>
                <p:nvPr/>
              </p:nvSpPr>
              <p:spPr bwMode="auto">
                <a:xfrm>
                  <a:off x="2832" y="3072"/>
                  <a:ext cx="0" cy="2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78" name="Text Box 14">
                  <a:extLst>
                    <a:ext uri="{FF2B5EF4-FFF2-40B4-BE49-F238E27FC236}">
                      <a16:creationId xmlns:a16="http://schemas.microsoft.com/office/drawing/2014/main" id="{7497A3D6-C1A0-4177-8C76-2DA88E7F2BE0}"/>
                    </a:ext>
                  </a:extLst>
                </p:cNvPr>
                <p:cNvSpPr txBox="1">
                  <a:spLocks noChangeArrowheads="1"/>
                </p:cNvSpPr>
                <p:nvPr/>
              </p:nvSpPr>
              <p:spPr bwMode="auto">
                <a:xfrm>
                  <a:off x="1968" y="3360"/>
                  <a:ext cx="1728" cy="25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en-US" sz="2000" b="0" u="none">
                      <a:solidFill>
                        <a:srgbClr val="000000"/>
                      </a:solidFill>
                    </a:rPr>
                    <a:t>       BH                 BL</a:t>
                  </a:r>
                  <a:endParaRPr lang="en-US" altLang="zh-CN" sz="2400" b="0" u="none">
                    <a:solidFill>
                      <a:srgbClr val="000000"/>
                    </a:solidFill>
                  </a:endParaRPr>
                </a:p>
              </p:txBody>
            </p:sp>
            <p:sp>
              <p:nvSpPr>
                <p:cNvPr id="11279" name="Text Box 15">
                  <a:extLst>
                    <a:ext uri="{FF2B5EF4-FFF2-40B4-BE49-F238E27FC236}">
                      <a16:creationId xmlns:a16="http://schemas.microsoft.com/office/drawing/2014/main" id="{6A791AE4-E567-4948-9370-6B6AAEDD0331}"/>
                    </a:ext>
                  </a:extLst>
                </p:cNvPr>
                <p:cNvSpPr txBox="1">
                  <a:spLocks noChangeArrowheads="1"/>
                </p:cNvSpPr>
                <p:nvPr/>
              </p:nvSpPr>
              <p:spPr bwMode="auto">
                <a:xfrm>
                  <a:off x="1968" y="3648"/>
                  <a:ext cx="1728" cy="25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en-US" sz="2000" b="0" u="none">
                      <a:solidFill>
                        <a:srgbClr val="000000"/>
                      </a:solidFill>
                    </a:rPr>
                    <a:t>       CH                 CL</a:t>
                  </a:r>
                  <a:endParaRPr lang="en-US" altLang="zh-CN" sz="2400" b="0" u="none">
                    <a:solidFill>
                      <a:srgbClr val="000000"/>
                    </a:solidFill>
                  </a:endParaRPr>
                </a:p>
              </p:txBody>
            </p:sp>
            <p:sp>
              <p:nvSpPr>
                <p:cNvPr id="11280" name="Text Box 16">
                  <a:extLst>
                    <a:ext uri="{FF2B5EF4-FFF2-40B4-BE49-F238E27FC236}">
                      <a16:creationId xmlns:a16="http://schemas.microsoft.com/office/drawing/2014/main" id="{6B962900-B986-476B-83E6-057F7ACAFA6D}"/>
                    </a:ext>
                  </a:extLst>
                </p:cNvPr>
                <p:cNvSpPr txBox="1">
                  <a:spLocks noChangeArrowheads="1"/>
                </p:cNvSpPr>
                <p:nvPr/>
              </p:nvSpPr>
              <p:spPr bwMode="auto">
                <a:xfrm>
                  <a:off x="1968" y="3935"/>
                  <a:ext cx="1728" cy="25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en-US" sz="2000" b="0" u="none">
                      <a:solidFill>
                        <a:srgbClr val="000000"/>
                      </a:solidFill>
                    </a:rPr>
                    <a:t>       DH                 DL</a:t>
                  </a:r>
                  <a:endParaRPr lang="en-US" altLang="zh-CN" sz="2400" b="0" u="none">
                    <a:solidFill>
                      <a:srgbClr val="000000"/>
                    </a:solidFill>
                  </a:endParaRPr>
                </a:p>
              </p:txBody>
            </p:sp>
            <p:sp>
              <p:nvSpPr>
                <p:cNvPr id="11281" name="Line 17">
                  <a:extLst>
                    <a:ext uri="{FF2B5EF4-FFF2-40B4-BE49-F238E27FC236}">
                      <a16:creationId xmlns:a16="http://schemas.microsoft.com/office/drawing/2014/main" id="{93B5B078-F14A-43F2-A894-DD1F1D5EC10B}"/>
                    </a:ext>
                  </a:extLst>
                </p:cNvPr>
                <p:cNvSpPr>
                  <a:spLocks noChangeShapeType="1"/>
                </p:cNvSpPr>
                <p:nvPr/>
              </p:nvSpPr>
              <p:spPr bwMode="auto">
                <a:xfrm>
                  <a:off x="2832" y="3360"/>
                  <a:ext cx="0" cy="2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82" name="Line 18">
                  <a:extLst>
                    <a:ext uri="{FF2B5EF4-FFF2-40B4-BE49-F238E27FC236}">
                      <a16:creationId xmlns:a16="http://schemas.microsoft.com/office/drawing/2014/main" id="{08B9668F-6C91-4E5F-94F3-18E6DC71D65A}"/>
                    </a:ext>
                  </a:extLst>
                </p:cNvPr>
                <p:cNvSpPr>
                  <a:spLocks noChangeShapeType="1"/>
                </p:cNvSpPr>
                <p:nvPr/>
              </p:nvSpPr>
              <p:spPr bwMode="auto">
                <a:xfrm>
                  <a:off x="2832" y="3648"/>
                  <a:ext cx="0" cy="2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83" name="Line 19">
                  <a:extLst>
                    <a:ext uri="{FF2B5EF4-FFF2-40B4-BE49-F238E27FC236}">
                      <a16:creationId xmlns:a16="http://schemas.microsoft.com/office/drawing/2014/main" id="{1AA49B6A-1B5C-44FD-8847-5CABC72AC6C8}"/>
                    </a:ext>
                  </a:extLst>
                </p:cNvPr>
                <p:cNvSpPr>
                  <a:spLocks noChangeShapeType="1"/>
                </p:cNvSpPr>
                <p:nvPr/>
              </p:nvSpPr>
              <p:spPr bwMode="auto">
                <a:xfrm>
                  <a:off x="2832" y="3936"/>
                  <a:ext cx="0" cy="2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1275" name="Text Box 20">
                <a:extLst>
                  <a:ext uri="{FF2B5EF4-FFF2-40B4-BE49-F238E27FC236}">
                    <a16:creationId xmlns:a16="http://schemas.microsoft.com/office/drawing/2014/main" id="{CFE45E10-6EBE-49D8-B099-DC08CCC01B53}"/>
                  </a:ext>
                </a:extLst>
              </p:cNvPr>
              <p:cNvSpPr txBox="1">
                <a:spLocks noChangeArrowheads="1"/>
              </p:cNvSpPr>
              <p:nvPr/>
            </p:nvSpPr>
            <p:spPr bwMode="auto">
              <a:xfrm>
                <a:off x="1920" y="2784"/>
                <a:ext cx="17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ClrTx/>
                  <a:buFontTx/>
                  <a:buNone/>
                </a:pPr>
                <a:r>
                  <a:rPr kumimoji="0" lang="en-US" altLang="zh-CN" sz="2000" b="0" u="none">
                    <a:solidFill>
                      <a:srgbClr val="000000"/>
                    </a:solidFill>
                    <a:ea typeface="楷体_GB2312" pitchFamily="49" charset="-122"/>
                  </a:rPr>
                  <a:t>    </a:t>
                </a:r>
                <a:r>
                  <a:rPr kumimoji="0" lang="zh-CN" altLang="en-US" sz="2000" u="none">
                    <a:solidFill>
                      <a:srgbClr val="000000"/>
                    </a:solidFill>
                    <a:ea typeface="楷体_GB2312" pitchFamily="49" charset="-122"/>
                  </a:rPr>
                  <a:t>高</a:t>
                </a:r>
                <a:r>
                  <a:rPr kumimoji="0" lang="en-US" altLang="zh-CN" sz="2000" u="none">
                    <a:solidFill>
                      <a:srgbClr val="000000"/>
                    </a:solidFill>
                    <a:ea typeface="楷体_GB2312" pitchFamily="49" charset="-122"/>
                  </a:rPr>
                  <a:t>8</a:t>
                </a:r>
                <a:r>
                  <a:rPr kumimoji="0" lang="zh-CN" altLang="en-US" sz="2000" u="none">
                    <a:solidFill>
                      <a:srgbClr val="000000"/>
                    </a:solidFill>
                    <a:ea typeface="楷体_GB2312" pitchFamily="49" charset="-122"/>
                  </a:rPr>
                  <a:t>位           低</a:t>
                </a:r>
                <a:r>
                  <a:rPr kumimoji="0" lang="en-US" altLang="zh-CN" sz="2000" u="none">
                    <a:solidFill>
                      <a:srgbClr val="000000"/>
                    </a:solidFill>
                    <a:ea typeface="楷体_GB2312" pitchFamily="49" charset="-122"/>
                  </a:rPr>
                  <a:t>8</a:t>
                </a:r>
                <a:r>
                  <a:rPr kumimoji="0" lang="zh-CN" altLang="en-US" sz="2000" u="none">
                    <a:solidFill>
                      <a:srgbClr val="000000"/>
                    </a:solidFill>
                    <a:ea typeface="楷体_GB2312" pitchFamily="49" charset="-122"/>
                  </a:rPr>
                  <a:t>位</a:t>
                </a:r>
              </a:p>
            </p:txBody>
          </p:sp>
        </p:gr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AutoShape 3" descr="mk:@MSITStore:D:\网上教案\汇编语言电子教材（怜香aogo论坛）.chm::/textbookIMG\02-7-d.gif">
            <a:extLst>
              <a:ext uri="{FF2B5EF4-FFF2-40B4-BE49-F238E27FC236}">
                <a16:creationId xmlns:a16="http://schemas.microsoft.com/office/drawing/2014/main" id="{EA81C69F-53F8-4295-84F1-F0A7AE089C1F}"/>
              </a:ext>
            </a:extLst>
          </p:cNvPr>
          <p:cNvSpPr>
            <a:spLocks noChangeAspect="1" noChangeArrowheads="1"/>
          </p:cNvSpPr>
          <p:nvPr/>
        </p:nvSpPr>
        <p:spPr bwMode="auto">
          <a:xfrm>
            <a:off x="3497263" y="2354263"/>
            <a:ext cx="2149475" cy="2149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sz="2400" b="0">
              <a:solidFill>
                <a:srgbClr val="000000"/>
              </a:solidFill>
            </a:endParaRPr>
          </a:p>
        </p:txBody>
      </p:sp>
      <p:sp>
        <p:nvSpPr>
          <p:cNvPr id="12291" name="AutoShape 5" descr="mk:@MSITStore:D:\网上教案\汇编语言电子教材（怜香aogo论坛）.chm::/textbookIMG\02-7-d.gif">
            <a:extLst>
              <a:ext uri="{FF2B5EF4-FFF2-40B4-BE49-F238E27FC236}">
                <a16:creationId xmlns:a16="http://schemas.microsoft.com/office/drawing/2014/main" id="{160D0DA0-F828-4415-8A53-3CC234F22990}"/>
              </a:ext>
            </a:extLst>
          </p:cNvPr>
          <p:cNvSpPr>
            <a:spLocks noChangeAspect="1" noChangeArrowheads="1"/>
          </p:cNvSpPr>
          <p:nvPr/>
        </p:nvSpPr>
        <p:spPr bwMode="auto">
          <a:xfrm>
            <a:off x="3497263" y="2354263"/>
            <a:ext cx="2149475" cy="2149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sz="2400" b="0">
              <a:solidFill>
                <a:srgbClr val="000000"/>
              </a:solidFill>
            </a:endParaRPr>
          </a:p>
        </p:txBody>
      </p:sp>
      <p:pic>
        <p:nvPicPr>
          <p:cNvPr id="12292" name="Picture 6" descr="C:\Documents and Settings\w\My Documents\My Pictures\02-7-d.gif">
            <a:extLst>
              <a:ext uri="{FF2B5EF4-FFF2-40B4-BE49-F238E27FC236}">
                <a16:creationId xmlns:a16="http://schemas.microsoft.com/office/drawing/2014/main" id="{414FBFAD-E462-4805-99F4-FE9E76F35A38}"/>
              </a:ext>
            </a:extLst>
          </p:cNvPr>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609600"/>
            <a:ext cx="4302224" cy="4583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 Box 2">
            <a:extLst>
              <a:ext uri="{FF2B5EF4-FFF2-40B4-BE49-F238E27FC236}">
                <a16:creationId xmlns:a16="http://schemas.microsoft.com/office/drawing/2014/main" id="{63309A60-333F-438D-A293-C7A4B041509D}"/>
              </a:ext>
            </a:extLst>
          </p:cNvPr>
          <p:cNvSpPr txBox="1">
            <a:spLocks noChangeArrowheads="1"/>
          </p:cNvSpPr>
          <p:nvPr/>
        </p:nvSpPr>
        <p:spPr bwMode="auto">
          <a:xfrm>
            <a:off x="1752600" y="685800"/>
            <a:ext cx="6096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0"/>
              </a:spcBef>
              <a:buClrTx/>
              <a:buFontTx/>
              <a:buNone/>
            </a:pPr>
            <a:r>
              <a:rPr kumimoji="0" lang="zh-CN" altLang="en-US" sz="2800" u="none">
                <a:solidFill>
                  <a:srgbClr val="000000"/>
                </a:solidFill>
              </a:rPr>
              <a:t>标志寄存器（</a:t>
            </a:r>
            <a:r>
              <a:rPr kumimoji="0" lang="zh-CN" altLang="en-US" sz="2400" u="none">
                <a:solidFill>
                  <a:srgbClr val="000000"/>
                </a:solidFill>
              </a:rPr>
              <a:t>程序状态字寄存器 </a:t>
            </a:r>
            <a:r>
              <a:rPr kumimoji="0" lang="en-US" altLang="zh-CN" sz="2400" u="none">
                <a:solidFill>
                  <a:srgbClr val="000000"/>
                </a:solidFill>
              </a:rPr>
              <a:t>PSW</a:t>
            </a:r>
            <a:r>
              <a:rPr kumimoji="0" lang="zh-CN" altLang="en-US" sz="2400" u="none">
                <a:solidFill>
                  <a:srgbClr val="000000"/>
                </a:solidFill>
              </a:rPr>
              <a:t>）</a:t>
            </a:r>
          </a:p>
        </p:txBody>
      </p:sp>
      <p:grpSp>
        <p:nvGrpSpPr>
          <p:cNvPr id="13315" name="Group 3">
            <a:extLst>
              <a:ext uri="{FF2B5EF4-FFF2-40B4-BE49-F238E27FC236}">
                <a16:creationId xmlns:a16="http://schemas.microsoft.com/office/drawing/2014/main" id="{C897DAE3-C052-4E8E-AD51-2EA8052C044A}"/>
              </a:ext>
            </a:extLst>
          </p:cNvPr>
          <p:cNvGrpSpPr>
            <a:grpSpLocks/>
          </p:cNvGrpSpPr>
          <p:nvPr/>
        </p:nvGrpSpPr>
        <p:grpSpPr bwMode="auto">
          <a:xfrm>
            <a:off x="1447800" y="1752600"/>
            <a:ext cx="7315200" cy="409575"/>
            <a:chOff x="192" y="2256"/>
            <a:chExt cx="5376" cy="258"/>
          </a:xfrm>
        </p:grpSpPr>
        <p:sp>
          <p:nvSpPr>
            <p:cNvPr id="13320" name="Text Box 4">
              <a:extLst>
                <a:ext uri="{FF2B5EF4-FFF2-40B4-BE49-F238E27FC236}">
                  <a16:creationId xmlns:a16="http://schemas.microsoft.com/office/drawing/2014/main" id="{6B9C3660-F156-4723-9C9A-251818704E8C}"/>
                </a:ext>
              </a:extLst>
            </p:cNvPr>
            <p:cNvSpPr txBox="1">
              <a:spLocks noChangeArrowheads="1"/>
            </p:cNvSpPr>
            <p:nvPr/>
          </p:nvSpPr>
          <p:spPr bwMode="auto">
            <a:xfrm>
              <a:off x="192" y="2256"/>
              <a:ext cx="336" cy="258"/>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ClrTx/>
                <a:buFontTx/>
                <a:buNone/>
              </a:pPr>
              <a:endParaRPr kumimoji="0" lang="zh-CN" altLang="zh-CN" sz="2000" b="0" u="none">
                <a:solidFill>
                  <a:srgbClr val="000000"/>
                </a:solidFill>
              </a:endParaRPr>
            </a:p>
          </p:txBody>
        </p:sp>
        <p:sp>
          <p:nvSpPr>
            <p:cNvPr id="13321" name="Text Box 5">
              <a:extLst>
                <a:ext uri="{FF2B5EF4-FFF2-40B4-BE49-F238E27FC236}">
                  <a16:creationId xmlns:a16="http://schemas.microsoft.com/office/drawing/2014/main" id="{D93C3A31-E64F-4D6F-9F3A-EBF254C0D027}"/>
                </a:ext>
              </a:extLst>
            </p:cNvPr>
            <p:cNvSpPr txBox="1">
              <a:spLocks noChangeArrowheads="1"/>
            </p:cNvSpPr>
            <p:nvPr/>
          </p:nvSpPr>
          <p:spPr bwMode="auto">
            <a:xfrm>
              <a:off x="528" y="2256"/>
              <a:ext cx="336" cy="258"/>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ClrTx/>
                <a:buFontTx/>
                <a:buNone/>
              </a:pPr>
              <a:endParaRPr kumimoji="0" lang="zh-CN" altLang="zh-CN" sz="2000" b="0" u="none">
                <a:solidFill>
                  <a:srgbClr val="000000"/>
                </a:solidFill>
              </a:endParaRPr>
            </a:p>
          </p:txBody>
        </p:sp>
        <p:sp>
          <p:nvSpPr>
            <p:cNvPr id="13322" name="Text Box 6">
              <a:extLst>
                <a:ext uri="{FF2B5EF4-FFF2-40B4-BE49-F238E27FC236}">
                  <a16:creationId xmlns:a16="http://schemas.microsoft.com/office/drawing/2014/main" id="{FD974631-C2A5-4406-AE9D-513A780773E7}"/>
                </a:ext>
              </a:extLst>
            </p:cNvPr>
            <p:cNvSpPr txBox="1">
              <a:spLocks noChangeArrowheads="1"/>
            </p:cNvSpPr>
            <p:nvPr/>
          </p:nvSpPr>
          <p:spPr bwMode="auto">
            <a:xfrm>
              <a:off x="864" y="2256"/>
              <a:ext cx="336" cy="258"/>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ClrTx/>
                <a:buFontTx/>
                <a:buNone/>
              </a:pPr>
              <a:endParaRPr kumimoji="0" lang="zh-CN" altLang="zh-CN" sz="2000" b="0" u="none">
                <a:solidFill>
                  <a:srgbClr val="000000"/>
                </a:solidFill>
              </a:endParaRPr>
            </a:p>
          </p:txBody>
        </p:sp>
        <p:sp>
          <p:nvSpPr>
            <p:cNvPr id="13323" name="Text Box 7">
              <a:extLst>
                <a:ext uri="{FF2B5EF4-FFF2-40B4-BE49-F238E27FC236}">
                  <a16:creationId xmlns:a16="http://schemas.microsoft.com/office/drawing/2014/main" id="{319322E4-2820-4E47-AD38-91C199A50861}"/>
                </a:ext>
              </a:extLst>
            </p:cNvPr>
            <p:cNvSpPr txBox="1">
              <a:spLocks noChangeArrowheads="1"/>
            </p:cNvSpPr>
            <p:nvPr/>
          </p:nvSpPr>
          <p:spPr bwMode="auto">
            <a:xfrm>
              <a:off x="1200" y="2256"/>
              <a:ext cx="336" cy="258"/>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ClrTx/>
                <a:buFontTx/>
                <a:buNone/>
              </a:pPr>
              <a:endParaRPr kumimoji="0" lang="zh-CN" altLang="zh-CN" sz="2000" b="0" u="none">
                <a:solidFill>
                  <a:srgbClr val="000000"/>
                </a:solidFill>
              </a:endParaRPr>
            </a:p>
          </p:txBody>
        </p:sp>
        <p:sp>
          <p:nvSpPr>
            <p:cNvPr id="13324" name="Text Box 8">
              <a:extLst>
                <a:ext uri="{FF2B5EF4-FFF2-40B4-BE49-F238E27FC236}">
                  <a16:creationId xmlns:a16="http://schemas.microsoft.com/office/drawing/2014/main" id="{D433F932-EB16-4B64-AD16-5189CF1DACB2}"/>
                </a:ext>
              </a:extLst>
            </p:cNvPr>
            <p:cNvSpPr txBox="1">
              <a:spLocks noChangeArrowheads="1"/>
            </p:cNvSpPr>
            <p:nvPr/>
          </p:nvSpPr>
          <p:spPr bwMode="auto">
            <a:xfrm>
              <a:off x="1536" y="2256"/>
              <a:ext cx="336" cy="258"/>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ClrTx/>
                <a:buFontTx/>
                <a:buNone/>
              </a:pPr>
              <a:endParaRPr kumimoji="0" lang="zh-CN" altLang="zh-CN" sz="2000" b="0" u="none">
                <a:solidFill>
                  <a:srgbClr val="0000FF"/>
                </a:solidFill>
              </a:endParaRPr>
            </a:p>
          </p:txBody>
        </p:sp>
        <p:sp>
          <p:nvSpPr>
            <p:cNvPr id="13325" name="Text Box 9">
              <a:extLst>
                <a:ext uri="{FF2B5EF4-FFF2-40B4-BE49-F238E27FC236}">
                  <a16:creationId xmlns:a16="http://schemas.microsoft.com/office/drawing/2014/main" id="{F39B1051-8BEB-45D1-9533-75B7ECE822ED}"/>
                </a:ext>
              </a:extLst>
            </p:cNvPr>
            <p:cNvSpPr txBox="1">
              <a:spLocks noChangeArrowheads="1"/>
            </p:cNvSpPr>
            <p:nvPr/>
          </p:nvSpPr>
          <p:spPr bwMode="auto">
            <a:xfrm>
              <a:off x="1872" y="2256"/>
              <a:ext cx="336" cy="258"/>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ClrTx/>
                <a:buFontTx/>
                <a:buNone/>
              </a:pPr>
              <a:endParaRPr kumimoji="0" lang="zh-CN" altLang="zh-CN" sz="2000" b="0" u="none">
                <a:solidFill>
                  <a:srgbClr val="000000"/>
                </a:solidFill>
              </a:endParaRPr>
            </a:p>
          </p:txBody>
        </p:sp>
        <p:sp>
          <p:nvSpPr>
            <p:cNvPr id="13326" name="Text Box 10">
              <a:extLst>
                <a:ext uri="{FF2B5EF4-FFF2-40B4-BE49-F238E27FC236}">
                  <a16:creationId xmlns:a16="http://schemas.microsoft.com/office/drawing/2014/main" id="{8539E0F9-78BD-4575-B306-D52853218681}"/>
                </a:ext>
              </a:extLst>
            </p:cNvPr>
            <p:cNvSpPr txBox="1">
              <a:spLocks noChangeArrowheads="1"/>
            </p:cNvSpPr>
            <p:nvPr/>
          </p:nvSpPr>
          <p:spPr bwMode="auto">
            <a:xfrm>
              <a:off x="2208" y="2256"/>
              <a:ext cx="336" cy="258"/>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ClrTx/>
                <a:buFontTx/>
                <a:buNone/>
              </a:pPr>
              <a:endParaRPr kumimoji="0" lang="zh-CN" altLang="zh-CN" sz="2000" b="0" u="none">
                <a:solidFill>
                  <a:srgbClr val="000000"/>
                </a:solidFill>
              </a:endParaRPr>
            </a:p>
          </p:txBody>
        </p:sp>
        <p:sp>
          <p:nvSpPr>
            <p:cNvPr id="13327" name="Text Box 11">
              <a:extLst>
                <a:ext uri="{FF2B5EF4-FFF2-40B4-BE49-F238E27FC236}">
                  <a16:creationId xmlns:a16="http://schemas.microsoft.com/office/drawing/2014/main" id="{F027CD8B-2DCC-4060-8C82-69B2B0AFCD28}"/>
                </a:ext>
              </a:extLst>
            </p:cNvPr>
            <p:cNvSpPr txBox="1">
              <a:spLocks noChangeArrowheads="1"/>
            </p:cNvSpPr>
            <p:nvPr/>
          </p:nvSpPr>
          <p:spPr bwMode="auto">
            <a:xfrm>
              <a:off x="2544" y="2256"/>
              <a:ext cx="336" cy="258"/>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ClrTx/>
                <a:buFontTx/>
                <a:buNone/>
              </a:pPr>
              <a:endParaRPr kumimoji="0" lang="zh-CN" altLang="zh-CN" sz="2000" b="0" u="none">
                <a:solidFill>
                  <a:srgbClr val="000000"/>
                </a:solidFill>
              </a:endParaRPr>
            </a:p>
          </p:txBody>
        </p:sp>
        <p:grpSp>
          <p:nvGrpSpPr>
            <p:cNvPr id="13328" name="Group 12">
              <a:extLst>
                <a:ext uri="{FF2B5EF4-FFF2-40B4-BE49-F238E27FC236}">
                  <a16:creationId xmlns:a16="http://schemas.microsoft.com/office/drawing/2014/main" id="{4D2B58FB-4BF7-438C-B93E-2B1000A69001}"/>
                </a:ext>
              </a:extLst>
            </p:cNvPr>
            <p:cNvGrpSpPr>
              <a:grpSpLocks/>
            </p:cNvGrpSpPr>
            <p:nvPr/>
          </p:nvGrpSpPr>
          <p:grpSpPr bwMode="auto">
            <a:xfrm>
              <a:off x="2880" y="2256"/>
              <a:ext cx="2688" cy="258"/>
              <a:chOff x="1200" y="2352"/>
              <a:chExt cx="2688" cy="258"/>
            </a:xfrm>
          </p:grpSpPr>
          <p:sp>
            <p:nvSpPr>
              <p:cNvPr id="13329" name="Text Box 13">
                <a:extLst>
                  <a:ext uri="{FF2B5EF4-FFF2-40B4-BE49-F238E27FC236}">
                    <a16:creationId xmlns:a16="http://schemas.microsoft.com/office/drawing/2014/main" id="{FCA06D64-4765-41B4-B8A2-87BFEA3DD5C2}"/>
                  </a:ext>
                </a:extLst>
              </p:cNvPr>
              <p:cNvSpPr txBox="1">
                <a:spLocks noChangeArrowheads="1"/>
              </p:cNvSpPr>
              <p:nvPr/>
            </p:nvSpPr>
            <p:spPr bwMode="auto">
              <a:xfrm>
                <a:off x="1200" y="2352"/>
                <a:ext cx="336" cy="258"/>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ClrTx/>
                  <a:buFontTx/>
                  <a:buNone/>
                </a:pPr>
                <a:endParaRPr kumimoji="0" lang="zh-CN" altLang="zh-CN" sz="2000" b="0" u="none">
                  <a:solidFill>
                    <a:srgbClr val="0000FF"/>
                  </a:solidFill>
                </a:endParaRPr>
              </a:p>
            </p:txBody>
          </p:sp>
          <p:sp>
            <p:nvSpPr>
              <p:cNvPr id="13330" name="Text Box 14">
                <a:extLst>
                  <a:ext uri="{FF2B5EF4-FFF2-40B4-BE49-F238E27FC236}">
                    <a16:creationId xmlns:a16="http://schemas.microsoft.com/office/drawing/2014/main" id="{0EBA9224-AB3B-4D93-ACDD-38A192C40129}"/>
                  </a:ext>
                </a:extLst>
              </p:cNvPr>
              <p:cNvSpPr txBox="1">
                <a:spLocks noChangeArrowheads="1"/>
              </p:cNvSpPr>
              <p:nvPr/>
            </p:nvSpPr>
            <p:spPr bwMode="auto">
              <a:xfrm>
                <a:off x="1536" y="2352"/>
                <a:ext cx="336" cy="258"/>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ClrTx/>
                  <a:buFontTx/>
                  <a:buNone/>
                </a:pPr>
                <a:endParaRPr kumimoji="0" lang="zh-CN" altLang="zh-CN" sz="2000" b="0" u="none">
                  <a:solidFill>
                    <a:srgbClr val="0000FF"/>
                  </a:solidFill>
                </a:endParaRPr>
              </a:p>
            </p:txBody>
          </p:sp>
          <p:sp>
            <p:nvSpPr>
              <p:cNvPr id="13331" name="Text Box 15">
                <a:extLst>
                  <a:ext uri="{FF2B5EF4-FFF2-40B4-BE49-F238E27FC236}">
                    <a16:creationId xmlns:a16="http://schemas.microsoft.com/office/drawing/2014/main" id="{C4AAF4F4-2B41-4AD0-BBDE-C3FE2313374F}"/>
                  </a:ext>
                </a:extLst>
              </p:cNvPr>
              <p:cNvSpPr txBox="1">
                <a:spLocks noChangeArrowheads="1"/>
              </p:cNvSpPr>
              <p:nvPr/>
            </p:nvSpPr>
            <p:spPr bwMode="auto">
              <a:xfrm>
                <a:off x="1872" y="2352"/>
                <a:ext cx="336" cy="258"/>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ClrTx/>
                  <a:buFontTx/>
                  <a:buNone/>
                </a:pPr>
                <a:endParaRPr kumimoji="0" lang="zh-CN" altLang="zh-CN" sz="2000" b="0" u="none">
                  <a:solidFill>
                    <a:srgbClr val="000000"/>
                  </a:solidFill>
                </a:endParaRPr>
              </a:p>
            </p:txBody>
          </p:sp>
          <p:sp>
            <p:nvSpPr>
              <p:cNvPr id="13332" name="Text Box 16">
                <a:extLst>
                  <a:ext uri="{FF2B5EF4-FFF2-40B4-BE49-F238E27FC236}">
                    <a16:creationId xmlns:a16="http://schemas.microsoft.com/office/drawing/2014/main" id="{79E5D8C9-F796-4F28-946D-7C5FAD1DEAC8}"/>
                  </a:ext>
                </a:extLst>
              </p:cNvPr>
              <p:cNvSpPr txBox="1">
                <a:spLocks noChangeArrowheads="1"/>
              </p:cNvSpPr>
              <p:nvPr/>
            </p:nvSpPr>
            <p:spPr bwMode="auto">
              <a:xfrm>
                <a:off x="2208" y="2352"/>
                <a:ext cx="336" cy="258"/>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ClrTx/>
                  <a:buFontTx/>
                  <a:buNone/>
                </a:pPr>
                <a:endParaRPr kumimoji="0" lang="zh-CN" altLang="zh-CN" sz="2000" b="0" u="none">
                  <a:solidFill>
                    <a:srgbClr val="0000FF"/>
                  </a:solidFill>
                </a:endParaRPr>
              </a:p>
            </p:txBody>
          </p:sp>
          <p:sp>
            <p:nvSpPr>
              <p:cNvPr id="13333" name="Text Box 17">
                <a:extLst>
                  <a:ext uri="{FF2B5EF4-FFF2-40B4-BE49-F238E27FC236}">
                    <a16:creationId xmlns:a16="http://schemas.microsoft.com/office/drawing/2014/main" id="{AEE3F171-EAEF-42F0-AE30-3336506993B7}"/>
                  </a:ext>
                </a:extLst>
              </p:cNvPr>
              <p:cNvSpPr txBox="1">
                <a:spLocks noChangeArrowheads="1"/>
              </p:cNvSpPr>
              <p:nvPr/>
            </p:nvSpPr>
            <p:spPr bwMode="auto">
              <a:xfrm>
                <a:off x="2544" y="2352"/>
                <a:ext cx="336" cy="258"/>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ClrTx/>
                  <a:buFontTx/>
                  <a:buNone/>
                </a:pPr>
                <a:endParaRPr kumimoji="0" lang="zh-CN" altLang="zh-CN" sz="2000" b="0" u="none">
                  <a:solidFill>
                    <a:srgbClr val="000000"/>
                  </a:solidFill>
                </a:endParaRPr>
              </a:p>
            </p:txBody>
          </p:sp>
          <p:sp>
            <p:nvSpPr>
              <p:cNvPr id="13334" name="Text Box 18">
                <a:extLst>
                  <a:ext uri="{FF2B5EF4-FFF2-40B4-BE49-F238E27FC236}">
                    <a16:creationId xmlns:a16="http://schemas.microsoft.com/office/drawing/2014/main" id="{6AD999C9-38FE-4C94-995F-C61799FD25A3}"/>
                  </a:ext>
                </a:extLst>
              </p:cNvPr>
              <p:cNvSpPr txBox="1">
                <a:spLocks noChangeArrowheads="1"/>
              </p:cNvSpPr>
              <p:nvPr/>
            </p:nvSpPr>
            <p:spPr bwMode="auto">
              <a:xfrm>
                <a:off x="2880" y="2352"/>
                <a:ext cx="336" cy="258"/>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ClrTx/>
                  <a:buFontTx/>
                  <a:buNone/>
                </a:pPr>
                <a:endParaRPr kumimoji="0" lang="zh-CN" altLang="zh-CN" sz="2000" b="0" u="none">
                  <a:solidFill>
                    <a:srgbClr val="0000FF"/>
                  </a:solidFill>
                </a:endParaRPr>
              </a:p>
            </p:txBody>
          </p:sp>
          <p:sp>
            <p:nvSpPr>
              <p:cNvPr id="13335" name="Text Box 19">
                <a:extLst>
                  <a:ext uri="{FF2B5EF4-FFF2-40B4-BE49-F238E27FC236}">
                    <a16:creationId xmlns:a16="http://schemas.microsoft.com/office/drawing/2014/main" id="{3E84C659-31F6-42D6-B4DB-BF1CB6425EC8}"/>
                  </a:ext>
                </a:extLst>
              </p:cNvPr>
              <p:cNvSpPr txBox="1">
                <a:spLocks noChangeArrowheads="1"/>
              </p:cNvSpPr>
              <p:nvPr/>
            </p:nvSpPr>
            <p:spPr bwMode="auto">
              <a:xfrm>
                <a:off x="3216" y="2352"/>
                <a:ext cx="336" cy="258"/>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ClrTx/>
                  <a:buFontTx/>
                  <a:buNone/>
                </a:pPr>
                <a:endParaRPr kumimoji="0" lang="zh-CN" altLang="zh-CN" sz="2000" b="0" u="none">
                  <a:solidFill>
                    <a:srgbClr val="000000"/>
                  </a:solidFill>
                </a:endParaRPr>
              </a:p>
            </p:txBody>
          </p:sp>
          <p:sp>
            <p:nvSpPr>
              <p:cNvPr id="13336" name="Text Box 20">
                <a:extLst>
                  <a:ext uri="{FF2B5EF4-FFF2-40B4-BE49-F238E27FC236}">
                    <a16:creationId xmlns:a16="http://schemas.microsoft.com/office/drawing/2014/main" id="{A9C76942-B952-4B29-A2AD-95446ABD6F5B}"/>
                  </a:ext>
                </a:extLst>
              </p:cNvPr>
              <p:cNvSpPr txBox="1">
                <a:spLocks noChangeArrowheads="1"/>
              </p:cNvSpPr>
              <p:nvPr/>
            </p:nvSpPr>
            <p:spPr bwMode="auto">
              <a:xfrm>
                <a:off x="3552" y="2352"/>
                <a:ext cx="336" cy="258"/>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ClrTx/>
                  <a:buFontTx/>
                  <a:buNone/>
                </a:pPr>
                <a:endParaRPr kumimoji="0" lang="zh-CN" altLang="zh-CN" sz="2000" b="0" u="none">
                  <a:solidFill>
                    <a:srgbClr val="0000FF"/>
                  </a:solidFill>
                </a:endParaRPr>
              </a:p>
            </p:txBody>
          </p:sp>
        </p:grpSp>
      </p:grpSp>
      <p:sp>
        <p:nvSpPr>
          <p:cNvPr id="13316" name="Text Box 21">
            <a:extLst>
              <a:ext uri="{FF2B5EF4-FFF2-40B4-BE49-F238E27FC236}">
                <a16:creationId xmlns:a16="http://schemas.microsoft.com/office/drawing/2014/main" id="{61F31B9A-1D0A-4E85-94C9-36E1EFF91853}"/>
              </a:ext>
            </a:extLst>
          </p:cNvPr>
          <p:cNvSpPr txBox="1">
            <a:spLocks noChangeArrowheads="1"/>
          </p:cNvSpPr>
          <p:nvPr/>
        </p:nvSpPr>
        <p:spPr bwMode="auto">
          <a:xfrm>
            <a:off x="1371600" y="1447800"/>
            <a:ext cx="73914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ClrTx/>
              <a:buFontTx/>
              <a:buNone/>
            </a:pPr>
            <a:r>
              <a:rPr kumimoji="0" lang="en-US" altLang="zh-CN" sz="1600" b="0" u="none">
                <a:solidFill>
                  <a:srgbClr val="000000"/>
                </a:solidFill>
              </a:rPr>
              <a:t>  15     14     13     12     11     10      9       8        7       6       5       4       3      2       1       0</a:t>
            </a:r>
          </a:p>
        </p:txBody>
      </p:sp>
      <p:sp>
        <p:nvSpPr>
          <p:cNvPr id="13317" name="Text Box 22">
            <a:extLst>
              <a:ext uri="{FF2B5EF4-FFF2-40B4-BE49-F238E27FC236}">
                <a16:creationId xmlns:a16="http://schemas.microsoft.com/office/drawing/2014/main" id="{F5B77866-7B11-4131-AEFB-FEE2C34E2025}"/>
              </a:ext>
            </a:extLst>
          </p:cNvPr>
          <p:cNvSpPr txBox="1">
            <a:spLocks noChangeArrowheads="1"/>
          </p:cNvSpPr>
          <p:nvPr/>
        </p:nvSpPr>
        <p:spPr bwMode="auto">
          <a:xfrm>
            <a:off x="1752600" y="2971800"/>
            <a:ext cx="6477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ClrTx/>
              <a:buFontTx/>
              <a:buNone/>
            </a:pPr>
            <a:r>
              <a:rPr kumimoji="0" lang="en-US" altLang="zh-CN" sz="2400" b="0" u="none">
                <a:solidFill>
                  <a:srgbClr val="000000"/>
                </a:solidFill>
              </a:rPr>
              <a:t>      </a:t>
            </a:r>
            <a:r>
              <a:rPr kumimoji="0" lang="zh-CN" altLang="en-US" sz="2400" u="none">
                <a:solidFill>
                  <a:srgbClr val="000000"/>
                </a:solidFill>
              </a:rPr>
              <a:t>条件码标志：                    控制标志：</a:t>
            </a:r>
          </a:p>
        </p:txBody>
      </p:sp>
      <p:sp>
        <p:nvSpPr>
          <p:cNvPr id="13318" name="Rectangle 23">
            <a:extLst>
              <a:ext uri="{FF2B5EF4-FFF2-40B4-BE49-F238E27FC236}">
                <a16:creationId xmlns:a16="http://schemas.microsoft.com/office/drawing/2014/main" id="{7BAE8603-A5D7-4F07-AB3A-856EC0539B76}"/>
              </a:ext>
            </a:extLst>
          </p:cNvPr>
          <p:cNvSpPr>
            <a:spLocks noChangeArrowheads="1"/>
          </p:cNvSpPr>
          <p:nvPr/>
        </p:nvSpPr>
        <p:spPr bwMode="auto">
          <a:xfrm>
            <a:off x="2286000" y="3886200"/>
            <a:ext cx="5410200" cy="2160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nSpc>
                <a:spcPct val="70000"/>
              </a:lnSpc>
              <a:spcBef>
                <a:spcPct val="50000"/>
              </a:spcBef>
              <a:buClrTx/>
              <a:buFontTx/>
              <a:buNone/>
            </a:pPr>
            <a:r>
              <a:rPr kumimoji="0" lang="en-US" altLang="zh-CN" sz="2000" u="none">
                <a:solidFill>
                  <a:srgbClr val="0000FF"/>
                </a:solidFill>
                <a:latin typeface="Lucida Console" panose="020B0609040504020204" pitchFamily="49" charset="0"/>
              </a:rPr>
              <a:t>OF</a:t>
            </a:r>
            <a:r>
              <a:rPr kumimoji="0" lang="en-US" altLang="zh-CN" sz="2000" u="none">
                <a:solidFill>
                  <a:srgbClr val="000000"/>
                </a:solidFill>
                <a:latin typeface="Lucida Console" panose="020B0609040504020204" pitchFamily="49" charset="0"/>
              </a:rPr>
              <a:t>  </a:t>
            </a:r>
            <a:r>
              <a:rPr kumimoji="0" lang="zh-CN" altLang="en-US" sz="2000" u="none">
                <a:solidFill>
                  <a:srgbClr val="000000"/>
                </a:solidFill>
                <a:latin typeface="Lucida Console" panose="020B0609040504020204" pitchFamily="49" charset="0"/>
              </a:rPr>
              <a:t>溢出标志           </a:t>
            </a:r>
            <a:r>
              <a:rPr kumimoji="0" lang="en-US" altLang="zh-CN" sz="2000" u="none">
                <a:solidFill>
                  <a:srgbClr val="000000"/>
                </a:solidFill>
                <a:latin typeface="Lucida Console" panose="020B0609040504020204" pitchFamily="49" charset="0"/>
              </a:rPr>
              <a:t>DF   </a:t>
            </a:r>
            <a:r>
              <a:rPr kumimoji="0" lang="zh-CN" altLang="en-US" sz="2000" u="none">
                <a:solidFill>
                  <a:srgbClr val="000000"/>
                </a:solidFill>
                <a:latin typeface="Lucida Console" panose="020B0609040504020204" pitchFamily="49" charset="0"/>
              </a:rPr>
              <a:t>方向标志 </a:t>
            </a:r>
          </a:p>
          <a:p>
            <a:pPr>
              <a:lnSpc>
                <a:spcPct val="70000"/>
              </a:lnSpc>
              <a:spcBef>
                <a:spcPct val="50000"/>
              </a:spcBef>
              <a:buClrTx/>
              <a:buFontTx/>
              <a:buNone/>
            </a:pPr>
            <a:r>
              <a:rPr kumimoji="0" lang="en-US" altLang="zh-CN" sz="2000" u="none">
                <a:solidFill>
                  <a:srgbClr val="0000FF"/>
                </a:solidFill>
                <a:latin typeface="Lucida Console" panose="020B0609040504020204" pitchFamily="49" charset="0"/>
              </a:rPr>
              <a:t>SF</a:t>
            </a:r>
            <a:r>
              <a:rPr kumimoji="0" lang="en-US" altLang="zh-CN" sz="2000" u="none">
                <a:solidFill>
                  <a:srgbClr val="000000"/>
                </a:solidFill>
                <a:latin typeface="Lucida Console" panose="020B0609040504020204" pitchFamily="49" charset="0"/>
              </a:rPr>
              <a:t>  </a:t>
            </a:r>
            <a:r>
              <a:rPr kumimoji="0" lang="zh-CN" altLang="en-US" sz="2000" u="none">
                <a:solidFill>
                  <a:srgbClr val="000000"/>
                </a:solidFill>
                <a:latin typeface="Lucida Console" panose="020B0609040504020204" pitchFamily="49" charset="0"/>
              </a:rPr>
              <a:t>符号标志           </a:t>
            </a:r>
            <a:r>
              <a:rPr kumimoji="0" lang="en-US" altLang="zh-CN" sz="2000" u="none">
                <a:solidFill>
                  <a:srgbClr val="000000"/>
                </a:solidFill>
                <a:latin typeface="Lucida Console" panose="020B0609040504020204" pitchFamily="49" charset="0"/>
              </a:rPr>
              <a:t>IF   </a:t>
            </a:r>
            <a:r>
              <a:rPr kumimoji="0" lang="zh-CN" altLang="en-US" sz="2000" u="none">
                <a:solidFill>
                  <a:srgbClr val="000000"/>
                </a:solidFill>
                <a:latin typeface="Lucida Console" panose="020B0609040504020204" pitchFamily="49" charset="0"/>
              </a:rPr>
              <a:t>中断标志</a:t>
            </a:r>
          </a:p>
          <a:p>
            <a:pPr>
              <a:lnSpc>
                <a:spcPct val="70000"/>
              </a:lnSpc>
              <a:spcBef>
                <a:spcPct val="50000"/>
              </a:spcBef>
              <a:buClrTx/>
              <a:buFontTx/>
              <a:buNone/>
            </a:pPr>
            <a:r>
              <a:rPr kumimoji="0" lang="en-US" altLang="zh-CN" sz="2000" u="none">
                <a:solidFill>
                  <a:srgbClr val="0000FF"/>
                </a:solidFill>
                <a:latin typeface="Lucida Console" panose="020B0609040504020204" pitchFamily="49" charset="0"/>
              </a:rPr>
              <a:t>ZF</a:t>
            </a:r>
            <a:r>
              <a:rPr kumimoji="0" lang="en-US" altLang="zh-CN" sz="2000" u="none">
                <a:solidFill>
                  <a:srgbClr val="000000"/>
                </a:solidFill>
                <a:latin typeface="Lucida Console" panose="020B0609040504020204" pitchFamily="49" charset="0"/>
              </a:rPr>
              <a:t>  </a:t>
            </a:r>
            <a:r>
              <a:rPr kumimoji="0" lang="zh-CN" altLang="en-US" sz="2000" u="none">
                <a:solidFill>
                  <a:srgbClr val="000000"/>
                </a:solidFill>
                <a:latin typeface="Lucida Console" panose="020B0609040504020204" pitchFamily="49" charset="0"/>
              </a:rPr>
              <a:t>零标志             </a:t>
            </a:r>
            <a:r>
              <a:rPr kumimoji="0" lang="en-US" altLang="zh-CN" sz="2000" u="none">
                <a:solidFill>
                  <a:srgbClr val="000000"/>
                </a:solidFill>
                <a:latin typeface="Lucida Console" panose="020B0609040504020204" pitchFamily="49" charset="0"/>
              </a:rPr>
              <a:t>TF   </a:t>
            </a:r>
            <a:r>
              <a:rPr kumimoji="0" lang="zh-CN" altLang="en-US" sz="2000" u="none">
                <a:solidFill>
                  <a:srgbClr val="000000"/>
                </a:solidFill>
                <a:latin typeface="Lucida Console" panose="020B0609040504020204" pitchFamily="49" charset="0"/>
              </a:rPr>
              <a:t>陷阱标志</a:t>
            </a:r>
          </a:p>
          <a:p>
            <a:pPr>
              <a:lnSpc>
                <a:spcPct val="70000"/>
              </a:lnSpc>
              <a:spcBef>
                <a:spcPct val="50000"/>
              </a:spcBef>
              <a:buClrTx/>
              <a:buFontTx/>
              <a:buNone/>
            </a:pPr>
            <a:r>
              <a:rPr kumimoji="0" lang="en-US" altLang="zh-CN" sz="2000" u="none">
                <a:solidFill>
                  <a:srgbClr val="0000FF"/>
                </a:solidFill>
                <a:latin typeface="Lucida Console" panose="020B0609040504020204" pitchFamily="49" charset="0"/>
              </a:rPr>
              <a:t>AF</a:t>
            </a:r>
            <a:r>
              <a:rPr kumimoji="0" lang="en-US" altLang="zh-CN" sz="2000" u="none">
                <a:solidFill>
                  <a:srgbClr val="000000"/>
                </a:solidFill>
                <a:latin typeface="Lucida Console" panose="020B0609040504020204" pitchFamily="49" charset="0"/>
              </a:rPr>
              <a:t>  </a:t>
            </a:r>
            <a:r>
              <a:rPr kumimoji="0" lang="zh-CN" altLang="en-US" sz="2000" u="none">
                <a:solidFill>
                  <a:srgbClr val="000000"/>
                </a:solidFill>
                <a:latin typeface="Lucida Console" panose="020B0609040504020204" pitchFamily="49" charset="0"/>
              </a:rPr>
              <a:t>辅助进位标志</a:t>
            </a:r>
          </a:p>
          <a:p>
            <a:pPr>
              <a:lnSpc>
                <a:spcPct val="70000"/>
              </a:lnSpc>
              <a:spcBef>
                <a:spcPct val="50000"/>
              </a:spcBef>
              <a:buClrTx/>
              <a:buFontTx/>
              <a:buNone/>
            </a:pPr>
            <a:r>
              <a:rPr kumimoji="0" lang="en-US" altLang="zh-CN" sz="2000" u="none">
                <a:solidFill>
                  <a:srgbClr val="0000FF"/>
                </a:solidFill>
                <a:latin typeface="Lucida Console" panose="020B0609040504020204" pitchFamily="49" charset="0"/>
              </a:rPr>
              <a:t>PF</a:t>
            </a:r>
            <a:r>
              <a:rPr kumimoji="0" lang="en-US" altLang="zh-CN" sz="2000" u="none">
                <a:solidFill>
                  <a:srgbClr val="000000"/>
                </a:solidFill>
                <a:latin typeface="Lucida Console" panose="020B0609040504020204" pitchFamily="49" charset="0"/>
              </a:rPr>
              <a:t>  </a:t>
            </a:r>
            <a:r>
              <a:rPr kumimoji="0" lang="zh-CN" altLang="en-US" sz="2000" u="none">
                <a:solidFill>
                  <a:srgbClr val="000000"/>
                </a:solidFill>
                <a:latin typeface="Lucida Console" panose="020B0609040504020204" pitchFamily="49" charset="0"/>
              </a:rPr>
              <a:t>奇偶标志</a:t>
            </a:r>
            <a:endParaRPr kumimoji="0" lang="en-US" altLang="zh-CN" sz="2000" u="none">
              <a:solidFill>
                <a:srgbClr val="000000"/>
              </a:solidFill>
              <a:latin typeface="Lucida Console" panose="020B0609040504020204" pitchFamily="49" charset="0"/>
            </a:endParaRPr>
          </a:p>
          <a:p>
            <a:pPr>
              <a:lnSpc>
                <a:spcPct val="70000"/>
              </a:lnSpc>
              <a:spcBef>
                <a:spcPct val="50000"/>
              </a:spcBef>
              <a:buClrTx/>
              <a:buFontTx/>
              <a:buNone/>
            </a:pPr>
            <a:r>
              <a:rPr kumimoji="0" lang="en-US" altLang="zh-CN" sz="2000" u="none">
                <a:solidFill>
                  <a:srgbClr val="0000FF"/>
                </a:solidFill>
                <a:latin typeface="Lucida Console" panose="020B0609040504020204" pitchFamily="49" charset="0"/>
              </a:rPr>
              <a:t>CF </a:t>
            </a:r>
            <a:r>
              <a:rPr kumimoji="0" lang="en-US" altLang="zh-CN" sz="2000" u="none">
                <a:solidFill>
                  <a:srgbClr val="000000"/>
                </a:solidFill>
                <a:latin typeface="Lucida Console" panose="020B0609040504020204" pitchFamily="49" charset="0"/>
              </a:rPr>
              <a:t> </a:t>
            </a:r>
            <a:r>
              <a:rPr kumimoji="0" lang="zh-CN" altLang="en-US" sz="2000" u="none">
                <a:solidFill>
                  <a:srgbClr val="000000"/>
                </a:solidFill>
                <a:latin typeface="Lucida Console" panose="020B0609040504020204" pitchFamily="49" charset="0"/>
              </a:rPr>
              <a:t>进位标志</a:t>
            </a:r>
          </a:p>
        </p:txBody>
      </p:sp>
      <p:sp>
        <p:nvSpPr>
          <p:cNvPr id="13319" name="Text Box 24">
            <a:extLst>
              <a:ext uri="{FF2B5EF4-FFF2-40B4-BE49-F238E27FC236}">
                <a16:creationId xmlns:a16="http://schemas.microsoft.com/office/drawing/2014/main" id="{FA305751-DB85-44A4-BFE6-F91E660FB0A8}"/>
              </a:ext>
            </a:extLst>
          </p:cNvPr>
          <p:cNvSpPr txBox="1">
            <a:spLocks noChangeArrowheads="1"/>
          </p:cNvSpPr>
          <p:nvPr/>
        </p:nvSpPr>
        <p:spPr bwMode="auto">
          <a:xfrm>
            <a:off x="3276600" y="1752600"/>
            <a:ext cx="5638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2000" b="0" u="none">
                <a:solidFill>
                  <a:srgbClr val="0000FF"/>
                </a:solidFill>
                <a:latin typeface="Lucida Console" panose="020B0609040504020204" pitchFamily="49" charset="0"/>
              </a:rPr>
              <a:t>OF</a:t>
            </a:r>
            <a:r>
              <a:rPr lang="en-US" altLang="zh-CN" sz="2000" b="0" u="none">
                <a:solidFill>
                  <a:srgbClr val="000000"/>
                </a:solidFill>
                <a:latin typeface="Lucida Console" panose="020B0609040504020204" pitchFamily="49" charset="0"/>
              </a:rPr>
              <a:t> DF IF TF </a:t>
            </a:r>
            <a:r>
              <a:rPr lang="en-US" altLang="zh-CN" sz="2000" b="0" u="none">
                <a:solidFill>
                  <a:srgbClr val="0000FF"/>
                </a:solidFill>
                <a:latin typeface="Lucida Console" panose="020B0609040504020204" pitchFamily="49" charset="0"/>
              </a:rPr>
              <a:t>SF</a:t>
            </a:r>
            <a:r>
              <a:rPr lang="en-US" altLang="zh-CN" sz="2000" b="0" u="none">
                <a:solidFill>
                  <a:srgbClr val="000000"/>
                </a:solidFill>
                <a:latin typeface="Lucida Console" panose="020B0609040504020204" pitchFamily="49" charset="0"/>
              </a:rPr>
              <a:t> </a:t>
            </a:r>
            <a:r>
              <a:rPr lang="en-US" altLang="zh-CN" sz="2000" b="0" u="none">
                <a:solidFill>
                  <a:srgbClr val="0000FF"/>
                </a:solidFill>
                <a:latin typeface="Lucida Console" panose="020B0609040504020204" pitchFamily="49" charset="0"/>
              </a:rPr>
              <a:t>ZF</a:t>
            </a:r>
            <a:r>
              <a:rPr lang="en-US" altLang="zh-CN" sz="2000" b="0" u="none">
                <a:solidFill>
                  <a:srgbClr val="000000"/>
                </a:solidFill>
                <a:latin typeface="Lucida Console" panose="020B0609040504020204" pitchFamily="49" charset="0"/>
              </a:rPr>
              <a:t>    </a:t>
            </a:r>
            <a:r>
              <a:rPr lang="en-US" altLang="zh-CN" sz="2000" b="0" u="none">
                <a:solidFill>
                  <a:srgbClr val="0000FF"/>
                </a:solidFill>
                <a:latin typeface="Lucida Console" panose="020B0609040504020204" pitchFamily="49" charset="0"/>
              </a:rPr>
              <a:t>AF</a:t>
            </a:r>
            <a:r>
              <a:rPr lang="en-US" altLang="zh-CN" sz="2000" b="0" u="none">
                <a:solidFill>
                  <a:srgbClr val="000000"/>
                </a:solidFill>
                <a:latin typeface="Lucida Console" panose="020B0609040504020204" pitchFamily="49" charset="0"/>
              </a:rPr>
              <a:t>    </a:t>
            </a:r>
            <a:r>
              <a:rPr lang="en-US" altLang="zh-CN" sz="2000" b="0" u="none">
                <a:solidFill>
                  <a:srgbClr val="0000FF"/>
                </a:solidFill>
                <a:latin typeface="Lucida Console" panose="020B0609040504020204" pitchFamily="49" charset="0"/>
              </a:rPr>
              <a:t>PF</a:t>
            </a:r>
            <a:r>
              <a:rPr lang="en-US" altLang="zh-CN" sz="2000" b="0" u="none">
                <a:solidFill>
                  <a:srgbClr val="000000"/>
                </a:solidFill>
                <a:latin typeface="Lucida Console" panose="020B0609040504020204" pitchFamily="49" charset="0"/>
              </a:rPr>
              <a:t>    </a:t>
            </a:r>
            <a:r>
              <a:rPr lang="en-US" altLang="zh-CN" sz="2000" b="0" u="none">
                <a:solidFill>
                  <a:srgbClr val="0000FF"/>
                </a:solidFill>
                <a:latin typeface="Lucida Console" panose="020B0609040504020204" pitchFamily="49" charset="0"/>
              </a:rPr>
              <a:t>CF</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75FE1B08-7FF5-4158-82FD-2B929FFD4C77}"/>
              </a:ext>
            </a:extLst>
          </p:cNvPr>
          <p:cNvSpPr>
            <a:spLocks noChangeArrowheads="1"/>
          </p:cNvSpPr>
          <p:nvPr/>
        </p:nvSpPr>
        <p:spPr bwMode="auto">
          <a:xfrm>
            <a:off x="1600200" y="304800"/>
            <a:ext cx="4191000" cy="749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b"/>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en-US" altLang="zh-CN" sz="3600" u="none">
                <a:solidFill>
                  <a:schemeClr val="tx2"/>
                </a:solidFill>
                <a:latin typeface="Arial" panose="020B0604020202020204" pitchFamily="34" charset="0"/>
              </a:rPr>
              <a:t>2.  </a:t>
            </a:r>
            <a:r>
              <a:rPr lang="zh-CN" altLang="en-US" sz="3600" u="none">
                <a:solidFill>
                  <a:schemeClr val="tx2"/>
                </a:solidFill>
                <a:latin typeface="Arial" panose="020B0604020202020204" pitchFamily="34" charset="0"/>
              </a:rPr>
              <a:t>存储器</a:t>
            </a:r>
          </a:p>
        </p:txBody>
      </p:sp>
      <p:sp>
        <p:nvSpPr>
          <p:cNvPr id="14339" name="Text Box 3">
            <a:extLst>
              <a:ext uri="{FF2B5EF4-FFF2-40B4-BE49-F238E27FC236}">
                <a16:creationId xmlns:a16="http://schemas.microsoft.com/office/drawing/2014/main" id="{16F9B1C8-9AD8-4A88-8A00-0936210CFBAA}"/>
              </a:ext>
            </a:extLst>
          </p:cNvPr>
          <p:cNvSpPr txBox="1">
            <a:spLocks noChangeArrowheads="1"/>
          </p:cNvSpPr>
          <p:nvPr/>
        </p:nvSpPr>
        <p:spPr bwMode="auto">
          <a:xfrm>
            <a:off x="2209800" y="1143000"/>
            <a:ext cx="5943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zh-CN" altLang="en-US" sz="2800" u="none"/>
              <a:t>存储单元的</a:t>
            </a:r>
            <a:r>
              <a:rPr lang="zh-CN" altLang="en-US" sz="2800" u="none">
                <a:solidFill>
                  <a:schemeClr val="hlink"/>
                </a:solidFill>
                <a:ea typeface="楷体_GB2312" pitchFamily="49" charset="-122"/>
              </a:rPr>
              <a:t>地址</a:t>
            </a:r>
            <a:r>
              <a:rPr lang="zh-CN" altLang="en-US" sz="2800" u="none"/>
              <a:t>和</a:t>
            </a:r>
            <a:r>
              <a:rPr lang="zh-CN" altLang="en-US" sz="2800" u="none">
                <a:ea typeface="楷体_GB2312" pitchFamily="49" charset="-122"/>
              </a:rPr>
              <a:t>内容</a:t>
            </a:r>
            <a:r>
              <a:rPr lang="zh-CN" altLang="en-US" sz="2800" u="none"/>
              <a:t>：</a:t>
            </a:r>
          </a:p>
        </p:txBody>
      </p:sp>
      <p:sp>
        <p:nvSpPr>
          <p:cNvPr id="14340" name="Rectangle 4">
            <a:extLst>
              <a:ext uri="{FF2B5EF4-FFF2-40B4-BE49-F238E27FC236}">
                <a16:creationId xmlns:a16="http://schemas.microsoft.com/office/drawing/2014/main" id="{BF8CD2BA-9F3D-464A-BAE4-44FE39733E7A}"/>
              </a:ext>
            </a:extLst>
          </p:cNvPr>
          <p:cNvSpPr>
            <a:spLocks noChangeArrowheads="1"/>
          </p:cNvSpPr>
          <p:nvPr/>
        </p:nvSpPr>
        <p:spPr bwMode="auto">
          <a:xfrm>
            <a:off x="3695700" y="18669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sz="2400" b="0"/>
          </a:p>
        </p:txBody>
      </p:sp>
      <p:grpSp>
        <p:nvGrpSpPr>
          <p:cNvPr id="14341" name="Group 5">
            <a:extLst>
              <a:ext uri="{FF2B5EF4-FFF2-40B4-BE49-F238E27FC236}">
                <a16:creationId xmlns:a16="http://schemas.microsoft.com/office/drawing/2014/main" id="{218EC5A0-E117-4070-A9DC-7EE35DE95CA0}"/>
              </a:ext>
            </a:extLst>
          </p:cNvPr>
          <p:cNvGrpSpPr>
            <a:grpSpLocks/>
          </p:cNvGrpSpPr>
          <p:nvPr/>
        </p:nvGrpSpPr>
        <p:grpSpPr bwMode="auto">
          <a:xfrm>
            <a:off x="2286000" y="1905000"/>
            <a:ext cx="5867400" cy="3925888"/>
            <a:chOff x="1440" y="1200"/>
            <a:chExt cx="3696" cy="2473"/>
          </a:xfrm>
        </p:grpSpPr>
        <p:grpSp>
          <p:nvGrpSpPr>
            <p:cNvPr id="14344" name="Group 6">
              <a:extLst>
                <a:ext uri="{FF2B5EF4-FFF2-40B4-BE49-F238E27FC236}">
                  <a16:creationId xmlns:a16="http://schemas.microsoft.com/office/drawing/2014/main" id="{FABC0084-5ED4-4C8B-9254-62B4D209B7AF}"/>
                </a:ext>
              </a:extLst>
            </p:cNvPr>
            <p:cNvGrpSpPr>
              <a:grpSpLocks/>
            </p:cNvGrpSpPr>
            <p:nvPr/>
          </p:nvGrpSpPr>
          <p:grpSpPr bwMode="auto">
            <a:xfrm>
              <a:off x="1440" y="1200"/>
              <a:ext cx="3696" cy="2473"/>
              <a:chOff x="1920" y="1392"/>
              <a:chExt cx="3504" cy="2473"/>
            </a:xfrm>
          </p:grpSpPr>
          <p:grpSp>
            <p:nvGrpSpPr>
              <p:cNvPr id="14347" name="Group 7">
                <a:extLst>
                  <a:ext uri="{FF2B5EF4-FFF2-40B4-BE49-F238E27FC236}">
                    <a16:creationId xmlns:a16="http://schemas.microsoft.com/office/drawing/2014/main" id="{896CC1CA-C569-4920-B18C-67C72E78CC72}"/>
                  </a:ext>
                </a:extLst>
              </p:cNvPr>
              <p:cNvGrpSpPr>
                <a:grpSpLocks/>
              </p:cNvGrpSpPr>
              <p:nvPr/>
            </p:nvGrpSpPr>
            <p:grpSpPr bwMode="auto">
              <a:xfrm>
                <a:off x="1920" y="1680"/>
                <a:ext cx="3166" cy="1776"/>
                <a:chOff x="1440" y="1632"/>
                <a:chExt cx="3166" cy="1776"/>
              </a:xfrm>
            </p:grpSpPr>
            <p:grpSp>
              <p:nvGrpSpPr>
                <p:cNvPr id="14350" name="Group 8">
                  <a:extLst>
                    <a:ext uri="{FF2B5EF4-FFF2-40B4-BE49-F238E27FC236}">
                      <a16:creationId xmlns:a16="http://schemas.microsoft.com/office/drawing/2014/main" id="{6AB4DD77-9680-4BF0-B0C1-253C3CDB3FA6}"/>
                    </a:ext>
                  </a:extLst>
                </p:cNvPr>
                <p:cNvGrpSpPr>
                  <a:grpSpLocks/>
                </p:cNvGrpSpPr>
                <p:nvPr/>
              </p:nvGrpSpPr>
              <p:grpSpPr bwMode="auto">
                <a:xfrm>
                  <a:off x="1440" y="1632"/>
                  <a:ext cx="3166" cy="1440"/>
                  <a:chOff x="1440" y="1632"/>
                  <a:chExt cx="3166" cy="1440"/>
                </a:xfrm>
              </p:grpSpPr>
              <p:grpSp>
                <p:nvGrpSpPr>
                  <p:cNvPr id="14353" name="Group 9">
                    <a:extLst>
                      <a:ext uri="{FF2B5EF4-FFF2-40B4-BE49-F238E27FC236}">
                        <a16:creationId xmlns:a16="http://schemas.microsoft.com/office/drawing/2014/main" id="{36876047-9C8F-4AFB-95D1-3A870B42C57B}"/>
                      </a:ext>
                    </a:extLst>
                  </p:cNvPr>
                  <p:cNvGrpSpPr>
                    <a:grpSpLocks/>
                  </p:cNvGrpSpPr>
                  <p:nvPr/>
                </p:nvGrpSpPr>
                <p:grpSpPr bwMode="auto">
                  <a:xfrm>
                    <a:off x="1488" y="1632"/>
                    <a:ext cx="1296" cy="1440"/>
                    <a:chOff x="3552" y="1680"/>
                    <a:chExt cx="768" cy="1440"/>
                  </a:xfrm>
                </p:grpSpPr>
                <p:sp>
                  <p:nvSpPr>
                    <p:cNvPr id="14358" name="Rectangle 10">
                      <a:extLst>
                        <a:ext uri="{FF2B5EF4-FFF2-40B4-BE49-F238E27FC236}">
                          <a16:creationId xmlns:a16="http://schemas.microsoft.com/office/drawing/2014/main" id="{C7A0844F-40A9-495D-92AF-23393698C1F4}"/>
                        </a:ext>
                      </a:extLst>
                    </p:cNvPr>
                    <p:cNvSpPr>
                      <a:spLocks noChangeArrowheads="1"/>
                    </p:cNvSpPr>
                    <p:nvPr/>
                  </p:nvSpPr>
                  <p:spPr bwMode="auto">
                    <a:xfrm>
                      <a:off x="3552" y="1680"/>
                      <a:ext cx="768" cy="240"/>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sz="2400" b="0"/>
                    </a:p>
                  </p:txBody>
                </p:sp>
                <p:sp>
                  <p:nvSpPr>
                    <p:cNvPr id="14359" name="Rectangle 11">
                      <a:extLst>
                        <a:ext uri="{FF2B5EF4-FFF2-40B4-BE49-F238E27FC236}">
                          <a16:creationId xmlns:a16="http://schemas.microsoft.com/office/drawing/2014/main" id="{F0C0F6F3-CA30-4FE7-925F-FCEC4CD6EC94}"/>
                        </a:ext>
                      </a:extLst>
                    </p:cNvPr>
                    <p:cNvSpPr>
                      <a:spLocks noChangeArrowheads="1"/>
                    </p:cNvSpPr>
                    <p:nvPr/>
                  </p:nvSpPr>
                  <p:spPr bwMode="auto">
                    <a:xfrm>
                      <a:off x="3552" y="1920"/>
                      <a:ext cx="768" cy="240"/>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sz="2400" b="0"/>
                    </a:p>
                  </p:txBody>
                </p:sp>
                <p:sp>
                  <p:nvSpPr>
                    <p:cNvPr id="14360" name="Rectangle 12">
                      <a:extLst>
                        <a:ext uri="{FF2B5EF4-FFF2-40B4-BE49-F238E27FC236}">
                          <a16:creationId xmlns:a16="http://schemas.microsoft.com/office/drawing/2014/main" id="{5DE7D29D-4EA3-45A6-85EC-F77C44818E9A}"/>
                        </a:ext>
                      </a:extLst>
                    </p:cNvPr>
                    <p:cNvSpPr>
                      <a:spLocks noChangeArrowheads="1"/>
                    </p:cNvSpPr>
                    <p:nvPr/>
                  </p:nvSpPr>
                  <p:spPr bwMode="auto">
                    <a:xfrm>
                      <a:off x="3552" y="2160"/>
                      <a:ext cx="768" cy="240"/>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sz="2400" b="0"/>
                    </a:p>
                  </p:txBody>
                </p:sp>
                <p:sp>
                  <p:nvSpPr>
                    <p:cNvPr id="14361" name="Rectangle 13">
                      <a:extLst>
                        <a:ext uri="{FF2B5EF4-FFF2-40B4-BE49-F238E27FC236}">
                          <a16:creationId xmlns:a16="http://schemas.microsoft.com/office/drawing/2014/main" id="{B4BC43E6-9380-4749-A737-975728B3A0C2}"/>
                        </a:ext>
                      </a:extLst>
                    </p:cNvPr>
                    <p:cNvSpPr>
                      <a:spLocks noChangeArrowheads="1"/>
                    </p:cNvSpPr>
                    <p:nvPr/>
                  </p:nvSpPr>
                  <p:spPr bwMode="auto">
                    <a:xfrm>
                      <a:off x="3552" y="2400"/>
                      <a:ext cx="768" cy="240"/>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sz="2400" b="0"/>
                    </a:p>
                  </p:txBody>
                </p:sp>
                <p:sp>
                  <p:nvSpPr>
                    <p:cNvPr id="14362" name="Rectangle 14">
                      <a:extLst>
                        <a:ext uri="{FF2B5EF4-FFF2-40B4-BE49-F238E27FC236}">
                          <a16:creationId xmlns:a16="http://schemas.microsoft.com/office/drawing/2014/main" id="{51A91AFA-DC23-44B6-8A49-4E9A8CE5FED0}"/>
                        </a:ext>
                      </a:extLst>
                    </p:cNvPr>
                    <p:cNvSpPr>
                      <a:spLocks noChangeArrowheads="1"/>
                    </p:cNvSpPr>
                    <p:nvPr/>
                  </p:nvSpPr>
                  <p:spPr bwMode="auto">
                    <a:xfrm>
                      <a:off x="3552" y="2640"/>
                      <a:ext cx="768" cy="240"/>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sz="2400" b="0"/>
                    </a:p>
                  </p:txBody>
                </p:sp>
                <p:sp>
                  <p:nvSpPr>
                    <p:cNvPr id="14363" name="Rectangle 15">
                      <a:extLst>
                        <a:ext uri="{FF2B5EF4-FFF2-40B4-BE49-F238E27FC236}">
                          <a16:creationId xmlns:a16="http://schemas.microsoft.com/office/drawing/2014/main" id="{5981FCDF-7005-4B9C-ABF6-9D1907682176}"/>
                        </a:ext>
                      </a:extLst>
                    </p:cNvPr>
                    <p:cNvSpPr>
                      <a:spLocks noChangeArrowheads="1"/>
                    </p:cNvSpPr>
                    <p:nvPr/>
                  </p:nvSpPr>
                  <p:spPr bwMode="auto">
                    <a:xfrm>
                      <a:off x="3552" y="2880"/>
                      <a:ext cx="768" cy="240"/>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sz="2400" b="0"/>
                    </a:p>
                  </p:txBody>
                </p:sp>
              </p:grpSp>
              <p:sp>
                <p:nvSpPr>
                  <p:cNvPr id="14354" name="Rectangle 16">
                    <a:extLst>
                      <a:ext uri="{FF2B5EF4-FFF2-40B4-BE49-F238E27FC236}">
                        <a16:creationId xmlns:a16="http://schemas.microsoft.com/office/drawing/2014/main" id="{7B428BFE-7D2E-438E-9948-32EB3594B46C}"/>
                      </a:ext>
                    </a:extLst>
                  </p:cNvPr>
                  <p:cNvSpPr>
                    <a:spLocks noChangeArrowheads="1"/>
                  </p:cNvSpPr>
                  <p:nvPr/>
                </p:nvSpPr>
                <p:spPr bwMode="auto">
                  <a:xfrm>
                    <a:off x="1440" y="1632"/>
                    <a:ext cx="315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en-US" altLang="zh-CN" sz="2000" b="0" u="none"/>
                      <a:t> 1  0  0  1  1  1  1  1</a:t>
                    </a:r>
                    <a:r>
                      <a:rPr lang="en-US" altLang="zh-CN" sz="2000" b="0" u="none">
                        <a:solidFill>
                          <a:schemeClr val="bg2"/>
                        </a:solidFill>
                      </a:rPr>
                      <a:t>    </a:t>
                    </a:r>
                    <a:r>
                      <a:rPr lang="en-US" altLang="zh-CN" sz="2000" b="0" u="none">
                        <a:solidFill>
                          <a:schemeClr val="hlink"/>
                        </a:solidFill>
                      </a:rPr>
                      <a:t>1000</a:t>
                    </a:r>
                    <a:r>
                      <a:rPr lang="en-US" altLang="en-US" sz="2000" b="0" u="none">
                        <a:solidFill>
                          <a:schemeClr val="hlink"/>
                        </a:solidFill>
                      </a:rPr>
                      <a:t>H</a:t>
                    </a:r>
                    <a:r>
                      <a:rPr lang="en-US" altLang="en-US" sz="2000" b="0" u="none"/>
                      <a:t>   ( </a:t>
                    </a:r>
                    <a:r>
                      <a:rPr lang="en-US" altLang="en-US" sz="2000" b="0" u="none">
                        <a:solidFill>
                          <a:srgbClr val="FF3300"/>
                        </a:solidFill>
                      </a:rPr>
                      <a:t>1000H</a:t>
                    </a:r>
                    <a:r>
                      <a:rPr lang="en-US" altLang="en-US" sz="2000" b="0" u="none"/>
                      <a:t> )  =  </a:t>
                    </a:r>
                    <a:r>
                      <a:rPr lang="en-US" altLang="en-US" sz="2000" b="0" u="none">
                        <a:latin typeface="Lucida Console" panose="020B0609040504020204" pitchFamily="49" charset="0"/>
                      </a:rPr>
                      <a:t>9F H</a:t>
                    </a:r>
                    <a:endParaRPr lang="en-US" altLang="zh-CN" sz="2000" b="0" u="none">
                      <a:latin typeface="Lucida Console" panose="020B0609040504020204" pitchFamily="49" charset="0"/>
                    </a:endParaRPr>
                  </a:p>
                </p:txBody>
              </p:sp>
              <p:sp>
                <p:nvSpPr>
                  <p:cNvPr id="14355" name="Rectangle 17">
                    <a:extLst>
                      <a:ext uri="{FF2B5EF4-FFF2-40B4-BE49-F238E27FC236}">
                        <a16:creationId xmlns:a16="http://schemas.microsoft.com/office/drawing/2014/main" id="{5F4D682C-35CD-4B29-A6C5-03FD0DCB7C7B}"/>
                      </a:ext>
                    </a:extLst>
                  </p:cNvPr>
                  <p:cNvSpPr>
                    <a:spLocks noChangeArrowheads="1"/>
                  </p:cNvSpPr>
                  <p:nvPr/>
                </p:nvSpPr>
                <p:spPr bwMode="auto">
                  <a:xfrm>
                    <a:off x="1488" y="1872"/>
                    <a:ext cx="192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en-US" altLang="zh-CN" sz="2000" b="0" u="none"/>
                      <a:t>0  0  1  0  0  1  1  0</a:t>
                    </a:r>
                    <a:r>
                      <a:rPr lang="en-US" altLang="zh-CN" sz="2000" b="0" u="none">
                        <a:solidFill>
                          <a:schemeClr val="bg2"/>
                        </a:solidFill>
                      </a:rPr>
                      <a:t>    </a:t>
                    </a:r>
                    <a:r>
                      <a:rPr lang="en-US" altLang="zh-CN" sz="2000" b="0" u="none">
                        <a:solidFill>
                          <a:schemeClr val="hlink"/>
                        </a:solidFill>
                      </a:rPr>
                      <a:t>1001H</a:t>
                    </a:r>
                    <a:r>
                      <a:rPr lang="en-US" altLang="zh-CN" sz="2000" b="0" u="none"/>
                      <a:t>   </a:t>
                    </a:r>
                    <a:endParaRPr lang="en-US" altLang="zh-CN" sz="2000" b="0" u="none">
                      <a:latin typeface="Lucida Console" panose="020B0609040504020204" pitchFamily="49" charset="0"/>
                    </a:endParaRPr>
                  </a:p>
                </p:txBody>
              </p:sp>
              <p:sp>
                <p:nvSpPr>
                  <p:cNvPr id="14356" name="Rectangle 18">
                    <a:extLst>
                      <a:ext uri="{FF2B5EF4-FFF2-40B4-BE49-F238E27FC236}">
                        <a16:creationId xmlns:a16="http://schemas.microsoft.com/office/drawing/2014/main" id="{6FBA7A96-950A-4502-8809-7434133CF77A}"/>
                      </a:ext>
                    </a:extLst>
                  </p:cNvPr>
                  <p:cNvSpPr>
                    <a:spLocks noChangeArrowheads="1"/>
                  </p:cNvSpPr>
                  <p:nvPr/>
                </p:nvSpPr>
                <p:spPr bwMode="auto">
                  <a:xfrm>
                    <a:off x="1488" y="2112"/>
                    <a:ext cx="311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en-US" altLang="zh-CN" sz="2000" b="0" u="none"/>
                      <a:t>0  0  0  1  1  1  1  0</a:t>
                    </a:r>
                    <a:r>
                      <a:rPr lang="en-US" altLang="zh-CN" sz="2000" b="0" u="none">
                        <a:solidFill>
                          <a:schemeClr val="bg2"/>
                        </a:solidFill>
                      </a:rPr>
                      <a:t>    </a:t>
                    </a:r>
                    <a:r>
                      <a:rPr lang="en-US" altLang="zh-CN" sz="2000" b="0" u="none">
                        <a:solidFill>
                          <a:schemeClr val="hlink"/>
                        </a:solidFill>
                      </a:rPr>
                      <a:t>1002</a:t>
                    </a:r>
                    <a:r>
                      <a:rPr lang="en-US" altLang="en-US" sz="2000" b="0" u="none">
                        <a:solidFill>
                          <a:schemeClr val="hlink"/>
                        </a:solidFill>
                      </a:rPr>
                      <a:t>H</a:t>
                    </a:r>
                    <a:r>
                      <a:rPr lang="en-US" altLang="en-US" sz="2000" b="0" u="none"/>
                      <a:t>   ( </a:t>
                    </a:r>
                    <a:r>
                      <a:rPr lang="en-US" altLang="en-US" sz="2000" b="0" u="none">
                        <a:solidFill>
                          <a:srgbClr val="FF3300"/>
                        </a:solidFill>
                      </a:rPr>
                      <a:t>1002H</a:t>
                    </a:r>
                    <a:r>
                      <a:rPr lang="en-US" altLang="en-US" sz="2000" b="0" u="none"/>
                      <a:t> )  =  </a:t>
                    </a:r>
                    <a:r>
                      <a:rPr lang="en-US" altLang="en-US" sz="2000" b="0" u="none">
                        <a:latin typeface="Lucida Console" panose="020B0609040504020204" pitchFamily="49" charset="0"/>
                      </a:rPr>
                      <a:t>1E H</a:t>
                    </a:r>
                    <a:endParaRPr lang="en-US" altLang="zh-CN" sz="2000" b="0" u="none">
                      <a:latin typeface="Lucida Console" panose="020B0609040504020204" pitchFamily="49" charset="0"/>
                    </a:endParaRPr>
                  </a:p>
                </p:txBody>
              </p:sp>
              <p:sp>
                <p:nvSpPr>
                  <p:cNvPr id="14357" name="Rectangle 19">
                    <a:extLst>
                      <a:ext uri="{FF2B5EF4-FFF2-40B4-BE49-F238E27FC236}">
                        <a16:creationId xmlns:a16="http://schemas.microsoft.com/office/drawing/2014/main" id="{DC92C1F3-A7E2-47C5-A8F6-72264692F6A8}"/>
                      </a:ext>
                    </a:extLst>
                  </p:cNvPr>
                  <p:cNvSpPr>
                    <a:spLocks noChangeArrowheads="1"/>
                  </p:cNvSpPr>
                  <p:nvPr/>
                </p:nvSpPr>
                <p:spPr bwMode="auto">
                  <a:xfrm>
                    <a:off x="1488" y="2352"/>
                    <a:ext cx="192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en-US" altLang="zh-CN" sz="2000" b="0" u="none"/>
                      <a:t>1  1  0  1  0  1  1  1</a:t>
                    </a:r>
                    <a:r>
                      <a:rPr lang="en-US" altLang="zh-CN" sz="2000" b="0" u="none">
                        <a:solidFill>
                          <a:schemeClr val="bg2"/>
                        </a:solidFill>
                      </a:rPr>
                      <a:t>    </a:t>
                    </a:r>
                    <a:r>
                      <a:rPr lang="en-US" altLang="zh-CN" sz="2000" b="0" u="none">
                        <a:solidFill>
                          <a:schemeClr val="hlink"/>
                        </a:solidFill>
                      </a:rPr>
                      <a:t>1003</a:t>
                    </a:r>
                    <a:r>
                      <a:rPr lang="en-US" altLang="en-US" sz="2000" b="0" u="none">
                        <a:solidFill>
                          <a:schemeClr val="hlink"/>
                        </a:solidFill>
                      </a:rPr>
                      <a:t>H</a:t>
                    </a:r>
                    <a:r>
                      <a:rPr lang="en-US" altLang="en-US" sz="2000" b="0" u="none"/>
                      <a:t>   </a:t>
                    </a:r>
                    <a:endParaRPr lang="en-US" altLang="zh-CN" sz="2000" b="0" u="none">
                      <a:latin typeface="Lucida Console" panose="020B0609040504020204" pitchFamily="49" charset="0"/>
                    </a:endParaRPr>
                  </a:p>
                </p:txBody>
              </p:sp>
            </p:grpSp>
            <p:sp>
              <p:nvSpPr>
                <p:cNvPr id="14351" name="Line 20">
                  <a:extLst>
                    <a:ext uri="{FF2B5EF4-FFF2-40B4-BE49-F238E27FC236}">
                      <a16:creationId xmlns:a16="http://schemas.microsoft.com/office/drawing/2014/main" id="{058CD636-8B5B-4D4C-B126-9EB96DAE8FAE}"/>
                    </a:ext>
                  </a:extLst>
                </p:cNvPr>
                <p:cNvSpPr>
                  <a:spLocks noChangeShapeType="1"/>
                </p:cNvSpPr>
                <p:nvPr/>
              </p:nvSpPr>
              <p:spPr bwMode="auto">
                <a:xfrm>
                  <a:off x="1488" y="3072"/>
                  <a:ext cx="0" cy="336"/>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4352" name="Line 21">
                  <a:extLst>
                    <a:ext uri="{FF2B5EF4-FFF2-40B4-BE49-F238E27FC236}">
                      <a16:creationId xmlns:a16="http://schemas.microsoft.com/office/drawing/2014/main" id="{E4E63AEA-E710-4DC9-AA6E-D4EB28758B0F}"/>
                    </a:ext>
                  </a:extLst>
                </p:cNvPr>
                <p:cNvSpPr>
                  <a:spLocks noChangeShapeType="1"/>
                </p:cNvSpPr>
                <p:nvPr/>
              </p:nvSpPr>
              <p:spPr bwMode="auto">
                <a:xfrm>
                  <a:off x="2784" y="3072"/>
                  <a:ext cx="0" cy="336"/>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pSp>
          <p:sp>
            <p:nvSpPr>
              <p:cNvPr id="14348" name="Text Box 22">
                <a:extLst>
                  <a:ext uri="{FF2B5EF4-FFF2-40B4-BE49-F238E27FC236}">
                    <a16:creationId xmlns:a16="http://schemas.microsoft.com/office/drawing/2014/main" id="{577FCEBA-D20C-4964-B135-348E7BE72855}"/>
                  </a:ext>
                </a:extLst>
              </p:cNvPr>
              <p:cNvSpPr txBox="1">
                <a:spLocks noChangeArrowheads="1"/>
              </p:cNvSpPr>
              <p:nvPr/>
            </p:nvSpPr>
            <p:spPr bwMode="auto">
              <a:xfrm>
                <a:off x="2352" y="1392"/>
                <a:ext cx="76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zh-CN" altLang="en-US" sz="2000" b="0" u="none"/>
                  <a:t>字节</a:t>
                </a:r>
              </a:p>
            </p:txBody>
          </p:sp>
          <p:sp>
            <p:nvSpPr>
              <p:cNvPr id="14349" name="Rectangle 23">
                <a:extLst>
                  <a:ext uri="{FF2B5EF4-FFF2-40B4-BE49-F238E27FC236}">
                    <a16:creationId xmlns:a16="http://schemas.microsoft.com/office/drawing/2014/main" id="{E194DA73-76A5-457C-A50F-D1CB4A835F9C}"/>
                  </a:ext>
                </a:extLst>
              </p:cNvPr>
              <p:cNvSpPr>
                <a:spLocks noChangeArrowheads="1"/>
              </p:cNvSpPr>
              <p:nvPr/>
            </p:nvSpPr>
            <p:spPr bwMode="auto">
              <a:xfrm>
                <a:off x="3792" y="2847"/>
                <a:ext cx="1632" cy="1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en-US" altLang="en-US" sz="2000" b="0" u="none">
                    <a:solidFill>
                      <a:schemeClr val="hlink"/>
                    </a:solidFill>
                  </a:rPr>
                  <a:t>  </a:t>
                </a:r>
                <a:r>
                  <a:rPr lang="en-US" altLang="en-US" sz="2000" b="0" u="none"/>
                  <a:t>( </a:t>
                </a:r>
                <a:r>
                  <a:rPr lang="en-US" altLang="en-US" sz="2000" b="0" u="none">
                    <a:solidFill>
                      <a:srgbClr val="FF3300"/>
                    </a:solidFill>
                  </a:rPr>
                  <a:t>1000H</a:t>
                </a:r>
                <a:r>
                  <a:rPr lang="en-US" altLang="en-US" sz="2000" b="0" u="none"/>
                  <a:t> )  =  </a:t>
                </a:r>
                <a:r>
                  <a:rPr lang="en-US" altLang="en-US" sz="2000" b="0" u="none">
                    <a:latin typeface="Lucida Console" panose="020B0609040504020204" pitchFamily="49" charset="0"/>
                  </a:rPr>
                  <a:t>269F H</a:t>
                </a:r>
              </a:p>
              <a:p>
                <a:pPr eaLnBrk="1" hangingPunct="1">
                  <a:spcBef>
                    <a:spcPct val="0"/>
                  </a:spcBef>
                  <a:buClrTx/>
                  <a:buFontTx/>
                  <a:buNone/>
                </a:pPr>
                <a:r>
                  <a:rPr lang="en-US" altLang="zh-CN" sz="2000" b="0" u="none"/>
                  <a:t>  (</a:t>
                </a:r>
                <a:r>
                  <a:rPr lang="en-US" altLang="zh-CN" sz="2000" b="0" u="none">
                    <a:solidFill>
                      <a:srgbClr val="FF3300"/>
                    </a:solidFill>
                  </a:rPr>
                  <a:t> 1002H </a:t>
                </a:r>
                <a:r>
                  <a:rPr lang="en-US" altLang="zh-CN" sz="2000" b="0" u="none"/>
                  <a:t>)  =  </a:t>
                </a:r>
                <a:r>
                  <a:rPr lang="en-US" altLang="zh-CN" sz="2000" b="0" u="none">
                    <a:latin typeface="Lucida Console" panose="020B0609040504020204" pitchFamily="49" charset="0"/>
                  </a:rPr>
                  <a:t>D71E H</a:t>
                </a:r>
              </a:p>
              <a:p>
                <a:pPr eaLnBrk="1" hangingPunct="1">
                  <a:spcBef>
                    <a:spcPct val="50000"/>
                  </a:spcBef>
                  <a:buClrTx/>
                  <a:buFontTx/>
                  <a:buNone/>
                </a:pPr>
                <a:r>
                  <a:rPr lang="en-US" altLang="zh-CN" sz="2000" b="0" u="none">
                    <a:solidFill>
                      <a:schemeClr val="tx2"/>
                    </a:solidFill>
                  </a:rPr>
                  <a:t>  ( 1001H )  =  </a:t>
                </a:r>
                <a:r>
                  <a:rPr lang="en-US" altLang="zh-CN" sz="2000" b="0" u="none">
                    <a:solidFill>
                      <a:schemeClr val="tx2"/>
                    </a:solidFill>
                    <a:latin typeface="Lucida Console" panose="020B0609040504020204" pitchFamily="49" charset="0"/>
                  </a:rPr>
                  <a:t>1E26 H</a:t>
                </a:r>
              </a:p>
              <a:p>
                <a:pPr eaLnBrk="1" hangingPunct="1">
                  <a:spcBef>
                    <a:spcPct val="50000"/>
                  </a:spcBef>
                  <a:buClrTx/>
                  <a:buFontTx/>
                  <a:buNone/>
                </a:pPr>
                <a:r>
                  <a:rPr lang="en-US" altLang="zh-CN" sz="2000" b="0" u="none">
                    <a:solidFill>
                      <a:schemeClr val="tx2"/>
                    </a:solidFill>
                    <a:ea typeface="楷体_GB2312" pitchFamily="49" charset="-122"/>
                  </a:rPr>
                  <a:t>  </a:t>
                </a:r>
                <a:r>
                  <a:rPr lang="zh-CN" altLang="en-US" sz="2000" b="0" u="none">
                    <a:solidFill>
                      <a:schemeClr val="tx2"/>
                    </a:solidFill>
                    <a:ea typeface="楷体_GB2312" pitchFamily="49" charset="-122"/>
                  </a:rPr>
                  <a:t>访问两次存储器</a:t>
                </a:r>
              </a:p>
            </p:txBody>
          </p:sp>
        </p:grpSp>
        <p:sp>
          <p:nvSpPr>
            <p:cNvPr id="14345" name="Rectangle 24">
              <a:extLst>
                <a:ext uri="{FF2B5EF4-FFF2-40B4-BE49-F238E27FC236}">
                  <a16:creationId xmlns:a16="http://schemas.microsoft.com/office/drawing/2014/main" id="{DF7F29F2-89BA-4C9A-B313-AFB22944DFAD}"/>
                </a:ext>
              </a:extLst>
            </p:cNvPr>
            <p:cNvSpPr>
              <a:spLocks noChangeArrowheads="1"/>
            </p:cNvSpPr>
            <p:nvPr/>
          </p:nvSpPr>
          <p:spPr bwMode="auto">
            <a:xfrm>
              <a:off x="3408" y="1728"/>
              <a:ext cx="137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en-US" altLang="en-US" sz="2000" b="0" u="none"/>
                <a:t>( </a:t>
              </a:r>
              <a:r>
                <a:rPr lang="en-US" altLang="en-US" sz="2000" b="0" u="none">
                  <a:solidFill>
                    <a:srgbClr val="FF3300"/>
                  </a:solidFill>
                </a:rPr>
                <a:t>1001H</a:t>
              </a:r>
              <a:r>
                <a:rPr lang="en-US" altLang="en-US" sz="2000" b="0" u="none"/>
                <a:t> )  =  </a:t>
              </a:r>
              <a:r>
                <a:rPr lang="en-US" altLang="en-US" sz="2000" b="0" u="none">
                  <a:latin typeface="Lucida Console" panose="020B0609040504020204" pitchFamily="49" charset="0"/>
                </a:rPr>
                <a:t>26 H</a:t>
              </a:r>
              <a:endParaRPr lang="en-US" altLang="zh-CN" sz="2000" b="0" u="none">
                <a:latin typeface="Lucida Console" panose="020B0609040504020204" pitchFamily="49" charset="0"/>
              </a:endParaRPr>
            </a:p>
          </p:txBody>
        </p:sp>
        <p:sp>
          <p:nvSpPr>
            <p:cNvPr id="14346" name="Rectangle 25">
              <a:extLst>
                <a:ext uri="{FF2B5EF4-FFF2-40B4-BE49-F238E27FC236}">
                  <a16:creationId xmlns:a16="http://schemas.microsoft.com/office/drawing/2014/main" id="{93439864-9E88-449E-A610-01D8B9F81880}"/>
                </a:ext>
              </a:extLst>
            </p:cNvPr>
            <p:cNvSpPr>
              <a:spLocks noChangeArrowheads="1"/>
            </p:cNvSpPr>
            <p:nvPr/>
          </p:nvSpPr>
          <p:spPr bwMode="auto">
            <a:xfrm>
              <a:off x="3408" y="2208"/>
              <a:ext cx="137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en-US" altLang="en-US" sz="2000" b="0" u="none"/>
                <a:t>( </a:t>
              </a:r>
              <a:r>
                <a:rPr lang="en-US" altLang="en-US" sz="2000" b="0" u="none">
                  <a:solidFill>
                    <a:srgbClr val="FF3300"/>
                  </a:solidFill>
                </a:rPr>
                <a:t>1003H</a:t>
              </a:r>
              <a:r>
                <a:rPr lang="en-US" altLang="en-US" sz="2000" b="0" u="none"/>
                <a:t> )  =  </a:t>
              </a:r>
              <a:r>
                <a:rPr lang="en-US" altLang="en-US" sz="2000" b="0" u="none">
                  <a:latin typeface="Lucida Console" panose="020B0609040504020204" pitchFamily="49" charset="0"/>
                </a:rPr>
                <a:t>D7 H</a:t>
              </a:r>
              <a:endParaRPr lang="en-US" altLang="zh-CN" sz="2000" b="0" u="none">
                <a:latin typeface="Lucida Console" panose="020B0609040504020204" pitchFamily="49" charset="0"/>
              </a:endParaRPr>
            </a:p>
          </p:txBody>
        </p:sp>
      </p:grpSp>
      <p:sp>
        <p:nvSpPr>
          <p:cNvPr id="14342" name="TextBox 27">
            <a:extLst>
              <a:ext uri="{FF2B5EF4-FFF2-40B4-BE49-F238E27FC236}">
                <a16:creationId xmlns:a16="http://schemas.microsoft.com/office/drawing/2014/main" id="{035A1E75-4EC7-42C0-8B44-AB09C5FBE379}"/>
              </a:ext>
            </a:extLst>
          </p:cNvPr>
          <p:cNvSpPr txBox="1">
            <a:spLocks noChangeArrowheads="1"/>
          </p:cNvSpPr>
          <p:nvPr/>
        </p:nvSpPr>
        <p:spPr bwMode="auto">
          <a:xfrm>
            <a:off x="5643563" y="3857625"/>
            <a:ext cx="11080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zh-CN" altLang="en-US" sz="2400" b="0"/>
              <a:t>字单元</a:t>
            </a:r>
          </a:p>
        </p:txBody>
      </p:sp>
      <p:sp>
        <p:nvSpPr>
          <p:cNvPr id="14343" name="TextBox 28">
            <a:extLst>
              <a:ext uri="{FF2B5EF4-FFF2-40B4-BE49-F238E27FC236}">
                <a16:creationId xmlns:a16="http://schemas.microsoft.com/office/drawing/2014/main" id="{DC50E84B-8109-4AB3-AC4C-A74B18EB75BD}"/>
              </a:ext>
            </a:extLst>
          </p:cNvPr>
          <p:cNvSpPr txBox="1">
            <a:spLocks noChangeArrowheads="1"/>
          </p:cNvSpPr>
          <p:nvPr/>
        </p:nvSpPr>
        <p:spPr bwMode="auto">
          <a:xfrm>
            <a:off x="5500688" y="1857375"/>
            <a:ext cx="14160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zh-CN" altLang="en-US" sz="2400" b="0"/>
              <a:t>字节单元</a:t>
            </a:r>
          </a:p>
        </p:txBody>
      </p:sp>
    </p:spTree>
  </p:cSld>
  <p:clrMapOvr>
    <a:masterClrMapping/>
  </p:clrMapOvr>
  <p:transition>
    <p:random/>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9EDF8AA2-D61D-4CD5-971A-D0391657A993}"/>
              </a:ext>
            </a:extLst>
          </p:cNvPr>
          <p:cNvSpPr>
            <a:spLocks noChangeArrowheads="1"/>
          </p:cNvSpPr>
          <p:nvPr/>
        </p:nvSpPr>
        <p:spPr bwMode="auto">
          <a:xfrm>
            <a:off x="1676400" y="533400"/>
            <a:ext cx="3398838" cy="519113"/>
          </a:xfrm>
          <a:prstGeom prst="rect">
            <a:avLst/>
          </a:prstGeom>
          <a:noFill/>
          <a:ln w="12700" cap="sq">
            <a:noFill/>
            <a:miter lim="800000"/>
            <a:headEnd type="none" w="sm" len="sm"/>
            <a:tailEnd type="none" w="sm" len="sm"/>
          </a:ln>
          <a:effectLst/>
        </p:spPr>
        <p:txBody>
          <a:bodyPr wrap="none">
            <a:spAutoFit/>
          </a:bodyPr>
          <a:lstStyle/>
          <a:p>
            <a:pPr eaLnBrk="1" hangingPunct="1">
              <a:defRPr/>
            </a:pPr>
            <a:r>
              <a:rPr lang="zh-CN" altLang="en-US" sz="2800" b="1" i="1" u="none">
                <a:solidFill>
                  <a:srgbClr val="FF0000"/>
                </a:solidFill>
                <a:effectLst>
                  <a:outerShdw blurRad="38100" dist="38100" dir="2700000" algn="tl">
                    <a:srgbClr val="C0C0C0"/>
                  </a:outerShdw>
                </a:effectLst>
                <a:ea typeface="宋体" charset="-122"/>
              </a:rPr>
              <a:t>存储器地址的分段</a:t>
            </a:r>
            <a:r>
              <a:rPr lang="zh-CN" altLang="en-US" sz="2800" b="1" u="none">
                <a:ea typeface="宋体" charset="-122"/>
              </a:rPr>
              <a:t>：</a:t>
            </a:r>
          </a:p>
        </p:txBody>
      </p:sp>
      <p:sp>
        <p:nvSpPr>
          <p:cNvPr id="15363" name="Rectangle 3">
            <a:extLst>
              <a:ext uri="{FF2B5EF4-FFF2-40B4-BE49-F238E27FC236}">
                <a16:creationId xmlns:a16="http://schemas.microsoft.com/office/drawing/2014/main" id="{610AE967-4CB8-4677-B5F2-D301344FE452}"/>
              </a:ext>
            </a:extLst>
          </p:cNvPr>
          <p:cNvSpPr>
            <a:spLocks noChangeArrowheads="1"/>
          </p:cNvSpPr>
          <p:nvPr/>
        </p:nvSpPr>
        <p:spPr bwMode="auto">
          <a:xfrm>
            <a:off x="1676400" y="1371600"/>
            <a:ext cx="6934200" cy="525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marL="342900" indent="-342900">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buClr>
                <a:schemeClr val="tx2"/>
              </a:buClr>
              <a:buSzPct val="90000"/>
              <a:buFont typeface="Symbol" panose="05050102010706020507" pitchFamily="18" charset="2"/>
              <a:buNone/>
            </a:pPr>
            <a:r>
              <a:rPr lang="en-US" altLang="zh-CN" sz="2400" u="none">
                <a:solidFill>
                  <a:srgbClr val="009900"/>
                </a:solidFill>
              </a:rPr>
              <a:t>20</a:t>
            </a:r>
            <a:r>
              <a:rPr lang="zh-CN" altLang="en-US" sz="2400" u="none">
                <a:solidFill>
                  <a:srgbClr val="009900"/>
                </a:solidFill>
              </a:rPr>
              <a:t>根地址线</a:t>
            </a:r>
            <a:r>
              <a:rPr lang="zh-CN" altLang="en-US" sz="2400" u="none"/>
              <a:t>：</a:t>
            </a:r>
            <a:r>
              <a:rPr lang="zh-CN" altLang="en-US" sz="2200" u="none">
                <a:ea typeface="楷体_GB2312" pitchFamily="49" charset="-122"/>
              </a:rPr>
              <a:t>地址范围</a:t>
            </a:r>
            <a:r>
              <a:rPr lang="zh-CN" altLang="en-US" sz="2200" u="none"/>
              <a:t>  </a:t>
            </a:r>
            <a:r>
              <a:rPr lang="en-US" altLang="zh-CN" sz="2200" u="none"/>
              <a:t>00000H ~ FFFFFH</a:t>
            </a:r>
          </a:p>
          <a:p>
            <a:pPr algn="just" eaLnBrk="1" hangingPunct="1">
              <a:lnSpc>
                <a:spcPct val="90000"/>
              </a:lnSpc>
              <a:buClr>
                <a:schemeClr val="tx2"/>
              </a:buClr>
              <a:buSzPct val="90000"/>
              <a:buFont typeface="Symbol" panose="05050102010706020507" pitchFamily="18" charset="2"/>
              <a:buNone/>
            </a:pPr>
            <a:r>
              <a:rPr lang="zh-CN" altLang="en-US" sz="2400" u="none"/>
              <a:t>小段：</a:t>
            </a:r>
            <a:r>
              <a:rPr lang="zh-CN" altLang="en-US" sz="2200" u="none">
                <a:latin typeface="楷体_GB2312" pitchFamily="49" charset="-122"/>
                <a:ea typeface="楷体_GB2312" pitchFamily="49" charset="-122"/>
              </a:rPr>
              <a:t>每</a:t>
            </a:r>
            <a:r>
              <a:rPr lang="en-US" altLang="zh-CN" sz="2200" u="none">
                <a:ea typeface="楷体_GB2312" pitchFamily="49" charset="-122"/>
              </a:rPr>
              <a:t>16</a:t>
            </a:r>
            <a:r>
              <a:rPr lang="zh-CN" altLang="en-US" sz="2200" u="none">
                <a:latin typeface="楷体_GB2312" pitchFamily="49" charset="-122"/>
                <a:ea typeface="楷体_GB2312" pitchFamily="49" charset="-122"/>
              </a:rPr>
              <a:t>个字节为一小段，共有</a:t>
            </a:r>
            <a:r>
              <a:rPr lang="en-US" altLang="zh-CN" sz="2200" u="none">
                <a:ea typeface="楷体_GB2312" pitchFamily="49" charset="-122"/>
              </a:rPr>
              <a:t>64K</a:t>
            </a:r>
            <a:r>
              <a:rPr lang="zh-CN" altLang="en-US" sz="2200" u="none">
                <a:latin typeface="楷体_GB2312" pitchFamily="49" charset="-122"/>
                <a:ea typeface="楷体_GB2312" pitchFamily="49" charset="-122"/>
              </a:rPr>
              <a:t>个小段</a:t>
            </a:r>
          </a:p>
          <a:p>
            <a:pPr algn="just" eaLnBrk="1" hangingPunct="1">
              <a:lnSpc>
                <a:spcPct val="90000"/>
              </a:lnSpc>
              <a:buClr>
                <a:schemeClr val="tx2"/>
              </a:buClr>
              <a:buSzPct val="90000"/>
              <a:buFont typeface="Symbol" panose="05050102010706020507" pitchFamily="18" charset="2"/>
              <a:buNone/>
            </a:pPr>
            <a:r>
              <a:rPr lang="zh-CN" altLang="en-US" sz="2400" u="none"/>
              <a:t>                   </a:t>
            </a:r>
            <a:r>
              <a:rPr lang="zh-CN" altLang="en-US" sz="2000" u="none">
                <a:solidFill>
                  <a:schemeClr val="hlink"/>
                </a:solidFill>
                <a:ea typeface="楷体_GB2312" pitchFamily="49" charset="-122"/>
              </a:rPr>
              <a:t>小段的首地址</a:t>
            </a:r>
          </a:p>
          <a:p>
            <a:pPr algn="just" eaLnBrk="1" hangingPunct="1">
              <a:lnSpc>
                <a:spcPct val="90000"/>
              </a:lnSpc>
              <a:buClr>
                <a:schemeClr val="tx2"/>
              </a:buClr>
              <a:buSzPct val="90000"/>
              <a:buFont typeface="Symbol" panose="05050102010706020507" pitchFamily="18" charset="2"/>
              <a:buNone/>
            </a:pPr>
            <a:r>
              <a:rPr lang="zh-CN" altLang="en-US" sz="2000" u="none"/>
              <a:t>                            </a:t>
            </a:r>
            <a:r>
              <a:rPr lang="en-US" altLang="zh-CN" sz="2000" u="none">
                <a:solidFill>
                  <a:schemeClr val="hlink"/>
                </a:solidFill>
              </a:rPr>
              <a:t>00000H</a:t>
            </a:r>
            <a:r>
              <a:rPr lang="en-US" altLang="zh-CN" sz="2000" u="none"/>
              <a:t>    ~    0000FH</a:t>
            </a:r>
          </a:p>
          <a:p>
            <a:pPr algn="just" eaLnBrk="1" hangingPunct="1">
              <a:lnSpc>
                <a:spcPct val="90000"/>
              </a:lnSpc>
              <a:buClr>
                <a:schemeClr val="tx2"/>
              </a:buClr>
              <a:buSzPct val="90000"/>
              <a:buFont typeface="Symbol" panose="05050102010706020507" pitchFamily="18" charset="2"/>
              <a:buNone/>
            </a:pPr>
            <a:r>
              <a:rPr lang="en-US" altLang="zh-CN" sz="2000" u="none"/>
              <a:t>                            </a:t>
            </a:r>
            <a:r>
              <a:rPr lang="en-US" altLang="zh-CN" sz="2000" u="none">
                <a:solidFill>
                  <a:schemeClr val="hlink"/>
                </a:solidFill>
              </a:rPr>
              <a:t>00010H</a:t>
            </a:r>
            <a:r>
              <a:rPr lang="en-US" altLang="zh-CN" sz="2000" u="none"/>
              <a:t>    ~    0001FH</a:t>
            </a:r>
          </a:p>
          <a:p>
            <a:pPr algn="just" eaLnBrk="1" hangingPunct="1">
              <a:lnSpc>
                <a:spcPct val="90000"/>
              </a:lnSpc>
              <a:buClr>
                <a:schemeClr val="tx2"/>
              </a:buClr>
              <a:buSzPct val="90000"/>
              <a:buFont typeface="Symbol" panose="05050102010706020507" pitchFamily="18" charset="2"/>
              <a:buNone/>
            </a:pPr>
            <a:r>
              <a:rPr lang="en-US" altLang="zh-CN" sz="2000" u="none"/>
              <a:t>                            </a:t>
            </a:r>
            <a:r>
              <a:rPr lang="en-US" altLang="zh-CN" sz="2000" u="none">
                <a:solidFill>
                  <a:schemeClr val="hlink"/>
                </a:solidFill>
              </a:rPr>
              <a:t>00020H</a:t>
            </a:r>
            <a:r>
              <a:rPr lang="en-US" altLang="zh-CN" sz="2000" u="none"/>
              <a:t>    ~    0002FH</a:t>
            </a:r>
          </a:p>
          <a:p>
            <a:pPr algn="just" eaLnBrk="1" hangingPunct="1">
              <a:lnSpc>
                <a:spcPct val="90000"/>
              </a:lnSpc>
              <a:buClr>
                <a:schemeClr val="tx2"/>
              </a:buClr>
              <a:buSzPct val="90000"/>
              <a:buFont typeface="Symbol" panose="05050102010706020507" pitchFamily="18" charset="2"/>
              <a:buNone/>
            </a:pPr>
            <a:r>
              <a:rPr lang="en-US" altLang="zh-CN" sz="2000" u="none"/>
              <a:t>                            </a:t>
            </a:r>
            <a:r>
              <a:rPr lang="en-US" altLang="zh-CN" sz="2000" u="none">
                <a:solidFill>
                  <a:schemeClr val="hlink"/>
                </a:solidFill>
              </a:rPr>
              <a:t>…</a:t>
            </a:r>
          </a:p>
          <a:p>
            <a:pPr algn="just" eaLnBrk="1" hangingPunct="1">
              <a:lnSpc>
                <a:spcPct val="90000"/>
              </a:lnSpc>
              <a:buClr>
                <a:schemeClr val="tx2"/>
              </a:buClr>
              <a:buSzPct val="90000"/>
              <a:buFont typeface="Symbol" panose="05050102010706020507" pitchFamily="18" charset="2"/>
              <a:buNone/>
            </a:pPr>
            <a:r>
              <a:rPr lang="en-US" altLang="zh-CN" sz="2000" u="none"/>
              <a:t>                            </a:t>
            </a:r>
            <a:r>
              <a:rPr lang="en-US" altLang="zh-CN" sz="2000" u="none">
                <a:solidFill>
                  <a:schemeClr val="hlink"/>
                </a:solidFill>
              </a:rPr>
              <a:t>FFFF0H    </a:t>
            </a:r>
            <a:r>
              <a:rPr lang="en-US" altLang="zh-CN" sz="2000" u="none"/>
              <a:t>~   FFFFFH</a:t>
            </a:r>
            <a:r>
              <a:rPr lang="en-US" altLang="zh-CN" sz="2000" u="none">
                <a:sym typeface="Symbol" panose="05050102010706020507" pitchFamily="18" charset="2"/>
              </a:rPr>
              <a:t> </a:t>
            </a:r>
          </a:p>
          <a:p>
            <a:pPr algn="just" eaLnBrk="1" hangingPunct="1">
              <a:lnSpc>
                <a:spcPct val="90000"/>
              </a:lnSpc>
              <a:buClr>
                <a:schemeClr val="tx2"/>
              </a:buClr>
              <a:buSzPct val="90000"/>
              <a:buFont typeface="Symbol" panose="05050102010706020507" pitchFamily="18" charset="2"/>
              <a:buNone/>
            </a:pPr>
            <a:r>
              <a:rPr lang="zh-CN" altLang="en-US" sz="2400" u="none">
                <a:solidFill>
                  <a:srgbClr val="009900"/>
                </a:solidFill>
                <a:sym typeface="Symbol" panose="05050102010706020507" pitchFamily="18" charset="2"/>
              </a:rPr>
              <a:t>段起始地址</a:t>
            </a:r>
            <a:r>
              <a:rPr lang="zh-CN" altLang="en-US" sz="2400" u="none">
                <a:sym typeface="Symbol" panose="05050102010706020507" pitchFamily="18" charset="2"/>
              </a:rPr>
              <a:t>：</a:t>
            </a:r>
            <a:r>
              <a:rPr lang="zh-CN" altLang="en-US" sz="2200" u="none">
                <a:ea typeface="楷体_GB2312" pitchFamily="49" charset="-122"/>
                <a:sym typeface="Symbol" panose="05050102010706020507" pitchFamily="18" charset="2"/>
              </a:rPr>
              <a:t>小段首地址</a:t>
            </a:r>
            <a:endParaRPr lang="zh-CN" altLang="en-US" sz="2400" u="none">
              <a:sym typeface="Symbol" panose="05050102010706020507" pitchFamily="18" charset="2"/>
            </a:endParaRPr>
          </a:p>
          <a:p>
            <a:pPr algn="just" eaLnBrk="1" hangingPunct="1">
              <a:lnSpc>
                <a:spcPct val="90000"/>
              </a:lnSpc>
              <a:buClr>
                <a:schemeClr val="tx2"/>
              </a:buClr>
              <a:buSzPct val="90000"/>
              <a:buFont typeface="Symbol" panose="05050102010706020507" pitchFamily="18" charset="2"/>
              <a:buNone/>
            </a:pPr>
            <a:endParaRPr lang="zh-CN" altLang="en-US" sz="2400" u="none"/>
          </a:p>
          <a:p>
            <a:pPr algn="just" eaLnBrk="1" hangingPunct="1">
              <a:lnSpc>
                <a:spcPct val="90000"/>
              </a:lnSpc>
              <a:buClr>
                <a:schemeClr val="tx2"/>
              </a:buClr>
              <a:buSzPct val="90000"/>
              <a:buFont typeface="Symbol" panose="05050102010706020507" pitchFamily="18" charset="2"/>
              <a:buNone/>
            </a:pPr>
            <a:r>
              <a:rPr lang="zh-CN" altLang="en-US" sz="2400" u="none">
                <a:solidFill>
                  <a:srgbClr val="009900"/>
                </a:solidFill>
              </a:rPr>
              <a:t>物理地址</a:t>
            </a:r>
            <a:r>
              <a:rPr lang="zh-CN" altLang="en-US" sz="2400" u="none"/>
              <a:t>：</a:t>
            </a:r>
            <a:r>
              <a:rPr lang="zh-CN" altLang="en-US" sz="2200" u="none">
                <a:latin typeface="楷体_GB2312" pitchFamily="49" charset="-122"/>
                <a:ea typeface="楷体_GB2312" pitchFamily="49" charset="-122"/>
              </a:rPr>
              <a:t>每个存储单元唯一的</a:t>
            </a:r>
            <a:r>
              <a:rPr lang="en-US" altLang="zh-CN" sz="2200" u="none">
                <a:ea typeface="楷体_GB2312" pitchFamily="49" charset="-122"/>
              </a:rPr>
              <a:t>20</a:t>
            </a:r>
            <a:r>
              <a:rPr lang="zh-CN" altLang="en-US" sz="2200" u="none">
                <a:latin typeface="楷体_GB2312" pitchFamily="49" charset="-122"/>
                <a:ea typeface="楷体_GB2312" pitchFamily="49" charset="-122"/>
              </a:rPr>
              <a:t>位地址 </a:t>
            </a:r>
          </a:p>
          <a:p>
            <a:pPr algn="just" eaLnBrk="1" hangingPunct="1">
              <a:lnSpc>
                <a:spcPct val="90000"/>
              </a:lnSpc>
              <a:buClr>
                <a:schemeClr val="tx2"/>
              </a:buClr>
              <a:buSzPct val="90000"/>
              <a:buFont typeface="Symbol" panose="05050102010706020507" pitchFamily="18" charset="2"/>
              <a:buNone/>
            </a:pPr>
            <a:r>
              <a:rPr lang="zh-CN" altLang="en-US" sz="2400" u="none">
                <a:solidFill>
                  <a:srgbClr val="009900"/>
                </a:solidFill>
              </a:rPr>
              <a:t>    段地址</a:t>
            </a:r>
            <a:r>
              <a:rPr lang="zh-CN" altLang="en-US" sz="2400" u="none"/>
              <a:t>：</a:t>
            </a:r>
            <a:r>
              <a:rPr lang="zh-CN" altLang="en-US" sz="2200" u="none">
                <a:latin typeface="楷体_GB2312" pitchFamily="49" charset="-122"/>
                <a:ea typeface="楷体_GB2312" pitchFamily="49" charset="-122"/>
              </a:rPr>
              <a:t>段起始地址的高</a:t>
            </a:r>
            <a:r>
              <a:rPr lang="en-US" altLang="zh-CN" sz="2200" u="none">
                <a:ea typeface="楷体_GB2312" pitchFamily="49" charset="-122"/>
              </a:rPr>
              <a:t>16</a:t>
            </a:r>
            <a:r>
              <a:rPr lang="zh-CN" altLang="en-US" sz="2200" u="none">
                <a:latin typeface="楷体_GB2312" pitchFamily="49" charset="-122"/>
                <a:ea typeface="楷体_GB2312" pitchFamily="49" charset="-122"/>
              </a:rPr>
              <a:t>位</a:t>
            </a:r>
            <a:r>
              <a:rPr lang="zh-CN" altLang="en-US" sz="2400" u="none"/>
              <a:t> </a:t>
            </a:r>
          </a:p>
          <a:p>
            <a:pPr algn="just" eaLnBrk="1" hangingPunct="1">
              <a:buClr>
                <a:schemeClr val="tx2"/>
              </a:buClr>
              <a:buSzPct val="90000"/>
              <a:buFont typeface="Symbol" panose="05050102010706020507" pitchFamily="18" charset="2"/>
              <a:buNone/>
            </a:pPr>
            <a:r>
              <a:rPr lang="zh-CN" altLang="en-US" sz="2400" u="none">
                <a:solidFill>
                  <a:srgbClr val="009900"/>
                </a:solidFill>
              </a:rPr>
              <a:t>偏移地址</a:t>
            </a:r>
            <a:r>
              <a:rPr lang="zh-CN" altLang="en-US" sz="2400" u="none"/>
              <a:t>：</a:t>
            </a:r>
            <a:r>
              <a:rPr lang="zh-CN" altLang="en-US" sz="2200" u="none">
                <a:ea typeface="楷体_GB2312" pitchFamily="49" charset="-122"/>
              </a:rPr>
              <a:t>段内相对于段起始地址的偏移值</a:t>
            </a:r>
          </a:p>
          <a:p>
            <a:pPr algn="just" eaLnBrk="1" hangingPunct="1">
              <a:buClr>
                <a:schemeClr val="tx2"/>
              </a:buClr>
              <a:buSzPct val="90000"/>
              <a:buFont typeface="Symbol" panose="05050102010706020507" pitchFamily="18" charset="2"/>
              <a:buNone/>
            </a:pPr>
            <a:r>
              <a:rPr lang="zh-CN" altLang="en-US" sz="2200" u="none">
                <a:ea typeface="楷体_GB2312" pitchFamily="49" charset="-122"/>
              </a:rPr>
              <a:t>                    </a:t>
            </a:r>
            <a:r>
              <a:rPr lang="zh-CN" altLang="en-US" sz="2000" u="none">
                <a:ea typeface="楷体_GB2312" pitchFamily="49" charset="-122"/>
              </a:rPr>
              <a:t>（有效地址 </a:t>
            </a:r>
            <a:r>
              <a:rPr lang="en-US" altLang="zh-CN" sz="2000" u="none">
                <a:ea typeface="楷体_GB2312" pitchFamily="49" charset="-122"/>
              </a:rPr>
              <a:t>EA</a:t>
            </a:r>
            <a:r>
              <a:rPr lang="zh-CN" altLang="en-US" sz="2000" u="none">
                <a:ea typeface="楷体_GB2312" pitchFamily="49" charset="-122"/>
              </a:rPr>
              <a:t>）</a:t>
            </a:r>
          </a:p>
        </p:txBody>
      </p:sp>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9E7021C6-76AE-43C1-9613-B7D65593AED1}"/>
              </a:ext>
            </a:extLst>
          </p:cNvPr>
          <p:cNvSpPr>
            <a:spLocks noChangeArrowheads="1"/>
          </p:cNvSpPr>
          <p:nvPr/>
        </p:nvSpPr>
        <p:spPr bwMode="auto">
          <a:xfrm>
            <a:off x="1600200" y="762000"/>
            <a:ext cx="30416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zh-CN" altLang="en-US" sz="2800" u="none">
                <a:solidFill>
                  <a:srgbClr val="FF0000"/>
                </a:solidFill>
              </a:rPr>
              <a:t>物理地址的计算</a:t>
            </a:r>
            <a:r>
              <a:rPr lang="zh-CN" altLang="en-US" sz="2800" u="none"/>
              <a:t>：</a:t>
            </a:r>
          </a:p>
        </p:txBody>
      </p:sp>
      <p:sp>
        <p:nvSpPr>
          <p:cNvPr id="16387" name="Rectangle 3">
            <a:extLst>
              <a:ext uri="{FF2B5EF4-FFF2-40B4-BE49-F238E27FC236}">
                <a16:creationId xmlns:a16="http://schemas.microsoft.com/office/drawing/2014/main" id="{EF8634DD-EBC2-48FA-AEE8-DCAD30AFC65D}"/>
              </a:ext>
            </a:extLst>
          </p:cNvPr>
          <p:cNvSpPr>
            <a:spLocks noChangeArrowheads="1"/>
          </p:cNvSpPr>
          <p:nvPr/>
        </p:nvSpPr>
        <p:spPr bwMode="auto">
          <a:xfrm>
            <a:off x="2362200" y="1676400"/>
            <a:ext cx="5181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marL="342900" indent="-342900">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buClr>
                <a:schemeClr val="tx2"/>
              </a:buClr>
              <a:buSzPct val="90000"/>
              <a:buFont typeface="Symbol" panose="05050102010706020507" pitchFamily="18" charset="2"/>
              <a:buNone/>
            </a:pPr>
            <a:r>
              <a:rPr lang="zh-CN" altLang="en-US" sz="2400" u="none"/>
              <a:t>物理地址 </a:t>
            </a:r>
            <a:r>
              <a:rPr lang="en-US" altLang="zh-CN" sz="2400" u="none"/>
              <a:t>= 16d </a:t>
            </a:r>
            <a:r>
              <a:rPr lang="en-US" altLang="zh-CN" sz="2400" u="none">
                <a:sym typeface="Symbol" panose="05050102010706020507" pitchFamily="18" charset="2"/>
              </a:rPr>
              <a:t></a:t>
            </a:r>
            <a:r>
              <a:rPr lang="en-US" altLang="zh-CN" sz="2400" u="none"/>
              <a:t> </a:t>
            </a:r>
            <a:r>
              <a:rPr lang="zh-CN" altLang="en-US" sz="2400" u="none"/>
              <a:t>段地址 </a:t>
            </a:r>
            <a:r>
              <a:rPr lang="en-US" altLang="zh-CN" sz="2400" u="none"/>
              <a:t>+ </a:t>
            </a:r>
            <a:r>
              <a:rPr lang="zh-CN" altLang="en-US" sz="2400" u="none"/>
              <a:t>偏移地址</a:t>
            </a:r>
            <a:endParaRPr lang="zh-CN" altLang="zh-CN" sz="2400" u="none">
              <a:latin typeface="Arial" panose="020B0604020202020204" pitchFamily="34" charset="0"/>
              <a:sym typeface="Symbol" panose="05050102010706020507" pitchFamily="18" charset="2"/>
            </a:endParaRPr>
          </a:p>
        </p:txBody>
      </p:sp>
      <p:grpSp>
        <p:nvGrpSpPr>
          <p:cNvPr id="16388" name="Group 4">
            <a:extLst>
              <a:ext uri="{FF2B5EF4-FFF2-40B4-BE49-F238E27FC236}">
                <a16:creationId xmlns:a16="http://schemas.microsoft.com/office/drawing/2014/main" id="{FE9B45E5-B661-4C05-92AF-27F3E893BB87}"/>
              </a:ext>
            </a:extLst>
          </p:cNvPr>
          <p:cNvGrpSpPr>
            <a:grpSpLocks/>
          </p:cNvGrpSpPr>
          <p:nvPr/>
        </p:nvGrpSpPr>
        <p:grpSpPr bwMode="auto">
          <a:xfrm>
            <a:off x="2438400" y="2895600"/>
            <a:ext cx="4648200" cy="2085975"/>
            <a:chOff x="1200" y="2784"/>
            <a:chExt cx="2928" cy="1314"/>
          </a:xfrm>
        </p:grpSpPr>
        <p:sp>
          <p:nvSpPr>
            <p:cNvPr id="16390" name="Text Box 5">
              <a:extLst>
                <a:ext uri="{FF2B5EF4-FFF2-40B4-BE49-F238E27FC236}">
                  <a16:creationId xmlns:a16="http://schemas.microsoft.com/office/drawing/2014/main" id="{9B0DB8E6-0997-420C-ADEC-2A7DD73E4BF3}"/>
                </a:ext>
              </a:extLst>
            </p:cNvPr>
            <p:cNvSpPr txBox="1">
              <a:spLocks noChangeArrowheads="1"/>
            </p:cNvSpPr>
            <p:nvPr/>
          </p:nvSpPr>
          <p:spPr bwMode="auto">
            <a:xfrm>
              <a:off x="1872" y="2784"/>
              <a:ext cx="1632" cy="258"/>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2000" u="none"/>
                <a:t>      16 </a:t>
              </a:r>
              <a:r>
                <a:rPr lang="zh-CN" altLang="en-US" sz="2000" u="none"/>
                <a:t>位 段 地 址           </a:t>
              </a:r>
            </a:p>
          </p:txBody>
        </p:sp>
        <p:sp>
          <p:nvSpPr>
            <p:cNvPr id="16391" name="Text Box 6">
              <a:extLst>
                <a:ext uri="{FF2B5EF4-FFF2-40B4-BE49-F238E27FC236}">
                  <a16:creationId xmlns:a16="http://schemas.microsoft.com/office/drawing/2014/main" id="{7080E756-4714-495A-B5F2-120D0E90DEBD}"/>
                </a:ext>
              </a:extLst>
            </p:cNvPr>
            <p:cNvSpPr txBox="1">
              <a:spLocks noChangeArrowheads="1"/>
            </p:cNvSpPr>
            <p:nvPr/>
          </p:nvSpPr>
          <p:spPr bwMode="auto">
            <a:xfrm>
              <a:off x="2256" y="3312"/>
              <a:ext cx="1632" cy="258"/>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2000" u="none"/>
                <a:t>      16 </a:t>
              </a:r>
              <a:r>
                <a:rPr lang="zh-CN" altLang="en-US" sz="2000" u="none"/>
                <a:t>位 偏 移 地 址</a:t>
              </a:r>
            </a:p>
          </p:txBody>
        </p:sp>
        <p:sp>
          <p:nvSpPr>
            <p:cNvPr id="16392" name="Text Box 7">
              <a:extLst>
                <a:ext uri="{FF2B5EF4-FFF2-40B4-BE49-F238E27FC236}">
                  <a16:creationId xmlns:a16="http://schemas.microsoft.com/office/drawing/2014/main" id="{5312EFEF-A610-4F6C-91CC-C932BBBE8EB1}"/>
                </a:ext>
              </a:extLst>
            </p:cNvPr>
            <p:cNvSpPr txBox="1">
              <a:spLocks noChangeArrowheads="1"/>
            </p:cNvSpPr>
            <p:nvPr/>
          </p:nvSpPr>
          <p:spPr bwMode="auto">
            <a:xfrm>
              <a:off x="3024" y="2784"/>
              <a:ext cx="105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2000" u="none"/>
                <a:t>            0000</a:t>
              </a:r>
            </a:p>
          </p:txBody>
        </p:sp>
        <p:sp>
          <p:nvSpPr>
            <p:cNvPr id="16393" name="Line 8">
              <a:extLst>
                <a:ext uri="{FF2B5EF4-FFF2-40B4-BE49-F238E27FC236}">
                  <a16:creationId xmlns:a16="http://schemas.microsoft.com/office/drawing/2014/main" id="{70283C82-15FF-434E-A3FB-530524F8182F}"/>
                </a:ext>
              </a:extLst>
            </p:cNvPr>
            <p:cNvSpPr>
              <a:spLocks noChangeShapeType="1"/>
            </p:cNvSpPr>
            <p:nvPr/>
          </p:nvSpPr>
          <p:spPr bwMode="auto">
            <a:xfrm>
              <a:off x="1200" y="3696"/>
              <a:ext cx="2928"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394" name="Text Box 9">
              <a:extLst>
                <a:ext uri="{FF2B5EF4-FFF2-40B4-BE49-F238E27FC236}">
                  <a16:creationId xmlns:a16="http://schemas.microsoft.com/office/drawing/2014/main" id="{BB5D194B-D7DC-4960-8787-BB5AC04C9AEB}"/>
                </a:ext>
              </a:extLst>
            </p:cNvPr>
            <p:cNvSpPr txBox="1">
              <a:spLocks noChangeArrowheads="1"/>
            </p:cNvSpPr>
            <p:nvPr/>
          </p:nvSpPr>
          <p:spPr bwMode="auto">
            <a:xfrm>
              <a:off x="1392" y="3408"/>
              <a:ext cx="22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2400" u="none"/>
                <a:t>+</a:t>
              </a:r>
            </a:p>
          </p:txBody>
        </p:sp>
        <p:sp>
          <p:nvSpPr>
            <p:cNvPr id="16395" name="Text Box 10">
              <a:extLst>
                <a:ext uri="{FF2B5EF4-FFF2-40B4-BE49-F238E27FC236}">
                  <a16:creationId xmlns:a16="http://schemas.microsoft.com/office/drawing/2014/main" id="{9C3DF9BB-0689-438F-85CB-925FEC6F413D}"/>
                </a:ext>
              </a:extLst>
            </p:cNvPr>
            <p:cNvSpPr txBox="1">
              <a:spLocks noChangeArrowheads="1"/>
            </p:cNvSpPr>
            <p:nvPr/>
          </p:nvSpPr>
          <p:spPr bwMode="auto">
            <a:xfrm>
              <a:off x="1872" y="3840"/>
              <a:ext cx="2016" cy="258"/>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2000" u="none"/>
                <a:t>        20 </a:t>
              </a:r>
              <a:r>
                <a:rPr lang="zh-CN" altLang="en-US" sz="2000" u="none"/>
                <a:t>位 物 理 地 址</a:t>
              </a:r>
            </a:p>
          </p:txBody>
        </p:sp>
      </p:grpSp>
      <p:sp>
        <p:nvSpPr>
          <p:cNvPr id="24587" name="Text Box 11">
            <a:extLst>
              <a:ext uri="{FF2B5EF4-FFF2-40B4-BE49-F238E27FC236}">
                <a16:creationId xmlns:a16="http://schemas.microsoft.com/office/drawing/2014/main" id="{33F59113-A5FC-4288-8028-58FCF174B14D}"/>
              </a:ext>
            </a:extLst>
          </p:cNvPr>
          <p:cNvSpPr txBox="1">
            <a:spLocks noChangeArrowheads="1"/>
          </p:cNvSpPr>
          <p:nvPr/>
        </p:nvSpPr>
        <p:spPr bwMode="auto">
          <a:xfrm>
            <a:off x="692150" y="5683250"/>
            <a:ext cx="68818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zh-CN" altLang="en-US" sz="2800">
                <a:solidFill>
                  <a:srgbClr val="FF0000"/>
                </a:solidFill>
              </a:rPr>
              <a:t>问题</a:t>
            </a:r>
            <a:r>
              <a:rPr lang="en-US" altLang="zh-CN" sz="2800">
                <a:solidFill>
                  <a:srgbClr val="FF0000"/>
                </a:solidFill>
              </a:rPr>
              <a:t>:</a:t>
            </a:r>
            <a:r>
              <a:rPr lang="zh-CN" altLang="en-US" sz="2800">
                <a:solidFill>
                  <a:srgbClr val="FF0000"/>
                </a:solidFill>
              </a:rPr>
              <a:t>一个字单元的物理地址该如何表示呢</a:t>
            </a:r>
            <a:r>
              <a:rPr lang="en-US" altLang="zh-CN" sz="2800">
                <a:solidFill>
                  <a:srgbClr val="FF0000"/>
                </a:solidFill>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5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8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a:extLst>
              <a:ext uri="{FF2B5EF4-FFF2-40B4-BE49-F238E27FC236}">
                <a16:creationId xmlns:a16="http://schemas.microsoft.com/office/drawing/2014/main" id="{3033FD21-5161-4B50-B6A5-86E15EE44CE5}"/>
              </a:ext>
            </a:extLst>
          </p:cNvPr>
          <p:cNvSpPr>
            <a:spLocks noGrp="1" noChangeArrowheads="1"/>
          </p:cNvSpPr>
          <p:nvPr>
            <p:ph type="title"/>
          </p:nvPr>
        </p:nvSpPr>
        <p:spPr/>
        <p:txBody>
          <a:bodyPr/>
          <a:lstStyle/>
          <a:p>
            <a:pPr eaLnBrk="1" hangingPunct="1">
              <a:defRPr/>
            </a:pPr>
            <a:r>
              <a:rPr lang="zh-CN" altLang="en-US"/>
              <a:t>举例</a:t>
            </a:r>
            <a:r>
              <a:rPr lang="en-US" altLang="zh-CN"/>
              <a:t>:</a:t>
            </a:r>
          </a:p>
        </p:txBody>
      </p:sp>
      <p:sp>
        <p:nvSpPr>
          <p:cNvPr id="114691" name="Rectangle 3">
            <a:extLst>
              <a:ext uri="{FF2B5EF4-FFF2-40B4-BE49-F238E27FC236}">
                <a16:creationId xmlns:a16="http://schemas.microsoft.com/office/drawing/2014/main" id="{5E5F2027-4581-4EAA-AE77-655B077D0D28}"/>
              </a:ext>
            </a:extLst>
          </p:cNvPr>
          <p:cNvSpPr>
            <a:spLocks noGrp="1" noChangeArrowheads="1"/>
          </p:cNvSpPr>
          <p:nvPr>
            <p:ph type="body" idx="1"/>
          </p:nvPr>
        </p:nvSpPr>
        <p:spPr>
          <a:xfrm>
            <a:off x="755650" y="1196975"/>
            <a:ext cx="7772400" cy="4608513"/>
          </a:xfrm>
        </p:spPr>
        <p:txBody>
          <a:bodyPr/>
          <a:lstStyle/>
          <a:p>
            <a:pPr eaLnBrk="1" hangingPunct="1"/>
            <a:r>
              <a:rPr lang="zh-CN" altLang="en-US"/>
              <a:t>内存数据区共占用</a:t>
            </a:r>
            <a:r>
              <a:rPr lang="en-US" altLang="zh-CN"/>
              <a:t>10</a:t>
            </a:r>
            <a:r>
              <a:rPr lang="zh-CN" altLang="en-US"/>
              <a:t>个字单元</a:t>
            </a:r>
            <a:r>
              <a:rPr lang="en-US" altLang="zh-CN"/>
              <a:t>,</a:t>
            </a:r>
            <a:r>
              <a:rPr lang="zh-CN" altLang="en-US"/>
              <a:t>已知起始地址为</a:t>
            </a:r>
            <a:r>
              <a:rPr lang="en-US" altLang="zh-CN"/>
              <a:t>13BA:00BA,</a:t>
            </a:r>
            <a:r>
              <a:rPr lang="zh-CN" altLang="en-US"/>
              <a:t>求该字节单元的物理地址是多少</a:t>
            </a:r>
            <a:r>
              <a:rPr lang="en-US" altLang="zh-CN"/>
              <a:t>?</a:t>
            </a:r>
          </a:p>
          <a:p>
            <a:pPr eaLnBrk="1" hangingPunct="1"/>
            <a:r>
              <a:rPr lang="en-US" altLang="zh-CN"/>
              <a:t>PA=13BA0+00BA</a:t>
            </a:r>
          </a:p>
          <a:p>
            <a:pPr eaLnBrk="1" hangingPunct="1"/>
            <a:r>
              <a:rPr lang="en-US" altLang="zh-CN"/>
              <a:t>=13C5AH</a:t>
            </a:r>
          </a:p>
          <a:p>
            <a:pPr eaLnBrk="1" hangingPunct="1"/>
            <a:endParaRPr lang="en-US" altLang="zh-CN"/>
          </a:p>
        </p:txBody>
      </p:sp>
    </p:spTree>
    <p:custDataLst>
      <p:tags r:id="rId1"/>
    </p:custData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14691">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469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AEC774DE-2C10-4AF4-B7A7-AADB621B3E83}"/>
              </a:ext>
            </a:extLst>
          </p:cNvPr>
          <p:cNvSpPr>
            <a:spLocks noChangeArrowheads="1"/>
          </p:cNvSpPr>
          <p:nvPr/>
        </p:nvSpPr>
        <p:spPr bwMode="auto">
          <a:xfrm>
            <a:off x="3238500" y="23050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sz="2400" b="0"/>
          </a:p>
        </p:txBody>
      </p:sp>
      <p:sp>
        <p:nvSpPr>
          <p:cNvPr id="18435" name="Rectangle 3">
            <a:extLst>
              <a:ext uri="{FF2B5EF4-FFF2-40B4-BE49-F238E27FC236}">
                <a16:creationId xmlns:a16="http://schemas.microsoft.com/office/drawing/2014/main" id="{7F9F3E52-4CCC-4FC3-B635-AE176D7D46EF}"/>
              </a:ext>
            </a:extLst>
          </p:cNvPr>
          <p:cNvSpPr>
            <a:spLocks noChangeArrowheads="1"/>
          </p:cNvSpPr>
          <p:nvPr/>
        </p:nvSpPr>
        <p:spPr bwMode="auto">
          <a:xfrm>
            <a:off x="1676400" y="685800"/>
            <a:ext cx="33988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zh-CN" altLang="en-US" sz="2800" u="none">
                <a:solidFill>
                  <a:srgbClr val="009900"/>
                </a:solidFill>
              </a:rPr>
              <a:t>存储器的</a:t>
            </a:r>
            <a:r>
              <a:rPr lang="zh-CN" altLang="en-US" sz="2800" u="none">
                <a:solidFill>
                  <a:srgbClr val="009900"/>
                </a:solidFill>
                <a:latin typeface="Lucida Console" panose="020B0609040504020204" pitchFamily="49" charset="0"/>
                <a:ea typeface="楷体_GB2312" pitchFamily="49" charset="-122"/>
              </a:rPr>
              <a:t>逻辑</a:t>
            </a:r>
            <a:r>
              <a:rPr lang="zh-CN" altLang="en-US" sz="2800" u="none">
                <a:solidFill>
                  <a:srgbClr val="009900"/>
                </a:solidFill>
              </a:rPr>
              <a:t>分段</a:t>
            </a:r>
            <a:r>
              <a:rPr lang="zh-CN" altLang="en-US" sz="2800" u="none"/>
              <a:t>：</a:t>
            </a:r>
          </a:p>
        </p:txBody>
      </p:sp>
      <p:grpSp>
        <p:nvGrpSpPr>
          <p:cNvPr id="18436" name="Group 4">
            <a:extLst>
              <a:ext uri="{FF2B5EF4-FFF2-40B4-BE49-F238E27FC236}">
                <a16:creationId xmlns:a16="http://schemas.microsoft.com/office/drawing/2014/main" id="{9CB09328-6871-4DB7-BE53-7262B22A4233}"/>
              </a:ext>
            </a:extLst>
          </p:cNvPr>
          <p:cNvGrpSpPr>
            <a:grpSpLocks/>
          </p:cNvGrpSpPr>
          <p:nvPr/>
        </p:nvGrpSpPr>
        <p:grpSpPr bwMode="auto">
          <a:xfrm>
            <a:off x="2362200" y="1524000"/>
            <a:ext cx="5302250" cy="4419600"/>
            <a:chOff x="1536" y="960"/>
            <a:chExt cx="3340" cy="2784"/>
          </a:xfrm>
        </p:grpSpPr>
        <p:sp>
          <p:nvSpPr>
            <p:cNvPr id="18437" name="Line 5">
              <a:extLst>
                <a:ext uri="{FF2B5EF4-FFF2-40B4-BE49-F238E27FC236}">
                  <a16:creationId xmlns:a16="http://schemas.microsoft.com/office/drawing/2014/main" id="{D6187CE4-AB89-4259-B682-2C4B6B1700CD}"/>
                </a:ext>
              </a:extLst>
            </p:cNvPr>
            <p:cNvSpPr>
              <a:spLocks noChangeShapeType="1"/>
            </p:cNvSpPr>
            <p:nvPr/>
          </p:nvSpPr>
          <p:spPr bwMode="auto">
            <a:xfrm>
              <a:off x="3456" y="1248"/>
              <a:ext cx="0" cy="2496"/>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38" name="Line 6">
              <a:extLst>
                <a:ext uri="{FF2B5EF4-FFF2-40B4-BE49-F238E27FC236}">
                  <a16:creationId xmlns:a16="http://schemas.microsoft.com/office/drawing/2014/main" id="{705D7C9D-CC4D-4D21-86FE-133A001CA6E4}"/>
                </a:ext>
              </a:extLst>
            </p:cNvPr>
            <p:cNvSpPr>
              <a:spLocks noChangeShapeType="1"/>
            </p:cNvSpPr>
            <p:nvPr/>
          </p:nvSpPr>
          <p:spPr bwMode="auto">
            <a:xfrm>
              <a:off x="4224" y="1248"/>
              <a:ext cx="0" cy="2496"/>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39" name="Line 7">
              <a:extLst>
                <a:ext uri="{FF2B5EF4-FFF2-40B4-BE49-F238E27FC236}">
                  <a16:creationId xmlns:a16="http://schemas.microsoft.com/office/drawing/2014/main" id="{E7BCDD00-D952-4130-8E20-ACB30806BFCE}"/>
                </a:ext>
              </a:extLst>
            </p:cNvPr>
            <p:cNvSpPr>
              <a:spLocks noChangeShapeType="1"/>
            </p:cNvSpPr>
            <p:nvPr/>
          </p:nvSpPr>
          <p:spPr bwMode="auto">
            <a:xfrm>
              <a:off x="3456" y="1440"/>
              <a:ext cx="768"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40" name="Line 8">
              <a:extLst>
                <a:ext uri="{FF2B5EF4-FFF2-40B4-BE49-F238E27FC236}">
                  <a16:creationId xmlns:a16="http://schemas.microsoft.com/office/drawing/2014/main" id="{CD643B07-7797-40A4-954F-B5188CFACD6F}"/>
                </a:ext>
              </a:extLst>
            </p:cNvPr>
            <p:cNvSpPr>
              <a:spLocks noChangeShapeType="1"/>
            </p:cNvSpPr>
            <p:nvPr/>
          </p:nvSpPr>
          <p:spPr bwMode="auto">
            <a:xfrm>
              <a:off x="3456" y="2592"/>
              <a:ext cx="768"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41" name="Line 9">
              <a:extLst>
                <a:ext uri="{FF2B5EF4-FFF2-40B4-BE49-F238E27FC236}">
                  <a16:creationId xmlns:a16="http://schemas.microsoft.com/office/drawing/2014/main" id="{7E09CF75-3854-4D4C-8FB6-25D1F964D370}"/>
                </a:ext>
              </a:extLst>
            </p:cNvPr>
            <p:cNvSpPr>
              <a:spLocks noChangeShapeType="1"/>
            </p:cNvSpPr>
            <p:nvPr/>
          </p:nvSpPr>
          <p:spPr bwMode="auto">
            <a:xfrm>
              <a:off x="3456" y="2880"/>
              <a:ext cx="768"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42" name="Line 10">
              <a:extLst>
                <a:ext uri="{FF2B5EF4-FFF2-40B4-BE49-F238E27FC236}">
                  <a16:creationId xmlns:a16="http://schemas.microsoft.com/office/drawing/2014/main" id="{89A8E440-54F8-4DD8-9B7D-2DDD86F9A157}"/>
                </a:ext>
              </a:extLst>
            </p:cNvPr>
            <p:cNvSpPr>
              <a:spLocks noChangeShapeType="1"/>
            </p:cNvSpPr>
            <p:nvPr/>
          </p:nvSpPr>
          <p:spPr bwMode="auto">
            <a:xfrm>
              <a:off x="3456" y="3168"/>
              <a:ext cx="768"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43" name="Text Box 11">
              <a:extLst>
                <a:ext uri="{FF2B5EF4-FFF2-40B4-BE49-F238E27FC236}">
                  <a16:creationId xmlns:a16="http://schemas.microsoft.com/office/drawing/2014/main" id="{08E968EA-E404-4F65-98C9-3EE030DDA0A0}"/>
                </a:ext>
              </a:extLst>
            </p:cNvPr>
            <p:cNvSpPr txBox="1">
              <a:spLocks noChangeArrowheads="1"/>
            </p:cNvSpPr>
            <p:nvPr/>
          </p:nvSpPr>
          <p:spPr bwMode="auto">
            <a:xfrm>
              <a:off x="3456" y="960"/>
              <a:ext cx="79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2400" u="none"/>
                <a:t> </a:t>
              </a:r>
              <a:r>
                <a:rPr lang="zh-CN" altLang="en-US" sz="2400" u="none">
                  <a:ea typeface="楷体_GB2312" pitchFamily="49" charset="-122"/>
                </a:rPr>
                <a:t>存储器</a:t>
              </a:r>
              <a:endParaRPr lang="zh-CN" altLang="en-US" sz="2000" u="none">
                <a:ea typeface="楷体_GB2312" pitchFamily="49" charset="-122"/>
              </a:endParaRPr>
            </a:p>
          </p:txBody>
        </p:sp>
        <p:sp>
          <p:nvSpPr>
            <p:cNvPr id="18444" name="Text Box 12">
              <a:extLst>
                <a:ext uri="{FF2B5EF4-FFF2-40B4-BE49-F238E27FC236}">
                  <a16:creationId xmlns:a16="http://schemas.microsoft.com/office/drawing/2014/main" id="{970ACF6C-38E5-4C7C-9731-699CBCBCB148}"/>
                </a:ext>
              </a:extLst>
            </p:cNvPr>
            <p:cNvSpPr txBox="1">
              <a:spLocks noChangeArrowheads="1"/>
            </p:cNvSpPr>
            <p:nvPr/>
          </p:nvSpPr>
          <p:spPr bwMode="auto">
            <a:xfrm>
              <a:off x="3504" y="1488"/>
              <a:ext cx="72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2000" u="none"/>
                <a:t>64</a:t>
              </a:r>
              <a:r>
                <a:rPr lang="en-US" altLang="en-US" sz="2000" u="none"/>
                <a:t>K</a:t>
              </a:r>
              <a:r>
                <a:rPr lang="zh-CN" altLang="en-US" sz="2000" u="none"/>
                <a:t>代码</a:t>
              </a:r>
            </a:p>
          </p:txBody>
        </p:sp>
        <p:sp>
          <p:nvSpPr>
            <p:cNvPr id="18445" name="Text Box 13">
              <a:extLst>
                <a:ext uri="{FF2B5EF4-FFF2-40B4-BE49-F238E27FC236}">
                  <a16:creationId xmlns:a16="http://schemas.microsoft.com/office/drawing/2014/main" id="{D51FC453-40AB-4C27-9D3C-D7F7A921A2D8}"/>
                </a:ext>
              </a:extLst>
            </p:cNvPr>
            <p:cNvSpPr txBox="1">
              <a:spLocks noChangeArrowheads="1"/>
            </p:cNvSpPr>
            <p:nvPr/>
          </p:nvSpPr>
          <p:spPr bwMode="auto">
            <a:xfrm>
              <a:off x="4224" y="1344"/>
              <a:ext cx="5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1800" u="none"/>
                <a:t>01500</a:t>
              </a:r>
              <a:r>
                <a:rPr lang="en-US" altLang="en-US" sz="1800" u="none"/>
                <a:t>H</a:t>
              </a:r>
              <a:endParaRPr lang="en-US" altLang="zh-CN" sz="1800" u="none"/>
            </a:p>
          </p:txBody>
        </p:sp>
        <p:sp>
          <p:nvSpPr>
            <p:cNvPr id="18446" name="Text Box 14">
              <a:extLst>
                <a:ext uri="{FF2B5EF4-FFF2-40B4-BE49-F238E27FC236}">
                  <a16:creationId xmlns:a16="http://schemas.microsoft.com/office/drawing/2014/main" id="{D7D4A3AC-A3A9-40FF-9AF8-2A738AB269BB}"/>
                </a:ext>
              </a:extLst>
            </p:cNvPr>
            <p:cNvSpPr txBox="1">
              <a:spLocks noChangeArrowheads="1"/>
            </p:cNvSpPr>
            <p:nvPr/>
          </p:nvSpPr>
          <p:spPr bwMode="auto">
            <a:xfrm>
              <a:off x="4224" y="2496"/>
              <a:ext cx="5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1800" u="none"/>
                <a:t>42000</a:t>
              </a:r>
              <a:r>
                <a:rPr lang="en-US" altLang="en-US" sz="1800" u="none"/>
                <a:t>H</a:t>
              </a:r>
              <a:endParaRPr lang="en-US" altLang="zh-CN" sz="1800" u="none"/>
            </a:p>
          </p:txBody>
        </p:sp>
        <p:sp>
          <p:nvSpPr>
            <p:cNvPr id="18447" name="Text Box 15">
              <a:extLst>
                <a:ext uri="{FF2B5EF4-FFF2-40B4-BE49-F238E27FC236}">
                  <a16:creationId xmlns:a16="http://schemas.microsoft.com/office/drawing/2014/main" id="{1597D135-940E-442D-92FD-EE70F41F27F9}"/>
                </a:ext>
              </a:extLst>
            </p:cNvPr>
            <p:cNvSpPr txBox="1">
              <a:spLocks noChangeArrowheads="1"/>
            </p:cNvSpPr>
            <p:nvPr/>
          </p:nvSpPr>
          <p:spPr bwMode="auto">
            <a:xfrm>
              <a:off x="4224" y="1920"/>
              <a:ext cx="65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1800" u="none"/>
                <a:t>1CD00</a:t>
              </a:r>
              <a:r>
                <a:rPr lang="en-US" altLang="en-US" sz="1800" u="none"/>
                <a:t>H</a:t>
              </a:r>
              <a:endParaRPr lang="en-US" altLang="zh-CN" sz="1800" u="none"/>
            </a:p>
          </p:txBody>
        </p:sp>
        <p:grpSp>
          <p:nvGrpSpPr>
            <p:cNvPr id="18448" name="Group 16">
              <a:extLst>
                <a:ext uri="{FF2B5EF4-FFF2-40B4-BE49-F238E27FC236}">
                  <a16:creationId xmlns:a16="http://schemas.microsoft.com/office/drawing/2014/main" id="{5C66D8B2-A75C-4CE4-B502-E4B83AEAA1CE}"/>
                </a:ext>
              </a:extLst>
            </p:cNvPr>
            <p:cNvGrpSpPr>
              <a:grpSpLocks/>
            </p:cNvGrpSpPr>
            <p:nvPr/>
          </p:nvGrpSpPr>
          <p:grpSpPr bwMode="auto">
            <a:xfrm>
              <a:off x="1872" y="1872"/>
              <a:ext cx="680" cy="960"/>
              <a:chOff x="2448" y="960"/>
              <a:chExt cx="680" cy="960"/>
            </a:xfrm>
          </p:grpSpPr>
          <p:sp>
            <p:nvSpPr>
              <p:cNvPr id="18464" name="Rectangle 17">
                <a:extLst>
                  <a:ext uri="{FF2B5EF4-FFF2-40B4-BE49-F238E27FC236}">
                    <a16:creationId xmlns:a16="http://schemas.microsoft.com/office/drawing/2014/main" id="{0319116F-6303-457E-8012-7CCBD7BDF6B5}"/>
                  </a:ext>
                </a:extLst>
              </p:cNvPr>
              <p:cNvSpPr>
                <a:spLocks noChangeArrowheads="1"/>
              </p:cNvSpPr>
              <p:nvPr/>
            </p:nvSpPr>
            <p:spPr bwMode="auto">
              <a:xfrm>
                <a:off x="2448" y="960"/>
                <a:ext cx="672" cy="240"/>
              </a:xfrm>
              <a:prstGeom prst="rect">
                <a:avLst/>
              </a:prstGeom>
              <a:solidFill>
                <a:schemeClr val="accent1"/>
              </a:solidFill>
              <a:ln w="12700" cap="sq">
                <a:solidFill>
                  <a:schemeClr val="tx1"/>
                </a:solidFill>
                <a:miter lim="800000"/>
                <a:headEnd type="none" w="sm" len="sm"/>
                <a:tailEnd type="none" w="sm" len="sm"/>
              </a:ln>
            </p:spPr>
            <p:txBody>
              <a:bodyPr wrap="none" anchor="ct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sz="2400" b="0"/>
              </a:p>
            </p:txBody>
          </p:sp>
          <p:sp>
            <p:nvSpPr>
              <p:cNvPr id="18465" name="Rectangle 18">
                <a:extLst>
                  <a:ext uri="{FF2B5EF4-FFF2-40B4-BE49-F238E27FC236}">
                    <a16:creationId xmlns:a16="http://schemas.microsoft.com/office/drawing/2014/main" id="{B98FF96C-24E0-404A-8FF8-0DAFC4372F15}"/>
                  </a:ext>
                </a:extLst>
              </p:cNvPr>
              <p:cNvSpPr>
                <a:spLocks noChangeArrowheads="1"/>
              </p:cNvSpPr>
              <p:nvPr/>
            </p:nvSpPr>
            <p:spPr bwMode="auto">
              <a:xfrm>
                <a:off x="2448" y="1200"/>
                <a:ext cx="672" cy="240"/>
              </a:xfrm>
              <a:prstGeom prst="rect">
                <a:avLst/>
              </a:prstGeom>
              <a:solidFill>
                <a:schemeClr val="accent1"/>
              </a:solidFill>
              <a:ln w="12700" cap="sq">
                <a:solidFill>
                  <a:schemeClr val="tx1"/>
                </a:solidFill>
                <a:miter lim="800000"/>
                <a:headEnd type="none" w="sm" len="sm"/>
                <a:tailEnd type="none" w="sm" len="sm"/>
              </a:ln>
            </p:spPr>
            <p:txBody>
              <a:bodyPr wrap="none" anchor="ct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sz="2400" b="0"/>
              </a:p>
            </p:txBody>
          </p:sp>
          <p:sp>
            <p:nvSpPr>
              <p:cNvPr id="18466" name="Rectangle 19">
                <a:extLst>
                  <a:ext uri="{FF2B5EF4-FFF2-40B4-BE49-F238E27FC236}">
                    <a16:creationId xmlns:a16="http://schemas.microsoft.com/office/drawing/2014/main" id="{8AE9C5AF-18D7-49C0-BD0E-936077AF07F7}"/>
                  </a:ext>
                </a:extLst>
              </p:cNvPr>
              <p:cNvSpPr>
                <a:spLocks noChangeArrowheads="1"/>
              </p:cNvSpPr>
              <p:nvPr/>
            </p:nvSpPr>
            <p:spPr bwMode="auto">
              <a:xfrm>
                <a:off x="2448" y="1440"/>
                <a:ext cx="672" cy="240"/>
              </a:xfrm>
              <a:prstGeom prst="rect">
                <a:avLst/>
              </a:prstGeom>
              <a:solidFill>
                <a:schemeClr val="accent1"/>
              </a:solidFill>
              <a:ln w="12700" cap="sq">
                <a:solidFill>
                  <a:schemeClr val="tx1"/>
                </a:solidFill>
                <a:miter lim="800000"/>
                <a:headEnd type="none" w="sm" len="sm"/>
                <a:tailEnd type="none" w="sm" len="sm"/>
              </a:ln>
            </p:spPr>
            <p:txBody>
              <a:bodyPr wrap="none" anchor="ct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sz="2400" b="0"/>
              </a:p>
            </p:txBody>
          </p:sp>
          <p:sp>
            <p:nvSpPr>
              <p:cNvPr id="18467" name="Rectangle 20">
                <a:extLst>
                  <a:ext uri="{FF2B5EF4-FFF2-40B4-BE49-F238E27FC236}">
                    <a16:creationId xmlns:a16="http://schemas.microsoft.com/office/drawing/2014/main" id="{1138A5F5-67A0-468D-A7DB-B91D7A8B5D3B}"/>
                  </a:ext>
                </a:extLst>
              </p:cNvPr>
              <p:cNvSpPr>
                <a:spLocks noChangeArrowheads="1"/>
              </p:cNvSpPr>
              <p:nvPr/>
            </p:nvSpPr>
            <p:spPr bwMode="auto">
              <a:xfrm>
                <a:off x="2448" y="1680"/>
                <a:ext cx="672" cy="240"/>
              </a:xfrm>
              <a:prstGeom prst="rect">
                <a:avLst/>
              </a:prstGeom>
              <a:solidFill>
                <a:schemeClr val="accent1"/>
              </a:solidFill>
              <a:ln w="12700" cap="sq">
                <a:solidFill>
                  <a:schemeClr val="tx1"/>
                </a:solidFill>
                <a:miter lim="800000"/>
                <a:headEnd type="none" w="sm" len="sm"/>
                <a:tailEnd type="none" w="sm" len="sm"/>
              </a:ln>
            </p:spPr>
            <p:txBody>
              <a:bodyPr wrap="none" anchor="ct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sz="2400" b="0"/>
              </a:p>
            </p:txBody>
          </p:sp>
          <p:sp>
            <p:nvSpPr>
              <p:cNvPr id="18468" name="Text Box 21">
                <a:extLst>
                  <a:ext uri="{FF2B5EF4-FFF2-40B4-BE49-F238E27FC236}">
                    <a16:creationId xmlns:a16="http://schemas.microsoft.com/office/drawing/2014/main" id="{7E07DF02-3FD7-44C9-A19F-746425DAA5CE}"/>
                  </a:ext>
                </a:extLst>
              </p:cNvPr>
              <p:cNvSpPr txBox="1">
                <a:spLocks noChangeArrowheads="1"/>
              </p:cNvSpPr>
              <p:nvPr/>
            </p:nvSpPr>
            <p:spPr bwMode="auto">
              <a:xfrm>
                <a:off x="2496" y="960"/>
                <a:ext cx="56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2000" u="none">
                    <a:solidFill>
                      <a:schemeClr val="bg2"/>
                    </a:solidFill>
                  </a:rPr>
                  <a:t>0150</a:t>
                </a:r>
                <a:r>
                  <a:rPr lang="en-US" altLang="en-US" sz="2000" u="none">
                    <a:solidFill>
                      <a:schemeClr val="bg2"/>
                    </a:solidFill>
                  </a:rPr>
                  <a:t>H</a:t>
                </a:r>
                <a:endParaRPr lang="en-US" altLang="zh-CN" sz="2000" u="none"/>
              </a:p>
            </p:txBody>
          </p:sp>
          <p:sp>
            <p:nvSpPr>
              <p:cNvPr id="18469" name="Text Box 22">
                <a:extLst>
                  <a:ext uri="{FF2B5EF4-FFF2-40B4-BE49-F238E27FC236}">
                    <a16:creationId xmlns:a16="http://schemas.microsoft.com/office/drawing/2014/main" id="{FC29B96E-26BB-4F5A-A46A-765ACF20BED7}"/>
                  </a:ext>
                </a:extLst>
              </p:cNvPr>
              <p:cNvSpPr txBox="1">
                <a:spLocks noChangeArrowheads="1"/>
              </p:cNvSpPr>
              <p:nvPr/>
            </p:nvSpPr>
            <p:spPr bwMode="auto">
              <a:xfrm>
                <a:off x="2496" y="1200"/>
                <a:ext cx="56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2000" u="none">
                    <a:solidFill>
                      <a:schemeClr val="bg2"/>
                    </a:solidFill>
                  </a:rPr>
                  <a:t>4200</a:t>
                </a:r>
                <a:r>
                  <a:rPr lang="en-US" altLang="en-US" sz="2000" u="none">
                    <a:solidFill>
                      <a:schemeClr val="bg2"/>
                    </a:solidFill>
                  </a:rPr>
                  <a:t>H</a:t>
                </a:r>
                <a:endParaRPr lang="en-US" altLang="zh-CN" sz="2000" u="none"/>
              </a:p>
            </p:txBody>
          </p:sp>
          <p:sp>
            <p:nvSpPr>
              <p:cNvPr id="18470" name="Text Box 23">
                <a:extLst>
                  <a:ext uri="{FF2B5EF4-FFF2-40B4-BE49-F238E27FC236}">
                    <a16:creationId xmlns:a16="http://schemas.microsoft.com/office/drawing/2014/main" id="{FA68EF0F-C84F-4A43-9432-D92EB8A24840}"/>
                  </a:ext>
                </a:extLst>
              </p:cNvPr>
              <p:cNvSpPr txBox="1">
                <a:spLocks noChangeArrowheads="1"/>
              </p:cNvSpPr>
              <p:nvPr/>
            </p:nvSpPr>
            <p:spPr bwMode="auto">
              <a:xfrm>
                <a:off x="2496" y="1440"/>
                <a:ext cx="63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2000" u="none">
                    <a:solidFill>
                      <a:schemeClr val="bg2"/>
                    </a:solidFill>
                  </a:rPr>
                  <a:t>1CD0</a:t>
                </a:r>
                <a:r>
                  <a:rPr lang="en-US" altLang="en-US" sz="2000" u="none">
                    <a:solidFill>
                      <a:schemeClr val="bg2"/>
                    </a:solidFill>
                  </a:rPr>
                  <a:t>H</a:t>
                </a:r>
                <a:endParaRPr lang="en-US" altLang="zh-CN" sz="2000" u="none"/>
              </a:p>
            </p:txBody>
          </p:sp>
        </p:grpSp>
        <p:sp>
          <p:nvSpPr>
            <p:cNvPr id="18449" name="Text Box 24">
              <a:extLst>
                <a:ext uri="{FF2B5EF4-FFF2-40B4-BE49-F238E27FC236}">
                  <a16:creationId xmlns:a16="http://schemas.microsoft.com/office/drawing/2014/main" id="{1EC1A75C-C823-464C-83CB-3B7FF83D2DC7}"/>
                </a:ext>
              </a:extLst>
            </p:cNvPr>
            <p:cNvSpPr txBox="1">
              <a:spLocks noChangeArrowheads="1"/>
            </p:cNvSpPr>
            <p:nvPr/>
          </p:nvSpPr>
          <p:spPr bwMode="auto">
            <a:xfrm>
              <a:off x="1776" y="1536"/>
              <a:ext cx="912"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zh-CN" altLang="en-US" sz="2200" u="none">
                  <a:ea typeface="楷体_GB2312" pitchFamily="49" charset="-122"/>
                </a:rPr>
                <a:t>段寄存器</a:t>
              </a:r>
            </a:p>
          </p:txBody>
        </p:sp>
        <p:sp>
          <p:nvSpPr>
            <p:cNvPr id="18450" name="Text Box 25">
              <a:extLst>
                <a:ext uri="{FF2B5EF4-FFF2-40B4-BE49-F238E27FC236}">
                  <a16:creationId xmlns:a16="http://schemas.microsoft.com/office/drawing/2014/main" id="{51625BAB-9929-4E3B-91C8-5E66E4FFDA74}"/>
                </a:ext>
              </a:extLst>
            </p:cNvPr>
            <p:cNvSpPr txBox="1">
              <a:spLocks noChangeArrowheads="1"/>
            </p:cNvSpPr>
            <p:nvPr/>
          </p:nvSpPr>
          <p:spPr bwMode="auto">
            <a:xfrm>
              <a:off x="1536" y="1824"/>
              <a:ext cx="384" cy="10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spcBef>
                  <a:spcPct val="0"/>
                </a:spcBef>
                <a:buClrTx/>
                <a:buFontTx/>
                <a:buNone/>
              </a:pPr>
              <a:r>
                <a:rPr lang="en-US" altLang="zh-CN" sz="2000" u="none"/>
                <a:t>CS</a:t>
              </a:r>
            </a:p>
            <a:p>
              <a:pPr eaLnBrk="1" hangingPunct="1">
                <a:lnSpc>
                  <a:spcPct val="130000"/>
                </a:lnSpc>
                <a:spcBef>
                  <a:spcPct val="0"/>
                </a:spcBef>
                <a:buClrTx/>
                <a:buFontTx/>
                <a:buNone/>
              </a:pPr>
              <a:r>
                <a:rPr lang="en-US" altLang="zh-CN" sz="2000" u="none"/>
                <a:t>DS</a:t>
              </a:r>
            </a:p>
            <a:p>
              <a:pPr eaLnBrk="1" hangingPunct="1">
                <a:lnSpc>
                  <a:spcPct val="130000"/>
                </a:lnSpc>
                <a:spcBef>
                  <a:spcPct val="0"/>
                </a:spcBef>
                <a:buClrTx/>
                <a:buFontTx/>
                <a:buNone/>
              </a:pPr>
              <a:r>
                <a:rPr lang="en-US" altLang="zh-CN" sz="2000" u="none"/>
                <a:t>SS</a:t>
              </a:r>
            </a:p>
            <a:p>
              <a:pPr eaLnBrk="1" hangingPunct="1">
                <a:lnSpc>
                  <a:spcPct val="130000"/>
                </a:lnSpc>
                <a:spcBef>
                  <a:spcPct val="0"/>
                </a:spcBef>
                <a:buClrTx/>
                <a:buFontTx/>
                <a:buNone/>
              </a:pPr>
              <a:r>
                <a:rPr lang="en-US" altLang="zh-CN" sz="2000" u="none"/>
                <a:t>ES</a:t>
              </a:r>
            </a:p>
          </p:txBody>
        </p:sp>
        <p:sp>
          <p:nvSpPr>
            <p:cNvPr id="18451" name="Line 26">
              <a:extLst>
                <a:ext uri="{FF2B5EF4-FFF2-40B4-BE49-F238E27FC236}">
                  <a16:creationId xmlns:a16="http://schemas.microsoft.com/office/drawing/2014/main" id="{2C6C600E-055F-4B87-9747-E6337362B91A}"/>
                </a:ext>
              </a:extLst>
            </p:cNvPr>
            <p:cNvSpPr>
              <a:spLocks noChangeShapeType="1"/>
            </p:cNvSpPr>
            <p:nvPr/>
          </p:nvSpPr>
          <p:spPr bwMode="auto">
            <a:xfrm>
              <a:off x="3456" y="1728"/>
              <a:ext cx="768"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52" name="Line 27">
              <a:extLst>
                <a:ext uri="{FF2B5EF4-FFF2-40B4-BE49-F238E27FC236}">
                  <a16:creationId xmlns:a16="http://schemas.microsoft.com/office/drawing/2014/main" id="{4502130B-E99E-47C5-AB5B-475FA516815D}"/>
                </a:ext>
              </a:extLst>
            </p:cNvPr>
            <p:cNvSpPr>
              <a:spLocks noChangeShapeType="1"/>
            </p:cNvSpPr>
            <p:nvPr/>
          </p:nvSpPr>
          <p:spPr bwMode="auto">
            <a:xfrm>
              <a:off x="3456" y="2016"/>
              <a:ext cx="768"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53" name="Text Box 28">
              <a:extLst>
                <a:ext uri="{FF2B5EF4-FFF2-40B4-BE49-F238E27FC236}">
                  <a16:creationId xmlns:a16="http://schemas.microsoft.com/office/drawing/2014/main" id="{E0B225B4-5746-4175-BA87-FC088A1D7D87}"/>
                </a:ext>
              </a:extLst>
            </p:cNvPr>
            <p:cNvSpPr txBox="1">
              <a:spLocks noChangeArrowheads="1"/>
            </p:cNvSpPr>
            <p:nvPr/>
          </p:nvSpPr>
          <p:spPr bwMode="auto">
            <a:xfrm>
              <a:off x="3504" y="2064"/>
              <a:ext cx="72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2000" u="none"/>
                <a:t>64</a:t>
              </a:r>
              <a:r>
                <a:rPr lang="en-US" altLang="en-US" sz="2000" u="none"/>
                <a:t>K</a:t>
              </a:r>
              <a:r>
                <a:rPr lang="zh-CN" altLang="en-US" sz="2000" u="none"/>
                <a:t>堆栈</a:t>
              </a:r>
            </a:p>
          </p:txBody>
        </p:sp>
        <p:sp>
          <p:nvSpPr>
            <p:cNvPr id="18454" name="Line 29">
              <a:extLst>
                <a:ext uri="{FF2B5EF4-FFF2-40B4-BE49-F238E27FC236}">
                  <a16:creationId xmlns:a16="http://schemas.microsoft.com/office/drawing/2014/main" id="{38605B03-3943-4B47-81CB-95C60038D6C4}"/>
                </a:ext>
              </a:extLst>
            </p:cNvPr>
            <p:cNvSpPr>
              <a:spLocks noChangeShapeType="1"/>
            </p:cNvSpPr>
            <p:nvPr/>
          </p:nvSpPr>
          <p:spPr bwMode="auto">
            <a:xfrm>
              <a:off x="3456" y="2304"/>
              <a:ext cx="768"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55" name="Text Box 30">
              <a:extLst>
                <a:ext uri="{FF2B5EF4-FFF2-40B4-BE49-F238E27FC236}">
                  <a16:creationId xmlns:a16="http://schemas.microsoft.com/office/drawing/2014/main" id="{294E3760-D8D6-4362-8B5C-CA978586EA6C}"/>
                </a:ext>
              </a:extLst>
            </p:cNvPr>
            <p:cNvSpPr txBox="1">
              <a:spLocks noChangeArrowheads="1"/>
            </p:cNvSpPr>
            <p:nvPr/>
          </p:nvSpPr>
          <p:spPr bwMode="auto">
            <a:xfrm>
              <a:off x="3504" y="2640"/>
              <a:ext cx="72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2000" u="none"/>
                <a:t>64</a:t>
              </a:r>
              <a:r>
                <a:rPr lang="en-US" altLang="en-US" sz="2000" u="none"/>
                <a:t>K</a:t>
              </a:r>
              <a:r>
                <a:rPr lang="zh-CN" altLang="en-US" sz="2000" u="none"/>
                <a:t>数据</a:t>
              </a:r>
            </a:p>
          </p:txBody>
        </p:sp>
        <p:sp>
          <p:nvSpPr>
            <p:cNvPr id="18456" name="Text Box 31">
              <a:extLst>
                <a:ext uri="{FF2B5EF4-FFF2-40B4-BE49-F238E27FC236}">
                  <a16:creationId xmlns:a16="http://schemas.microsoft.com/office/drawing/2014/main" id="{85F77B3E-91A3-4594-92D6-33388B1D88CC}"/>
                </a:ext>
              </a:extLst>
            </p:cNvPr>
            <p:cNvSpPr txBox="1">
              <a:spLocks noChangeArrowheads="1"/>
            </p:cNvSpPr>
            <p:nvPr/>
          </p:nvSpPr>
          <p:spPr bwMode="auto">
            <a:xfrm>
              <a:off x="3408" y="3216"/>
              <a:ext cx="89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1600" u="none"/>
                <a:t> 64</a:t>
              </a:r>
              <a:r>
                <a:rPr lang="en-US" altLang="en-US" sz="1600" u="none"/>
                <a:t>K</a:t>
              </a:r>
              <a:r>
                <a:rPr lang="zh-CN" altLang="en-US" sz="1600" u="none"/>
                <a:t>附加数据</a:t>
              </a:r>
            </a:p>
          </p:txBody>
        </p:sp>
        <p:sp>
          <p:nvSpPr>
            <p:cNvPr id="18457" name="Line 32">
              <a:extLst>
                <a:ext uri="{FF2B5EF4-FFF2-40B4-BE49-F238E27FC236}">
                  <a16:creationId xmlns:a16="http://schemas.microsoft.com/office/drawing/2014/main" id="{194E328E-E4C3-4273-B48C-5B6C11A400FD}"/>
                </a:ext>
              </a:extLst>
            </p:cNvPr>
            <p:cNvSpPr>
              <a:spLocks noChangeShapeType="1"/>
            </p:cNvSpPr>
            <p:nvPr/>
          </p:nvSpPr>
          <p:spPr bwMode="auto">
            <a:xfrm>
              <a:off x="3456" y="3456"/>
              <a:ext cx="768"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58" name="Text Box 33">
              <a:extLst>
                <a:ext uri="{FF2B5EF4-FFF2-40B4-BE49-F238E27FC236}">
                  <a16:creationId xmlns:a16="http://schemas.microsoft.com/office/drawing/2014/main" id="{65BD053F-BE56-4D05-A5CC-3062DC9389B8}"/>
                </a:ext>
              </a:extLst>
            </p:cNvPr>
            <p:cNvSpPr txBox="1">
              <a:spLocks noChangeArrowheads="1"/>
            </p:cNvSpPr>
            <p:nvPr/>
          </p:nvSpPr>
          <p:spPr bwMode="auto">
            <a:xfrm>
              <a:off x="4224" y="3072"/>
              <a:ext cx="61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1800" u="none"/>
                <a:t>B0000</a:t>
              </a:r>
              <a:r>
                <a:rPr lang="en-US" altLang="en-US" sz="1800" u="none"/>
                <a:t>H</a:t>
              </a:r>
              <a:endParaRPr lang="en-US" altLang="zh-CN" sz="1800" u="none"/>
            </a:p>
          </p:txBody>
        </p:sp>
        <p:sp>
          <p:nvSpPr>
            <p:cNvPr id="18459" name="Rectangle 34">
              <a:extLst>
                <a:ext uri="{FF2B5EF4-FFF2-40B4-BE49-F238E27FC236}">
                  <a16:creationId xmlns:a16="http://schemas.microsoft.com/office/drawing/2014/main" id="{2F584315-0E23-4D3A-AD8C-7F7BF62271FA}"/>
                </a:ext>
              </a:extLst>
            </p:cNvPr>
            <p:cNvSpPr>
              <a:spLocks noChangeArrowheads="1"/>
            </p:cNvSpPr>
            <p:nvPr/>
          </p:nvSpPr>
          <p:spPr bwMode="auto">
            <a:xfrm>
              <a:off x="1920" y="2592"/>
              <a:ext cx="58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en-US" altLang="zh-CN" sz="2000" u="none">
                  <a:solidFill>
                    <a:schemeClr val="bg2"/>
                  </a:solidFill>
                </a:rPr>
                <a:t>B000</a:t>
              </a:r>
              <a:r>
                <a:rPr lang="en-US" altLang="en-US" sz="2000" u="none">
                  <a:solidFill>
                    <a:schemeClr val="bg2"/>
                  </a:solidFill>
                </a:rPr>
                <a:t>H</a:t>
              </a:r>
              <a:endParaRPr lang="en-US" altLang="zh-CN" sz="2000" u="none">
                <a:solidFill>
                  <a:schemeClr val="bg2"/>
                </a:solidFill>
              </a:endParaRPr>
            </a:p>
          </p:txBody>
        </p:sp>
        <p:sp>
          <p:nvSpPr>
            <p:cNvPr id="18460" name="Line 35">
              <a:extLst>
                <a:ext uri="{FF2B5EF4-FFF2-40B4-BE49-F238E27FC236}">
                  <a16:creationId xmlns:a16="http://schemas.microsoft.com/office/drawing/2014/main" id="{254FC0AE-E99F-4125-BDB9-817BA084D0DA}"/>
                </a:ext>
              </a:extLst>
            </p:cNvPr>
            <p:cNvSpPr>
              <a:spLocks noChangeShapeType="1"/>
            </p:cNvSpPr>
            <p:nvPr/>
          </p:nvSpPr>
          <p:spPr bwMode="auto">
            <a:xfrm flipV="1">
              <a:off x="2544" y="1440"/>
              <a:ext cx="912" cy="576"/>
            </a:xfrm>
            <a:prstGeom prst="line">
              <a:avLst/>
            </a:prstGeom>
            <a:noFill/>
            <a:ln w="12700" cap="sq">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8461" name="Line 36">
              <a:extLst>
                <a:ext uri="{FF2B5EF4-FFF2-40B4-BE49-F238E27FC236}">
                  <a16:creationId xmlns:a16="http://schemas.microsoft.com/office/drawing/2014/main" id="{997F1A1C-77D5-406A-A64B-547AEE25F6BD}"/>
                </a:ext>
              </a:extLst>
            </p:cNvPr>
            <p:cNvSpPr>
              <a:spLocks noChangeShapeType="1"/>
            </p:cNvSpPr>
            <p:nvPr/>
          </p:nvSpPr>
          <p:spPr bwMode="auto">
            <a:xfrm>
              <a:off x="2544" y="2208"/>
              <a:ext cx="912" cy="384"/>
            </a:xfrm>
            <a:prstGeom prst="line">
              <a:avLst/>
            </a:prstGeom>
            <a:noFill/>
            <a:ln w="12700" cap="sq">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8462" name="Line 37">
              <a:extLst>
                <a:ext uri="{FF2B5EF4-FFF2-40B4-BE49-F238E27FC236}">
                  <a16:creationId xmlns:a16="http://schemas.microsoft.com/office/drawing/2014/main" id="{C92295C2-7841-49A3-9872-B2CF9B68DC89}"/>
                </a:ext>
              </a:extLst>
            </p:cNvPr>
            <p:cNvSpPr>
              <a:spLocks noChangeShapeType="1"/>
            </p:cNvSpPr>
            <p:nvPr/>
          </p:nvSpPr>
          <p:spPr bwMode="auto">
            <a:xfrm flipV="1">
              <a:off x="2544" y="2016"/>
              <a:ext cx="912" cy="480"/>
            </a:xfrm>
            <a:prstGeom prst="line">
              <a:avLst/>
            </a:prstGeom>
            <a:noFill/>
            <a:ln w="12700" cap="sq">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8463" name="Line 38">
              <a:extLst>
                <a:ext uri="{FF2B5EF4-FFF2-40B4-BE49-F238E27FC236}">
                  <a16:creationId xmlns:a16="http://schemas.microsoft.com/office/drawing/2014/main" id="{802ADB8C-2CAD-438F-8B6E-4281FDEE89AD}"/>
                </a:ext>
              </a:extLst>
            </p:cNvPr>
            <p:cNvSpPr>
              <a:spLocks noChangeShapeType="1"/>
            </p:cNvSpPr>
            <p:nvPr/>
          </p:nvSpPr>
          <p:spPr bwMode="auto">
            <a:xfrm>
              <a:off x="2544" y="2736"/>
              <a:ext cx="912" cy="432"/>
            </a:xfrm>
            <a:prstGeom prst="line">
              <a:avLst/>
            </a:prstGeom>
            <a:noFill/>
            <a:ln w="12700" cap="sq">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74FBC913-4788-4A73-87BD-00E235723CBC}"/>
              </a:ext>
            </a:extLst>
          </p:cNvPr>
          <p:cNvSpPr>
            <a:spLocks noChangeArrowheads="1"/>
          </p:cNvSpPr>
          <p:nvPr/>
        </p:nvSpPr>
        <p:spPr bwMode="auto">
          <a:xfrm>
            <a:off x="1524000" y="457200"/>
            <a:ext cx="3048000" cy="754063"/>
          </a:xfrm>
          <a:prstGeom prst="rect">
            <a:avLst/>
          </a:prstGeom>
          <a:noFill/>
          <a:ln w="12700" cap="sq">
            <a:noFill/>
            <a:miter lim="800000"/>
            <a:headEnd type="none" w="sm" len="sm"/>
            <a:tailEnd type="none" w="sm" len="sm"/>
          </a:ln>
          <a:effectLst/>
        </p:spPr>
        <p:txBody>
          <a:bodyPr anchor="b"/>
          <a:lstStyle/>
          <a:p>
            <a:pPr eaLnBrk="1" hangingPunct="1">
              <a:defRPr/>
            </a:pPr>
            <a:r>
              <a:rPr lang="en-US" altLang="zh-CN" sz="3600" b="1" i="1" u="none" dirty="0">
                <a:solidFill>
                  <a:srgbClr val="FF0000"/>
                </a:solidFill>
                <a:effectLst>
                  <a:outerShdw blurRad="38100" dist="38100" dir="2700000" algn="tl">
                    <a:srgbClr val="C0C0C0"/>
                  </a:outerShdw>
                </a:effectLst>
                <a:latin typeface="Arial" charset="0"/>
                <a:ea typeface="宋体" charset="-122"/>
              </a:rPr>
              <a:t>3.  </a:t>
            </a:r>
            <a:r>
              <a:rPr lang="zh-CN" altLang="en-US" sz="3600" b="1" i="1" u="none" dirty="0">
                <a:solidFill>
                  <a:srgbClr val="FF0000"/>
                </a:solidFill>
                <a:effectLst>
                  <a:outerShdw blurRad="38100" dist="38100" dir="2700000" algn="tl">
                    <a:srgbClr val="C0C0C0"/>
                  </a:outerShdw>
                </a:effectLst>
                <a:latin typeface="Arial" charset="0"/>
                <a:ea typeface="宋体" charset="-122"/>
              </a:rPr>
              <a:t>外部设备</a:t>
            </a:r>
          </a:p>
        </p:txBody>
      </p:sp>
      <p:sp>
        <p:nvSpPr>
          <p:cNvPr id="19459" name="Text Box 3">
            <a:extLst>
              <a:ext uri="{FF2B5EF4-FFF2-40B4-BE49-F238E27FC236}">
                <a16:creationId xmlns:a16="http://schemas.microsoft.com/office/drawing/2014/main" id="{CD160E02-DBB8-4F9B-89B8-CE918E82845F}"/>
              </a:ext>
            </a:extLst>
          </p:cNvPr>
          <p:cNvSpPr txBox="1">
            <a:spLocks noChangeArrowheads="1"/>
          </p:cNvSpPr>
          <p:nvPr/>
        </p:nvSpPr>
        <p:spPr bwMode="auto">
          <a:xfrm>
            <a:off x="2209800" y="1600200"/>
            <a:ext cx="4495800" cy="4770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0"/>
              </a:spcBef>
              <a:buClrTx/>
              <a:buFontTx/>
              <a:buNone/>
            </a:pPr>
            <a:r>
              <a:rPr kumimoji="0" lang="zh-CN" altLang="en-US" sz="2800" u="none" dirty="0"/>
              <a:t>外设接口（</a:t>
            </a:r>
            <a:r>
              <a:rPr kumimoji="0" lang="en-US" altLang="zh-CN" sz="2800" u="none" dirty="0"/>
              <a:t>Interface</a:t>
            </a:r>
            <a:r>
              <a:rPr kumimoji="0" lang="zh-CN" altLang="en-US" sz="2800" u="none" dirty="0"/>
              <a:t>）</a:t>
            </a:r>
          </a:p>
          <a:p>
            <a:pPr algn="just">
              <a:spcBef>
                <a:spcPct val="0"/>
              </a:spcBef>
              <a:buClrTx/>
              <a:buFontTx/>
              <a:buNone/>
            </a:pPr>
            <a:endParaRPr kumimoji="0" lang="zh-CN" altLang="en-US" sz="2400" b="0" u="none" dirty="0"/>
          </a:p>
          <a:p>
            <a:pPr algn="just">
              <a:spcBef>
                <a:spcPct val="0"/>
              </a:spcBef>
              <a:buClrTx/>
              <a:buFontTx/>
              <a:buNone/>
            </a:pPr>
            <a:r>
              <a:rPr kumimoji="0" lang="zh-CN" altLang="en-US" sz="2400" b="0" u="none" dirty="0"/>
              <a:t>      </a:t>
            </a:r>
            <a:r>
              <a:rPr kumimoji="0" lang="zh-CN" altLang="en-US" sz="2400" u="none" dirty="0"/>
              <a:t>每个接口包括一组寄存器：</a:t>
            </a:r>
            <a:endParaRPr kumimoji="0" lang="zh-CN" altLang="en-US" sz="2800" u="none" dirty="0"/>
          </a:p>
          <a:p>
            <a:pPr algn="just">
              <a:spcBef>
                <a:spcPct val="0"/>
              </a:spcBef>
              <a:buClrTx/>
              <a:buFontTx/>
              <a:buNone/>
            </a:pPr>
            <a:endParaRPr kumimoji="0" lang="zh-CN" altLang="en-US" sz="2400" u="none" dirty="0"/>
          </a:p>
          <a:p>
            <a:pPr algn="just">
              <a:spcBef>
                <a:spcPct val="0"/>
              </a:spcBef>
              <a:buClrTx/>
              <a:buFontTx/>
              <a:buNone/>
            </a:pPr>
            <a:r>
              <a:rPr kumimoji="0" lang="zh-CN" altLang="en-US" sz="2400" u="none" dirty="0"/>
              <a:t>          </a:t>
            </a:r>
            <a:r>
              <a:rPr kumimoji="0" lang="zh-CN" altLang="en-US" sz="2400" u="none" dirty="0">
                <a:latin typeface="楷体_GB2312" pitchFamily="49" charset="-122"/>
                <a:ea typeface="楷体_GB2312" pitchFamily="49" charset="-122"/>
              </a:rPr>
              <a:t>数据寄存器</a:t>
            </a:r>
          </a:p>
          <a:p>
            <a:pPr algn="just">
              <a:spcBef>
                <a:spcPct val="0"/>
              </a:spcBef>
              <a:buClrTx/>
              <a:buFontTx/>
              <a:buNone/>
            </a:pPr>
            <a:r>
              <a:rPr kumimoji="0" lang="zh-CN" altLang="en-US" sz="2400" u="none" dirty="0">
                <a:latin typeface="楷体_GB2312" pitchFamily="49" charset="-122"/>
                <a:ea typeface="楷体_GB2312" pitchFamily="49" charset="-122"/>
              </a:rPr>
              <a:t>        状态寄存器</a:t>
            </a:r>
          </a:p>
          <a:p>
            <a:pPr algn="just">
              <a:spcBef>
                <a:spcPct val="0"/>
              </a:spcBef>
              <a:buClrTx/>
              <a:buFontTx/>
              <a:buNone/>
            </a:pPr>
            <a:r>
              <a:rPr kumimoji="0" lang="zh-CN" altLang="en-US" sz="2400" u="none" dirty="0">
                <a:latin typeface="楷体_GB2312" pitchFamily="49" charset="-122"/>
                <a:ea typeface="楷体_GB2312" pitchFamily="49" charset="-122"/>
              </a:rPr>
              <a:t>        命令寄存器</a:t>
            </a:r>
          </a:p>
          <a:p>
            <a:pPr algn="just">
              <a:spcBef>
                <a:spcPct val="0"/>
              </a:spcBef>
              <a:buClrTx/>
              <a:buFontTx/>
              <a:buNone/>
            </a:pPr>
            <a:endParaRPr kumimoji="0" lang="zh-CN" altLang="en-US" sz="2400" u="none" dirty="0"/>
          </a:p>
          <a:p>
            <a:pPr algn="just">
              <a:spcBef>
                <a:spcPct val="0"/>
              </a:spcBef>
              <a:buClrTx/>
              <a:buFontTx/>
              <a:buNone/>
            </a:pPr>
            <a:r>
              <a:rPr kumimoji="0" lang="zh-CN" altLang="en-US" sz="2800" u="none" dirty="0"/>
              <a:t>端口（</a:t>
            </a:r>
            <a:r>
              <a:rPr kumimoji="0" lang="en-US" altLang="zh-CN" sz="2800" u="none" dirty="0"/>
              <a:t>Port</a:t>
            </a:r>
            <a:r>
              <a:rPr kumimoji="0" lang="zh-CN" altLang="en-US" sz="2800" u="none" dirty="0"/>
              <a:t>）地址</a:t>
            </a:r>
            <a:r>
              <a:rPr kumimoji="0" lang="zh-CN" altLang="en-US" sz="2400" u="none" dirty="0">
                <a:ea typeface="华文中宋" panose="02010600040101010101" pitchFamily="2" charset="-122"/>
              </a:rPr>
              <a:t>          </a:t>
            </a:r>
          </a:p>
          <a:p>
            <a:pPr algn="just">
              <a:spcBef>
                <a:spcPct val="0"/>
              </a:spcBef>
              <a:buClrTx/>
              <a:buFontTx/>
              <a:buNone/>
            </a:pPr>
            <a:endParaRPr kumimoji="0" lang="zh-CN" altLang="en-US" sz="2400" u="none" dirty="0">
              <a:ea typeface="华文中宋" panose="02010600040101010101" pitchFamily="2" charset="-122"/>
            </a:endParaRPr>
          </a:p>
          <a:p>
            <a:pPr algn="just">
              <a:spcBef>
                <a:spcPct val="0"/>
              </a:spcBef>
              <a:buClrTx/>
              <a:buFontTx/>
              <a:buNone/>
            </a:pPr>
            <a:r>
              <a:rPr kumimoji="0" lang="zh-CN" altLang="en-US" sz="2400" u="none" dirty="0">
                <a:ea typeface="华文中宋" panose="02010600040101010101" pitchFamily="2" charset="-122"/>
              </a:rPr>
              <a:t>                </a:t>
            </a:r>
            <a:r>
              <a:rPr kumimoji="0" lang="en-US" altLang="zh-CN" sz="2400" u="none" dirty="0">
                <a:ea typeface="华文中宋" panose="02010600040101010101" pitchFamily="2" charset="-122"/>
              </a:rPr>
              <a:t>0000</a:t>
            </a:r>
            <a:r>
              <a:rPr kumimoji="0" lang="zh-CN" altLang="en-US" sz="2400" u="none" dirty="0">
                <a:ea typeface="华文中宋" panose="02010600040101010101" pitchFamily="2" charset="-122"/>
              </a:rPr>
              <a:t>～</a:t>
            </a:r>
            <a:r>
              <a:rPr kumimoji="0" lang="en-US" altLang="zh-CN" sz="2400" u="none" dirty="0">
                <a:ea typeface="华文中宋" panose="02010600040101010101" pitchFamily="2" charset="-122"/>
              </a:rPr>
              <a:t>FFFFH</a:t>
            </a:r>
            <a:r>
              <a:rPr kumimoji="0" lang="en-US" altLang="zh-CN" sz="2800" u="none" dirty="0"/>
              <a:t> </a:t>
            </a:r>
          </a:p>
          <a:p>
            <a:pPr algn="just">
              <a:spcBef>
                <a:spcPct val="0"/>
              </a:spcBef>
              <a:buClrTx/>
              <a:buFontTx/>
              <a:buNone/>
            </a:pPr>
            <a:r>
              <a:rPr kumimoji="0" lang="en-US" altLang="zh-CN" sz="2800" u="none" dirty="0">
                <a:solidFill>
                  <a:srgbClr val="FF0000"/>
                </a:solidFill>
              </a:rPr>
              <a:t>              0000</a:t>
            </a:r>
            <a:r>
              <a:rPr kumimoji="0" lang="zh-CN" altLang="en-US" sz="2800" u="none" dirty="0">
                <a:solidFill>
                  <a:srgbClr val="FF0000"/>
                </a:solidFill>
                <a:ea typeface="华文中宋" panose="02010600040101010101" pitchFamily="2" charset="-122"/>
              </a:rPr>
              <a:t> ～</a:t>
            </a:r>
            <a:r>
              <a:rPr kumimoji="0" lang="en-US" altLang="zh-CN" sz="2800" u="none" dirty="0">
                <a:solidFill>
                  <a:srgbClr val="FF0000"/>
                </a:solidFill>
                <a:ea typeface="华文中宋" panose="02010600040101010101" pitchFamily="2" charset="-122"/>
              </a:rPr>
              <a:t>00FFH</a:t>
            </a:r>
            <a:endParaRPr kumimoji="0" lang="en-US" altLang="zh-CN" sz="2800" u="none" dirty="0">
              <a:solidFill>
                <a:srgbClr val="FF0000"/>
              </a:solidFill>
            </a:endParaRPr>
          </a:p>
        </p:txBody>
      </p:sp>
    </p:spTree>
  </p:cSld>
  <p:clrMapOvr>
    <a:masterClrMapping/>
  </p:clrMapOvr>
  <p:transition>
    <p:random/>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8A2751-B7A6-461A-B50D-1F68F6E95B63}"/>
              </a:ext>
            </a:extLst>
          </p:cNvPr>
          <p:cNvSpPr>
            <a:spLocks noGrp="1"/>
          </p:cNvSpPr>
          <p:nvPr>
            <p:ph type="title"/>
          </p:nvPr>
        </p:nvSpPr>
        <p:spPr/>
        <p:txBody>
          <a:bodyPr/>
          <a:lstStyle/>
          <a:p>
            <a:pPr eaLnBrk="1" hangingPunct="1">
              <a:defRPr/>
            </a:pPr>
            <a:r>
              <a:rPr lang="zh-CN" altLang="en-US" dirty="0"/>
              <a:t>举例</a:t>
            </a:r>
          </a:p>
        </p:txBody>
      </p:sp>
      <p:sp>
        <p:nvSpPr>
          <p:cNvPr id="3" name="内容占位符 2">
            <a:extLst>
              <a:ext uri="{FF2B5EF4-FFF2-40B4-BE49-F238E27FC236}">
                <a16:creationId xmlns:a16="http://schemas.microsoft.com/office/drawing/2014/main" id="{E28D6D17-5382-44D8-8238-AB9DA4C563CA}"/>
              </a:ext>
            </a:extLst>
          </p:cNvPr>
          <p:cNvSpPr>
            <a:spLocks noGrp="1" noChangeArrowheads="1"/>
          </p:cNvSpPr>
          <p:nvPr>
            <p:ph idx="1"/>
          </p:nvPr>
        </p:nvSpPr>
        <p:spPr/>
        <p:txBody>
          <a:bodyPr/>
          <a:lstStyle/>
          <a:p>
            <a:pPr eaLnBrk="1" hangingPunct="1"/>
            <a:r>
              <a:rPr lang="zh-CN" altLang="en-US"/>
              <a:t>要输入端口</a:t>
            </a:r>
            <a:r>
              <a:rPr lang="en-US" altLang="zh-CN"/>
              <a:t>1234H</a:t>
            </a:r>
            <a:r>
              <a:rPr lang="zh-CN" altLang="en-US"/>
              <a:t>中的</a:t>
            </a:r>
            <a:r>
              <a:rPr lang="en-US" altLang="zh-CN"/>
              <a:t>8</a:t>
            </a:r>
            <a:r>
              <a:rPr lang="zh-CN" altLang="en-US"/>
              <a:t>位数据，其指令应是（                   ）</a:t>
            </a:r>
            <a:endParaRPr lang="en-US" altLang="zh-CN"/>
          </a:p>
          <a:p>
            <a:pPr eaLnBrk="1" hangingPunct="1"/>
            <a:r>
              <a:rPr lang="en-US" altLang="zh-CN"/>
              <a:t>mov  dx,1234h</a:t>
            </a:r>
          </a:p>
          <a:p>
            <a:pPr eaLnBrk="1" hangingPunct="1"/>
            <a:r>
              <a:rPr lang="en-US" altLang="zh-CN"/>
              <a:t>in   al,dx</a:t>
            </a:r>
            <a:endParaRPr lang="zh-CN" altLang="en-US"/>
          </a:p>
        </p:txBody>
      </p:sp>
    </p:spTree>
    <p:custDataLst>
      <p:tags r:id="rId1"/>
    </p:custData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par>
                          <p:cTn id="7" fill="hold" nodeType="afterGroup">
                            <p:stCondLst>
                              <p:cond delay="0"/>
                            </p:stCondLst>
                            <p:childTnLst>
                              <p:par>
                                <p:cTn id="8" presetID="1" presetClass="entr" presetSubtype="0" fill="hold" nodeType="after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F192AAB8-0536-4A03-A820-747993E45AA6}"/>
              </a:ext>
            </a:extLst>
          </p:cNvPr>
          <p:cNvSpPr>
            <a:spLocks noGrp="1" noChangeArrowheads="1"/>
          </p:cNvSpPr>
          <p:nvPr>
            <p:ph type="title"/>
          </p:nvPr>
        </p:nvSpPr>
        <p:spPr>
          <a:xfrm>
            <a:off x="896938" y="742950"/>
            <a:ext cx="7772400" cy="762000"/>
          </a:xfrm>
        </p:spPr>
        <p:txBody>
          <a:bodyPr/>
          <a:lstStyle/>
          <a:p>
            <a:pPr eaLnBrk="1" hangingPunct="1">
              <a:defRPr/>
            </a:pPr>
            <a:r>
              <a:rPr lang="zh-CN" altLang="en-US" dirty="0"/>
              <a:t>第</a:t>
            </a:r>
            <a:r>
              <a:rPr lang="en-US" altLang="zh-CN" dirty="0"/>
              <a:t>2</a:t>
            </a:r>
            <a:r>
              <a:rPr lang="zh-CN" altLang="en-US" dirty="0"/>
              <a:t>章  汇编语言源程序组成</a:t>
            </a:r>
          </a:p>
        </p:txBody>
      </p:sp>
      <p:sp>
        <p:nvSpPr>
          <p:cNvPr id="21507" name="Rectangle 4">
            <a:extLst>
              <a:ext uri="{FF2B5EF4-FFF2-40B4-BE49-F238E27FC236}">
                <a16:creationId xmlns:a16="http://schemas.microsoft.com/office/drawing/2014/main" id="{1373E11E-42F1-43B3-8898-8B9C17A015C5}"/>
              </a:ext>
            </a:extLst>
          </p:cNvPr>
          <p:cNvSpPr>
            <a:spLocks noGrp="1" noChangeArrowheads="1"/>
          </p:cNvSpPr>
          <p:nvPr>
            <p:ph type="body" idx="1"/>
          </p:nvPr>
        </p:nvSpPr>
        <p:spPr>
          <a:xfrm>
            <a:off x="914400" y="2133600"/>
            <a:ext cx="7772400" cy="3962400"/>
          </a:xfrm>
        </p:spPr>
        <p:txBody>
          <a:bodyPr/>
          <a:lstStyle/>
          <a:p>
            <a:pPr eaLnBrk="1" hangingPunct="1">
              <a:lnSpc>
                <a:spcPct val="150000"/>
              </a:lnSpc>
              <a:spcBef>
                <a:spcPct val="0"/>
              </a:spcBef>
              <a:buClr>
                <a:schemeClr val="tx2"/>
              </a:buClr>
              <a:buSzPct val="90000"/>
              <a:buFont typeface="Symbol" panose="05050102010706020507" pitchFamily="18" charset="2"/>
              <a:buNone/>
            </a:pPr>
            <a:r>
              <a:rPr lang="en-US" altLang="zh-CN" b="0">
                <a:latin typeface="Arial" panose="020B0604020202020204" pitchFamily="34" charset="0"/>
              </a:rPr>
              <a:t> </a:t>
            </a:r>
            <a:r>
              <a:rPr lang="en-US" altLang="zh-CN">
                <a:latin typeface="Arial" panose="020B0604020202020204" pitchFamily="34" charset="0"/>
                <a:sym typeface="Symbol" panose="05050102010706020507" pitchFamily="18" charset="2"/>
              </a:rPr>
              <a:t>  </a:t>
            </a:r>
            <a:r>
              <a:rPr lang="zh-CN" altLang="en-US">
                <a:latin typeface="Arial" panose="020B0604020202020204" pitchFamily="34" charset="0"/>
              </a:rPr>
              <a:t>汇编程序分段结构</a:t>
            </a:r>
          </a:p>
          <a:p>
            <a:pPr eaLnBrk="1" hangingPunct="1">
              <a:lnSpc>
                <a:spcPct val="150000"/>
              </a:lnSpc>
              <a:spcBef>
                <a:spcPct val="0"/>
              </a:spcBef>
              <a:buClr>
                <a:schemeClr val="tx2"/>
              </a:buClr>
              <a:buSzPct val="90000"/>
              <a:buFont typeface="Symbol" panose="05050102010706020507" pitchFamily="18" charset="2"/>
              <a:buNone/>
            </a:pPr>
            <a:r>
              <a:rPr lang="zh-CN" altLang="en-US">
                <a:latin typeface="Arial" panose="020B0604020202020204" pitchFamily="34" charset="0"/>
                <a:sym typeface="Symbol" panose="05050102010706020507" pitchFamily="18" charset="2"/>
              </a:rPr>
              <a:t>   </a:t>
            </a:r>
            <a:r>
              <a:rPr lang="zh-CN" altLang="en-US">
                <a:latin typeface="Arial" panose="020B0604020202020204" pitchFamily="34" charset="0"/>
              </a:rPr>
              <a:t>伪操作</a:t>
            </a:r>
          </a:p>
          <a:p>
            <a:pPr eaLnBrk="1" hangingPunct="1">
              <a:lnSpc>
                <a:spcPct val="150000"/>
              </a:lnSpc>
              <a:spcBef>
                <a:spcPct val="0"/>
              </a:spcBef>
              <a:buClr>
                <a:schemeClr val="tx2"/>
              </a:buClr>
              <a:buSzPct val="90000"/>
              <a:buFont typeface="Symbol" panose="05050102010706020507" pitchFamily="18" charset="2"/>
              <a:buNone/>
            </a:pPr>
            <a:r>
              <a:rPr lang="zh-CN" altLang="en-US">
                <a:latin typeface="Arial" panose="020B0604020202020204" pitchFamily="34" charset="0"/>
              </a:rPr>
              <a:t> </a:t>
            </a:r>
            <a:r>
              <a:rPr lang="zh-CN" altLang="en-US">
                <a:latin typeface="Arial" panose="020B0604020202020204" pitchFamily="34" charset="0"/>
                <a:sym typeface="Symbol" panose="05050102010706020507" pitchFamily="18" charset="2"/>
              </a:rPr>
              <a:t>  </a:t>
            </a:r>
            <a:r>
              <a:rPr lang="zh-CN" altLang="en-US">
                <a:latin typeface="Arial" panose="020B0604020202020204" pitchFamily="34" charset="0"/>
              </a:rPr>
              <a:t>汇编语言程序格式</a:t>
            </a:r>
          </a:p>
          <a:p>
            <a:pPr eaLnBrk="1" hangingPunct="1">
              <a:lnSpc>
                <a:spcPct val="150000"/>
              </a:lnSpc>
              <a:spcBef>
                <a:spcPct val="0"/>
              </a:spcBef>
              <a:buClr>
                <a:schemeClr val="tx2"/>
              </a:buClr>
              <a:buSzPct val="90000"/>
              <a:buFont typeface="Symbol" panose="05050102010706020507" pitchFamily="18" charset="2"/>
              <a:buNone/>
            </a:pPr>
            <a:r>
              <a:rPr lang="zh-CN" altLang="en-US">
                <a:latin typeface="Arial" panose="020B0604020202020204" pitchFamily="34" charset="0"/>
                <a:sym typeface="Symbol" panose="05050102010706020507" pitchFamily="18" charset="2"/>
              </a:rPr>
              <a:t>   </a:t>
            </a:r>
            <a:r>
              <a:rPr lang="zh-CN" altLang="en-US">
                <a:latin typeface="Arial" panose="020B0604020202020204" pitchFamily="34" charset="0"/>
              </a:rPr>
              <a:t>汇编语言程序的上机过程</a:t>
            </a:r>
            <a:endParaRPr lang="zh-CN" altLang="en-US">
              <a:latin typeface="Arial" panose="020B0604020202020204" pitchFamily="34" charset="0"/>
              <a:sym typeface="Symbol" panose="05050102010706020507" pitchFamily="18" charset="2"/>
            </a:endParaRPr>
          </a:p>
        </p:txBody>
      </p:sp>
    </p:spTree>
  </p:cSld>
  <p:clrMapOvr>
    <a:masterClrMapping/>
  </p:clrMapOvr>
  <p:transition>
    <p:random/>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灯片编号占位符 53">
            <a:extLst>
              <a:ext uri="{FF2B5EF4-FFF2-40B4-BE49-F238E27FC236}">
                <a16:creationId xmlns:a16="http://schemas.microsoft.com/office/drawing/2014/main" id="{BB4F6836-F3EA-476B-AFC6-583A864C4281}"/>
              </a:ext>
            </a:extLst>
          </p:cNvPr>
          <p:cNvSpPr>
            <a:spLocks noGrp="1"/>
          </p:cNvSpPr>
          <p:nvPr>
            <p:ph type="sldNum" sz="quarter" idx="12"/>
          </p:nvPr>
        </p:nvSpPr>
        <p:spPr/>
        <p:txBody>
          <a:bodyPr/>
          <a:lstStyle/>
          <a:p>
            <a:pPr>
              <a:defRPr/>
            </a:pPr>
            <a:fld id="{9687F8C8-2B7B-4E96-8BC7-B801CE771CEE}" type="slidenum">
              <a:rPr lang="en-US" altLang="zh-CN"/>
              <a:pPr>
                <a:defRPr/>
              </a:pPr>
              <a:t>16</a:t>
            </a:fld>
            <a:endParaRPr lang="en-US" altLang="zh-CN"/>
          </a:p>
        </p:txBody>
      </p:sp>
      <p:graphicFrame>
        <p:nvGraphicFramePr>
          <p:cNvPr id="762882" name="Group 2">
            <a:extLst>
              <a:ext uri="{FF2B5EF4-FFF2-40B4-BE49-F238E27FC236}">
                <a16:creationId xmlns:a16="http://schemas.microsoft.com/office/drawing/2014/main" id="{360E7816-11C1-4482-AAF6-94E942E89DB5}"/>
              </a:ext>
            </a:extLst>
          </p:cNvPr>
          <p:cNvGraphicFramePr>
            <a:graphicFrameLocks noGrp="1"/>
          </p:cNvGraphicFramePr>
          <p:nvPr>
            <p:ph/>
          </p:nvPr>
        </p:nvGraphicFramePr>
        <p:xfrm>
          <a:off x="179388" y="404813"/>
          <a:ext cx="8758237" cy="5641978"/>
        </p:xfrm>
        <a:graphic>
          <a:graphicData uri="http://schemas.openxmlformats.org/drawingml/2006/table">
            <a:tbl>
              <a:tblPr/>
              <a:tblGrid>
                <a:gridCol w="1617662">
                  <a:extLst>
                    <a:ext uri="{9D8B030D-6E8A-4147-A177-3AD203B41FA5}">
                      <a16:colId xmlns:a16="http://schemas.microsoft.com/office/drawing/2014/main" val="2364603982"/>
                    </a:ext>
                  </a:extLst>
                </a:gridCol>
                <a:gridCol w="1046163">
                  <a:extLst>
                    <a:ext uri="{9D8B030D-6E8A-4147-A177-3AD203B41FA5}">
                      <a16:colId xmlns:a16="http://schemas.microsoft.com/office/drawing/2014/main" val="4272303262"/>
                    </a:ext>
                  </a:extLst>
                </a:gridCol>
                <a:gridCol w="3024187">
                  <a:extLst>
                    <a:ext uri="{9D8B030D-6E8A-4147-A177-3AD203B41FA5}">
                      <a16:colId xmlns:a16="http://schemas.microsoft.com/office/drawing/2014/main" val="2413379946"/>
                    </a:ext>
                  </a:extLst>
                </a:gridCol>
                <a:gridCol w="3070225">
                  <a:extLst>
                    <a:ext uri="{9D8B030D-6E8A-4147-A177-3AD203B41FA5}">
                      <a16:colId xmlns:a16="http://schemas.microsoft.com/office/drawing/2014/main" val="2036085720"/>
                    </a:ext>
                  </a:extLst>
                </a:gridCol>
              </a:tblGrid>
              <a:tr h="763587">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类别</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伪操作名</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格式</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功能</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19311231"/>
                  </a:ext>
                </a:extLst>
              </a:tr>
              <a:tr h="442913">
                <a:tc rowSpan="6">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段定义伪操作</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rgbClr val="FF0000"/>
                          </a:solidFill>
                          <a:effectLst/>
                          <a:latin typeface="宋体" panose="02010600030101010101" pitchFamily="2" charset="-122"/>
                          <a:ea typeface="宋体" panose="02010600030101010101" pitchFamily="2" charset="-122"/>
                        </a:rPr>
                        <a:t>SEGMENT</a:t>
                      </a:r>
                      <a:endParaRPr kumimoji="0" lang="en-US" altLang="zh-CN" sz="1800" b="0" i="0" u="none" strike="noStrike" cap="none" normalizeH="0" baseline="0">
                        <a:ln>
                          <a:noFill/>
                        </a:ln>
                        <a:solidFill>
                          <a:srgbClr val="FF0000"/>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段名 </a:t>
                      </a:r>
                      <a:r>
                        <a:rPr kumimoji="0" lang="en-US" altLang="zh-CN"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SEGMENT[</a:t>
                      </a:r>
                      <a:r>
                        <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定位类型</a:t>
                      </a:r>
                      <a:r>
                        <a:rPr kumimoji="0" lang="en-US" altLang="zh-CN"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rowSpan="4">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定义一个逻辑段</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871965824"/>
                  </a:ext>
                </a:extLst>
              </a:tr>
              <a:tr h="444500">
                <a:tc vMerge="1">
                  <a:txBody>
                    <a:bodyPr/>
                    <a:lstStyle/>
                    <a:p>
                      <a:endParaRPr lang="zh-CN" altLang="en-US"/>
                    </a:p>
                  </a:txBody>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　</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         [</a:t>
                      </a:r>
                      <a:r>
                        <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组合类型</a:t>
                      </a:r>
                      <a:r>
                        <a:rPr kumimoji="0" lang="en-US" altLang="zh-CN"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类别</a:t>
                      </a: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vMerge="1">
                  <a:txBody>
                    <a:bodyPr/>
                    <a:lstStyle/>
                    <a:p>
                      <a:endParaRPr lang="zh-CN" altLang="en-US"/>
                    </a:p>
                  </a:txBody>
                  <a:tcPr/>
                </a:tc>
                <a:extLst>
                  <a:ext uri="{0D108BD9-81ED-4DB2-BD59-A6C34878D82A}">
                    <a16:rowId xmlns:a16="http://schemas.microsoft.com/office/drawing/2014/main" val="3302836604"/>
                  </a:ext>
                </a:extLst>
              </a:tr>
              <a:tr h="442913">
                <a:tc vMerge="1">
                  <a:txBody>
                    <a:bodyPr/>
                    <a:lstStyle/>
                    <a:p>
                      <a:endParaRPr lang="zh-CN" altLang="en-US"/>
                    </a:p>
                  </a:txBody>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rgbClr val="FF0000"/>
                          </a:solidFill>
                          <a:effectLst/>
                          <a:latin typeface="宋体" panose="02010600030101010101" pitchFamily="2" charset="-122"/>
                          <a:ea typeface="宋体" panose="02010600030101010101" pitchFamily="2" charset="-122"/>
                        </a:rPr>
                        <a:t>ENDS</a:t>
                      </a:r>
                      <a:endParaRPr kumimoji="0" lang="en-US" altLang="zh-CN" sz="1800" b="0" i="0" u="none" strike="noStrike" cap="none" normalizeH="0" baseline="0">
                        <a:ln>
                          <a:noFill/>
                        </a:ln>
                        <a:solidFill>
                          <a:srgbClr val="FF0000"/>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vMerge="1">
                  <a:txBody>
                    <a:bodyPr/>
                    <a:lstStyle/>
                    <a:p>
                      <a:endParaRPr lang="zh-CN" altLang="en-US"/>
                    </a:p>
                  </a:txBody>
                  <a:tcPr/>
                </a:tc>
                <a:extLst>
                  <a:ext uri="{0D108BD9-81ED-4DB2-BD59-A6C34878D82A}">
                    <a16:rowId xmlns:a16="http://schemas.microsoft.com/office/drawing/2014/main" val="852494447"/>
                  </a:ext>
                </a:extLst>
              </a:tr>
              <a:tr h="442913">
                <a:tc vMerge="1">
                  <a:txBody>
                    <a:bodyPr/>
                    <a:lstStyle/>
                    <a:p>
                      <a:endParaRPr lang="zh-CN" altLang="en-US"/>
                    </a:p>
                  </a:txBody>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　</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段名 </a:t>
                      </a:r>
                      <a:r>
                        <a:rPr kumimoji="0" lang="en-US" altLang="zh-CN"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ENDS</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zh-CN" altLang="en-US"/>
                    </a:p>
                  </a:txBody>
                  <a:tcPr/>
                </a:tc>
                <a:extLst>
                  <a:ext uri="{0D108BD9-81ED-4DB2-BD59-A6C34878D82A}">
                    <a16:rowId xmlns:a16="http://schemas.microsoft.com/office/drawing/2014/main" val="581526625"/>
                  </a:ext>
                </a:extLst>
              </a:tr>
              <a:tr h="444500">
                <a:tc vMerge="1">
                  <a:txBody>
                    <a:bodyPr/>
                    <a:lstStyle/>
                    <a:p>
                      <a:endParaRPr lang="zh-CN" altLang="en-US"/>
                    </a:p>
                  </a:txBody>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rgbClr val="FF0000"/>
                          </a:solidFill>
                          <a:effectLst/>
                          <a:latin typeface="宋体" panose="02010600030101010101" pitchFamily="2" charset="-122"/>
                          <a:ea typeface="宋体" panose="02010600030101010101" pitchFamily="2" charset="-122"/>
                        </a:rPr>
                        <a:t>ASSUME</a:t>
                      </a:r>
                      <a:endParaRPr kumimoji="0" lang="en-US" altLang="zh-CN" sz="1800" b="1" i="0" u="none" strike="noStrike" cap="none" normalizeH="0" baseline="0">
                        <a:ln>
                          <a:noFill/>
                        </a:ln>
                        <a:solidFill>
                          <a:srgbClr val="FF0000"/>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ASSUME </a:t>
                      </a:r>
                      <a:r>
                        <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段寄存器名：段段名</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设定逻辑段段址所在的段寄存器</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575961036"/>
                  </a:ext>
                </a:extLst>
              </a:tr>
              <a:tr h="442913">
                <a:tc vMerge="1">
                  <a:txBody>
                    <a:bodyPr/>
                    <a:lstStyle/>
                    <a:p>
                      <a:endParaRPr lang="zh-CN" altLang="en-US"/>
                    </a:p>
                  </a:txBody>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ORG</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ORG </a:t>
                      </a:r>
                      <a:r>
                        <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表达式</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将地址计数器置为表达式的值</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822423492"/>
                  </a:ext>
                </a:extLst>
              </a:tr>
              <a:tr h="444500">
                <a:tc rowSpan="5">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数据定义伪操作</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rgbClr val="FF0000"/>
                          </a:solidFill>
                          <a:effectLst/>
                          <a:latin typeface="宋体" panose="02010600030101010101" pitchFamily="2" charset="-122"/>
                          <a:ea typeface="宋体" panose="02010600030101010101" pitchFamily="2" charset="-122"/>
                        </a:rPr>
                        <a:t>DB</a:t>
                      </a:r>
                      <a:endParaRPr kumimoji="0" lang="en-US" altLang="zh-CN" sz="1800" b="0" i="0" u="none" strike="noStrike" cap="none" normalizeH="0" baseline="0">
                        <a:ln>
                          <a:noFill/>
                        </a:ln>
                        <a:solidFill>
                          <a:srgbClr val="FF0000"/>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r>
                        <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变量名</a:t>
                      </a:r>
                      <a:r>
                        <a:rPr kumimoji="0" lang="en-US" altLang="zh-CN"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 DB </a:t>
                      </a:r>
                      <a:r>
                        <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操作数</a:t>
                      </a:r>
                      <a:r>
                        <a:rPr kumimoji="0" lang="en-US" altLang="zh-CN"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定义字节变量</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480899996"/>
                  </a:ext>
                </a:extLst>
              </a:tr>
              <a:tr h="442913">
                <a:tc vMerge="1">
                  <a:txBody>
                    <a:bodyPr/>
                    <a:lstStyle/>
                    <a:p>
                      <a:endParaRPr lang="zh-CN" altLang="en-US"/>
                    </a:p>
                  </a:txBody>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rgbClr val="FF0000"/>
                          </a:solidFill>
                          <a:effectLst/>
                          <a:latin typeface="宋体" panose="02010600030101010101" pitchFamily="2" charset="-122"/>
                          <a:ea typeface="宋体" panose="02010600030101010101" pitchFamily="2" charset="-122"/>
                        </a:rPr>
                        <a:t>DW</a:t>
                      </a:r>
                      <a:endParaRPr kumimoji="0" lang="en-US" altLang="zh-CN" sz="1800" b="0" i="0" u="none" strike="noStrike" cap="none" normalizeH="0" baseline="0">
                        <a:ln>
                          <a:noFill/>
                        </a:ln>
                        <a:solidFill>
                          <a:srgbClr val="FF0000"/>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r>
                        <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变量名</a:t>
                      </a:r>
                      <a:r>
                        <a:rPr kumimoji="0" lang="en-US" altLang="zh-CN"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 DW </a:t>
                      </a:r>
                      <a:r>
                        <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操作数</a:t>
                      </a:r>
                      <a:r>
                        <a:rPr kumimoji="0" lang="en-US" altLang="zh-CN"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定义字（</a:t>
                      </a:r>
                      <a:r>
                        <a:rPr kumimoji="0" lang="en-US" altLang="zh-CN"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2</a:t>
                      </a:r>
                      <a:r>
                        <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字节）变量</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469955579"/>
                  </a:ext>
                </a:extLst>
              </a:tr>
              <a:tr h="442913">
                <a:tc vMerge="1">
                  <a:txBody>
                    <a:bodyPr/>
                    <a:lstStyle/>
                    <a:p>
                      <a:endParaRPr lang="zh-CN" altLang="en-US"/>
                    </a:p>
                  </a:txBody>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DD</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r>
                        <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变量名</a:t>
                      </a:r>
                      <a:r>
                        <a:rPr kumimoji="0" lang="en-US" altLang="zh-CN"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 DD </a:t>
                      </a:r>
                      <a:r>
                        <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操作数</a:t>
                      </a:r>
                      <a:r>
                        <a:rPr kumimoji="0" lang="en-US" altLang="zh-CN"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定义双字（</a:t>
                      </a:r>
                      <a:r>
                        <a:rPr kumimoji="0" lang="en-US" altLang="zh-CN"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4</a:t>
                      </a:r>
                      <a:r>
                        <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字节）变量</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01551094"/>
                  </a:ext>
                </a:extLst>
              </a:tr>
              <a:tr h="444500">
                <a:tc vMerge="1">
                  <a:txBody>
                    <a:bodyPr/>
                    <a:lstStyle/>
                    <a:p>
                      <a:endParaRPr lang="zh-CN" altLang="en-US"/>
                    </a:p>
                  </a:txBody>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DQ</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r>
                        <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变量名</a:t>
                      </a:r>
                      <a:r>
                        <a:rPr kumimoji="0" lang="en-US" altLang="zh-CN"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 DQ </a:t>
                      </a:r>
                      <a:r>
                        <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操作数</a:t>
                      </a:r>
                      <a:r>
                        <a:rPr kumimoji="0" lang="en-US" altLang="zh-CN"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定义四字（</a:t>
                      </a:r>
                      <a:r>
                        <a:rPr kumimoji="0" lang="en-US" altLang="zh-CN"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8</a:t>
                      </a:r>
                      <a:r>
                        <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字节）变量</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808994162"/>
                  </a:ext>
                </a:extLst>
              </a:tr>
              <a:tr h="442913">
                <a:tc vMerge="1">
                  <a:txBody>
                    <a:bodyPr/>
                    <a:lstStyle/>
                    <a:p>
                      <a:endParaRPr lang="zh-CN" altLang="en-US"/>
                    </a:p>
                  </a:txBody>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DT</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r>
                        <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变量名</a:t>
                      </a:r>
                      <a:r>
                        <a:rPr kumimoji="0" lang="en-US" altLang="zh-CN"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 DT </a:t>
                      </a:r>
                      <a:r>
                        <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操作数</a:t>
                      </a:r>
                      <a:r>
                        <a:rPr kumimoji="0" lang="en-US" altLang="zh-CN"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定义十字节（</a:t>
                      </a:r>
                      <a:r>
                        <a:rPr kumimoji="0" lang="en-US" altLang="zh-CN"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10</a:t>
                      </a:r>
                      <a:r>
                        <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字节）变量</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97863492"/>
                  </a:ext>
                </a:extLst>
              </a:tr>
            </a:tbl>
          </a:graphicData>
        </a:graphic>
      </p:graphicFrame>
    </p:spTree>
  </p:cSld>
  <p:clrMapOvr>
    <a:masterClrMapping/>
  </p:clrMapOvr>
  <p:transition>
    <p:zoom/>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灯片编号占位符 54">
            <a:extLst>
              <a:ext uri="{FF2B5EF4-FFF2-40B4-BE49-F238E27FC236}">
                <a16:creationId xmlns:a16="http://schemas.microsoft.com/office/drawing/2014/main" id="{E2CE41D0-08EE-469E-8BCB-E98C9B3F121C}"/>
              </a:ext>
            </a:extLst>
          </p:cNvPr>
          <p:cNvSpPr>
            <a:spLocks noGrp="1"/>
          </p:cNvSpPr>
          <p:nvPr>
            <p:ph type="sldNum" sz="quarter" idx="12"/>
          </p:nvPr>
        </p:nvSpPr>
        <p:spPr/>
        <p:txBody>
          <a:bodyPr/>
          <a:lstStyle/>
          <a:p>
            <a:pPr>
              <a:defRPr/>
            </a:pPr>
            <a:fld id="{91AB8BD0-BFDE-42B6-ACCD-6454402A7361}" type="slidenum">
              <a:rPr lang="en-US" altLang="zh-CN"/>
              <a:pPr>
                <a:defRPr/>
              </a:pPr>
              <a:t>17</a:t>
            </a:fld>
            <a:endParaRPr lang="en-US" altLang="zh-CN"/>
          </a:p>
        </p:txBody>
      </p:sp>
      <p:graphicFrame>
        <p:nvGraphicFramePr>
          <p:cNvPr id="763906" name="Group 2">
            <a:extLst>
              <a:ext uri="{FF2B5EF4-FFF2-40B4-BE49-F238E27FC236}">
                <a16:creationId xmlns:a16="http://schemas.microsoft.com/office/drawing/2014/main" id="{DD26463F-1B5A-4897-ADD4-10FB52D361F9}"/>
              </a:ext>
            </a:extLst>
          </p:cNvPr>
          <p:cNvGraphicFramePr>
            <a:graphicFrameLocks noGrp="1"/>
          </p:cNvGraphicFramePr>
          <p:nvPr>
            <p:ph/>
          </p:nvPr>
        </p:nvGraphicFramePr>
        <p:xfrm>
          <a:off x="250825" y="1052513"/>
          <a:ext cx="8640763" cy="4297614"/>
        </p:xfrm>
        <a:graphic>
          <a:graphicData uri="http://schemas.openxmlformats.org/drawingml/2006/table">
            <a:tbl>
              <a:tblPr/>
              <a:tblGrid>
                <a:gridCol w="1295400">
                  <a:extLst>
                    <a:ext uri="{9D8B030D-6E8A-4147-A177-3AD203B41FA5}">
                      <a16:colId xmlns:a16="http://schemas.microsoft.com/office/drawing/2014/main" val="3147395355"/>
                    </a:ext>
                  </a:extLst>
                </a:gridCol>
                <a:gridCol w="960438">
                  <a:extLst>
                    <a:ext uri="{9D8B030D-6E8A-4147-A177-3AD203B41FA5}">
                      <a16:colId xmlns:a16="http://schemas.microsoft.com/office/drawing/2014/main" val="2117622162"/>
                    </a:ext>
                  </a:extLst>
                </a:gridCol>
                <a:gridCol w="3417887">
                  <a:extLst>
                    <a:ext uri="{9D8B030D-6E8A-4147-A177-3AD203B41FA5}">
                      <a16:colId xmlns:a16="http://schemas.microsoft.com/office/drawing/2014/main" val="3753651094"/>
                    </a:ext>
                  </a:extLst>
                </a:gridCol>
                <a:gridCol w="2967038">
                  <a:extLst>
                    <a:ext uri="{9D8B030D-6E8A-4147-A177-3AD203B41FA5}">
                      <a16:colId xmlns:a16="http://schemas.microsoft.com/office/drawing/2014/main" val="3061098079"/>
                    </a:ext>
                  </a:extLst>
                </a:gridCol>
              </a:tblGrid>
              <a:tr h="640033">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类别</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7" marB="4571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伪操作名</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7" marB="4571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格式</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7" marB="4571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功能</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7" marB="4571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998662158"/>
                  </a:ext>
                </a:extLst>
              </a:tr>
              <a:tr h="365733">
                <a:tc rowSpan="3">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符号定义伪操作</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7" marB="4571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FF0000"/>
                          </a:solidFill>
                          <a:effectLst/>
                          <a:latin typeface="宋体" panose="02010600030101010101" pitchFamily="2" charset="-122"/>
                          <a:ea typeface="宋体" panose="02010600030101010101" pitchFamily="2" charset="-122"/>
                        </a:rPr>
                        <a:t>EQU</a:t>
                      </a:r>
                      <a:endParaRPr kumimoji="0" lang="en-US" altLang="zh-CN" sz="1800" b="0" i="0" u="none" strike="noStrike" cap="none" normalizeH="0" baseline="0">
                        <a:ln>
                          <a:noFill/>
                        </a:ln>
                        <a:solidFill>
                          <a:srgbClr val="FF0000"/>
                        </a:solidFill>
                        <a:effectLst/>
                        <a:latin typeface="Arial" panose="020B0604020202020204" pitchFamily="34" charset="0"/>
                        <a:ea typeface="宋体" panose="02010600030101010101" pitchFamily="2" charset="-122"/>
                      </a:endParaRPr>
                    </a:p>
                  </a:txBody>
                  <a:tcPr marT="45717" marB="4571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名字 </a:t>
                      </a:r>
                      <a:r>
                        <a:rPr kumimoji="0"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EQU </a:t>
                      </a:r>
                      <a:r>
                        <a:rPr kumimoji="0"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表达式</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7" marB="4571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给名字赋值</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7" marB="4571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844193284"/>
                  </a:ext>
                </a:extLst>
              </a:tr>
              <a:tr h="365733">
                <a:tc vMerge="1">
                  <a:txBody>
                    <a:bodyPr/>
                    <a:lstStyle/>
                    <a:p>
                      <a:endParaRPr lang="zh-CN" altLang="en-US"/>
                    </a:p>
                  </a:txBody>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 =</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7" marB="4571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名字 </a:t>
                      </a:r>
                      <a:r>
                        <a:rPr kumimoji="0"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 </a:t>
                      </a:r>
                      <a:r>
                        <a:rPr kumimoji="0"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表达式</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7" marB="4571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同上，但允许重复赋值</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7" marB="4571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883116289"/>
                  </a:ext>
                </a:extLst>
              </a:tr>
              <a:tr h="365733">
                <a:tc vMerge="1">
                  <a:txBody>
                    <a:bodyPr/>
                    <a:lstStyle/>
                    <a:p>
                      <a:endParaRPr lang="zh-CN" altLang="en-US"/>
                    </a:p>
                  </a:txBody>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LABEL</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7" marB="4571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名字 </a:t>
                      </a:r>
                      <a:r>
                        <a:rPr kumimoji="0"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LABEL </a:t>
                      </a:r>
                      <a:r>
                        <a:rPr kumimoji="0"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表达式</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7" marB="4571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定义变量或标号的类型</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7" marB="4571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01580668"/>
                  </a:ext>
                </a:extLst>
              </a:tr>
              <a:tr h="365733">
                <a:tc rowSpan="3">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过程定义伪操作</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7" marB="4571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FF0000"/>
                          </a:solidFill>
                          <a:effectLst/>
                          <a:latin typeface="宋体" panose="02010600030101010101" pitchFamily="2" charset="-122"/>
                          <a:ea typeface="宋体" panose="02010600030101010101" pitchFamily="2" charset="-122"/>
                        </a:rPr>
                        <a:t>PROC</a:t>
                      </a:r>
                      <a:endParaRPr kumimoji="0" lang="en-US" altLang="zh-CN" sz="1800" b="0" i="0" u="none" strike="noStrike" cap="none" normalizeH="0" baseline="0">
                        <a:ln>
                          <a:noFill/>
                        </a:ln>
                        <a:solidFill>
                          <a:srgbClr val="FF0000"/>
                        </a:solidFill>
                        <a:effectLst/>
                        <a:latin typeface="Arial" panose="020B0604020202020204" pitchFamily="34" charset="0"/>
                        <a:ea typeface="宋体" panose="02010600030101010101" pitchFamily="2" charset="-122"/>
                      </a:endParaRPr>
                    </a:p>
                  </a:txBody>
                  <a:tcPr marT="45717" marB="4571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过程名 </a:t>
                      </a:r>
                      <a:r>
                        <a:rPr kumimoji="0"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PROC [NEAR/FAR]</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7" marB="4571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3">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定义一个过程</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7" marB="4571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670399838"/>
                  </a:ext>
                </a:extLst>
              </a:tr>
              <a:tr h="365733">
                <a:tc vMerge="1">
                  <a:txBody>
                    <a:bodyPr/>
                    <a:lstStyle/>
                    <a:p>
                      <a:endParaRPr lang="zh-CN" altLang="en-US"/>
                    </a:p>
                  </a:txBody>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7" marB="4571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7" marB="4571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zh-CN" altLang="en-US"/>
                    </a:p>
                  </a:txBody>
                  <a:tcPr/>
                </a:tc>
                <a:extLst>
                  <a:ext uri="{0D108BD9-81ED-4DB2-BD59-A6C34878D82A}">
                    <a16:rowId xmlns:a16="http://schemas.microsoft.com/office/drawing/2014/main" val="2320473096"/>
                  </a:ext>
                </a:extLst>
              </a:tr>
              <a:tr h="365733">
                <a:tc vMerge="1">
                  <a:txBody>
                    <a:bodyPr/>
                    <a:lstStyle/>
                    <a:p>
                      <a:endParaRPr lang="zh-CN" altLang="en-US"/>
                    </a:p>
                  </a:txBody>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FF0000"/>
                          </a:solidFill>
                          <a:effectLst/>
                          <a:latin typeface="宋体" panose="02010600030101010101" pitchFamily="2" charset="-122"/>
                          <a:ea typeface="宋体" panose="02010600030101010101" pitchFamily="2" charset="-122"/>
                        </a:rPr>
                        <a:t>ENDP</a:t>
                      </a:r>
                      <a:endParaRPr kumimoji="0" lang="en-US" altLang="zh-CN" sz="1800" b="0" i="0" u="none" strike="noStrike" cap="none" normalizeH="0" baseline="0">
                        <a:ln>
                          <a:noFill/>
                        </a:ln>
                        <a:solidFill>
                          <a:srgbClr val="FF0000"/>
                        </a:solidFill>
                        <a:effectLst/>
                        <a:latin typeface="Arial" panose="020B0604020202020204" pitchFamily="34" charset="0"/>
                        <a:ea typeface="宋体" panose="02010600030101010101" pitchFamily="2" charset="-122"/>
                      </a:endParaRPr>
                    </a:p>
                  </a:txBody>
                  <a:tcPr marT="45717" marB="4571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过程名 </a:t>
                      </a:r>
                      <a:r>
                        <a:rPr kumimoji="0"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ENDP</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7" marB="4571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zh-CN" altLang="en-US"/>
                    </a:p>
                  </a:txBody>
                  <a:tcPr/>
                </a:tc>
                <a:extLst>
                  <a:ext uri="{0D108BD9-81ED-4DB2-BD59-A6C34878D82A}">
                    <a16:rowId xmlns:a16="http://schemas.microsoft.com/office/drawing/2014/main" val="3998215140"/>
                  </a:ext>
                </a:extLst>
              </a:tr>
              <a:tr h="365733">
                <a:tc rowSpan="4">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模块定义与连接伪操作</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7" marB="4571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NAME</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7" marB="4571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NAME </a:t>
                      </a:r>
                      <a:r>
                        <a:rPr kumimoji="0"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模块名</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7" marB="4571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指定模块名</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7" marB="4571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402963398"/>
                  </a:ext>
                </a:extLst>
              </a:tr>
              <a:tr h="365733">
                <a:tc vMerge="1">
                  <a:txBody>
                    <a:bodyPr/>
                    <a:lstStyle/>
                    <a:p>
                      <a:endParaRPr lang="zh-CN" altLang="en-US"/>
                    </a:p>
                  </a:txBody>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FF0000"/>
                          </a:solidFill>
                          <a:effectLst/>
                          <a:latin typeface="宋体" panose="02010600030101010101" pitchFamily="2" charset="-122"/>
                          <a:ea typeface="宋体" panose="02010600030101010101" pitchFamily="2" charset="-122"/>
                        </a:rPr>
                        <a:t>END</a:t>
                      </a:r>
                      <a:endParaRPr kumimoji="0" lang="en-US" altLang="zh-CN" sz="1800" b="0" i="0" u="none" strike="noStrike" cap="none" normalizeH="0" baseline="0">
                        <a:ln>
                          <a:noFill/>
                        </a:ln>
                        <a:solidFill>
                          <a:srgbClr val="FF0000"/>
                        </a:solidFill>
                        <a:effectLst/>
                        <a:latin typeface="Arial" panose="020B0604020202020204" pitchFamily="34" charset="0"/>
                        <a:ea typeface="宋体" panose="02010600030101010101" pitchFamily="2" charset="-122"/>
                      </a:endParaRPr>
                    </a:p>
                  </a:txBody>
                  <a:tcPr marT="45717" marB="4571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END [</a:t>
                      </a:r>
                      <a:r>
                        <a:rPr kumimoji="0"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标号</a:t>
                      </a:r>
                      <a:r>
                        <a:rPr kumimoji="0"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7" marB="4571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表示源程序结束</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7" marB="4571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937491101"/>
                  </a:ext>
                </a:extLst>
              </a:tr>
              <a:tr h="365733">
                <a:tc vMerge="1">
                  <a:txBody>
                    <a:bodyPr/>
                    <a:lstStyle/>
                    <a:p>
                      <a:endParaRPr lang="zh-CN" altLang="en-US"/>
                    </a:p>
                  </a:txBody>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PUBLIC</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7" marB="4571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PUBLIC </a:t>
                      </a:r>
                      <a:r>
                        <a:rPr kumimoji="0"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符号</a:t>
                      </a:r>
                      <a:r>
                        <a:rPr kumimoji="0"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7" marB="4571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说明本模块中的公共符号</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7" marB="4571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693329452"/>
                  </a:ext>
                </a:extLst>
              </a:tr>
              <a:tr h="365733">
                <a:tc vMerge="1">
                  <a:txBody>
                    <a:bodyPr/>
                    <a:lstStyle/>
                    <a:p>
                      <a:endParaRPr lang="zh-CN" altLang="en-US"/>
                    </a:p>
                  </a:txBody>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EXTRN</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7" marB="4571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EXTRN </a:t>
                      </a:r>
                      <a:r>
                        <a:rPr kumimoji="0"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名字：类型</a:t>
                      </a:r>
                      <a:r>
                        <a:rPr kumimoji="0"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7" marB="4571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说明本模块中所用外部符号</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7" marB="4571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177762232"/>
                  </a:ext>
                </a:extLst>
              </a:tr>
            </a:tbl>
          </a:graphicData>
        </a:graphic>
      </p:graphicFrame>
    </p:spTree>
    <p:custDataLst>
      <p:tags r:id="rId1"/>
    </p:custDataLst>
  </p:cSld>
  <p:clrMapOvr>
    <a:masterClrMapping/>
  </p:clrMapOvr>
  <p:transition>
    <p:zoom/>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6">
            <a:extLst>
              <a:ext uri="{FF2B5EF4-FFF2-40B4-BE49-F238E27FC236}">
                <a16:creationId xmlns:a16="http://schemas.microsoft.com/office/drawing/2014/main" id="{6B48A5C4-4055-4D3E-BA71-30CF0C2606C3}"/>
              </a:ext>
            </a:extLst>
          </p:cNvPr>
          <p:cNvSpPr>
            <a:spLocks noGrp="1"/>
          </p:cNvSpPr>
          <p:nvPr>
            <p:ph type="sldNum" sz="quarter" idx="12"/>
          </p:nvPr>
        </p:nvSpPr>
        <p:spPr/>
        <p:txBody>
          <a:bodyPr/>
          <a:lstStyle/>
          <a:p>
            <a:pPr>
              <a:defRPr/>
            </a:pPr>
            <a:fld id="{51D25DB8-3F32-45DA-A3F4-96A0B0607EEF}" type="slidenum">
              <a:rPr lang="en-US" altLang="zh-CN"/>
              <a:pPr>
                <a:defRPr/>
              </a:pPr>
              <a:t>18</a:t>
            </a:fld>
            <a:endParaRPr lang="en-US" altLang="zh-CN"/>
          </a:p>
        </p:txBody>
      </p:sp>
      <p:sp>
        <p:nvSpPr>
          <p:cNvPr id="24579" name="Rectangle 4">
            <a:extLst>
              <a:ext uri="{FF2B5EF4-FFF2-40B4-BE49-F238E27FC236}">
                <a16:creationId xmlns:a16="http://schemas.microsoft.com/office/drawing/2014/main" id="{EDA84F14-0ACF-4B02-B57F-9947CDBA5675}"/>
              </a:ext>
            </a:extLst>
          </p:cNvPr>
          <p:cNvSpPr>
            <a:spLocks noRot="1" noChangeArrowheads="1"/>
          </p:cNvSpPr>
          <p:nvPr/>
        </p:nvSpPr>
        <p:spPr bwMode="auto">
          <a:xfrm>
            <a:off x="250825" y="476250"/>
            <a:ext cx="8540750" cy="673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eaLnBrk="1" hangingPunct="1"/>
            <a:endParaRPr lang="zh-CN" altLang="zh-CN">
              <a:solidFill>
                <a:schemeClr val="hlink"/>
              </a:solidFill>
              <a:latin typeface="Arial" panose="020B0604020202020204" pitchFamily="34" charset="0"/>
            </a:endParaRPr>
          </a:p>
        </p:txBody>
      </p:sp>
      <p:sp>
        <p:nvSpPr>
          <p:cNvPr id="340997" name="Rectangle 5">
            <a:extLst>
              <a:ext uri="{FF2B5EF4-FFF2-40B4-BE49-F238E27FC236}">
                <a16:creationId xmlns:a16="http://schemas.microsoft.com/office/drawing/2014/main" id="{67AA08B7-C4DD-4790-B31B-81CD576ED805}"/>
              </a:ext>
            </a:extLst>
          </p:cNvPr>
          <p:cNvSpPr>
            <a:spLocks noRot="1" noChangeArrowheads="1"/>
          </p:cNvSpPr>
          <p:nvPr/>
        </p:nvSpPr>
        <p:spPr bwMode="auto">
          <a:xfrm>
            <a:off x="1187450" y="2349500"/>
            <a:ext cx="5543550" cy="612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buClr>
                <a:schemeClr val="folHlink"/>
              </a:buClr>
              <a:buFont typeface="Wingdings" panose="05000000000000000000" pitchFamily="2" charset="2"/>
              <a:buChar char="§"/>
            </a:pPr>
            <a:r>
              <a:rPr lang="zh-CN" altLang="en-US" sz="2800" b="0" dirty="0">
                <a:latin typeface="Arial" panose="020B0604020202020204" pitchFamily="34" charset="0"/>
              </a:rPr>
              <a:t>汇编语言的分段结构：</a:t>
            </a:r>
            <a:endParaRPr lang="zh-CN" altLang="en-US" b="0" dirty="0">
              <a:solidFill>
                <a:schemeClr val="bg2"/>
              </a:solidFill>
              <a:latin typeface="Arial" panose="020B0604020202020204" pitchFamily="34" charset="0"/>
            </a:endParaRPr>
          </a:p>
        </p:txBody>
      </p:sp>
      <p:sp>
        <p:nvSpPr>
          <p:cNvPr id="24581" name="Rectangle 6">
            <a:extLst>
              <a:ext uri="{FF2B5EF4-FFF2-40B4-BE49-F238E27FC236}">
                <a16:creationId xmlns:a16="http://schemas.microsoft.com/office/drawing/2014/main" id="{6E3AE6FF-148C-4062-877C-BC405DEDDB12}"/>
              </a:ext>
            </a:extLst>
          </p:cNvPr>
          <p:cNvSpPr>
            <a:spLocks noChangeArrowheads="1"/>
          </p:cNvSpPr>
          <p:nvPr/>
        </p:nvSpPr>
        <p:spPr bwMode="auto">
          <a:xfrm>
            <a:off x="611188" y="1154113"/>
            <a:ext cx="7056437"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200">
                <a:solidFill>
                  <a:srgbClr val="FF0000"/>
                </a:solidFill>
                <a:latin typeface="Arial" panose="020B0604020202020204" pitchFamily="34" charset="0"/>
              </a:rPr>
              <a:t>2.1  </a:t>
            </a:r>
            <a:r>
              <a:rPr lang="zh-CN" altLang="en-US" sz="3200">
                <a:solidFill>
                  <a:srgbClr val="FF0000"/>
                </a:solidFill>
                <a:latin typeface="Arial" panose="020B0604020202020204" pitchFamily="34" charset="0"/>
              </a:rPr>
              <a:t>汇编语言程序的基本结构</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withEffect">
                                  <p:stCondLst>
                                    <p:cond delay="0"/>
                                  </p:stCondLst>
                                  <p:childTnLst>
                                    <p:set>
                                      <p:cBhvr>
                                        <p:cTn id="6" dur="1" fill="hold">
                                          <p:stCondLst>
                                            <p:cond delay="0"/>
                                          </p:stCondLst>
                                        </p:cTn>
                                        <p:tgtEl>
                                          <p:spTgt spid="340997">
                                            <p:txEl>
                                              <p:pRg st="0" end="0"/>
                                            </p:txEl>
                                          </p:spTgt>
                                        </p:tgtEl>
                                        <p:attrNameLst>
                                          <p:attrName>style.visibility</p:attrName>
                                        </p:attrNameLst>
                                      </p:cBhvr>
                                      <p:to>
                                        <p:strVal val="visible"/>
                                      </p:to>
                                    </p:set>
                                    <p:animEffect transition="in" filter="blinds(horizontal)">
                                      <p:cBhvr>
                                        <p:cTn id="7" dur="500"/>
                                        <p:tgtEl>
                                          <p:spTgt spid="34099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0997"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9F7202D9-EF73-494C-984B-20F119EA691A}"/>
              </a:ext>
            </a:extLst>
          </p:cNvPr>
          <p:cNvSpPr>
            <a:spLocks noChangeArrowheads="1"/>
          </p:cNvSpPr>
          <p:nvPr/>
        </p:nvSpPr>
        <p:spPr bwMode="auto">
          <a:xfrm>
            <a:off x="1752600" y="609600"/>
            <a:ext cx="389096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zh-CN" altLang="en-US" sz="3600" u="none">
                <a:solidFill>
                  <a:srgbClr val="000000"/>
                </a:solidFill>
                <a:latin typeface="Arial" panose="020B0604020202020204" pitchFamily="34" charset="0"/>
              </a:rPr>
              <a:t>汇编语言程序格式</a:t>
            </a:r>
          </a:p>
        </p:txBody>
      </p:sp>
      <p:sp>
        <p:nvSpPr>
          <p:cNvPr id="25603" name="Text Box 3">
            <a:extLst>
              <a:ext uri="{FF2B5EF4-FFF2-40B4-BE49-F238E27FC236}">
                <a16:creationId xmlns:a16="http://schemas.microsoft.com/office/drawing/2014/main" id="{3778C1C8-0487-4759-8C3B-0217727A9377}"/>
              </a:ext>
            </a:extLst>
          </p:cNvPr>
          <p:cNvSpPr txBox="1">
            <a:spLocks noChangeArrowheads="1"/>
          </p:cNvSpPr>
          <p:nvPr/>
        </p:nvSpPr>
        <p:spPr bwMode="auto">
          <a:xfrm>
            <a:off x="1905000" y="5638800"/>
            <a:ext cx="4800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algn="ctr">
              <a:spcBef>
                <a:spcPct val="50000"/>
              </a:spcBef>
              <a:buClrTx/>
              <a:buFontTx/>
              <a:buNone/>
            </a:pPr>
            <a:r>
              <a:rPr lang="zh-CN" altLang="en-US" u="none">
                <a:solidFill>
                  <a:srgbClr val="0000FF"/>
                </a:solidFill>
                <a:latin typeface="楷体_GB2312" pitchFamily="49" charset="-122"/>
                <a:ea typeface="楷体_GB2312" pitchFamily="49" charset="-122"/>
              </a:rPr>
              <a:t>表达式</a:t>
            </a:r>
            <a:r>
              <a:rPr lang="zh-CN" altLang="en-US" u="none">
                <a:solidFill>
                  <a:srgbClr val="000000"/>
                </a:solidFill>
                <a:latin typeface="楷体_GB2312" pitchFamily="49" charset="-122"/>
                <a:ea typeface="楷体_GB2312" pitchFamily="49" charset="-122"/>
              </a:rPr>
              <a:t>：数字表达式  地址表达式</a:t>
            </a:r>
            <a:endParaRPr lang="zh-CN" altLang="en-US" b="0" u="none">
              <a:solidFill>
                <a:srgbClr val="000000"/>
              </a:solidFill>
              <a:latin typeface="楷体_GB2312" pitchFamily="49" charset="-122"/>
              <a:ea typeface="楷体_GB2312" pitchFamily="49" charset="-122"/>
            </a:endParaRPr>
          </a:p>
        </p:txBody>
      </p:sp>
      <p:grpSp>
        <p:nvGrpSpPr>
          <p:cNvPr id="25604" name="Group 4">
            <a:extLst>
              <a:ext uri="{FF2B5EF4-FFF2-40B4-BE49-F238E27FC236}">
                <a16:creationId xmlns:a16="http://schemas.microsoft.com/office/drawing/2014/main" id="{370D6E65-3FB4-437A-AF77-E65B7BB80B8A}"/>
              </a:ext>
            </a:extLst>
          </p:cNvPr>
          <p:cNvGrpSpPr>
            <a:grpSpLocks/>
          </p:cNvGrpSpPr>
          <p:nvPr/>
        </p:nvGrpSpPr>
        <p:grpSpPr bwMode="auto">
          <a:xfrm>
            <a:off x="1908175" y="1341438"/>
            <a:ext cx="6584950" cy="3792537"/>
            <a:chOff x="1200" y="576"/>
            <a:chExt cx="4148" cy="2389"/>
          </a:xfrm>
        </p:grpSpPr>
        <p:sp>
          <p:nvSpPr>
            <p:cNvPr id="25605" name="Text Box 5">
              <a:extLst>
                <a:ext uri="{FF2B5EF4-FFF2-40B4-BE49-F238E27FC236}">
                  <a16:creationId xmlns:a16="http://schemas.microsoft.com/office/drawing/2014/main" id="{4536713A-E5EC-4398-97D7-0ED0733BA2C1}"/>
                </a:ext>
              </a:extLst>
            </p:cNvPr>
            <p:cNvSpPr txBox="1">
              <a:spLocks noChangeArrowheads="1"/>
            </p:cNvSpPr>
            <p:nvPr/>
          </p:nvSpPr>
          <p:spPr bwMode="auto">
            <a:xfrm>
              <a:off x="1488" y="1872"/>
              <a:ext cx="3860" cy="10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a:lnSpc>
                  <a:spcPct val="50000"/>
                </a:lnSpc>
                <a:spcBef>
                  <a:spcPct val="50000"/>
                </a:spcBef>
                <a:buClrTx/>
                <a:buFontTx/>
                <a:buNone/>
              </a:pPr>
              <a:r>
                <a:rPr lang="zh-CN" altLang="en-US" u="none">
                  <a:solidFill>
                    <a:srgbClr val="0000FF"/>
                  </a:solidFill>
                  <a:latin typeface="楷体_GB2312" pitchFamily="49" charset="-122"/>
                  <a:ea typeface="楷体_GB2312" pitchFamily="49" charset="-122"/>
                </a:rPr>
                <a:t>标号     指令    寄存器  说明程序或语句</a:t>
              </a:r>
            </a:p>
            <a:p>
              <a:pPr>
                <a:lnSpc>
                  <a:spcPct val="50000"/>
                </a:lnSpc>
                <a:spcBef>
                  <a:spcPct val="50000"/>
                </a:spcBef>
                <a:buClrTx/>
                <a:buFontTx/>
                <a:buNone/>
              </a:pPr>
              <a:r>
                <a:rPr lang="zh-CN" altLang="en-US" u="none">
                  <a:solidFill>
                    <a:srgbClr val="0000FF"/>
                  </a:solidFill>
                  <a:latin typeface="楷体_GB2312" pitchFamily="49" charset="-122"/>
                  <a:ea typeface="楷体_GB2312" pitchFamily="49" charset="-122"/>
                </a:rPr>
                <a:t>变量     伪指令  标号    的功能</a:t>
              </a:r>
            </a:p>
            <a:p>
              <a:pPr>
                <a:lnSpc>
                  <a:spcPct val="50000"/>
                </a:lnSpc>
                <a:spcBef>
                  <a:spcPct val="50000"/>
                </a:spcBef>
                <a:buClrTx/>
                <a:buFontTx/>
                <a:buNone/>
              </a:pPr>
              <a:r>
                <a:rPr lang="zh-CN" altLang="en-US" u="none">
                  <a:solidFill>
                    <a:srgbClr val="000000"/>
                  </a:solidFill>
                  <a:latin typeface="楷体_GB2312" pitchFamily="49" charset="-122"/>
                  <a:ea typeface="楷体_GB2312" pitchFamily="49" charset="-122"/>
                </a:rPr>
                <a:t>         </a:t>
              </a:r>
              <a:r>
                <a:rPr lang="zh-CN" altLang="en-US" u="none">
                  <a:solidFill>
                    <a:srgbClr val="0000FF"/>
                  </a:solidFill>
                  <a:latin typeface="楷体_GB2312" pitchFamily="49" charset="-122"/>
                  <a:ea typeface="楷体_GB2312" pitchFamily="49" charset="-122"/>
                </a:rPr>
                <a:t>宏指令</a:t>
              </a:r>
              <a:r>
                <a:rPr lang="zh-CN" altLang="en-US" u="none">
                  <a:solidFill>
                    <a:srgbClr val="000000"/>
                  </a:solidFill>
                  <a:latin typeface="楷体_GB2312" pitchFamily="49" charset="-122"/>
                  <a:ea typeface="楷体_GB2312" pitchFamily="49" charset="-122"/>
                </a:rPr>
                <a:t>  </a:t>
              </a:r>
              <a:r>
                <a:rPr lang="zh-CN" altLang="en-US" u="none">
                  <a:solidFill>
                    <a:srgbClr val="0000FF"/>
                  </a:solidFill>
                  <a:latin typeface="楷体_GB2312" pitchFamily="49" charset="-122"/>
                  <a:ea typeface="楷体_GB2312" pitchFamily="49" charset="-122"/>
                </a:rPr>
                <a:t>变量</a:t>
              </a:r>
            </a:p>
            <a:p>
              <a:pPr>
                <a:lnSpc>
                  <a:spcPct val="50000"/>
                </a:lnSpc>
                <a:spcBef>
                  <a:spcPct val="50000"/>
                </a:spcBef>
                <a:buClrTx/>
                <a:buFontTx/>
                <a:buNone/>
              </a:pPr>
              <a:r>
                <a:rPr lang="zh-CN" altLang="en-US" u="none">
                  <a:solidFill>
                    <a:srgbClr val="000000"/>
                  </a:solidFill>
                  <a:latin typeface="楷体_GB2312" pitchFamily="49" charset="-122"/>
                  <a:ea typeface="楷体_GB2312" pitchFamily="49" charset="-122"/>
                </a:rPr>
                <a:t>                 </a:t>
              </a:r>
              <a:r>
                <a:rPr lang="zh-CN" altLang="en-US" u="none">
                  <a:solidFill>
                    <a:srgbClr val="0000FF"/>
                  </a:solidFill>
                  <a:latin typeface="楷体_GB2312" pitchFamily="49" charset="-122"/>
                  <a:ea typeface="楷体_GB2312" pitchFamily="49" charset="-122"/>
                </a:rPr>
                <a:t>常数</a:t>
              </a:r>
            </a:p>
            <a:p>
              <a:pPr>
                <a:lnSpc>
                  <a:spcPct val="50000"/>
                </a:lnSpc>
                <a:spcBef>
                  <a:spcPct val="50000"/>
                </a:spcBef>
                <a:buClrTx/>
                <a:buFontTx/>
                <a:buNone/>
              </a:pPr>
              <a:r>
                <a:rPr lang="zh-CN" altLang="en-US" u="none">
                  <a:solidFill>
                    <a:srgbClr val="000000"/>
                  </a:solidFill>
                  <a:latin typeface="楷体_GB2312" pitchFamily="49" charset="-122"/>
                  <a:ea typeface="楷体_GB2312" pitchFamily="49" charset="-122"/>
                </a:rPr>
                <a:t>                 </a:t>
              </a:r>
              <a:r>
                <a:rPr lang="zh-CN" altLang="en-US" u="none">
                  <a:solidFill>
                    <a:srgbClr val="0000FF"/>
                  </a:solidFill>
                  <a:latin typeface="楷体_GB2312" pitchFamily="49" charset="-122"/>
                  <a:ea typeface="楷体_GB2312" pitchFamily="49" charset="-122"/>
                </a:rPr>
                <a:t>表达式</a:t>
              </a:r>
            </a:p>
          </p:txBody>
        </p:sp>
        <p:sp>
          <p:nvSpPr>
            <p:cNvPr id="25606" name="Line 6">
              <a:extLst>
                <a:ext uri="{FF2B5EF4-FFF2-40B4-BE49-F238E27FC236}">
                  <a16:creationId xmlns:a16="http://schemas.microsoft.com/office/drawing/2014/main" id="{150EA605-7E0F-40F2-AB5C-F3832FD0B210}"/>
                </a:ext>
              </a:extLst>
            </p:cNvPr>
            <p:cNvSpPr>
              <a:spLocks noChangeShapeType="1"/>
            </p:cNvSpPr>
            <p:nvPr/>
          </p:nvSpPr>
          <p:spPr bwMode="auto">
            <a:xfrm>
              <a:off x="1728" y="1536"/>
              <a:ext cx="0" cy="240"/>
            </a:xfrm>
            <a:prstGeom prst="line">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5607" name="Line 7">
              <a:extLst>
                <a:ext uri="{FF2B5EF4-FFF2-40B4-BE49-F238E27FC236}">
                  <a16:creationId xmlns:a16="http://schemas.microsoft.com/office/drawing/2014/main" id="{69348F3E-DE42-429C-8D38-4CBD2D7375D7}"/>
                </a:ext>
              </a:extLst>
            </p:cNvPr>
            <p:cNvSpPr>
              <a:spLocks noChangeShapeType="1"/>
            </p:cNvSpPr>
            <p:nvPr/>
          </p:nvSpPr>
          <p:spPr bwMode="auto">
            <a:xfrm>
              <a:off x="2592" y="1536"/>
              <a:ext cx="0" cy="240"/>
            </a:xfrm>
            <a:prstGeom prst="line">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5608" name="Line 8">
              <a:extLst>
                <a:ext uri="{FF2B5EF4-FFF2-40B4-BE49-F238E27FC236}">
                  <a16:creationId xmlns:a16="http://schemas.microsoft.com/office/drawing/2014/main" id="{EE9BD3CB-299C-4CB4-BE72-9A0B1F685F8E}"/>
                </a:ext>
              </a:extLst>
            </p:cNvPr>
            <p:cNvSpPr>
              <a:spLocks noChangeShapeType="1"/>
            </p:cNvSpPr>
            <p:nvPr/>
          </p:nvSpPr>
          <p:spPr bwMode="auto">
            <a:xfrm>
              <a:off x="3408" y="1536"/>
              <a:ext cx="0" cy="240"/>
            </a:xfrm>
            <a:prstGeom prst="line">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5609" name="Line 9">
              <a:extLst>
                <a:ext uri="{FF2B5EF4-FFF2-40B4-BE49-F238E27FC236}">
                  <a16:creationId xmlns:a16="http://schemas.microsoft.com/office/drawing/2014/main" id="{FA9AE0A3-5FA9-4A17-B867-312C23232FAA}"/>
                </a:ext>
              </a:extLst>
            </p:cNvPr>
            <p:cNvSpPr>
              <a:spLocks noChangeShapeType="1"/>
            </p:cNvSpPr>
            <p:nvPr/>
          </p:nvSpPr>
          <p:spPr bwMode="auto">
            <a:xfrm>
              <a:off x="4368" y="1536"/>
              <a:ext cx="0" cy="240"/>
            </a:xfrm>
            <a:prstGeom prst="line">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5610" name="Text Box 10">
              <a:extLst>
                <a:ext uri="{FF2B5EF4-FFF2-40B4-BE49-F238E27FC236}">
                  <a16:creationId xmlns:a16="http://schemas.microsoft.com/office/drawing/2014/main" id="{8E9807AA-5546-432A-B838-E7DC6AD8D0A0}"/>
                </a:ext>
              </a:extLst>
            </p:cNvPr>
            <p:cNvSpPr txBox="1">
              <a:spLocks noChangeArrowheads="1"/>
            </p:cNvSpPr>
            <p:nvPr/>
          </p:nvSpPr>
          <p:spPr bwMode="auto">
            <a:xfrm>
              <a:off x="1200" y="576"/>
              <a:ext cx="3600" cy="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a:lnSpc>
                  <a:spcPct val="190000"/>
                </a:lnSpc>
                <a:spcBef>
                  <a:spcPct val="0"/>
                </a:spcBef>
                <a:buClrTx/>
                <a:buFontTx/>
                <a:buNone/>
              </a:pPr>
              <a:r>
                <a:rPr lang="zh-CN" altLang="en-US" sz="2600" u="none">
                  <a:solidFill>
                    <a:srgbClr val="000000"/>
                  </a:solidFill>
                  <a:latin typeface="宋体" panose="02010600030101010101" pitchFamily="2" charset="-122"/>
                </a:rPr>
                <a:t>源程序的每条语句可表示为：</a:t>
              </a:r>
            </a:p>
            <a:p>
              <a:pPr>
                <a:lnSpc>
                  <a:spcPct val="190000"/>
                </a:lnSpc>
                <a:spcBef>
                  <a:spcPct val="0"/>
                </a:spcBef>
                <a:buClrTx/>
                <a:buFontTx/>
                <a:buNone/>
              </a:pPr>
              <a:r>
                <a:rPr lang="en-US" altLang="zh-CN" u="none">
                  <a:solidFill>
                    <a:srgbClr val="000000"/>
                  </a:solidFill>
                  <a:latin typeface="楷体_GB2312" pitchFamily="49" charset="-122"/>
                  <a:ea typeface="楷体_GB2312" pitchFamily="49" charset="-122"/>
                </a:rPr>
                <a:t>[</a:t>
              </a:r>
              <a:r>
                <a:rPr lang="zh-CN" altLang="en-US" u="none">
                  <a:solidFill>
                    <a:srgbClr val="000000"/>
                  </a:solidFill>
                  <a:latin typeface="宋体" panose="02010600030101010101" pitchFamily="2" charset="-122"/>
                </a:rPr>
                <a:t>符号地址</a:t>
              </a:r>
              <a:r>
                <a:rPr lang="en-US" altLang="zh-CN" u="none">
                  <a:solidFill>
                    <a:srgbClr val="000000"/>
                  </a:solidFill>
                  <a:latin typeface="宋体" panose="02010600030101010101" pitchFamily="2" charset="-122"/>
                </a:rPr>
                <a:t>]  </a:t>
              </a:r>
              <a:r>
                <a:rPr lang="zh-CN" altLang="en-US" u="none">
                  <a:solidFill>
                    <a:srgbClr val="000000"/>
                  </a:solidFill>
                  <a:latin typeface="宋体" panose="02010600030101010101" pitchFamily="2" charset="-122"/>
                </a:rPr>
                <a:t>操作   操作数   </a:t>
              </a:r>
              <a:r>
                <a:rPr lang="en-US" altLang="zh-CN" u="none">
                  <a:solidFill>
                    <a:srgbClr val="000000"/>
                  </a:solidFill>
                  <a:latin typeface="宋体" panose="02010600030101010101" pitchFamily="2" charset="-122"/>
                </a:rPr>
                <a:t>[</a:t>
              </a:r>
              <a:r>
                <a:rPr lang="en-US" altLang="zh-CN" u="none">
                  <a:solidFill>
                    <a:srgbClr val="000000"/>
                  </a:solidFill>
                </a:rPr>
                <a:t>; </a:t>
              </a:r>
              <a:r>
                <a:rPr lang="zh-CN" altLang="en-US" u="none">
                  <a:solidFill>
                    <a:srgbClr val="000000"/>
                  </a:solidFill>
                  <a:latin typeface="宋体" panose="02010600030101010101" pitchFamily="2" charset="-122"/>
                </a:rPr>
                <a:t>注释</a:t>
              </a:r>
              <a:r>
                <a:rPr lang="en-US" altLang="zh-CN" u="none">
                  <a:solidFill>
                    <a:srgbClr val="000000"/>
                  </a:solidFill>
                  <a:latin typeface="宋体" panose="02010600030101010101" pitchFamily="2" charset="-122"/>
                </a:rPr>
                <a:t>]</a:t>
              </a:r>
              <a:endParaRPr lang="en-US" altLang="zh-CN" b="0" u="none">
                <a:solidFill>
                  <a:srgbClr val="000000"/>
                </a:solidFill>
              </a:endParaRPr>
            </a:p>
          </p:txBody>
        </p:sp>
      </p:grpSp>
    </p:spTree>
    <p:custDataLst>
      <p:tags r:id="rId1"/>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B2E78D43-3865-4474-8059-027C9045D218}"/>
              </a:ext>
            </a:extLst>
          </p:cNvPr>
          <p:cNvSpPr>
            <a:spLocks noGrp="1"/>
          </p:cNvSpPr>
          <p:nvPr>
            <p:ph type="sldNum" sz="quarter" idx="12"/>
          </p:nvPr>
        </p:nvSpPr>
        <p:spPr/>
        <p:txBody>
          <a:bodyPr/>
          <a:lstStyle/>
          <a:p>
            <a:pPr>
              <a:defRPr/>
            </a:pPr>
            <a:fld id="{11F24FC2-62CC-4566-82D8-47B977E2DA3D}" type="slidenum">
              <a:rPr lang="en-US" altLang="zh-CN"/>
              <a:pPr>
                <a:defRPr/>
              </a:pPr>
              <a:t>20</a:t>
            </a:fld>
            <a:endParaRPr lang="en-US" altLang="zh-CN"/>
          </a:p>
        </p:txBody>
      </p:sp>
      <p:sp>
        <p:nvSpPr>
          <p:cNvPr id="506882" name="Rectangle 2">
            <a:extLst>
              <a:ext uri="{FF2B5EF4-FFF2-40B4-BE49-F238E27FC236}">
                <a16:creationId xmlns:a16="http://schemas.microsoft.com/office/drawing/2014/main" id="{D0217513-C824-42E9-BECB-80C442596CB8}"/>
              </a:ext>
            </a:extLst>
          </p:cNvPr>
          <p:cNvSpPr>
            <a:spLocks noGrp="1" noRot="1" noChangeArrowheads="1"/>
          </p:cNvSpPr>
          <p:nvPr>
            <p:ph type="title"/>
          </p:nvPr>
        </p:nvSpPr>
        <p:spPr>
          <a:xfrm>
            <a:off x="323850" y="404813"/>
            <a:ext cx="3406775" cy="671512"/>
          </a:xfrm>
        </p:spPr>
        <p:txBody>
          <a:bodyPr/>
          <a:lstStyle/>
          <a:p>
            <a:pPr algn="l">
              <a:defRPr/>
            </a:pPr>
            <a:r>
              <a:rPr lang="zh-CN" altLang="en-US" sz="3200"/>
              <a:t>标号</a:t>
            </a:r>
            <a:r>
              <a:rPr lang="en-US" altLang="zh-CN" sz="3200"/>
              <a:t>/</a:t>
            </a:r>
            <a:r>
              <a:rPr lang="zh-CN" altLang="en-US" sz="3200"/>
              <a:t>名字的命名</a:t>
            </a:r>
          </a:p>
        </p:txBody>
      </p:sp>
      <p:sp>
        <p:nvSpPr>
          <p:cNvPr id="26628" name="Rectangle 3">
            <a:extLst>
              <a:ext uri="{FF2B5EF4-FFF2-40B4-BE49-F238E27FC236}">
                <a16:creationId xmlns:a16="http://schemas.microsoft.com/office/drawing/2014/main" id="{7E330610-9DE8-4269-B579-341956BFA8F5}"/>
              </a:ext>
            </a:extLst>
          </p:cNvPr>
          <p:cNvSpPr>
            <a:spLocks noGrp="1" noRot="1" noChangeArrowheads="1"/>
          </p:cNvSpPr>
          <p:nvPr>
            <p:ph type="body" idx="1"/>
          </p:nvPr>
        </p:nvSpPr>
        <p:spPr>
          <a:xfrm>
            <a:off x="250825" y="1484313"/>
            <a:ext cx="8540750" cy="3384550"/>
          </a:xfrm>
        </p:spPr>
        <p:txBody>
          <a:bodyPr/>
          <a:lstStyle/>
          <a:p>
            <a:pPr>
              <a:buFont typeface="Wingdings" panose="05000000000000000000" pitchFamily="2" charset="2"/>
              <a:buNone/>
            </a:pPr>
            <a:r>
              <a:rPr lang="en-US" altLang="zh-CN" sz="2800"/>
              <a:t>	</a:t>
            </a:r>
            <a:r>
              <a:rPr lang="zh-CN" altLang="en-US"/>
              <a:t>约定：	</a:t>
            </a:r>
          </a:p>
          <a:p>
            <a:pPr lvl="1"/>
            <a:r>
              <a:rPr lang="zh-CN" altLang="en-US" sz="2400"/>
              <a:t>	最长</a:t>
            </a:r>
            <a:r>
              <a:rPr lang="en-US" altLang="zh-CN" sz="2400"/>
              <a:t>31</a:t>
            </a:r>
            <a:r>
              <a:rPr lang="zh-CN" altLang="en-US" sz="2400"/>
              <a:t>个字符</a:t>
            </a:r>
          </a:p>
          <a:p>
            <a:pPr lvl="1"/>
            <a:r>
              <a:rPr lang="zh-CN" altLang="en-US" sz="2400"/>
              <a:t>	第一个字符不能是数字</a:t>
            </a:r>
          </a:p>
          <a:p>
            <a:pPr lvl="1"/>
            <a:r>
              <a:rPr lang="zh-CN" altLang="en-US" sz="2400"/>
              <a:t>	</a:t>
            </a:r>
            <a:r>
              <a:rPr lang="en-US" altLang="zh-CN" sz="2400">
                <a:solidFill>
                  <a:srgbClr val="FF0000"/>
                </a:solidFill>
              </a:rPr>
              <a:t>? $ _ @</a:t>
            </a:r>
            <a:r>
              <a:rPr lang="zh-CN" altLang="en-US" sz="2400"/>
              <a:t>可出现在标号的任意位置，但</a:t>
            </a:r>
            <a:r>
              <a:rPr lang="en-US" altLang="zh-CN" sz="2400"/>
              <a:t>? $</a:t>
            </a:r>
            <a:r>
              <a:rPr lang="zh-CN" altLang="en-US" sz="2400"/>
              <a:t>不能单独使用</a:t>
            </a:r>
          </a:p>
          <a:p>
            <a:pPr lvl="1"/>
            <a:r>
              <a:rPr lang="zh-CN" altLang="en-US" sz="2400"/>
              <a:t>	</a:t>
            </a:r>
            <a:r>
              <a:rPr lang="en-US" altLang="zh-CN" sz="2400">
                <a:solidFill>
                  <a:srgbClr val="FF0000"/>
                </a:solidFill>
              </a:rPr>
              <a:t>. </a:t>
            </a:r>
            <a:r>
              <a:rPr lang="zh-CN" altLang="en-US" sz="2400"/>
              <a:t>只能出现在起始位置</a:t>
            </a:r>
          </a:p>
          <a:p>
            <a:pPr lvl="1"/>
            <a:r>
              <a:rPr lang="zh-CN" altLang="en-US" sz="2400"/>
              <a:t>	一个程序中，每个标识符的定义是唯一的，且不能与任何</a:t>
            </a:r>
            <a:r>
              <a:rPr lang="zh-CN" altLang="en-US" sz="2400">
                <a:solidFill>
                  <a:srgbClr val="FF0000"/>
                </a:solidFill>
              </a:rPr>
              <a:t>保留字</a:t>
            </a:r>
            <a:r>
              <a:rPr lang="zh-CN" altLang="en-US" sz="2400"/>
              <a:t>相同</a:t>
            </a:r>
          </a:p>
        </p:txBody>
      </p:sp>
      <p:sp>
        <p:nvSpPr>
          <p:cNvPr id="26629" name="Rectangle 4">
            <a:extLst>
              <a:ext uri="{FF2B5EF4-FFF2-40B4-BE49-F238E27FC236}">
                <a16:creationId xmlns:a16="http://schemas.microsoft.com/office/drawing/2014/main" id="{EE419216-03F8-44F9-AA5A-BB9D5D0262DC}"/>
              </a:ext>
            </a:extLst>
          </p:cNvPr>
          <p:cNvSpPr>
            <a:spLocks noChangeArrowheads="1"/>
          </p:cNvSpPr>
          <p:nvPr/>
        </p:nvSpPr>
        <p:spPr bwMode="auto">
          <a:xfrm>
            <a:off x="3779838" y="620713"/>
            <a:ext cx="4332287" cy="1333500"/>
          </a:xfrm>
          <a:prstGeom prst="rect">
            <a:avLst/>
          </a:prstGeom>
          <a:noFill/>
          <a:ln>
            <a:noFill/>
          </a:ln>
          <a:effectLst/>
          <a:extLst>
            <a:ext uri="{909E8E84-426E-40DD-AFC4-6F175D3DCCD1}">
              <a14:hiddenFill xmlns:a14="http://schemas.microsoft.com/office/drawing/2010/main">
                <a:gradFill rotWithShape="0">
                  <a:gsLst>
                    <a:gs pos="0">
                      <a:srgbClr val="47182F"/>
                    </a:gs>
                    <a:gs pos="100000">
                      <a:srgbClr val="993366"/>
                    </a:gs>
                  </a:gsLst>
                  <a:lin ang="5400000" scaled="1"/>
                </a:gradFill>
              </a14:hiddenFill>
            </a:ext>
            <a:ext uri="{91240B29-F687-4F45-9708-019B960494DF}">
              <a14:hiddenLine xmlns:a14="http://schemas.microsoft.com/office/drawing/2010/main" w="9525" algn="ctr">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buFont typeface="Wingdings" panose="05000000000000000000" pitchFamily="2" charset="2"/>
              <a:buNone/>
            </a:pPr>
            <a:r>
              <a:rPr lang="zh-CN" altLang="en-US"/>
              <a:t>字母：</a:t>
            </a:r>
            <a:r>
              <a:rPr lang="en-US" altLang="zh-CN">
                <a:solidFill>
                  <a:srgbClr val="FF3300"/>
                </a:solidFill>
              </a:rPr>
              <a:t>A ~ Z</a:t>
            </a:r>
            <a:r>
              <a:rPr lang="en-US" altLang="zh-CN"/>
              <a:t> </a:t>
            </a:r>
            <a:r>
              <a:rPr lang="zh-CN" altLang="en-US"/>
              <a:t>； </a:t>
            </a:r>
          </a:p>
          <a:p>
            <a:pPr eaLnBrk="1" hangingPunct="1">
              <a:spcBef>
                <a:spcPct val="20000"/>
              </a:spcBef>
              <a:buFont typeface="Wingdings" panose="05000000000000000000" pitchFamily="2" charset="2"/>
              <a:buNone/>
            </a:pPr>
            <a:r>
              <a:rPr lang="zh-CN" altLang="en-US"/>
              <a:t>数字：</a:t>
            </a:r>
            <a:r>
              <a:rPr lang="en-US" altLang="zh-CN">
                <a:solidFill>
                  <a:srgbClr val="FF3300"/>
                </a:solidFill>
              </a:rPr>
              <a:t>0 ~ 9</a:t>
            </a:r>
            <a:r>
              <a:rPr lang="en-US" altLang="zh-CN"/>
              <a:t> </a:t>
            </a:r>
            <a:r>
              <a:rPr lang="zh-CN" altLang="en-US"/>
              <a:t>； </a:t>
            </a:r>
          </a:p>
          <a:p>
            <a:pPr eaLnBrk="1" hangingPunct="1">
              <a:spcBef>
                <a:spcPct val="20000"/>
              </a:spcBef>
              <a:buFont typeface="Wingdings" panose="05000000000000000000" pitchFamily="2" charset="2"/>
              <a:buNone/>
            </a:pPr>
            <a:r>
              <a:rPr lang="zh-CN" altLang="en-US"/>
              <a:t>特殊字符：</a:t>
            </a:r>
            <a:r>
              <a:rPr lang="en-US" altLang="zh-CN">
                <a:solidFill>
                  <a:srgbClr val="FF3300"/>
                </a:solidFill>
              </a:rPr>
              <a:t>?</a:t>
            </a:r>
            <a:r>
              <a:rPr lang="zh-CN" altLang="en-US"/>
              <a:t>、</a:t>
            </a:r>
            <a:r>
              <a:rPr lang="en-US" altLang="zh-CN">
                <a:solidFill>
                  <a:srgbClr val="FF3300"/>
                </a:solidFill>
              </a:rPr>
              <a:t>· </a:t>
            </a:r>
            <a:r>
              <a:rPr lang="zh-CN" altLang="en-US"/>
              <a:t>、</a:t>
            </a:r>
            <a:r>
              <a:rPr lang="zh-CN" altLang="en-US">
                <a:solidFill>
                  <a:srgbClr val="FF3300"/>
                </a:solidFill>
              </a:rPr>
              <a:t>＠</a:t>
            </a:r>
            <a:r>
              <a:rPr lang="zh-CN" altLang="en-US"/>
              <a:t>、</a:t>
            </a:r>
            <a:r>
              <a:rPr lang="en-US" altLang="zh-CN">
                <a:solidFill>
                  <a:srgbClr val="FF3300"/>
                </a:solidFill>
              </a:rPr>
              <a:t>_</a:t>
            </a:r>
            <a:r>
              <a:rPr lang="zh-CN" altLang="en-US"/>
              <a:t>、</a:t>
            </a:r>
            <a:r>
              <a:rPr lang="en-US" altLang="zh-CN">
                <a:solidFill>
                  <a:srgbClr val="FF3300"/>
                </a:solidFill>
              </a:rPr>
              <a:t>$ </a:t>
            </a:r>
            <a:r>
              <a:rPr lang="zh-CN" altLang="en-US"/>
              <a:t>。</a:t>
            </a:r>
          </a:p>
        </p:txBody>
      </p:sp>
      <p:sp>
        <p:nvSpPr>
          <p:cNvPr id="26630" name="Text Box 5">
            <a:extLst>
              <a:ext uri="{FF2B5EF4-FFF2-40B4-BE49-F238E27FC236}">
                <a16:creationId xmlns:a16="http://schemas.microsoft.com/office/drawing/2014/main" id="{843D2EEA-5C74-4B18-B8D5-A01ACDF28AED}"/>
              </a:ext>
            </a:extLst>
          </p:cNvPr>
          <p:cNvSpPr txBox="1">
            <a:spLocks noChangeArrowheads="1"/>
          </p:cNvSpPr>
          <p:nvPr/>
        </p:nvSpPr>
        <p:spPr bwMode="auto">
          <a:xfrm>
            <a:off x="539750" y="4797425"/>
            <a:ext cx="8077200" cy="1354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58825" indent="-301625">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949325" indent="-17145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200150" indent="-17145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1543050" indent="-17145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0002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4574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29146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3718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algn="just" eaLnBrk="1" hangingPunct="1">
              <a:lnSpc>
                <a:spcPct val="115000"/>
              </a:lnSpc>
              <a:spcBef>
                <a:spcPct val="50000"/>
              </a:spcBef>
              <a:buClrTx/>
              <a:buFontTx/>
              <a:buNone/>
            </a:pPr>
            <a:r>
              <a:rPr lang="zh-CN" altLang="en-US" b="0">
                <a:solidFill>
                  <a:srgbClr val="FF0000"/>
                </a:solidFill>
                <a:latin typeface="宋体" panose="02010600030101010101" pitchFamily="2" charset="-122"/>
              </a:rPr>
              <a:t>保留字</a:t>
            </a:r>
            <a:r>
              <a:rPr lang="zh-CN" altLang="en-US" b="0">
                <a:latin typeface="宋体" panose="02010600030101010101" pitchFamily="2" charset="-122"/>
              </a:rPr>
              <a:t>是一个汇编语言中预先保留下来的具有特殊含义的符号，只能作为固定的用途。凡是</a:t>
            </a:r>
            <a:r>
              <a:rPr lang="en-US" altLang="zh-CN" b="0">
                <a:latin typeface="宋体" panose="02010600030101010101" pitchFamily="2" charset="-122"/>
              </a:rPr>
              <a:t>8086</a:t>
            </a:r>
            <a:r>
              <a:rPr lang="zh-CN" altLang="en-US" b="0">
                <a:latin typeface="宋体" panose="02010600030101010101" pitchFamily="2" charset="-122"/>
              </a:rPr>
              <a:t>的指令、伪指令、寄存器名等都是保留字。</a:t>
            </a:r>
            <a:r>
              <a:rPr lang="zh-CN" altLang="en-US" b="0">
                <a:solidFill>
                  <a:srgbClr val="0000FF"/>
                </a:solidFill>
                <a:latin typeface="宋体" panose="02010600030101010101" pitchFamily="2" charset="-122"/>
              </a:rPr>
              <a:t>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a:extLst>
              <a:ext uri="{FF2B5EF4-FFF2-40B4-BE49-F238E27FC236}">
                <a16:creationId xmlns:a16="http://schemas.microsoft.com/office/drawing/2014/main" id="{D88FD831-A723-44DE-B709-D921E4731E4A}"/>
              </a:ext>
            </a:extLst>
          </p:cNvPr>
          <p:cNvSpPr>
            <a:spLocks noGrp="1"/>
          </p:cNvSpPr>
          <p:nvPr>
            <p:ph type="sldNum" sz="quarter" idx="12"/>
          </p:nvPr>
        </p:nvSpPr>
        <p:spPr/>
        <p:txBody>
          <a:bodyPr/>
          <a:lstStyle/>
          <a:p>
            <a:pPr>
              <a:defRPr/>
            </a:pPr>
            <a:fld id="{15EBC4B5-21E3-44DA-A595-9948D643E1CC}" type="slidenum">
              <a:rPr lang="en-US" altLang="zh-CN"/>
              <a:pPr>
                <a:defRPr/>
              </a:pPr>
              <a:t>21</a:t>
            </a:fld>
            <a:endParaRPr lang="en-US" altLang="zh-CN"/>
          </a:p>
        </p:txBody>
      </p:sp>
      <p:sp>
        <p:nvSpPr>
          <p:cNvPr id="27651" name="Rectangle 2">
            <a:extLst>
              <a:ext uri="{FF2B5EF4-FFF2-40B4-BE49-F238E27FC236}">
                <a16:creationId xmlns:a16="http://schemas.microsoft.com/office/drawing/2014/main" id="{C27907D3-2D1B-4EC5-9404-9688833571F6}"/>
              </a:ext>
            </a:extLst>
          </p:cNvPr>
          <p:cNvSpPr>
            <a:spLocks noChangeArrowheads="1"/>
          </p:cNvSpPr>
          <p:nvPr/>
        </p:nvSpPr>
        <p:spPr bwMode="auto">
          <a:xfrm>
            <a:off x="611188" y="1052513"/>
            <a:ext cx="7777162" cy="1917700"/>
          </a:xfrm>
          <a:prstGeom prst="rect">
            <a:avLst/>
          </a:prstGeom>
          <a:noFill/>
          <a:ln>
            <a:noFill/>
          </a:ln>
          <a:effectLst/>
          <a:extLst>
            <a:ext uri="{909E8E84-426E-40DD-AFC4-6F175D3DCCD1}">
              <a14:hiddenFill xmlns:a14="http://schemas.microsoft.com/office/drawing/2010/main">
                <a:gradFill rotWithShape="0">
                  <a:gsLst>
                    <a:gs pos="0">
                      <a:srgbClr val="47182F"/>
                    </a:gs>
                    <a:gs pos="100000">
                      <a:srgbClr val="993366"/>
                    </a:gs>
                  </a:gsLst>
                  <a:lin ang="5400000" scaled="1"/>
                </a:gradFill>
              </a14:hiddenFill>
            </a:ext>
            <a:ext uri="{91240B29-F687-4F45-9708-019B960494DF}">
              <a14:hiddenLine xmlns:a14="http://schemas.microsoft.com/office/drawing/2010/main" w="9525" algn="ctr">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latin typeface="宋体" panose="02010600030101010101" pitchFamily="2" charset="-122"/>
              </a:rPr>
              <a:t>在</a:t>
            </a:r>
            <a:r>
              <a:rPr lang="zh-CN" altLang="en-US">
                <a:solidFill>
                  <a:srgbClr val="CC0066"/>
                </a:solidFill>
                <a:latin typeface="宋体" panose="02010600030101010101" pitchFamily="2" charset="-122"/>
              </a:rPr>
              <a:t>指令语句</a:t>
            </a:r>
            <a:r>
              <a:rPr lang="zh-CN" altLang="en-US">
                <a:latin typeface="宋体" panose="02010600030101010101" pitchFamily="2" charset="-122"/>
              </a:rPr>
              <a:t>中，</a:t>
            </a:r>
            <a:r>
              <a:rPr lang="zh-CN" altLang="en-US">
                <a:solidFill>
                  <a:srgbClr val="CC0066"/>
                </a:solidFill>
                <a:latin typeface="宋体" panose="02010600030101010101" pitchFamily="2" charset="-122"/>
              </a:rPr>
              <a:t>名字称为标号</a:t>
            </a:r>
            <a:r>
              <a:rPr lang="zh-CN" altLang="en-US">
                <a:latin typeface="宋体" panose="02010600030101010101" pitchFamily="2" charset="-122"/>
              </a:rPr>
              <a:t>。</a:t>
            </a:r>
          </a:p>
          <a:p>
            <a:pPr eaLnBrk="1" hangingPunct="1"/>
            <a:endParaRPr lang="zh-CN" altLang="en-US">
              <a:latin typeface="宋体" panose="02010600030101010101" pitchFamily="2" charset="-122"/>
            </a:endParaRPr>
          </a:p>
          <a:p>
            <a:pPr eaLnBrk="1" hangingPunct="1"/>
            <a:r>
              <a:rPr lang="zh-CN" altLang="en-US">
                <a:latin typeface="宋体" panose="02010600030101010101" pitchFamily="2" charset="-122"/>
              </a:rPr>
              <a:t>指令语句中的标号实质上是</a:t>
            </a:r>
            <a:r>
              <a:rPr lang="zh-CN" altLang="en-US">
                <a:solidFill>
                  <a:srgbClr val="FF0000"/>
                </a:solidFill>
                <a:latin typeface="宋体" panose="02010600030101010101" pitchFamily="2" charset="-122"/>
              </a:rPr>
              <a:t>指令的符号地址</a:t>
            </a:r>
            <a:r>
              <a:rPr lang="zh-CN" altLang="en-US">
                <a:latin typeface="宋体" panose="02010600030101010101" pitchFamily="2" charset="-122"/>
              </a:rPr>
              <a:t>。</a:t>
            </a:r>
          </a:p>
          <a:p>
            <a:pPr eaLnBrk="1" hangingPunct="1"/>
            <a:endParaRPr lang="zh-CN" altLang="en-US">
              <a:latin typeface="宋体" panose="02010600030101010101" pitchFamily="2" charset="-122"/>
            </a:endParaRPr>
          </a:p>
          <a:p>
            <a:pPr eaLnBrk="1" hangingPunct="1"/>
            <a:r>
              <a:rPr lang="zh-CN" altLang="en-US">
                <a:latin typeface="宋体" panose="02010600030101010101" pitchFamily="2" charset="-122"/>
              </a:rPr>
              <a:t>标号有三种属性：段、偏移量和类型</a:t>
            </a:r>
          </a:p>
        </p:txBody>
      </p:sp>
      <p:sp>
        <p:nvSpPr>
          <p:cNvPr id="27652" name="Rectangle 3">
            <a:extLst>
              <a:ext uri="{FF2B5EF4-FFF2-40B4-BE49-F238E27FC236}">
                <a16:creationId xmlns:a16="http://schemas.microsoft.com/office/drawing/2014/main" id="{60777343-A1C8-45E8-966F-685D08DA423F}"/>
              </a:ext>
            </a:extLst>
          </p:cNvPr>
          <p:cNvSpPr>
            <a:spLocks noChangeArrowheads="1"/>
          </p:cNvSpPr>
          <p:nvPr/>
        </p:nvSpPr>
        <p:spPr bwMode="auto">
          <a:xfrm>
            <a:off x="539750" y="476250"/>
            <a:ext cx="2952750" cy="519113"/>
          </a:xfrm>
          <a:prstGeom prst="rect">
            <a:avLst/>
          </a:prstGeom>
          <a:noFill/>
          <a:ln>
            <a:noFill/>
          </a:ln>
          <a:effectLst/>
          <a:extLst>
            <a:ext uri="{909E8E84-426E-40DD-AFC4-6F175D3DCCD1}">
              <a14:hiddenFill xmlns:a14="http://schemas.microsoft.com/office/drawing/2010/main">
                <a:gradFill rotWithShape="0">
                  <a:gsLst>
                    <a:gs pos="0">
                      <a:srgbClr val="47182F"/>
                    </a:gs>
                    <a:gs pos="100000">
                      <a:srgbClr val="993366"/>
                    </a:gs>
                  </a:gsLst>
                  <a:lin ang="5400000" scaled="1"/>
                </a:gradFill>
              </a14:hiddenFill>
            </a:ext>
            <a:ext uri="{91240B29-F687-4F45-9708-019B960494DF}">
              <a14:hiddenLine xmlns:a14="http://schemas.microsoft.com/office/drawing/2010/main" w="9525" algn="ctr">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a:solidFill>
                  <a:srgbClr val="FF0000"/>
                </a:solidFill>
                <a:latin typeface="宋体" panose="02010600030101010101" pitchFamily="2" charset="-122"/>
              </a:rPr>
              <a:t>1.</a:t>
            </a:r>
            <a:r>
              <a:rPr lang="zh-CN" altLang="en-US" sz="2800">
                <a:solidFill>
                  <a:srgbClr val="FF0000"/>
                </a:solidFill>
                <a:latin typeface="宋体" panose="02010600030101010101" pitchFamily="2" charset="-122"/>
              </a:rPr>
              <a:t>标号</a:t>
            </a:r>
          </a:p>
        </p:txBody>
      </p:sp>
      <p:sp>
        <p:nvSpPr>
          <p:cNvPr id="27653" name="Rectangle 4">
            <a:extLst>
              <a:ext uri="{FF2B5EF4-FFF2-40B4-BE49-F238E27FC236}">
                <a16:creationId xmlns:a16="http://schemas.microsoft.com/office/drawing/2014/main" id="{567B1C04-D01B-42CC-8ABF-76D708A64363}"/>
              </a:ext>
            </a:extLst>
          </p:cNvPr>
          <p:cNvSpPr>
            <a:spLocks noChangeArrowheads="1"/>
          </p:cNvSpPr>
          <p:nvPr/>
        </p:nvSpPr>
        <p:spPr bwMode="auto">
          <a:xfrm>
            <a:off x="684213" y="3644900"/>
            <a:ext cx="5856287" cy="457200"/>
          </a:xfrm>
          <a:prstGeom prst="rect">
            <a:avLst/>
          </a:prstGeom>
          <a:noFill/>
          <a:ln>
            <a:noFill/>
          </a:ln>
          <a:effectLst/>
          <a:extLst>
            <a:ext uri="{909E8E84-426E-40DD-AFC4-6F175D3DCCD1}">
              <a14:hiddenFill xmlns:a14="http://schemas.microsoft.com/office/drawing/2010/main">
                <a:gradFill rotWithShape="0">
                  <a:gsLst>
                    <a:gs pos="0">
                      <a:srgbClr val="47182F"/>
                    </a:gs>
                    <a:gs pos="100000">
                      <a:srgbClr val="993366"/>
                    </a:gs>
                  </a:gsLst>
                  <a:lin ang="5400000" scaled="1"/>
                </a:gradFill>
              </a14:hiddenFill>
            </a:ext>
            <a:ext uri="{91240B29-F687-4F45-9708-019B960494DF}">
              <a14:hiddenLine xmlns:a14="http://schemas.microsoft.com/office/drawing/2010/main" w="9525" algn="ctr">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solidFill>
                  <a:srgbClr val="000000"/>
                </a:solidFill>
              </a:rPr>
              <a:t>NEXT:     MOV  AX,1234H    ;AX←1234H</a:t>
            </a:r>
          </a:p>
        </p:txBody>
      </p:sp>
    </p:spTree>
  </p:cSld>
  <p:clrMapOvr>
    <a:masterClrMapping/>
  </p:clrMapOvr>
  <p:transition>
    <p:random/>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a:extLst>
              <a:ext uri="{FF2B5EF4-FFF2-40B4-BE49-F238E27FC236}">
                <a16:creationId xmlns:a16="http://schemas.microsoft.com/office/drawing/2014/main" id="{B45166FE-8E05-494A-B263-DE192D91A3ED}"/>
              </a:ext>
            </a:extLst>
          </p:cNvPr>
          <p:cNvSpPr>
            <a:spLocks noGrp="1"/>
          </p:cNvSpPr>
          <p:nvPr>
            <p:ph type="sldNum" sz="quarter" idx="12"/>
          </p:nvPr>
        </p:nvSpPr>
        <p:spPr/>
        <p:txBody>
          <a:bodyPr/>
          <a:lstStyle/>
          <a:p>
            <a:pPr>
              <a:defRPr/>
            </a:pPr>
            <a:fld id="{443F0524-8BA8-4654-A402-7597EBDCA344}" type="slidenum">
              <a:rPr lang="en-US" altLang="zh-CN"/>
              <a:pPr>
                <a:defRPr/>
              </a:pPr>
              <a:t>22</a:t>
            </a:fld>
            <a:endParaRPr lang="en-US" altLang="zh-CN"/>
          </a:p>
        </p:txBody>
      </p:sp>
      <p:sp>
        <p:nvSpPr>
          <p:cNvPr id="28675" name="Rectangle 2">
            <a:extLst>
              <a:ext uri="{FF2B5EF4-FFF2-40B4-BE49-F238E27FC236}">
                <a16:creationId xmlns:a16="http://schemas.microsoft.com/office/drawing/2014/main" id="{37648D96-56BB-4164-9653-590CFBCF3A1E}"/>
              </a:ext>
            </a:extLst>
          </p:cNvPr>
          <p:cNvSpPr>
            <a:spLocks noGrp="1" noRot="1" noChangeArrowheads="1"/>
          </p:cNvSpPr>
          <p:nvPr>
            <p:ph type="body" idx="1"/>
          </p:nvPr>
        </p:nvSpPr>
        <p:spPr>
          <a:xfrm>
            <a:off x="395288" y="1052513"/>
            <a:ext cx="8562975" cy="3384550"/>
          </a:xfrm>
        </p:spPr>
        <p:txBody>
          <a:bodyPr/>
          <a:lstStyle/>
          <a:p>
            <a:pPr>
              <a:lnSpc>
                <a:spcPct val="150000"/>
              </a:lnSpc>
              <a:buFont typeface="Wingdings" panose="05000000000000000000" pitchFamily="2" charset="2"/>
              <a:buNone/>
            </a:pPr>
            <a:r>
              <a:rPr lang="zh-CN" altLang="en-US">
                <a:latin typeface="楷体_GB2312" pitchFamily="49" charset="-122"/>
                <a:ea typeface="楷体_GB2312" pitchFamily="49" charset="-122"/>
              </a:rPr>
              <a:t>用</a:t>
            </a:r>
            <a:r>
              <a:rPr lang="zh-CN" altLang="en-US">
                <a:solidFill>
                  <a:srgbClr val="CC0066"/>
                </a:solidFill>
                <a:latin typeface="楷体_GB2312" pitchFamily="49" charset="-122"/>
                <a:ea typeface="楷体_GB2312" pitchFamily="49" charset="-122"/>
              </a:rPr>
              <a:t>指示语句</a:t>
            </a:r>
            <a:r>
              <a:rPr lang="zh-CN" altLang="en-US">
                <a:latin typeface="楷体_GB2312" pitchFamily="49" charset="-122"/>
                <a:ea typeface="楷体_GB2312" pitchFamily="49" charset="-122"/>
              </a:rPr>
              <a:t>定义变量时，汇编语言中</a:t>
            </a:r>
            <a:r>
              <a:rPr lang="zh-CN" altLang="en-US">
                <a:solidFill>
                  <a:srgbClr val="CC0066"/>
                </a:solidFill>
                <a:latin typeface="楷体_GB2312" pitchFamily="49" charset="-122"/>
                <a:ea typeface="楷体_GB2312" pitchFamily="49" charset="-122"/>
              </a:rPr>
              <a:t>名字部分就是变量名</a:t>
            </a:r>
            <a:r>
              <a:rPr lang="zh-CN" altLang="en-US">
                <a:latin typeface="楷体_GB2312" pitchFamily="49" charset="-122"/>
                <a:ea typeface="楷体_GB2312" pitchFamily="49" charset="-122"/>
              </a:rPr>
              <a:t>。</a:t>
            </a:r>
          </a:p>
          <a:p>
            <a:pPr>
              <a:lnSpc>
                <a:spcPct val="150000"/>
              </a:lnSpc>
              <a:buFont typeface="Wingdings" panose="05000000000000000000" pitchFamily="2" charset="2"/>
              <a:buNone/>
            </a:pPr>
            <a:r>
              <a:rPr lang="zh-CN" altLang="en-US">
                <a:latin typeface="楷体_GB2312" pitchFamily="49" charset="-122"/>
                <a:ea typeface="楷体_GB2312" pitchFamily="49" charset="-122"/>
              </a:rPr>
              <a:t>数据存放在存储器中要占一定内存空间，称这个被占用的内存空间为变量。</a:t>
            </a:r>
          </a:p>
          <a:p>
            <a:pPr>
              <a:lnSpc>
                <a:spcPct val="150000"/>
              </a:lnSpc>
              <a:buFont typeface="Wingdings" panose="05000000000000000000" pitchFamily="2" charset="2"/>
              <a:buNone/>
            </a:pPr>
            <a:r>
              <a:rPr lang="zh-CN" altLang="en-US">
                <a:latin typeface="楷体_GB2312" pitchFamily="49" charset="-122"/>
                <a:ea typeface="楷体_GB2312" pitchFamily="49" charset="-122"/>
              </a:rPr>
              <a:t>而变量名就是给所占用内存空间起的名字。</a:t>
            </a:r>
          </a:p>
          <a:p>
            <a:pPr>
              <a:lnSpc>
                <a:spcPct val="150000"/>
              </a:lnSpc>
              <a:buFont typeface="Wingdings" panose="05000000000000000000" pitchFamily="2" charset="2"/>
              <a:buNone/>
            </a:pPr>
            <a:r>
              <a:rPr lang="zh-CN" altLang="en-US">
                <a:latin typeface="楷体_GB2312" pitchFamily="49" charset="-122"/>
                <a:ea typeface="楷体_GB2312" pitchFamily="49" charset="-122"/>
              </a:rPr>
              <a:t>变量有三种属性：段、偏移量和类型。</a:t>
            </a:r>
          </a:p>
        </p:txBody>
      </p:sp>
      <p:sp>
        <p:nvSpPr>
          <p:cNvPr id="28676" name="Rectangle 4">
            <a:extLst>
              <a:ext uri="{FF2B5EF4-FFF2-40B4-BE49-F238E27FC236}">
                <a16:creationId xmlns:a16="http://schemas.microsoft.com/office/drawing/2014/main" id="{925AEC0A-D420-4D00-B751-62601209F978}"/>
              </a:ext>
            </a:extLst>
          </p:cNvPr>
          <p:cNvSpPr>
            <a:spLocks noChangeArrowheads="1"/>
          </p:cNvSpPr>
          <p:nvPr/>
        </p:nvSpPr>
        <p:spPr bwMode="auto">
          <a:xfrm>
            <a:off x="539750" y="404813"/>
            <a:ext cx="1614488" cy="519112"/>
          </a:xfrm>
          <a:prstGeom prst="rect">
            <a:avLst/>
          </a:prstGeom>
          <a:noFill/>
          <a:ln>
            <a:noFill/>
          </a:ln>
          <a:effectLst/>
          <a:extLst>
            <a:ext uri="{909E8E84-426E-40DD-AFC4-6F175D3DCCD1}">
              <a14:hiddenFill xmlns:a14="http://schemas.microsoft.com/office/drawing/2010/main">
                <a:gradFill rotWithShape="0">
                  <a:gsLst>
                    <a:gs pos="0">
                      <a:srgbClr val="47182F"/>
                    </a:gs>
                    <a:gs pos="100000">
                      <a:srgbClr val="993366"/>
                    </a:gs>
                  </a:gsLst>
                  <a:lin ang="5400000" scaled="1"/>
                </a:gradFill>
              </a14:hiddenFill>
            </a:ext>
            <a:ext uri="{91240B29-F687-4F45-9708-019B960494DF}">
              <a14:hiddenLine xmlns:a14="http://schemas.microsoft.com/office/drawing/2010/main" w="9525" algn="ctr">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a:solidFill>
                  <a:srgbClr val="FF0000"/>
                </a:solidFill>
                <a:latin typeface="宋体" panose="02010600030101010101" pitchFamily="2" charset="-122"/>
              </a:rPr>
              <a:t>2.</a:t>
            </a:r>
            <a:r>
              <a:rPr lang="zh-CN" altLang="en-US" sz="2800">
                <a:solidFill>
                  <a:srgbClr val="FF0000"/>
                </a:solidFill>
                <a:latin typeface="宋体" panose="02010600030101010101" pitchFamily="2" charset="-122"/>
              </a:rPr>
              <a:t>变量名</a:t>
            </a:r>
          </a:p>
        </p:txBody>
      </p:sp>
      <p:sp>
        <p:nvSpPr>
          <p:cNvPr id="28677" name="Rectangle 5">
            <a:extLst>
              <a:ext uri="{FF2B5EF4-FFF2-40B4-BE49-F238E27FC236}">
                <a16:creationId xmlns:a16="http://schemas.microsoft.com/office/drawing/2014/main" id="{7F424727-0F1A-404D-B03C-2BD390667646}"/>
              </a:ext>
            </a:extLst>
          </p:cNvPr>
          <p:cNvSpPr>
            <a:spLocks noChangeArrowheads="1"/>
          </p:cNvSpPr>
          <p:nvPr/>
        </p:nvSpPr>
        <p:spPr bwMode="auto">
          <a:xfrm>
            <a:off x="760413" y="4797425"/>
            <a:ext cx="6872287" cy="457200"/>
          </a:xfrm>
          <a:prstGeom prst="rect">
            <a:avLst/>
          </a:prstGeom>
          <a:noFill/>
          <a:ln>
            <a:noFill/>
          </a:ln>
          <a:effectLst/>
          <a:extLst>
            <a:ext uri="{909E8E84-426E-40DD-AFC4-6F175D3DCCD1}">
              <a14:hiddenFill xmlns:a14="http://schemas.microsoft.com/office/drawing/2010/main">
                <a:gradFill rotWithShape="0">
                  <a:gsLst>
                    <a:gs pos="0">
                      <a:srgbClr val="47182F"/>
                    </a:gs>
                    <a:gs pos="100000">
                      <a:srgbClr val="993366"/>
                    </a:gs>
                  </a:gsLst>
                  <a:lin ang="5400000" scaled="1"/>
                </a:gradFill>
              </a14:hiddenFill>
            </a:ext>
            <a:ext uri="{91240B29-F687-4F45-9708-019B960494DF}">
              <a14:hiddenLine xmlns:a14="http://schemas.microsoft.com/office/drawing/2010/main" w="9525" algn="ctr">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solidFill>
                  <a:srgbClr val="000000"/>
                </a:solidFill>
              </a:rPr>
              <a:t>VAR       DB     41H,42H,43H,44H  ;</a:t>
            </a:r>
            <a:r>
              <a:rPr lang="zh-CN" altLang="en-US">
                <a:solidFill>
                  <a:srgbClr val="000000"/>
                </a:solidFill>
              </a:rPr>
              <a:t>四个原始数据</a:t>
            </a:r>
          </a:p>
        </p:txBody>
      </p:sp>
    </p:spTree>
    <p:custDataLst>
      <p:tags r:id="rId1"/>
    </p:custDataLst>
  </p:cSld>
  <p:clrMapOvr>
    <a:masterClrMapping/>
  </p:clrMapOvr>
  <p:transition>
    <p:random/>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5A9E8294-3254-44B1-BA73-83ED944E8143}"/>
              </a:ext>
            </a:extLst>
          </p:cNvPr>
          <p:cNvSpPr>
            <a:spLocks noGrp="1"/>
          </p:cNvSpPr>
          <p:nvPr>
            <p:ph type="sldNum" sz="quarter" idx="12"/>
          </p:nvPr>
        </p:nvSpPr>
        <p:spPr/>
        <p:txBody>
          <a:bodyPr/>
          <a:lstStyle/>
          <a:p>
            <a:pPr>
              <a:defRPr/>
            </a:pPr>
            <a:fld id="{B9E1FE2C-672B-4BE3-BBD3-A01804240A62}" type="slidenum">
              <a:rPr lang="en-US" altLang="zh-CN"/>
              <a:pPr>
                <a:defRPr/>
              </a:pPr>
              <a:t>23</a:t>
            </a:fld>
            <a:endParaRPr lang="en-US" altLang="zh-CN"/>
          </a:p>
        </p:txBody>
      </p:sp>
      <p:graphicFrame>
        <p:nvGraphicFramePr>
          <p:cNvPr id="580725" name="Group 117">
            <a:extLst>
              <a:ext uri="{FF2B5EF4-FFF2-40B4-BE49-F238E27FC236}">
                <a16:creationId xmlns:a16="http://schemas.microsoft.com/office/drawing/2014/main" id="{B2A1F0B6-D812-42E5-80F9-A5CD1BED199C}"/>
              </a:ext>
            </a:extLst>
          </p:cNvPr>
          <p:cNvGraphicFramePr>
            <a:graphicFrameLocks noGrp="1"/>
          </p:cNvGraphicFramePr>
          <p:nvPr>
            <p:ph sz="half" idx="4294967295"/>
            <p:extLst>
              <p:ext uri="{D42A27DB-BD31-4B8C-83A1-F6EECF244321}">
                <p14:modId xmlns:p14="http://schemas.microsoft.com/office/powerpoint/2010/main" val="3576244396"/>
              </p:ext>
            </p:extLst>
          </p:nvPr>
        </p:nvGraphicFramePr>
        <p:xfrm>
          <a:off x="250825" y="2781300"/>
          <a:ext cx="8610600" cy="2963863"/>
        </p:xfrm>
        <a:graphic>
          <a:graphicData uri="http://schemas.openxmlformats.org/drawingml/2006/table">
            <a:tbl>
              <a:tblPr/>
              <a:tblGrid>
                <a:gridCol w="1524000">
                  <a:extLst>
                    <a:ext uri="{9D8B030D-6E8A-4147-A177-3AD203B41FA5}">
                      <a16:colId xmlns:a16="http://schemas.microsoft.com/office/drawing/2014/main" val="2327496322"/>
                    </a:ext>
                  </a:extLst>
                </a:gridCol>
                <a:gridCol w="1600200">
                  <a:extLst>
                    <a:ext uri="{9D8B030D-6E8A-4147-A177-3AD203B41FA5}">
                      <a16:colId xmlns:a16="http://schemas.microsoft.com/office/drawing/2014/main" val="1389823541"/>
                    </a:ext>
                  </a:extLst>
                </a:gridCol>
                <a:gridCol w="1752600">
                  <a:extLst>
                    <a:ext uri="{9D8B030D-6E8A-4147-A177-3AD203B41FA5}">
                      <a16:colId xmlns:a16="http://schemas.microsoft.com/office/drawing/2014/main" val="4198675069"/>
                    </a:ext>
                  </a:extLst>
                </a:gridCol>
                <a:gridCol w="2011363">
                  <a:extLst>
                    <a:ext uri="{9D8B030D-6E8A-4147-A177-3AD203B41FA5}">
                      <a16:colId xmlns:a16="http://schemas.microsoft.com/office/drawing/2014/main" val="3877917917"/>
                    </a:ext>
                  </a:extLst>
                </a:gridCol>
                <a:gridCol w="1722437">
                  <a:extLst>
                    <a:ext uri="{9D8B030D-6E8A-4147-A177-3AD203B41FA5}">
                      <a16:colId xmlns:a16="http://schemas.microsoft.com/office/drawing/2014/main" val="213311652"/>
                    </a:ext>
                  </a:extLst>
                </a:gridCol>
              </a:tblGrid>
              <a:tr h="428625">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算术运算符</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逻辑运算符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关系运算符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分析运算符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属性运算符</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942971451"/>
                  </a:ext>
                </a:extLst>
              </a:tr>
              <a:tr h="428625">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tabLst/>
                      </a:pPr>
                      <a:r>
                        <a:rPr kumimoji="0" lang="en-US" altLang="zh-CN" sz="2000" b="1" i="0" u="none" strike="noStrike" cap="none" normalizeH="0" baseline="0">
                          <a:ln>
                            <a:noFill/>
                          </a:ln>
                          <a:solidFill>
                            <a:srgbClr val="FF0000"/>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加法</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tabLst/>
                      </a:pPr>
                      <a:r>
                        <a:rPr kumimoji="0" lang="en-US" altLang="zh-CN" sz="2000" b="1" i="0" u="none" strike="noStrike" cap="none" normalizeH="0" baseline="0">
                          <a:ln>
                            <a:noFill/>
                          </a:ln>
                          <a:solidFill>
                            <a:srgbClr val="FF0000"/>
                          </a:solidFill>
                          <a:effectLst/>
                          <a:latin typeface="Arial" panose="020B0604020202020204" pitchFamily="34" charset="0"/>
                          <a:ea typeface="宋体" panose="02010600030101010101" pitchFamily="2" charset="-122"/>
                        </a:rPr>
                        <a:t>AND</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与</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tabLst/>
                      </a:pPr>
                      <a:r>
                        <a:rPr kumimoji="0" lang="en-US" altLang="zh-CN" sz="2000" b="1" i="0" u="none" strike="noStrike" cap="none" normalizeH="0" baseline="0">
                          <a:ln>
                            <a:noFill/>
                          </a:ln>
                          <a:solidFill>
                            <a:srgbClr val="FF0000"/>
                          </a:solidFill>
                          <a:effectLst/>
                          <a:latin typeface="Arial" panose="020B0604020202020204" pitchFamily="34" charset="0"/>
                          <a:ea typeface="宋体" panose="02010600030101010101" pitchFamily="2" charset="-122"/>
                        </a:rPr>
                        <a:t>EQ</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相等</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tabLst/>
                      </a:pPr>
                      <a:r>
                        <a:rPr kumimoji="0" lang="en-US" altLang="zh-CN" sz="2000" b="1" i="0" u="none" strike="noStrike" cap="none" normalizeH="0" baseline="0" dirty="0">
                          <a:ln>
                            <a:noFill/>
                          </a:ln>
                          <a:solidFill>
                            <a:schemeClr val="bg1">
                              <a:lumMod val="75000"/>
                            </a:schemeClr>
                          </a:solidFill>
                          <a:effectLst/>
                          <a:latin typeface="Arial" panose="020B0604020202020204" pitchFamily="34" charset="0"/>
                          <a:ea typeface="宋体" panose="02010600030101010101" pitchFamily="2" charset="-122"/>
                        </a:rPr>
                        <a:t>TYPE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tabLst/>
                      </a:pPr>
                      <a:r>
                        <a:rPr kumimoji="0" lang="en-US" altLang="zh-CN" sz="2000" b="1" i="0" u="none" strike="noStrike" cap="none" normalizeH="0" baseline="0">
                          <a:ln>
                            <a:noFill/>
                          </a:ln>
                          <a:solidFill>
                            <a:srgbClr val="FF0000"/>
                          </a:solidFill>
                          <a:effectLst/>
                          <a:latin typeface="Arial" panose="020B0604020202020204" pitchFamily="34" charset="0"/>
                          <a:ea typeface="宋体" panose="02010600030101010101" pitchFamily="2" charset="-122"/>
                        </a:rPr>
                        <a:t>PTR</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677246211"/>
                  </a:ext>
                </a:extLst>
              </a:tr>
              <a:tr h="396875">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tabLst/>
                      </a:pPr>
                      <a:r>
                        <a:rPr kumimoji="0" lang="en-US" altLang="zh-CN" sz="2000" b="1" i="0" u="none" strike="noStrike" cap="none" normalizeH="0" baseline="0">
                          <a:ln>
                            <a:noFill/>
                          </a:ln>
                          <a:solidFill>
                            <a:srgbClr val="FF0000"/>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减法</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tabLst/>
                      </a:pPr>
                      <a:r>
                        <a:rPr kumimoji="0" lang="en-US" altLang="zh-CN" sz="2000" b="1" i="0" u="none" strike="noStrike" cap="none" normalizeH="0" baseline="0">
                          <a:ln>
                            <a:noFill/>
                          </a:ln>
                          <a:solidFill>
                            <a:srgbClr val="FF0000"/>
                          </a:solidFill>
                          <a:effectLst/>
                          <a:latin typeface="Arial" panose="020B0604020202020204" pitchFamily="34" charset="0"/>
                          <a:ea typeface="宋体" panose="02010600030101010101" pitchFamily="2" charset="-122"/>
                        </a:rPr>
                        <a:t>OR</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或</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tabLst/>
                      </a:pPr>
                      <a:r>
                        <a:rPr kumimoji="0" lang="en-US" altLang="zh-CN" sz="2000" b="1" i="0" u="none" strike="noStrike" cap="none" normalizeH="0" baseline="0">
                          <a:ln>
                            <a:noFill/>
                          </a:ln>
                          <a:solidFill>
                            <a:srgbClr val="FF0000"/>
                          </a:solidFill>
                          <a:effectLst/>
                          <a:latin typeface="Arial" panose="020B0604020202020204" pitchFamily="34" charset="0"/>
                          <a:ea typeface="宋体" panose="02010600030101010101" pitchFamily="2" charset="-122"/>
                        </a:rPr>
                        <a:t>NE</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不等</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tabLst/>
                      </a:pPr>
                      <a:r>
                        <a:rPr kumimoji="0" lang="en-US" altLang="zh-CN" sz="2000" b="1" i="0" u="none" strike="noStrike" cap="none" normalizeH="0" baseline="0" dirty="0">
                          <a:ln>
                            <a:noFill/>
                          </a:ln>
                          <a:solidFill>
                            <a:schemeClr val="bg1">
                              <a:lumMod val="75000"/>
                            </a:schemeClr>
                          </a:solidFill>
                          <a:effectLst/>
                          <a:latin typeface="Arial" panose="020B0604020202020204" pitchFamily="34" charset="0"/>
                          <a:ea typeface="宋体" panose="02010600030101010101" pitchFamily="2" charset="-122"/>
                        </a:rPr>
                        <a:t>LENGTH</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THIS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683219189"/>
                  </a:ext>
                </a:extLst>
              </a:tr>
              <a:tr h="423863">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tabLst/>
                      </a:pPr>
                      <a:r>
                        <a:rPr kumimoji="0" lang="en-US" altLang="zh-CN" sz="2000" b="1" i="0" u="none" strike="noStrike" cap="none" normalizeH="0" baseline="0">
                          <a:ln>
                            <a:noFill/>
                          </a:ln>
                          <a:solidFill>
                            <a:srgbClr val="FF0000"/>
                          </a:solidFill>
                          <a:effectLst/>
                          <a:latin typeface="宋体" panose="02010600030101010101" pitchFamily="2" charset="-122"/>
                          <a:ea typeface="宋体" panose="02010600030101010101" pitchFamily="2" charset="-122"/>
                        </a:rPr>
                        <a:t>*</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乘法</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tabLst/>
                      </a:pPr>
                      <a:r>
                        <a:rPr kumimoji="0" lang="en-US" altLang="zh-CN" sz="2000" b="1" i="0" u="none" strike="noStrike" cap="none" normalizeH="0" baseline="0">
                          <a:ln>
                            <a:noFill/>
                          </a:ln>
                          <a:solidFill>
                            <a:srgbClr val="FF0000"/>
                          </a:solidFill>
                          <a:effectLst/>
                          <a:latin typeface="Arial" panose="020B0604020202020204" pitchFamily="34" charset="0"/>
                          <a:ea typeface="宋体" panose="02010600030101010101" pitchFamily="2" charset="-122"/>
                        </a:rPr>
                        <a:t>XOR</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异或</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tabLst/>
                      </a:pPr>
                      <a:r>
                        <a:rPr kumimoji="0" lang="en-US" altLang="zh-CN" sz="2000" b="1" i="0" u="none" strike="noStrike" cap="none" normalizeH="0" baseline="0">
                          <a:ln>
                            <a:noFill/>
                          </a:ln>
                          <a:solidFill>
                            <a:srgbClr val="FF0000"/>
                          </a:solidFill>
                          <a:effectLst/>
                          <a:latin typeface="Arial" panose="020B0604020202020204" pitchFamily="34" charset="0"/>
                          <a:ea typeface="宋体" panose="02010600030101010101" pitchFamily="2" charset="-122"/>
                        </a:rPr>
                        <a:t>LT</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小于</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tabLst/>
                      </a:pPr>
                      <a:r>
                        <a:rPr kumimoji="0" lang="en-US" altLang="zh-CN" sz="2000" b="1" i="0" u="none" strike="noStrike" cap="none" normalizeH="0" baseline="0" dirty="0">
                          <a:ln>
                            <a:noFill/>
                          </a:ln>
                          <a:solidFill>
                            <a:schemeClr val="bg1">
                              <a:lumMod val="75000"/>
                            </a:schemeClr>
                          </a:solidFill>
                          <a:effectLst/>
                          <a:latin typeface="Arial" panose="020B0604020202020204" pitchFamily="34" charset="0"/>
                          <a:ea typeface="宋体" panose="02010600030101010101" pitchFamily="2" charset="-122"/>
                        </a:rPr>
                        <a:t>SIZE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tabLst/>
                      </a:pPr>
                      <a:r>
                        <a:rPr kumimoji="0" lang="en-US" altLang="zh-CN" sz="2000" b="1" i="0" u="none" strike="noStrike" cap="none" normalizeH="0" baseline="0">
                          <a:ln>
                            <a:noFill/>
                          </a:ln>
                          <a:solidFill>
                            <a:srgbClr val="FF0000"/>
                          </a:solidFill>
                          <a:effectLst/>
                          <a:latin typeface="Arial" panose="020B0604020202020204" pitchFamily="34" charset="0"/>
                          <a:ea typeface="宋体" panose="02010600030101010101" pitchFamily="2" charset="-122"/>
                        </a:rPr>
                        <a:t>SHORT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475969069"/>
                  </a:ext>
                </a:extLst>
              </a:tr>
              <a:tr h="428625">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tabLst/>
                      </a:pPr>
                      <a:r>
                        <a:rPr kumimoji="0" lang="en-US" altLang="zh-CN" sz="2000" b="1" i="0" u="none" strike="noStrike" cap="none" normalizeH="0" baseline="0">
                          <a:ln>
                            <a:noFill/>
                          </a:ln>
                          <a:solidFill>
                            <a:srgbClr val="FF0000"/>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除法</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tabLst/>
                      </a:pPr>
                      <a:r>
                        <a:rPr kumimoji="0" lang="en-US" altLang="zh-CN" sz="2000" b="1" i="0" u="none" strike="noStrike" cap="none" normalizeH="0" baseline="0">
                          <a:ln>
                            <a:noFill/>
                          </a:ln>
                          <a:solidFill>
                            <a:srgbClr val="FF0000"/>
                          </a:solidFill>
                          <a:effectLst/>
                          <a:latin typeface="Arial" panose="020B0604020202020204" pitchFamily="34" charset="0"/>
                          <a:ea typeface="宋体" panose="02010600030101010101" pitchFamily="2" charset="-122"/>
                        </a:rPr>
                        <a:t>NOT</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非</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tabLst/>
                      </a:pPr>
                      <a:r>
                        <a:rPr kumimoji="0" lang="en-US" altLang="zh-CN" sz="2000" b="1" i="0" u="none" strike="noStrike" cap="none" normalizeH="0" baseline="0">
                          <a:ln>
                            <a:noFill/>
                          </a:ln>
                          <a:solidFill>
                            <a:srgbClr val="FF0000"/>
                          </a:solidFill>
                          <a:effectLst/>
                          <a:latin typeface="Arial" panose="020B0604020202020204" pitchFamily="34" charset="0"/>
                          <a:ea typeface="宋体" panose="02010600030101010101" pitchFamily="2" charset="-122"/>
                        </a:rPr>
                        <a:t>GT</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大于</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tabLst/>
                      </a:pPr>
                      <a:r>
                        <a:rPr kumimoji="0" lang="en-US" altLang="zh-CN" sz="2000" b="1" i="0" u="none" strike="noStrike" cap="none" normalizeH="0" baseline="0">
                          <a:ln>
                            <a:noFill/>
                          </a:ln>
                          <a:solidFill>
                            <a:srgbClr val="FF0000"/>
                          </a:solidFill>
                          <a:effectLst/>
                          <a:latin typeface="Arial" panose="020B0604020202020204" pitchFamily="34" charset="0"/>
                          <a:ea typeface="宋体" panose="02010600030101010101" pitchFamily="2" charset="-122"/>
                        </a:rPr>
                        <a:t>OFFSET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tabLst/>
                      </a:pPr>
                      <a:r>
                        <a:rPr kumimoji="0" lang="en-US" altLang="zh-CN" sz="2000" b="1" i="0" u="none" strike="noStrike" cap="none" normalizeH="0" baseline="0">
                          <a:ln>
                            <a:noFill/>
                          </a:ln>
                          <a:solidFill>
                            <a:srgbClr val="FF0000"/>
                          </a:solidFill>
                          <a:effectLst/>
                          <a:latin typeface="Arial" panose="020B0604020202020204" pitchFamily="34" charset="0"/>
                          <a:ea typeface="宋体" panose="02010600030101010101" pitchFamily="2" charset="-122"/>
                        </a:rPr>
                        <a:t>HIGH</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806011605"/>
                  </a:ext>
                </a:extLst>
              </a:tr>
              <a:tr h="428625">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tabLst/>
                      </a:pPr>
                      <a:r>
                        <a:rPr kumimoji="0" lang="en-US" altLang="zh-CN" sz="2000" b="1" i="0" u="none" strike="noStrike" cap="none" normalizeH="0" baseline="0">
                          <a:ln>
                            <a:noFill/>
                          </a:ln>
                          <a:solidFill>
                            <a:srgbClr val="FF0000"/>
                          </a:solidFill>
                          <a:effectLst/>
                          <a:latin typeface="Arial" panose="020B0604020202020204" pitchFamily="34" charset="0"/>
                          <a:ea typeface="宋体" panose="02010600030101010101" pitchFamily="2" charset="-122"/>
                        </a:rPr>
                        <a:t>MOD</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求余</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tabLst/>
                      </a:pPr>
                      <a:endPar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tabLst/>
                      </a:pPr>
                      <a:r>
                        <a:rPr kumimoji="0" lang="en-US" altLang="zh-CN" sz="2000" b="1" i="0" u="none" strike="noStrike" cap="none" normalizeH="0" baseline="0">
                          <a:ln>
                            <a:noFill/>
                          </a:ln>
                          <a:solidFill>
                            <a:srgbClr val="FF0000"/>
                          </a:solidFill>
                          <a:effectLst/>
                          <a:latin typeface="Arial" panose="020B0604020202020204" pitchFamily="34" charset="0"/>
                          <a:ea typeface="宋体" panose="02010600030101010101" pitchFamily="2" charset="-122"/>
                        </a:rPr>
                        <a:t>LE</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小于等于</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tabLst/>
                      </a:pPr>
                      <a:r>
                        <a:rPr kumimoji="0" lang="en-US" altLang="zh-CN" sz="2000" b="1" i="0" u="none" strike="noStrike" cap="none" normalizeH="0" baseline="0">
                          <a:ln>
                            <a:noFill/>
                          </a:ln>
                          <a:solidFill>
                            <a:srgbClr val="FF0000"/>
                          </a:solidFill>
                          <a:effectLst/>
                          <a:latin typeface="Arial" panose="020B0604020202020204" pitchFamily="34" charset="0"/>
                          <a:ea typeface="宋体" panose="02010600030101010101" pitchFamily="2" charset="-122"/>
                        </a:rPr>
                        <a:t>SEG</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tabLst/>
                      </a:pPr>
                      <a:r>
                        <a:rPr kumimoji="0" lang="en-US" altLang="zh-CN" sz="2000" b="1" i="0" u="none" strike="noStrike" cap="none" normalizeH="0" baseline="0">
                          <a:ln>
                            <a:noFill/>
                          </a:ln>
                          <a:solidFill>
                            <a:srgbClr val="FF0000"/>
                          </a:solidFill>
                          <a:effectLst/>
                          <a:latin typeface="Arial" panose="020B0604020202020204" pitchFamily="34" charset="0"/>
                          <a:ea typeface="宋体" panose="02010600030101010101" pitchFamily="2" charset="-122"/>
                        </a:rPr>
                        <a:t>LOW</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997168716"/>
                  </a:ext>
                </a:extLst>
              </a:tr>
              <a:tr h="428625">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tabLst/>
                      </a:pPr>
                      <a:endPar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tabLst/>
                      </a:pPr>
                      <a:endPar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tabLst/>
                      </a:pPr>
                      <a:r>
                        <a:rPr kumimoji="0" lang="en-US" altLang="zh-CN" sz="2000" b="1" i="0" u="none" strike="noStrike" cap="none" normalizeH="0" baseline="0">
                          <a:ln>
                            <a:noFill/>
                          </a:ln>
                          <a:solidFill>
                            <a:srgbClr val="FF0000"/>
                          </a:solidFill>
                          <a:effectLst/>
                          <a:latin typeface="Arial" panose="020B0604020202020204" pitchFamily="34" charset="0"/>
                          <a:ea typeface="宋体" panose="02010600030101010101" pitchFamily="2" charset="-122"/>
                        </a:rPr>
                        <a:t>GE</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大于等于</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tabLst/>
                      </a:pPr>
                      <a:endPar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tabLst/>
                      </a:pPr>
                      <a:r>
                        <a:rPr kumimoji="0" lang="en-US" altLang="zh-CN" sz="2000" b="1" i="0" u="none" strike="noStrike" cap="none" normalizeH="0" baseline="0" dirty="0">
                          <a:ln>
                            <a:noFill/>
                          </a:ln>
                          <a:solidFill>
                            <a:srgbClr val="FF0000"/>
                          </a:solidFill>
                          <a:effectLst/>
                          <a:latin typeface="Arial" panose="020B0604020202020204" pitchFamily="34" charset="0"/>
                          <a:ea typeface="宋体" panose="02010600030101010101" pitchFamily="2" charset="-122"/>
                        </a:rPr>
                        <a:t>:</a:t>
                      </a:r>
                      <a:endParaRPr kumimoji="0" lang="zh-CN" altLang="zh-CN" sz="2000" b="1" i="0" u="none" strike="noStrike" cap="none" normalizeH="0" baseline="0" dirty="0">
                        <a:ln>
                          <a:noFill/>
                        </a:ln>
                        <a:solidFill>
                          <a:srgbClr val="FF0000"/>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649927670"/>
                  </a:ext>
                </a:extLst>
              </a:tr>
            </a:tbl>
          </a:graphicData>
        </a:graphic>
      </p:graphicFrame>
      <p:sp>
        <p:nvSpPr>
          <p:cNvPr id="29749" name="Rectangle 52">
            <a:extLst>
              <a:ext uri="{FF2B5EF4-FFF2-40B4-BE49-F238E27FC236}">
                <a16:creationId xmlns:a16="http://schemas.microsoft.com/office/drawing/2014/main" id="{DE5A6E43-C072-47B3-8DCE-EF2472C73D0A}"/>
              </a:ext>
            </a:extLst>
          </p:cNvPr>
          <p:cNvSpPr>
            <a:spLocks noChangeArrowheads="1"/>
          </p:cNvSpPr>
          <p:nvPr/>
        </p:nvSpPr>
        <p:spPr bwMode="auto">
          <a:xfrm>
            <a:off x="323850" y="476250"/>
            <a:ext cx="8569325" cy="1917700"/>
          </a:xfrm>
          <a:prstGeom prst="rect">
            <a:avLst/>
          </a:prstGeom>
          <a:noFill/>
          <a:ln>
            <a:noFill/>
          </a:ln>
          <a:effectLst/>
          <a:extLst>
            <a:ext uri="{909E8E84-426E-40DD-AFC4-6F175D3DCCD1}">
              <a14:hiddenFill xmlns:a14="http://schemas.microsoft.com/office/drawing/2010/main">
                <a:gradFill rotWithShape="0">
                  <a:gsLst>
                    <a:gs pos="0">
                      <a:srgbClr val="47182F"/>
                    </a:gs>
                    <a:gs pos="100000">
                      <a:srgbClr val="993366"/>
                    </a:gs>
                  </a:gsLst>
                  <a:lin ang="5400000" scaled="1"/>
                </a:gradFill>
              </a14:hiddenFill>
            </a:ext>
            <a:ext uri="{91240B29-F687-4F45-9708-019B960494DF}">
              <a14:hiddenLine xmlns:a14="http://schemas.microsoft.com/office/drawing/2010/main" w="9525" algn="ctr">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solidFill>
                  <a:srgbClr val="FF0000"/>
                </a:solidFill>
                <a:latin typeface="宋体" panose="02010600030101010101" pitchFamily="2" charset="-122"/>
              </a:rPr>
              <a:t>3.</a:t>
            </a:r>
            <a:r>
              <a:rPr lang="zh-CN" altLang="en-US">
                <a:solidFill>
                  <a:srgbClr val="FF0000"/>
                </a:solidFill>
                <a:latin typeface="宋体" panose="02010600030101010101" pitchFamily="2" charset="-122"/>
              </a:rPr>
              <a:t>表达式</a:t>
            </a:r>
          </a:p>
          <a:p>
            <a:pPr eaLnBrk="1" hangingPunct="1"/>
            <a:r>
              <a:rPr lang="zh-CN" altLang="en-US">
                <a:latin typeface="宋体" panose="02010600030101010101" pitchFamily="2" charset="-122"/>
              </a:rPr>
              <a:t>汇编语句中的表达式分为两种：数值表达式和地址表达式。</a:t>
            </a:r>
          </a:p>
          <a:p>
            <a:pPr eaLnBrk="1" hangingPunct="1"/>
            <a:r>
              <a:rPr lang="zh-CN" altLang="en-US">
                <a:solidFill>
                  <a:srgbClr val="FF0000"/>
                </a:solidFill>
                <a:latin typeface="宋体" panose="02010600030101010101" pitchFamily="2" charset="-122"/>
              </a:rPr>
              <a:t>数值表达式</a:t>
            </a:r>
            <a:r>
              <a:rPr lang="zh-CN" altLang="en-US">
                <a:latin typeface="宋体" panose="02010600030101010101" pitchFamily="2" charset="-122"/>
              </a:rPr>
              <a:t>产生一个数值结果。</a:t>
            </a:r>
          </a:p>
          <a:p>
            <a:pPr eaLnBrk="1" hangingPunct="1"/>
            <a:r>
              <a:rPr lang="zh-CN" altLang="en-US">
                <a:solidFill>
                  <a:srgbClr val="FF0000"/>
                </a:solidFill>
                <a:latin typeface="宋体" panose="02010600030101010101" pitchFamily="2" charset="-122"/>
              </a:rPr>
              <a:t>地址表达式</a:t>
            </a:r>
            <a:r>
              <a:rPr lang="zh-CN" altLang="en-US">
                <a:latin typeface="宋体" panose="02010600030101010101" pitchFamily="2" charset="-122"/>
              </a:rPr>
              <a:t>的结果是存储器的地址。</a:t>
            </a:r>
          </a:p>
          <a:p>
            <a:pPr eaLnBrk="1" hangingPunct="1"/>
            <a:r>
              <a:rPr lang="zh-CN" altLang="en-US">
                <a:latin typeface="宋体" panose="02010600030101010101" pitchFamily="2" charset="-122"/>
              </a:rPr>
              <a:t>表达式中常用的运算符有以下几种：</a:t>
            </a:r>
          </a:p>
        </p:txBody>
      </p:sp>
    </p:spTree>
    <p:custDataLst>
      <p:tags r:id="rId1"/>
    </p:custData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580725"/>
                                        </p:tgtEl>
                                        <p:attrNameLst>
                                          <p:attrName>style.visibility</p:attrName>
                                        </p:attrNameLst>
                                      </p:cBhvr>
                                      <p:to>
                                        <p:strVal val="visible"/>
                                      </p:to>
                                    </p:set>
                                    <p:anim calcmode="lin" valueType="num">
                                      <p:cBhvr additive="base">
                                        <p:cTn id="7" dur="500" fill="hold"/>
                                        <p:tgtEl>
                                          <p:spTgt spid="580725"/>
                                        </p:tgtEl>
                                        <p:attrNameLst>
                                          <p:attrName>ppt_x</p:attrName>
                                        </p:attrNameLst>
                                      </p:cBhvr>
                                      <p:tavLst>
                                        <p:tav tm="0">
                                          <p:val>
                                            <p:strVal val="#ppt_x"/>
                                          </p:val>
                                        </p:tav>
                                        <p:tav tm="100000">
                                          <p:val>
                                            <p:strVal val="#ppt_x"/>
                                          </p:val>
                                        </p:tav>
                                      </p:tavLst>
                                    </p:anim>
                                    <p:anim calcmode="lin" valueType="num">
                                      <p:cBhvr additive="base">
                                        <p:cTn id="8" dur="500" fill="hold"/>
                                        <p:tgtEl>
                                          <p:spTgt spid="5807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C5CD6392-F2F6-4A39-AFB4-DFA33A3111AA}"/>
              </a:ext>
            </a:extLst>
          </p:cNvPr>
          <p:cNvSpPr>
            <a:spLocks noGrp="1"/>
          </p:cNvSpPr>
          <p:nvPr>
            <p:ph type="sldNum" sz="quarter" idx="12"/>
          </p:nvPr>
        </p:nvSpPr>
        <p:spPr/>
        <p:txBody>
          <a:bodyPr/>
          <a:lstStyle/>
          <a:p>
            <a:pPr>
              <a:defRPr/>
            </a:pPr>
            <a:fld id="{C6B75B19-B351-4DBD-B215-0AA02FFE02B5}" type="slidenum">
              <a:rPr lang="en-US" altLang="zh-CN"/>
              <a:pPr>
                <a:defRPr/>
              </a:pPr>
              <a:t>24</a:t>
            </a:fld>
            <a:endParaRPr lang="en-US" altLang="zh-CN"/>
          </a:p>
        </p:txBody>
      </p:sp>
      <p:sp>
        <p:nvSpPr>
          <p:cNvPr id="30723" name="Rectangle 3">
            <a:extLst>
              <a:ext uri="{FF2B5EF4-FFF2-40B4-BE49-F238E27FC236}">
                <a16:creationId xmlns:a16="http://schemas.microsoft.com/office/drawing/2014/main" id="{1D444594-936A-4C7E-A1DA-4C358811405D}"/>
              </a:ext>
            </a:extLst>
          </p:cNvPr>
          <p:cNvSpPr>
            <a:spLocks noGrp="1" noRot="1" noChangeArrowheads="1"/>
          </p:cNvSpPr>
          <p:nvPr>
            <p:ph type="body" idx="4294967295"/>
          </p:nvPr>
        </p:nvSpPr>
        <p:spPr>
          <a:xfrm>
            <a:off x="323850" y="549275"/>
            <a:ext cx="8605838" cy="2159000"/>
          </a:xfrm>
        </p:spPr>
        <p:txBody>
          <a:bodyPr/>
          <a:lstStyle/>
          <a:p>
            <a:pPr marL="381000" indent="-381000"/>
            <a:r>
              <a:rPr lang="en-US" altLang="zh-CN">
                <a:solidFill>
                  <a:srgbClr val="FF0000"/>
                </a:solidFill>
                <a:latin typeface="宋体" panose="02010600030101010101" pitchFamily="2" charset="-122"/>
              </a:rPr>
              <a:t>4</a:t>
            </a:r>
            <a:r>
              <a:rPr lang="zh-CN" altLang="en-US">
                <a:solidFill>
                  <a:srgbClr val="FF0000"/>
                </a:solidFill>
                <a:latin typeface="宋体" panose="02010600030101010101" pitchFamily="2" charset="-122"/>
              </a:rPr>
              <a:t>）分析运算符</a:t>
            </a:r>
          </a:p>
          <a:p>
            <a:pPr marL="381000" indent="-381000">
              <a:buFont typeface="Wingdings" panose="05000000000000000000" pitchFamily="2" charset="2"/>
              <a:buNone/>
            </a:pPr>
            <a:endParaRPr lang="zh-CN" altLang="en-US">
              <a:solidFill>
                <a:schemeClr val="accent2"/>
              </a:solidFill>
              <a:latin typeface="宋体" panose="02010600030101010101" pitchFamily="2" charset="-122"/>
            </a:endParaRPr>
          </a:p>
          <a:p>
            <a:pPr marL="381000" indent="-381000"/>
            <a:r>
              <a:rPr lang="zh-CN" altLang="en-US">
                <a:solidFill>
                  <a:srgbClr val="FF0000"/>
                </a:solidFill>
                <a:latin typeface="宋体" panose="02010600030101010101" pitchFamily="2" charset="-122"/>
              </a:rPr>
              <a:t>①</a:t>
            </a:r>
            <a:r>
              <a:rPr lang="en-US" altLang="zh-CN">
                <a:solidFill>
                  <a:srgbClr val="FF0000"/>
                </a:solidFill>
                <a:latin typeface="宋体" panose="02010600030101010101" pitchFamily="2" charset="-122"/>
              </a:rPr>
              <a:t>OFFSET</a:t>
            </a:r>
            <a:r>
              <a:rPr lang="zh-CN" altLang="en-US">
                <a:solidFill>
                  <a:schemeClr val="accent2"/>
                </a:solidFill>
                <a:latin typeface="宋体" panose="02010600030101010101" pitchFamily="2" charset="-122"/>
              </a:rPr>
              <a:t>运算符</a:t>
            </a:r>
            <a:r>
              <a:rPr lang="zh-CN" altLang="en-US">
                <a:latin typeface="宋体" panose="02010600030101010101" pitchFamily="2" charset="-122"/>
              </a:rPr>
              <a:t>：利用运算符</a:t>
            </a:r>
            <a:r>
              <a:rPr lang="en-US" altLang="zh-CN">
                <a:latin typeface="宋体" panose="02010600030101010101" pitchFamily="2" charset="-122"/>
              </a:rPr>
              <a:t>OFFSET</a:t>
            </a:r>
            <a:r>
              <a:rPr lang="zh-CN" altLang="en-US">
                <a:latin typeface="宋体" panose="02010600030101010101" pitchFamily="2" charset="-122"/>
              </a:rPr>
              <a:t>可以得到一个标号或变量的偏移量。</a:t>
            </a:r>
          </a:p>
          <a:p>
            <a:pPr marL="381000" indent="-381000"/>
            <a:r>
              <a:rPr lang="zh-CN" altLang="en-US">
                <a:latin typeface="宋体" panose="02010600030101010101" pitchFamily="2" charset="-122"/>
              </a:rPr>
              <a:t>使用格式：</a:t>
            </a:r>
            <a:r>
              <a:rPr lang="en-US" altLang="zh-CN">
                <a:latin typeface="宋体" panose="02010600030101010101" pitchFamily="2" charset="-122"/>
              </a:rPr>
              <a:t>OFFSET  </a:t>
            </a:r>
            <a:r>
              <a:rPr lang="zh-CN" altLang="en-US">
                <a:latin typeface="宋体" panose="02010600030101010101" pitchFamily="2" charset="-122"/>
              </a:rPr>
              <a:t>变量名或标号名</a:t>
            </a:r>
          </a:p>
        </p:txBody>
      </p:sp>
      <p:sp>
        <p:nvSpPr>
          <p:cNvPr id="30724" name="Rectangle 3">
            <a:extLst>
              <a:ext uri="{FF2B5EF4-FFF2-40B4-BE49-F238E27FC236}">
                <a16:creationId xmlns:a16="http://schemas.microsoft.com/office/drawing/2014/main" id="{F67549E4-7697-4F9E-ACBD-EE0A2A34A8FD}"/>
              </a:ext>
            </a:extLst>
          </p:cNvPr>
          <p:cNvSpPr>
            <a:spLocks noRot="1" noChangeArrowheads="1"/>
          </p:cNvSpPr>
          <p:nvPr/>
        </p:nvSpPr>
        <p:spPr bwMode="auto">
          <a:xfrm>
            <a:off x="468313" y="3213100"/>
            <a:ext cx="8534400" cy="2166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81000" indent="-381000">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buClr>
                <a:schemeClr val="folHlink"/>
              </a:buClr>
              <a:buFont typeface="Wingdings" panose="05000000000000000000" pitchFamily="2" charset="2"/>
              <a:buNone/>
            </a:pPr>
            <a:endParaRPr lang="en-US" altLang="zh-CN" b="0">
              <a:solidFill>
                <a:schemeClr val="accent2"/>
              </a:solidFill>
              <a:latin typeface="宋体" panose="02010600030101010101" pitchFamily="2" charset="-122"/>
            </a:endParaRPr>
          </a:p>
          <a:p>
            <a:pPr eaLnBrk="1" hangingPunct="1">
              <a:buClr>
                <a:schemeClr val="folHlink"/>
              </a:buClr>
              <a:buFont typeface="Wingdings" panose="05000000000000000000" pitchFamily="2" charset="2"/>
              <a:buChar char="§"/>
            </a:pPr>
            <a:r>
              <a:rPr lang="en-US" altLang="zh-CN" b="0">
                <a:solidFill>
                  <a:srgbClr val="FF0000"/>
                </a:solidFill>
                <a:latin typeface="宋体" panose="02010600030101010101" pitchFamily="2" charset="-122"/>
              </a:rPr>
              <a:t>②SEG</a:t>
            </a:r>
            <a:r>
              <a:rPr lang="zh-CN" altLang="en-US" b="0">
                <a:solidFill>
                  <a:schemeClr val="accent2"/>
                </a:solidFill>
                <a:latin typeface="宋体" panose="02010600030101010101" pitchFamily="2" charset="-122"/>
              </a:rPr>
              <a:t>运算符</a:t>
            </a:r>
            <a:r>
              <a:rPr lang="zh-CN" altLang="en-US" b="0">
                <a:latin typeface="宋体" panose="02010600030101010101" pitchFamily="2" charset="-122"/>
              </a:rPr>
              <a:t>：利用运算符</a:t>
            </a:r>
            <a:r>
              <a:rPr lang="en-US" altLang="zh-CN" b="0">
                <a:latin typeface="宋体" panose="02010600030101010101" pitchFamily="2" charset="-122"/>
              </a:rPr>
              <a:t>SEG</a:t>
            </a:r>
            <a:r>
              <a:rPr lang="zh-CN" altLang="en-US" b="0">
                <a:latin typeface="宋体" panose="02010600030101010101" pitchFamily="2" charset="-122"/>
              </a:rPr>
              <a:t>可以得到一个标号或变量的段基址</a:t>
            </a:r>
          </a:p>
          <a:p>
            <a:pPr eaLnBrk="1" hangingPunct="1">
              <a:buClr>
                <a:schemeClr val="folHlink"/>
              </a:buClr>
              <a:buFont typeface="Wingdings" panose="05000000000000000000" pitchFamily="2" charset="2"/>
              <a:buChar char="§"/>
            </a:pPr>
            <a:r>
              <a:rPr lang="zh-CN" altLang="en-US" b="0">
                <a:latin typeface="宋体" panose="02010600030101010101" pitchFamily="2" charset="-122"/>
              </a:rPr>
              <a:t>格式：   </a:t>
            </a:r>
            <a:r>
              <a:rPr lang="en-US" altLang="zh-CN" b="0">
                <a:latin typeface="宋体" panose="02010600030101010101" pitchFamily="2" charset="-122"/>
              </a:rPr>
              <a:t>SEG   </a:t>
            </a:r>
            <a:r>
              <a:rPr lang="zh-CN" altLang="en-US" b="0">
                <a:latin typeface="宋体" panose="02010600030101010101" pitchFamily="2" charset="-122"/>
              </a:rPr>
              <a:t>变量名或标号名 </a:t>
            </a:r>
          </a:p>
        </p:txBody>
      </p:sp>
    </p:spTree>
  </p:cSld>
  <p:clrMapOvr>
    <a:masterClrMapping/>
  </p:clrMapOvr>
  <p:transition>
    <p:random/>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灯片编号占位符 20">
            <a:extLst>
              <a:ext uri="{FF2B5EF4-FFF2-40B4-BE49-F238E27FC236}">
                <a16:creationId xmlns:a16="http://schemas.microsoft.com/office/drawing/2014/main" id="{97F60C6B-7833-4102-8D6C-7BD038FD0760}"/>
              </a:ext>
            </a:extLst>
          </p:cNvPr>
          <p:cNvSpPr>
            <a:spLocks noGrp="1"/>
          </p:cNvSpPr>
          <p:nvPr>
            <p:ph type="sldNum" sz="quarter" idx="12"/>
          </p:nvPr>
        </p:nvSpPr>
        <p:spPr/>
        <p:txBody>
          <a:bodyPr/>
          <a:lstStyle/>
          <a:p>
            <a:pPr>
              <a:defRPr/>
            </a:pPr>
            <a:fld id="{22326FC9-3B47-42F3-966C-6F2AD5F50869}" type="slidenum">
              <a:rPr lang="en-US" altLang="zh-CN"/>
              <a:pPr>
                <a:defRPr/>
              </a:pPr>
              <a:t>25</a:t>
            </a:fld>
            <a:endParaRPr lang="en-US" altLang="zh-CN"/>
          </a:p>
        </p:txBody>
      </p:sp>
      <p:sp>
        <p:nvSpPr>
          <p:cNvPr id="31747" name="Text Box 2">
            <a:extLst>
              <a:ext uri="{FF2B5EF4-FFF2-40B4-BE49-F238E27FC236}">
                <a16:creationId xmlns:a16="http://schemas.microsoft.com/office/drawing/2014/main" id="{ABBDD956-69FA-43B2-A2CD-6FD57EFAE4E2}"/>
              </a:ext>
            </a:extLst>
          </p:cNvPr>
          <p:cNvSpPr txBox="1">
            <a:spLocks noChangeArrowheads="1"/>
          </p:cNvSpPr>
          <p:nvPr/>
        </p:nvSpPr>
        <p:spPr bwMode="auto">
          <a:xfrm>
            <a:off x="0" y="1125538"/>
            <a:ext cx="9312275" cy="140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spcBef>
                <a:spcPct val="50000"/>
              </a:spcBef>
            </a:pPr>
            <a:r>
              <a:rPr lang="en-US" altLang="en-US">
                <a:latin typeface="宋体" panose="02010600030101010101" pitchFamily="2" charset="-122"/>
              </a:rPr>
              <a:t>   </a:t>
            </a:r>
            <a:r>
              <a:rPr lang="en-US" altLang="zh-CN">
                <a:latin typeface="宋体" panose="02010600030101010101" pitchFamily="2" charset="-122"/>
              </a:rPr>
              <a:t>PTR</a:t>
            </a:r>
            <a:r>
              <a:rPr lang="zh-CN" altLang="en-US">
                <a:latin typeface="宋体" panose="02010600030101010101" pitchFamily="2" charset="-122"/>
              </a:rPr>
              <a:t>的应用场合主要有两处：一种情况是当要访问的存储单元的类型不确定时，可以用</a:t>
            </a:r>
            <a:r>
              <a:rPr lang="en-US" altLang="zh-CN">
                <a:latin typeface="宋体" panose="02010600030101010101" pitchFamily="2" charset="-122"/>
              </a:rPr>
              <a:t>PTR</a:t>
            </a:r>
            <a:r>
              <a:rPr lang="zh-CN" altLang="en-US">
                <a:latin typeface="宋体" panose="02010600030101010101" pitchFamily="2" charset="-122"/>
              </a:rPr>
              <a:t>明确指明要访问的存储单元的类型。如：</a:t>
            </a:r>
            <a:endParaRPr lang="en-US" altLang="en-US">
              <a:latin typeface="宋体" panose="02010600030101010101" pitchFamily="2" charset="-122"/>
            </a:endParaRPr>
          </a:p>
          <a:p>
            <a:pPr eaLnBrk="1" hangingPunct="1">
              <a:lnSpc>
                <a:spcPct val="50000"/>
              </a:lnSpc>
              <a:spcBef>
                <a:spcPct val="50000"/>
              </a:spcBef>
            </a:pPr>
            <a:r>
              <a:rPr lang="en-US" altLang="en-US">
                <a:latin typeface="宋体" panose="02010600030101010101" pitchFamily="2" charset="-122"/>
              </a:rPr>
              <a:t>                 </a:t>
            </a:r>
            <a:r>
              <a:rPr lang="en-US" altLang="zh-CN">
                <a:solidFill>
                  <a:srgbClr val="CC0000"/>
                </a:solidFill>
                <a:latin typeface="宋体" panose="02010600030101010101" pitchFamily="2" charset="-122"/>
              </a:rPr>
              <a:t>MOV  [BX],10H</a:t>
            </a:r>
          </a:p>
        </p:txBody>
      </p:sp>
      <p:sp>
        <p:nvSpPr>
          <p:cNvPr id="610307" name="Text Box 3">
            <a:extLst>
              <a:ext uri="{FF2B5EF4-FFF2-40B4-BE49-F238E27FC236}">
                <a16:creationId xmlns:a16="http://schemas.microsoft.com/office/drawing/2014/main" id="{2520C209-D1F9-461F-BE20-7B8AA7B6FFA0}"/>
              </a:ext>
            </a:extLst>
          </p:cNvPr>
          <p:cNvSpPr txBox="1">
            <a:spLocks noChangeArrowheads="1"/>
          </p:cNvSpPr>
          <p:nvPr/>
        </p:nvSpPr>
        <p:spPr bwMode="auto">
          <a:xfrm>
            <a:off x="684213" y="2636838"/>
            <a:ext cx="4419600"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eaLnBrk="1" hangingPunct="1">
              <a:lnSpc>
                <a:spcPct val="50000"/>
              </a:lnSpc>
              <a:spcBef>
                <a:spcPct val="50000"/>
              </a:spcBef>
            </a:pPr>
            <a:r>
              <a:rPr lang="en-US" altLang="zh-CN"/>
              <a:t> </a:t>
            </a:r>
          </a:p>
          <a:p>
            <a:pPr eaLnBrk="1" hangingPunct="1">
              <a:lnSpc>
                <a:spcPct val="50000"/>
              </a:lnSpc>
              <a:spcBef>
                <a:spcPct val="50000"/>
              </a:spcBef>
            </a:pPr>
            <a:r>
              <a:rPr lang="en-US" altLang="zh-CN">
                <a:solidFill>
                  <a:srgbClr val="FF00FF"/>
                </a:solidFill>
              </a:rPr>
              <a:t>MOV  BYTE PTR[BX],10H</a:t>
            </a:r>
            <a:endParaRPr lang="en-US" altLang="zh-CN" sz="3200">
              <a:solidFill>
                <a:srgbClr val="FF00FF"/>
              </a:solidFill>
            </a:endParaRPr>
          </a:p>
        </p:txBody>
      </p:sp>
      <p:sp>
        <p:nvSpPr>
          <p:cNvPr id="31749" name="Line 4">
            <a:extLst>
              <a:ext uri="{FF2B5EF4-FFF2-40B4-BE49-F238E27FC236}">
                <a16:creationId xmlns:a16="http://schemas.microsoft.com/office/drawing/2014/main" id="{902099F5-B7C7-4977-8FE7-B8180B268D5E}"/>
              </a:ext>
            </a:extLst>
          </p:cNvPr>
          <p:cNvSpPr>
            <a:spLocks noChangeShapeType="1"/>
          </p:cNvSpPr>
          <p:nvPr/>
        </p:nvSpPr>
        <p:spPr bwMode="auto">
          <a:xfrm>
            <a:off x="6291263" y="2543175"/>
            <a:ext cx="0" cy="16002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50" name="Line 5">
            <a:extLst>
              <a:ext uri="{FF2B5EF4-FFF2-40B4-BE49-F238E27FC236}">
                <a16:creationId xmlns:a16="http://schemas.microsoft.com/office/drawing/2014/main" id="{63820CB3-D319-4542-BE22-55C4C621EAB2}"/>
              </a:ext>
            </a:extLst>
          </p:cNvPr>
          <p:cNvSpPr>
            <a:spLocks noChangeShapeType="1"/>
          </p:cNvSpPr>
          <p:nvPr/>
        </p:nvSpPr>
        <p:spPr bwMode="auto">
          <a:xfrm>
            <a:off x="7586663" y="2543175"/>
            <a:ext cx="0" cy="16764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51" name="Line 6">
            <a:extLst>
              <a:ext uri="{FF2B5EF4-FFF2-40B4-BE49-F238E27FC236}">
                <a16:creationId xmlns:a16="http://schemas.microsoft.com/office/drawing/2014/main" id="{3C696BE7-CBF8-4663-BB82-16E357BFAD0F}"/>
              </a:ext>
            </a:extLst>
          </p:cNvPr>
          <p:cNvSpPr>
            <a:spLocks noChangeShapeType="1"/>
          </p:cNvSpPr>
          <p:nvPr/>
        </p:nvSpPr>
        <p:spPr bwMode="auto">
          <a:xfrm>
            <a:off x="6291263" y="2924175"/>
            <a:ext cx="1295400" cy="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52" name="Line 7">
            <a:extLst>
              <a:ext uri="{FF2B5EF4-FFF2-40B4-BE49-F238E27FC236}">
                <a16:creationId xmlns:a16="http://schemas.microsoft.com/office/drawing/2014/main" id="{E3A7BB1B-90A8-4749-9043-086E08583C93}"/>
              </a:ext>
            </a:extLst>
          </p:cNvPr>
          <p:cNvSpPr>
            <a:spLocks noChangeShapeType="1"/>
          </p:cNvSpPr>
          <p:nvPr/>
        </p:nvSpPr>
        <p:spPr bwMode="auto">
          <a:xfrm>
            <a:off x="6291263" y="3305175"/>
            <a:ext cx="1295400" cy="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53" name="Text Box 8">
            <a:extLst>
              <a:ext uri="{FF2B5EF4-FFF2-40B4-BE49-F238E27FC236}">
                <a16:creationId xmlns:a16="http://schemas.microsoft.com/office/drawing/2014/main" id="{14E51E05-7C55-4744-BDB8-3F521CFB1132}"/>
              </a:ext>
            </a:extLst>
          </p:cNvPr>
          <p:cNvSpPr txBox="1">
            <a:spLocks noChangeArrowheads="1"/>
          </p:cNvSpPr>
          <p:nvPr/>
        </p:nvSpPr>
        <p:spPr bwMode="auto">
          <a:xfrm>
            <a:off x="5224463" y="2847975"/>
            <a:ext cx="990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a:t>BX</a:t>
            </a:r>
          </a:p>
        </p:txBody>
      </p:sp>
      <p:sp>
        <p:nvSpPr>
          <p:cNvPr id="31754" name="Line 9">
            <a:extLst>
              <a:ext uri="{FF2B5EF4-FFF2-40B4-BE49-F238E27FC236}">
                <a16:creationId xmlns:a16="http://schemas.microsoft.com/office/drawing/2014/main" id="{1F732ED7-57F6-4CFE-B300-A43B9C9EF51E}"/>
              </a:ext>
            </a:extLst>
          </p:cNvPr>
          <p:cNvSpPr>
            <a:spLocks noChangeShapeType="1"/>
          </p:cNvSpPr>
          <p:nvPr/>
        </p:nvSpPr>
        <p:spPr bwMode="auto">
          <a:xfrm>
            <a:off x="5757863" y="3076575"/>
            <a:ext cx="533400" cy="0"/>
          </a:xfrm>
          <a:prstGeom prst="line">
            <a:avLst/>
          </a:prstGeom>
          <a:noFill/>
          <a:ln w="12700"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55" name="Line 10">
            <a:extLst>
              <a:ext uri="{FF2B5EF4-FFF2-40B4-BE49-F238E27FC236}">
                <a16:creationId xmlns:a16="http://schemas.microsoft.com/office/drawing/2014/main" id="{12D91E0E-E255-4681-8C06-87DE0642E93F}"/>
              </a:ext>
            </a:extLst>
          </p:cNvPr>
          <p:cNvSpPr>
            <a:spLocks noChangeShapeType="1"/>
          </p:cNvSpPr>
          <p:nvPr/>
        </p:nvSpPr>
        <p:spPr bwMode="auto">
          <a:xfrm>
            <a:off x="6291263" y="4524375"/>
            <a:ext cx="0" cy="16002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56" name="Line 11">
            <a:extLst>
              <a:ext uri="{FF2B5EF4-FFF2-40B4-BE49-F238E27FC236}">
                <a16:creationId xmlns:a16="http://schemas.microsoft.com/office/drawing/2014/main" id="{5FA2D64F-A8B7-4B3E-B565-20F417373C6D}"/>
              </a:ext>
            </a:extLst>
          </p:cNvPr>
          <p:cNvSpPr>
            <a:spLocks noChangeShapeType="1"/>
          </p:cNvSpPr>
          <p:nvPr/>
        </p:nvSpPr>
        <p:spPr bwMode="auto">
          <a:xfrm>
            <a:off x="7586663" y="4524375"/>
            <a:ext cx="0" cy="16764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57" name="Line 12">
            <a:extLst>
              <a:ext uri="{FF2B5EF4-FFF2-40B4-BE49-F238E27FC236}">
                <a16:creationId xmlns:a16="http://schemas.microsoft.com/office/drawing/2014/main" id="{DD26CD74-DC4D-47EB-9E15-270EE347E430}"/>
              </a:ext>
            </a:extLst>
          </p:cNvPr>
          <p:cNvSpPr>
            <a:spLocks noChangeShapeType="1"/>
          </p:cNvSpPr>
          <p:nvPr/>
        </p:nvSpPr>
        <p:spPr bwMode="auto">
          <a:xfrm>
            <a:off x="6291263" y="4905375"/>
            <a:ext cx="1295400" cy="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58" name="Line 13">
            <a:extLst>
              <a:ext uri="{FF2B5EF4-FFF2-40B4-BE49-F238E27FC236}">
                <a16:creationId xmlns:a16="http://schemas.microsoft.com/office/drawing/2014/main" id="{15F02A51-91AD-4D3F-AA92-F5AD1ADF6814}"/>
              </a:ext>
            </a:extLst>
          </p:cNvPr>
          <p:cNvSpPr>
            <a:spLocks noChangeShapeType="1"/>
          </p:cNvSpPr>
          <p:nvPr/>
        </p:nvSpPr>
        <p:spPr bwMode="auto">
          <a:xfrm>
            <a:off x="6291263" y="5286375"/>
            <a:ext cx="1295400" cy="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59" name="Text Box 14">
            <a:extLst>
              <a:ext uri="{FF2B5EF4-FFF2-40B4-BE49-F238E27FC236}">
                <a16:creationId xmlns:a16="http://schemas.microsoft.com/office/drawing/2014/main" id="{59C2D121-F763-465A-8C54-8A0795A4A66E}"/>
              </a:ext>
            </a:extLst>
          </p:cNvPr>
          <p:cNvSpPr txBox="1">
            <a:spLocks noChangeArrowheads="1"/>
          </p:cNvSpPr>
          <p:nvPr/>
        </p:nvSpPr>
        <p:spPr bwMode="auto">
          <a:xfrm>
            <a:off x="5224463" y="4829175"/>
            <a:ext cx="990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a:t>BX</a:t>
            </a:r>
          </a:p>
        </p:txBody>
      </p:sp>
      <p:sp>
        <p:nvSpPr>
          <p:cNvPr id="31760" name="Line 15">
            <a:extLst>
              <a:ext uri="{FF2B5EF4-FFF2-40B4-BE49-F238E27FC236}">
                <a16:creationId xmlns:a16="http://schemas.microsoft.com/office/drawing/2014/main" id="{B5B80CB7-80A9-4779-84D2-B1A29278B2B7}"/>
              </a:ext>
            </a:extLst>
          </p:cNvPr>
          <p:cNvSpPr>
            <a:spLocks noChangeShapeType="1"/>
          </p:cNvSpPr>
          <p:nvPr/>
        </p:nvSpPr>
        <p:spPr bwMode="auto">
          <a:xfrm>
            <a:off x="5757863" y="5057775"/>
            <a:ext cx="533400" cy="0"/>
          </a:xfrm>
          <a:prstGeom prst="line">
            <a:avLst/>
          </a:prstGeom>
          <a:noFill/>
          <a:ln w="12700"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61" name="Line 16">
            <a:extLst>
              <a:ext uri="{FF2B5EF4-FFF2-40B4-BE49-F238E27FC236}">
                <a16:creationId xmlns:a16="http://schemas.microsoft.com/office/drawing/2014/main" id="{B2F4212B-9FEC-41ED-B95A-A23F8D7237E3}"/>
              </a:ext>
            </a:extLst>
          </p:cNvPr>
          <p:cNvSpPr>
            <a:spLocks noChangeShapeType="1"/>
          </p:cNvSpPr>
          <p:nvPr/>
        </p:nvSpPr>
        <p:spPr bwMode="auto">
          <a:xfrm>
            <a:off x="6291263" y="5667375"/>
            <a:ext cx="1295400" cy="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0321" name="Text Box 17">
            <a:extLst>
              <a:ext uri="{FF2B5EF4-FFF2-40B4-BE49-F238E27FC236}">
                <a16:creationId xmlns:a16="http://schemas.microsoft.com/office/drawing/2014/main" id="{4292EA7D-B289-4941-A4C8-9782F3DAC89C}"/>
              </a:ext>
            </a:extLst>
          </p:cNvPr>
          <p:cNvSpPr txBox="1">
            <a:spLocks noChangeArrowheads="1"/>
          </p:cNvSpPr>
          <p:nvPr/>
        </p:nvSpPr>
        <p:spPr bwMode="auto">
          <a:xfrm>
            <a:off x="684213" y="4797425"/>
            <a:ext cx="441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a:solidFill>
                  <a:srgbClr val="990099"/>
                </a:solidFill>
              </a:rPr>
              <a:t>MOV  WORD PTR[BX],10H</a:t>
            </a:r>
          </a:p>
        </p:txBody>
      </p:sp>
      <p:sp>
        <p:nvSpPr>
          <p:cNvPr id="610322" name="Text Box 18">
            <a:extLst>
              <a:ext uri="{FF2B5EF4-FFF2-40B4-BE49-F238E27FC236}">
                <a16:creationId xmlns:a16="http://schemas.microsoft.com/office/drawing/2014/main" id="{93C7DC50-2DEB-40D9-9418-E706680FD73D}"/>
              </a:ext>
            </a:extLst>
          </p:cNvPr>
          <p:cNvSpPr txBox="1">
            <a:spLocks noChangeArrowheads="1"/>
          </p:cNvSpPr>
          <p:nvPr/>
        </p:nvSpPr>
        <p:spPr bwMode="auto">
          <a:xfrm>
            <a:off x="6443663" y="2924175"/>
            <a:ext cx="914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a:solidFill>
                  <a:srgbClr val="FF00FF"/>
                </a:solidFill>
              </a:rPr>
              <a:t> 10H</a:t>
            </a:r>
          </a:p>
        </p:txBody>
      </p:sp>
      <p:sp>
        <p:nvSpPr>
          <p:cNvPr id="610323" name="Text Box 19">
            <a:extLst>
              <a:ext uri="{FF2B5EF4-FFF2-40B4-BE49-F238E27FC236}">
                <a16:creationId xmlns:a16="http://schemas.microsoft.com/office/drawing/2014/main" id="{B41B9C64-960F-43DE-B96D-3CDFB0C655E9}"/>
              </a:ext>
            </a:extLst>
          </p:cNvPr>
          <p:cNvSpPr txBox="1">
            <a:spLocks noChangeArrowheads="1"/>
          </p:cNvSpPr>
          <p:nvPr/>
        </p:nvSpPr>
        <p:spPr bwMode="auto">
          <a:xfrm>
            <a:off x="6519863" y="4905375"/>
            <a:ext cx="10668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a:solidFill>
                  <a:srgbClr val="FF0000"/>
                </a:solidFill>
              </a:rPr>
              <a:t>10H     00H</a:t>
            </a:r>
          </a:p>
        </p:txBody>
      </p:sp>
      <p:sp>
        <p:nvSpPr>
          <p:cNvPr id="31765" name="Rectangle 3">
            <a:extLst>
              <a:ext uri="{FF2B5EF4-FFF2-40B4-BE49-F238E27FC236}">
                <a16:creationId xmlns:a16="http://schemas.microsoft.com/office/drawing/2014/main" id="{F77492B2-1F75-4306-93B0-7EA485BC4ACD}"/>
              </a:ext>
            </a:extLst>
          </p:cNvPr>
          <p:cNvSpPr>
            <a:spLocks noRot="1" noChangeArrowheads="1"/>
          </p:cNvSpPr>
          <p:nvPr/>
        </p:nvSpPr>
        <p:spPr bwMode="auto">
          <a:xfrm>
            <a:off x="323850" y="549275"/>
            <a:ext cx="8291513" cy="576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81000" indent="-381000">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buClr>
                <a:schemeClr val="folHlink"/>
              </a:buClr>
              <a:buFont typeface="Wingdings" panose="05000000000000000000" pitchFamily="2" charset="2"/>
              <a:buNone/>
            </a:pPr>
            <a:r>
              <a:rPr lang="en-US" altLang="en-US" b="0">
                <a:solidFill>
                  <a:srgbClr val="FF0000"/>
                </a:solidFill>
                <a:latin typeface="宋体" panose="02010600030101010101" pitchFamily="2" charset="-122"/>
              </a:rPr>
              <a:t>③PTR运算符</a:t>
            </a:r>
            <a:r>
              <a:rPr lang="zh-CN" altLang="en-US" b="0">
                <a:latin typeface="宋体" panose="02010600030101010101" pitchFamily="2" charset="-122"/>
              </a:rPr>
              <a:t>：用来指定存储器操作数的类型。</a:t>
            </a:r>
            <a:r>
              <a:rPr lang="en-US" altLang="en-US" b="0">
                <a:latin typeface="宋体" panose="02010600030101010101" pitchFamily="2" charset="-122"/>
              </a:rPr>
              <a:t> </a:t>
            </a:r>
            <a:endParaRPr lang="zh-CN" altLang="en-US" b="0">
              <a:latin typeface="宋体" panose="02010600030101010101" pitchFamily="2" charset="-122"/>
            </a:endParaRPr>
          </a:p>
        </p:txBody>
      </p:sp>
    </p:spTree>
    <p:custDataLst>
      <p:tags r:id="rId1"/>
    </p:custDataLst>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10307"/>
                                        </p:tgtEl>
                                        <p:attrNameLst>
                                          <p:attrName>style.visibility</p:attrName>
                                        </p:attrNameLst>
                                      </p:cBhvr>
                                      <p:to>
                                        <p:strVal val="visible"/>
                                      </p:to>
                                    </p:set>
                                    <p:anim calcmode="lin" valueType="num">
                                      <p:cBhvr additive="base">
                                        <p:cTn id="7" dur="500" fill="hold"/>
                                        <p:tgtEl>
                                          <p:spTgt spid="610307"/>
                                        </p:tgtEl>
                                        <p:attrNameLst>
                                          <p:attrName>ppt_x</p:attrName>
                                        </p:attrNameLst>
                                      </p:cBhvr>
                                      <p:tavLst>
                                        <p:tav tm="0">
                                          <p:val>
                                            <p:strVal val="#ppt_x"/>
                                          </p:val>
                                        </p:tav>
                                        <p:tav tm="100000">
                                          <p:val>
                                            <p:strVal val="#ppt_x"/>
                                          </p:val>
                                        </p:tav>
                                      </p:tavLst>
                                    </p:anim>
                                    <p:anim calcmode="lin" valueType="num">
                                      <p:cBhvr additive="base">
                                        <p:cTn id="8" dur="500" fill="hold"/>
                                        <p:tgtEl>
                                          <p:spTgt spid="610307"/>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610322"/>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610321"/>
                                        </p:tgtEl>
                                        <p:attrNameLst>
                                          <p:attrName>style.visibility</p:attrName>
                                        </p:attrNameLst>
                                      </p:cBhvr>
                                      <p:to>
                                        <p:strVal val="visible"/>
                                      </p:to>
                                    </p:set>
                                    <p:anim calcmode="lin" valueType="num">
                                      <p:cBhvr additive="base">
                                        <p:cTn id="17" dur="500" fill="hold"/>
                                        <p:tgtEl>
                                          <p:spTgt spid="610321"/>
                                        </p:tgtEl>
                                        <p:attrNameLst>
                                          <p:attrName>ppt_x</p:attrName>
                                        </p:attrNameLst>
                                      </p:cBhvr>
                                      <p:tavLst>
                                        <p:tav tm="0">
                                          <p:val>
                                            <p:strVal val="#ppt_x"/>
                                          </p:val>
                                        </p:tav>
                                        <p:tav tm="100000">
                                          <p:val>
                                            <p:strVal val="#ppt_x"/>
                                          </p:val>
                                        </p:tav>
                                      </p:tavLst>
                                    </p:anim>
                                    <p:anim calcmode="lin" valueType="num">
                                      <p:cBhvr additive="base">
                                        <p:cTn id="18" dur="500" fill="hold"/>
                                        <p:tgtEl>
                                          <p:spTgt spid="610321"/>
                                        </p:tgtEl>
                                        <p:attrNameLst>
                                          <p:attrName>ppt_y</p:attrName>
                                        </p:attrNameLst>
                                      </p:cBhvr>
                                      <p:tavLst>
                                        <p:tav tm="0">
                                          <p:val>
                                            <p:strVal val="1+#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6103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0307" grpId="0" autoUpdateAnimBg="0"/>
      <p:bldP spid="610321" grpId="0" autoUpdateAnimBg="0"/>
      <p:bldP spid="610322" grpId="0" autoUpdateAnimBg="0"/>
      <p:bldP spid="610323" grpId="0"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a:extLst>
              <a:ext uri="{FF2B5EF4-FFF2-40B4-BE49-F238E27FC236}">
                <a16:creationId xmlns:a16="http://schemas.microsoft.com/office/drawing/2014/main" id="{DCC18479-73DF-4834-82B8-535577384DF5}"/>
              </a:ext>
            </a:extLst>
          </p:cNvPr>
          <p:cNvSpPr>
            <a:spLocks noGrp="1"/>
          </p:cNvSpPr>
          <p:nvPr>
            <p:ph type="sldNum" sz="quarter" idx="12"/>
          </p:nvPr>
        </p:nvSpPr>
        <p:spPr/>
        <p:txBody>
          <a:bodyPr/>
          <a:lstStyle/>
          <a:p>
            <a:pPr>
              <a:defRPr/>
            </a:pPr>
            <a:fld id="{24586F38-D529-4F0A-8BF7-CECC0A75AE23}" type="slidenum">
              <a:rPr lang="en-US" altLang="zh-CN"/>
              <a:pPr>
                <a:defRPr/>
              </a:pPr>
              <a:t>26</a:t>
            </a:fld>
            <a:endParaRPr lang="en-US" altLang="zh-CN"/>
          </a:p>
        </p:txBody>
      </p:sp>
      <p:sp>
        <p:nvSpPr>
          <p:cNvPr id="611330" name="Rectangle 2">
            <a:extLst>
              <a:ext uri="{FF2B5EF4-FFF2-40B4-BE49-F238E27FC236}">
                <a16:creationId xmlns:a16="http://schemas.microsoft.com/office/drawing/2014/main" id="{2AE53544-9182-468B-8522-0A0110CC102D}"/>
              </a:ext>
            </a:extLst>
          </p:cNvPr>
          <p:cNvSpPr>
            <a:spLocks noGrp="1" noRot="1" noChangeArrowheads="1"/>
          </p:cNvSpPr>
          <p:nvPr>
            <p:ph type="title" idx="4294967295"/>
          </p:nvPr>
        </p:nvSpPr>
        <p:spPr>
          <a:xfrm>
            <a:off x="107950" y="620713"/>
            <a:ext cx="8839200" cy="2354262"/>
          </a:xfrm>
        </p:spPr>
        <p:txBody>
          <a:bodyPr/>
          <a:lstStyle/>
          <a:p>
            <a:pPr algn="l">
              <a:lnSpc>
                <a:spcPct val="150000"/>
              </a:lnSpc>
              <a:defRPr/>
            </a:pPr>
            <a:r>
              <a:rPr lang="en-US" altLang="zh-CN" sz="2400">
                <a:solidFill>
                  <a:schemeClr val="tx1"/>
                </a:solidFill>
                <a:latin typeface="宋体" panose="02010600030101010101" pitchFamily="2" charset="-122"/>
              </a:rPr>
              <a:t>    PTR</a:t>
            </a:r>
            <a:r>
              <a:rPr lang="zh-CN" altLang="en-US" sz="2400">
                <a:solidFill>
                  <a:schemeClr val="tx1"/>
                </a:solidFill>
                <a:latin typeface="宋体" panose="02010600030101010101" pitchFamily="2" charset="-122"/>
              </a:rPr>
              <a:t>合成运算符的另一种应用场合是当要引用的标号类型和定义类型不一致时，可以用</a:t>
            </a:r>
            <a:r>
              <a:rPr lang="en-US" altLang="zh-CN" sz="2400">
                <a:solidFill>
                  <a:schemeClr val="tx1"/>
                </a:solidFill>
                <a:latin typeface="宋体" panose="02010600030101010101" pitchFamily="2" charset="-122"/>
              </a:rPr>
              <a:t>PTR</a:t>
            </a:r>
            <a:r>
              <a:rPr lang="zh-CN" altLang="en-US" sz="2400">
                <a:solidFill>
                  <a:schemeClr val="tx1"/>
                </a:solidFill>
                <a:latin typeface="宋体" panose="02010600030101010101" pitchFamily="2" charset="-122"/>
              </a:rPr>
              <a:t>临时改变标号的类型为我们所需要的类型。</a:t>
            </a:r>
            <a:br>
              <a:rPr lang="zh-CN" altLang="en-US" sz="2400">
                <a:solidFill>
                  <a:schemeClr val="tx1"/>
                </a:solidFill>
                <a:latin typeface="宋体" panose="02010600030101010101" pitchFamily="2" charset="-122"/>
              </a:rPr>
            </a:br>
            <a:r>
              <a:rPr lang="zh-CN" altLang="en-US" sz="2400">
                <a:solidFill>
                  <a:schemeClr val="tx1"/>
                </a:solidFill>
                <a:latin typeface="宋体" panose="02010600030101010101" pitchFamily="2" charset="-122"/>
              </a:rPr>
              <a:t>如：</a:t>
            </a:r>
            <a:endParaRPr lang="zh-CN" altLang="en-US">
              <a:latin typeface="宋体" panose="02010600030101010101" pitchFamily="2" charset="-122"/>
            </a:endParaRPr>
          </a:p>
        </p:txBody>
      </p:sp>
      <p:sp>
        <p:nvSpPr>
          <p:cNvPr id="611331" name="Text Box 3">
            <a:extLst>
              <a:ext uri="{FF2B5EF4-FFF2-40B4-BE49-F238E27FC236}">
                <a16:creationId xmlns:a16="http://schemas.microsoft.com/office/drawing/2014/main" id="{3DE50A32-653D-470F-9C28-28FA9809036B}"/>
              </a:ext>
            </a:extLst>
          </p:cNvPr>
          <p:cNvSpPr txBox="1">
            <a:spLocks noChangeArrowheads="1"/>
          </p:cNvSpPr>
          <p:nvPr/>
        </p:nvSpPr>
        <p:spPr bwMode="auto">
          <a:xfrm>
            <a:off x="1763713" y="2492375"/>
            <a:ext cx="5715000" cy="191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eaLnBrk="1" hangingPunct="1">
              <a:lnSpc>
                <a:spcPct val="50000"/>
              </a:lnSpc>
              <a:spcBef>
                <a:spcPct val="50000"/>
              </a:spcBef>
            </a:pPr>
            <a:endParaRPr lang="en-US" altLang="zh-CN"/>
          </a:p>
          <a:p>
            <a:pPr eaLnBrk="1" hangingPunct="1">
              <a:spcBef>
                <a:spcPct val="50000"/>
              </a:spcBef>
            </a:pPr>
            <a:r>
              <a:rPr lang="en-US" altLang="zh-CN"/>
              <a:t>A1  DB       10H,20H</a:t>
            </a:r>
          </a:p>
          <a:p>
            <a:pPr eaLnBrk="1" hangingPunct="1">
              <a:spcBef>
                <a:spcPct val="50000"/>
              </a:spcBef>
            </a:pPr>
            <a:r>
              <a:rPr lang="en-US" altLang="zh-CN">
                <a:solidFill>
                  <a:srgbClr val="CC0000"/>
                </a:solidFill>
              </a:rPr>
              <a:t>       MOV   AX,A1</a:t>
            </a:r>
          </a:p>
          <a:p>
            <a:pPr eaLnBrk="1" hangingPunct="1">
              <a:spcBef>
                <a:spcPct val="50000"/>
              </a:spcBef>
            </a:pPr>
            <a:r>
              <a:rPr lang="en-US" altLang="zh-CN"/>
              <a:t>       MOV   AX,WORD PTR A1</a:t>
            </a:r>
          </a:p>
        </p:txBody>
      </p:sp>
      <p:sp>
        <p:nvSpPr>
          <p:cNvPr id="611332" name="Rectangle 4">
            <a:extLst>
              <a:ext uri="{FF2B5EF4-FFF2-40B4-BE49-F238E27FC236}">
                <a16:creationId xmlns:a16="http://schemas.microsoft.com/office/drawing/2014/main" id="{7E533955-15AD-4894-9D8A-BCCA486F4B82}"/>
              </a:ext>
            </a:extLst>
          </p:cNvPr>
          <p:cNvSpPr>
            <a:spLocks noChangeArrowheads="1"/>
          </p:cNvSpPr>
          <p:nvPr/>
        </p:nvSpPr>
        <p:spPr bwMode="auto">
          <a:xfrm>
            <a:off x="1042988" y="4724400"/>
            <a:ext cx="6400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609600" indent="-609600">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990600" indent="-53340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314450" indent="-4572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581150" indent="-3810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1885950" indent="-3429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343150" indent="-3429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800350" indent="-3429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257550" indent="-3429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714750" indent="-3429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buClr>
                <a:schemeClr val="accent2"/>
              </a:buClr>
              <a:buFont typeface="Wingdings" panose="05000000000000000000" pitchFamily="2" charset="2"/>
              <a:buNone/>
            </a:pPr>
            <a:r>
              <a:rPr lang="en-US" altLang="zh-CN" b="0"/>
              <a:t>	</a:t>
            </a:r>
            <a:r>
              <a:rPr lang="zh-CN" altLang="en-US" b="0">
                <a:solidFill>
                  <a:srgbClr val="FF0000"/>
                </a:solidFill>
              </a:rPr>
              <a:t>该修改是临时的，只在当前语句有效</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11331">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611331">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611331">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6" presetClass="entr" presetSubtype="37" fill="hold" grpId="0" nodeType="clickEffect">
                                  <p:stCondLst>
                                    <p:cond delay="0"/>
                                  </p:stCondLst>
                                  <p:childTnLst>
                                    <p:set>
                                      <p:cBhvr>
                                        <p:cTn id="18" dur="1" fill="hold">
                                          <p:stCondLst>
                                            <p:cond delay="0"/>
                                          </p:stCondLst>
                                        </p:cTn>
                                        <p:tgtEl>
                                          <p:spTgt spid="611332"/>
                                        </p:tgtEl>
                                        <p:attrNameLst>
                                          <p:attrName>style.visibility</p:attrName>
                                        </p:attrNameLst>
                                      </p:cBhvr>
                                      <p:to>
                                        <p:strVal val="visible"/>
                                      </p:to>
                                    </p:set>
                                    <p:animEffect transition="in" filter="barn(outVertical)">
                                      <p:cBhvr>
                                        <p:cTn id="19" dur="500"/>
                                        <p:tgtEl>
                                          <p:spTgt spid="6113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1331" grpId="0" build="p" autoUpdateAnimBg="0"/>
      <p:bldP spid="611332" grpId="0"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133298AF-C86D-4C2C-B2BC-6D005B5E14B8}"/>
              </a:ext>
            </a:extLst>
          </p:cNvPr>
          <p:cNvSpPr>
            <a:spLocks noGrp="1"/>
          </p:cNvSpPr>
          <p:nvPr>
            <p:ph type="sldNum" sz="quarter" idx="12"/>
          </p:nvPr>
        </p:nvSpPr>
        <p:spPr/>
        <p:txBody>
          <a:bodyPr/>
          <a:lstStyle/>
          <a:p>
            <a:pPr>
              <a:defRPr/>
            </a:pPr>
            <a:fld id="{16BF2C8B-058B-42BE-B123-2025730A5A89}" type="slidenum">
              <a:rPr lang="en-US" altLang="zh-CN"/>
              <a:pPr>
                <a:defRPr/>
              </a:pPr>
              <a:t>27</a:t>
            </a:fld>
            <a:endParaRPr lang="en-US" altLang="zh-CN"/>
          </a:p>
        </p:txBody>
      </p:sp>
      <p:sp>
        <p:nvSpPr>
          <p:cNvPr id="33795" name="Rectangle 2">
            <a:extLst>
              <a:ext uri="{FF2B5EF4-FFF2-40B4-BE49-F238E27FC236}">
                <a16:creationId xmlns:a16="http://schemas.microsoft.com/office/drawing/2014/main" id="{70B180D0-6044-4311-82F7-C9FF6A6CE7FB}"/>
              </a:ext>
            </a:extLst>
          </p:cNvPr>
          <p:cNvSpPr>
            <a:spLocks noChangeArrowheads="1"/>
          </p:cNvSpPr>
          <p:nvPr/>
        </p:nvSpPr>
        <p:spPr bwMode="auto">
          <a:xfrm>
            <a:off x="323850" y="404813"/>
            <a:ext cx="4319588" cy="519112"/>
          </a:xfrm>
          <a:prstGeom prst="rect">
            <a:avLst/>
          </a:prstGeom>
          <a:noFill/>
          <a:ln>
            <a:noFill/>
          </a:ln>
          <a:effectLst/>
          <a:extLst>
            <a:ext uri="{909E8E84-426E-40DD-AFC4-6F175D3DCCD1}">
              <a14:hiddenFill xmlns:a14="http://schemas.microsoft.com/office/drawing/2010/main">
                <a:gradFill rotWithShape="0">
                  <a:gsLst>
                    <a:gs pos="0">
                      <a:srgbClr val="47182F"/>
                    </a:gs>
                    <a:gs pos="100000">
                      <a:srgbClr val="993366"/>
                    </a:gs>
                  </a:gsLst>
                  <a:lin ang="5400000" scaled="1"/>
                </a:gradFill>
              </a14:hiddenFill>
            </a:ext>
            <a:ext uri="{91240B29-F687-4F45-9708-019B960494DF}">
              <a14:hiddenLine xmlns:a14="http://schemas.microsoft.com/office/drawing/2010/main" w="9525" algn="ctr">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a:solidFill>
                  <a:srgbClr val="FF0000"/>
                </a:solidFill>
                <a:latin typeface="宋体" panose="02010600030101010101" pitchFamily="2" charset="-122"/>
              </a:rPr>
              <a:t>2.3   </a:t>
            </a:r>
            <a:r>
              <a:rPr lang="zh-CN" altLang="en-US" sz="2800">
                <a:solidFill>
                  <a:srgbClr val="FF0000"/>
                </a:solidFill>
                <a:latin typeface="宋体" panose="02010600030101010101" pitchFamily="2" charset="-122"/>
              </a:rPr>
              <a:t>常用伪操作</a:t>
            </a:r>
          </a:p>
        </p:txBody>
      </p:sp>
      <p:sp>
        <p:nvSpPr>
          <p:cNvPr id="33796" name="Rectangle 3">
            <a:extLst>
              <a:ext uri="{FF2B5EF4-FFF2-40B4-BE49-F238E27FC236}">
                <a16:creationId xmlns:a16="http://schemas.microsoft.com/office/drawing/2014/main" id="{41E745CC-475A-4C4B-B566-104837AD2A18}"/>
              </a:ext>
            </a:extLst>
          </p:cNvPr>
          <p:cNvSpPr>
            <a:spLocks noChangeArrowheads="1"/>
          </p:cNvSpPr>
          <p:nvPr/>
        </p:nvSpPr>
        <p:spPr bwMode="auto">
          <a:xfrm>
            <a:off x="323850" y="1196975"/>
            <a:ext cx="8424863" cy="1187450"/>
          </a:xfrm>
          <a:prstGeom prst="rect">
            <a:avLst/>
          </a:prstGeom>
          <a:noFill/>
          <a:ln>
            <a:noFill/>
          </a:ln>
          <a:effectLst/>
          <a:extLst>
            <a:ext uri="{909E8E84-426E-40DD-AFC4-6F175D3DCCD1}">
              <a14:hiddenFill xmlns:a14="http://schemas.microsoft.com/office/drawing/2010/main">
                <a:gradFill rotWithShape="0">
                  <a:gsLst>
                    <a:gs pos="0">
                      <a:srgbClr val="47182F"/>
                    </a:gs>
                    <a:gs pos="100000">
                      <a:srgbClr val="993366"/>
                    </a:gs>
                  </a:gsLst>
                  <a:lin ang="5400000" scaled="1"/>
                </a:gradFill>
              </a14:hiddenFill>
            </a:ext>
            <a:ext uri="{91240B29-F687-4F45-9708-019B960494DF}">
              <a14:hiddenLine xmlns:a14="http://schemas.microsoft.com/office/drawing/2010/main" w="9525" algn="ctr">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rgbClr val="FF0000"/>
                </a:solidFill>
                <a:latin typeface="宋体" panose="02010600030101010101" pitchFamily="2" charset="-122"/>
              </a:rPr>
              <a:t>伪指令</a:t>
            </a:r>
            <a:r>
              <a:rPr lang="zh-CN" altLang="en-US">
                <a:latin typeface="宋体" panose="02010600030101010101" pitchFamily="2" charset="-122"/>
              </a:rPr>
              <a:t>：</a:t>
            </a:r>
          </a:p>
          <a:p>
            <a:pPr eaLnBrk="1" hangingPunct="1"/>
            <a:r>
              <a:rPr lang="zh-CN" altLang="en-US">
                <a:latin typeface="宋体" panose="02010600030101010101" pitchFamily="2" charset="-122"/>
              </a:rPr>
              <a:t>  不是</a:t>
            </a:r>
            <a:r>
              <a:rPr lang="en-US" altLang="zh-CN">
                <a:latin typeface="宋体" panose="02010600030101010101" pitchFamily="2" charset="-122"/>
              </a:rPr>
              <a:t>CPU</a:t>
            </a:r>
            <a:r>
              <a:rPr lang="zh-CN" altLang="en-US">
                <a:latin typeface="宋体" panose="02010600030101010101" pitchFamily="2" charset="-122"/>
              </a:rPr>
              <a:t>执行的指令，而是程序员给</a:t>
            </a:r>
            <a:r>
              <a:rPr lang="zh-CN" altLang="en-US">
                <a:solidFill>
                  <a:srgbClr val="FF0000"/>
                </a:solidFill>
                <a:latin typeface="宋体" panose="02010600030101010101" pitchFamily="2" charset="-122"/>
              </a:rPr>
              <a:t>编译程序</a:t>
            </a:r>
            <a:r>
              <a:rPr lang="zh-CN" altLang="en-US">
                <a:latin typeface="宋体" panose="02010600030101010101" pitchFamily="2" charset="-122"/>
              </a:rPr>
              <a:t>下达的命令。</a:t>
            </a:r>
          </a:p>
          <a:p>
            <a:pPr eaLnBrk="1" hangingPunct="1"/>
            <a:r>
              <a:rPr lang="zh-CN" altLang="en-US">
                <a:latin typeface="宋体" panose="02010600030101010101" pitchFamily="2" charset="-122"/>
              </a:rPr>
              <a:t>  是在编译源程序期间由</a:t>
            </a:r>
            <a:r>
              <a:rPr lang="zh-CN" altLang="en-US">
                <a:solidFill>
                  <a:srgbClr val="FF0000"/>
                </a:solidFill>
                <a:latin typeface="宋体" panose="02010600030101010101" pitchFamily="2" charset="-122"/>
              </a:rPr>
              <a:t>编译程序执行的命令</a:t>
            </a:r>
            <a:r>
              <a:rPr lang="zh-CN" altLang="en-US">
                <a:latin typeface="宋体" panose="02010600030101010101" pitchFamily="2" charset="-122"/>
              </a:rPr>
              <a:t>。 </a:t>
            </a:r>
          </a:p>
        </p:txBody>
      </p:sp>
      <p:sp>
        <p:nvSpPr>
          <p:cNvPr id="33797" name="Rectangle 4">
            <a:extLst>
              <a:ext uri="{FF2B5EF4-FFF2-40B4-BE49-F238E27FC236}">
                <a16:creationId xmlns:a16="http://schemas.microsoft.com/office/drawing/2014/main" id="{A9E8D4F4-443E-4E9E-A2F3-59064D6367AF}"/>
              </a:ext>
            </a:extLst>
          </p:cNvPr>
          <p:cNvSpPr>
            <a:spLocks noChangeArrowheads="1"/>
          </p:cNvSpPr>
          <p:nvPr/>
        </p:nvSpPr>
        <p:spPr bwMode="auto">
          <a:xfrm>
            <a:off x="468313" y="2852738"/>
            <a:ext cx="7775575" cy="457200"/>
          </a:xfrm>
          <a:prstGeom prst="rect">
            <a:avLst/>
          </a:prstGeom>
          <a:noFill/>
          <a:ln>
            <a:noFill/>
          </a:ln>
          <a:effectLst/>
          <a:extLst>
            <a:ext uri="{909E8E84-426E-40DD-AFC4-6F175D3DCCD1}">
              <a14:hiddenFill xmlns:a14="http://schemas.microsoft.com/office/drawing/2010/main">
                <a:gradFill rotWithShape="0">
                  <a:gsLst>
                    <a:gs pos="0">
                      <a:srgbClr val="47182F"/>
                    </a:gs>
                    <a:gs pos="100000">
                      <a:srgbClr val="993366"/>
                    </a:gs>
                  </a:gsLst>
                  <a:lin ang="5400000" scaled="1"/>
                </a:gradFill>
              </a14:hiddenFill>
            </a:ext>
            <a:ext uri="{91240B29-F687-4F45-9708-019B960494DF}">
              <a14:hiddenLine xmlns:a14="http://schemas.microsoft.com/office/drawing/2010/main" w="9525" algn="ctr">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latin typeface="宋体" panose="02010600030101010101" pitchFamily="2" charset="-122"/>
              </a:rPr>
              <a:t>    </a:t>
            </a:r>
            <a:r>
              <a:rPr lang="zh-CN" altLang="en-US">
                <a:latin typeface="宋体" panose="02010600030101010101" pitchFamily="2" charset="-122"/>
              </a:rPr>
              <a:t>定义数据、分配存储区、定义段、定义过程</a:t>
            </a:r>
          </a:p>
        </p:txBody>
      </p:sp>
      <p:sp>
        <p:nvSpPr>
          <p:cNvPr id="33798" name="Rectangle 5">
            <a:extLst>
              <a:ext uri="{FF2B5EF4-FFF2-40B4-BE49-F238E27FC236}">
                <a16:creationId xmlns:a16="http://schemas.microsoft.com/office/drawing/2014/main" id="{E2E5BC33-62CF-44C8-82A9-F5F819888021}"/>
              </a:ext>
            </a:extLst>
          </p:cNvPr>
          <p:cNvSpPr>
            <a:spLocks noChangeArrowheads="1"/>
          </p:cNvSpPr>
          <p:nvPr/>
        </p:nvSpPr>
        <p:spPr bwMode="auto">
          <a:xfrm>
            <a:off x="323850" y="3644900"/>
            <a:ext cx="8496300" cy="822325"/>
          </a:xfrm>
          <a:prstGeom prst="rect">
            <a:avLst/>
          </a:prstGeom>
          <a:noFill/>
          <a:ln>
            <a:noFill/>
          </a:ln>
          <a:effectLst/>
          <a:extLst>
            <a:ext uri="{909E8E84-426E-40DD-AFC4-6F175D3DCCD1}">
              <a14:hiddenFill xmlns:a14="http://schemas.microsoft.com/office/drawing/2010/main">
                <a:gradFill rotWithShape="0">
                  <a:gsLst>
                    <a:gs pos="0">
                      <a:srgbClr val="47182F"/>
                    </a:gs>
                    <a:gs pos="100000">
                      <a:srgbClr val="993366"/>
                    </a:gs>
                  </a:gsLst>
                  <a:lin ang="5400000" scaled="1"/>
                </a:gradFill>
              </a14:hiddenFill>
            </a:ext>
            <a:ext uri="{91240B29-F687-4F45-9708-019B960494DF}">
              <a14:hiddenLine xmlns:a14="http://schemas.microsoft.com/office/drawing/2010/main" w="9525" algn="ctr">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rgbClr val="0000CC"/>
                </a:solidFill>
              </a:rPr>
              <a:t>伪指令语句：在汇编时不产生二进制代码，仅为编译程序提供</a:t>
            </a:r>
          </a:p>
          <a:p>
            <a:pPr eaLnBrk="1" hangingPunct="1"/>
            <a:r>
              <a:rPr lang="zh-CN" altLang="en-US">
                <a:solidFill>
                  <a:srgbClr val="0000CC"/>
                </a:solidFill>
              </a:rPr>
              <a:t>汇编时所需要的信息的语句。</a:t>
            </a:r>
          </a:p>
        </p:txBody>
      </p:sp>
    </p:spTree>
    <p:custDataLst>
      <p:tags r:id="rId1"/>
    </p:custDataLst>
  </p:cSld>
  <p:clrMapOvr>
    <a:masterClrMapping/>
  </p:clrMapOvr>
  <p:transition>
    <p:random/>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6">
            <a:extLst>
              <a:ext uri="{FF2B5EF4-FFF2-40B4-BE49-F238E27FC236}">
                <a16:creationId xmlns:a16="http://schemas.microsoft.com/office/drawing/2014/main" id="{FABDC3AC-9830-497E-9664-7C49BC8396EF}"/>
              </a:ext>
            </a:extLst>
          </p:cNvPr>
          <p:cNvSpPr>
            <a:spLocks noGrp="1"/>
          </p:cNvSpPr>
          <p:nvPr>
            <p:ph type="sldNum" sz="quarter" idx="12"/>
          </p:nvPr>
        </p:nvSpPr>
        <p:spPr/>
        <p:txBody>
          <a:bodyPr/>
          <a:lstStyle/>
          <a:p>
            <a:pPr>
              <a:defRPr/>
            </a:pPr>
            <a:fld id="{F61ADA1F-8F60-4DEA-9BDE-7B333FC12E50}" type="slidenum">
              <a:rPr lang="en-US" altLang="zh-CN"/>
              <a:pPr>
                <a:defRPr/>
              </a:pPr>
              <a:t>28</a:t>
            </a:fld>
            <a:endParaRPr lang="en-US" altLang="zh-CN"/>
          </a:p>
        </p:txBody>
      </p:sp>
      <p:sp>
        <p:nvSpPr>
          <p:cNvPr id="627714" name="Rectangle 2">
            <a:extLst>
              <a:ext uri="{FF2B5EF4-FFF2-40B4-BE49-F238E27FC236}">
                <a16:creationId xmlns:a16="http://schemas.microsoft.com/office/drawing/2014/main" id="{A44E2C45-5EA2-47CA-A6FD-35E88387C0B4}"/>
              </a:ext>
            </a:extLst>
          </p:cNvPr>
          <p:cNvSpPr>
            <a:spLocks noGrp="1" noRot="1" noChangeArrowheads="1"/>
          </p:cNvSpPr>
          <p:nvPr>
            <p:ph type="title"/>
          </p:nvPr>
        </p:nvSpPr>
        <p:spPr>
          <a:xfrm>
            <a:off x="323850" y="476250"/>
            <a:ext cx="4630738" cy="600075"/>
          </a:xfrm>
        </p:spPr>
        <p:txBody>
          <a:bodyPr/>
          <a:lstStyle/>
          <a:p>
            <a:pPr algn="l">
              <a:defRPr/>
            </a:pPr>
            <a:r>
              <a:rPr lang="en-US" altLang="zh-CN" sz="3200" dirty="0">
                <a:solidFill>
                  <a:srgbClr val="FF0000"/>
                </a:solidFill>
                <a:latin typeface="宋体" panose="02010600030101010101" pitchFamily="2" charset="-122"/>
              </a:rPr>
              <a:t>2.3.1  </a:t>
            </a:r>
            <a:r>
              <a:rPr lang="zh-CN" altLang="en-US" sz="3200" dirty="0">
                <a:solidFill>
                  <a:srgbClr val="FF0000"/>
                </a:solidFill>
                <a:latin typeface="宋体" panose="02010600030101010101" pitchFamily="2" charset="-122"/>
              </a:rPr>
              <a:t>段定义伪操作</a:t>
            </a:r>
          </a:p>
        </p:txBody>
      </p:sp>
      <p:sp>
        <p:nvSpPr>
          <p:cNvPr id="34820" name="Rectangle 3">
            <a:extLst>
              <a:ext uri="{FF2B5EF4-FFF2-40B4-BE49-F238E27FC236}">
                <a16:creationId xmlns:a16="http://schemas.microsoft.com/office/drawing/2014/main" id="{A3A9679D-477B-46D9-AAB8-9862ECEEFD9A}"/>
              </a:ext>
            </a:extLst>
          </p:cNvPr>
          <p:cNvSpPr>
            <a:spLocks noGrp="1" noRot="1" noChangeArrowheads="1"/>
          </p:cNvSpPr>
          <p:nvPr>
            <p:ph type="body" idx="1"/>
          </p:nvPr>
        </p:nvSpPr>
        <p:spPr>
          <a:xfrm>
            <a:off x="468313" y="2205038"/>
            <a:ext cx="2892425" cy="669925"/>
          </a:xfrm>
        </p:spPr>
        <p:txBody>
          <a:bodyPr/>
          <a:lstStyle/>
          <a:p>
            <a:pPr>
              <a:buFont typeface="Wingdings" panose="05000000000000000000" pitchFamily="2" charset="2"/>
              <a:buNone/>
            </a:pPr>
            <a:r>
              <a:rPr lang="zh-CN" altLang="en-US"/>
              <a:t>程序的段结构</a:t>
            </a:r>
          </a:p>
        </p:txBody>
      </p:sp>
      <p:sp>
        <p:nvSpPr>
          <p:cNvPr id="34821" name="Rectangle 4">
            <a:extLst>
              <a:ext uri="{FF2B5EF4-FFF2-40B4-BE49-F238E27FC236}">
                <a16:creationId xmlns:a16="http://schemas.microsoft.com/office/drawing/2014/main" id="{5510B73D-1D91-4610-82A4-9F82524798AF}"/>
              </a:ext>
            </a:extLst>
          </p:cNvPr>
          <p:cNvSpPr>
            <a:spLocks noChangeArrowheads="1"/>
          </p:cNvSpPr>
          <p:nvPr/>
        </p:nvSpPr>
        <p:spPr bwMode="auto">
          <a:xfrm>
            <a:off x="3348038" y="1700213"/>
            <a:ext cx="4600575" cy="175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08585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42875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177165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22885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68605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14325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60045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buClr>
                <a:schemeClr val="accent2"/>
              </a:buClr>
              <a:buFont typeface="Wingdings" panose="05000000000000000000" pitchFamily="2" charset="2"/>
              <a:buNone/>
            </a:pPr>
            <a:r>
              <a:rPr lang="zh-CN" altLang="en-US" sz="2800" b="0">
                <a:solidFill>
                  <a:srgbClr val="000000"/>
                </a:solidFill>
              </a:rPr>
              <a:t>段定义</a:t>
            </a:r>
          </a:p>
          <a:p>
            <a:pPr eaLnBrk="1" hangingPunct="1">
              <a:buClr>
                <a:schemeClr val="accent2"/>
              </a:buClr>
              <a:buFont typeface="Wingdings" panose="05000000000000000000" pitchFamily="2" charset="2"/>
              <a:buNone/>
            </a:pPr>
            <a:r>
              <a:rPr lang="zh-CN" altLang="en-US" sz="2800" b="0">
                <a:solidFill>
                  <a:srgbClr val="000000"/>
                </a:solidFill>
              </a:rPr>
              <a:t>段寻址（指定当前段）</a:t>
            </a:r>
          </a:p>
          <a:p>
            <a:pPr eaLnBrk="1" hangingPunct="1">
              <a:buClr>
                <a:schemeClr val="accent2"/>
              </a:buClr>
              <a:buFont typeface="Wingdings" panose="05000000000000000000" pitchFamily="2" charset="2"/>
              <a:buNone/>
            </a:pPr>
            <a:r>
              <a:rPr lang="zh-CN" altLang="en-US" sz="2800" b="0">
                <a:solidFill>
                  <a:srgbClr val="000000"/>
                </a:solidFill>
              </a:rPr>
              <a:t>段寄存器的装入</a:t>
            </a:r>
          </a:p>
        </p:txBody>
      </p:sp>
      <p:sp>
        <p:nvSpPr>
          <p:cNvPr id="34822" name="AutoShape 5">
            <a:extLst>
              <a:ext uri="{FF2B5EF4-FFF2-40B4-BE49-F238E27FC236}">
                <a16:creationId xmlns:a16="http://schemas.microsoft.com/office/drawing/2014/main" id="{9D03D808-ED8E-4564-8DE8-508C9C87E5E6}"/>
              </a:ext>
            </a:extLst>
          </p:cNvPr>
          <p:cNvSpPr>
            <a:spLocks/>
          </p:cNvSpPr>
          <p:nvPr/>
        </p:nvSpPr>
        <p:spPr bwMode="auto">
          <a:xfrm>
            <a:off x="3132138" y="1916113"/>
            <a:ext cx="76200" cy="1295400"/>
          </a:xfrm>
          <a:prstGeom prst="leftBrace">
            <a:avLst>
              <a:gd name="adj1" fmla="val 141667"/>
              <a:gd name="adj2" fmla="val 50000"/>
            </a:avLst>
          </a:prstGeom>
          <a:noFill/>
          <a:ln w="22225">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4823" name="Rectangle 6">
            <a:extLst>
              <a:ext uri="{FF2B5EF4-FFF2-40B4-BE49-F238E27FC236}">
                <a16:creationId xmlns:a16="http://schemas.microsoft.com/office/drawing/2014/main" id="{3F049EE5-CB57-418C-B2E0-8774E57FA290}"/>
              </a:ext>
            </a:extLst>
          </p:cNvPr>
          <p:cNvSpPr>
            <a:spLocks noRot="1" noChangeArrowheads="1"/>
          </p:cNvSpPr>
          <p:nvPr/>
        </p:nvSpPr>
        <p:spPr bwMode="auto">
          <a:xfrm>
            <a:off x="539750" y="3860800"/>
            <a:ext cx="7777163" cy="669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buClr>
                <a:schemeClr val="folHlink"/>
              </a:buClr>
              <a:buFont typeface="Wingdings" panose="05000000000000000000" pitchFamily="2" charset="2"/>
              <a:buNone/>
            </a:pPr>
            <a:r>
              <a:rPr lang="zh-CN" altLang="en-US" sz="2800" b="0">
                <a:latin typeface="Arial" panose="020B0604020202020204" pitchFamily="34" charset="0"/>
              </a:rPr>
              <a:t>常用的伪操作有</a:t>
            </a:r>
            <a:r>
              <a:rPr lang="en-US" altLang="zh-CN" sz="2800" b="0">
                <a:latin typeface="Arial" panose="020B0604020202020204" pitchFamily="34" charset="0"/>
              </a:rPr>
              <a:t>SEGMENT</a:t>
            </a:r>
            <a:r>
              <a:rPr lang="zh-CN" altLang="en-US" sz="2800" b="0">
                <a:latin typeface="Arial" panose="020B0604020202020204" pitchFamily="34" charset="0"/>
              </a:rPr>
              <a:t>、</a:t>
            </a:r>
            <a:r>
              <a:rPr lang="en-US" altLang="zh-CN" sz="2800" b="0">
                <a:latin typeface="Arial" panose="020B0604020202020204" pitchFamily="34" charset="0"/>
              </a:rPr>
              <a:t>ENDS</a:t>
            </a:r>
            <a:r>
              <a:rPr lang="zh-CN" altLang="en-US" sz="2800" b="0">
                <a:latin typeface="Arial" panose="020B0604020202020204" pitchFamily="34" charset="0"/>
              </a:rPr>
              <a:t>和</a:t>
            </a:r>
            <a:r>
              <a:rPr lang="en-US" altLang="zh-CN" sz="2800" b="0">
                <a:latin typeface="Arial" panose="020B0604020202020204" pitchFamily="34" charset="0"/>
              </a:rPr>
              <a:t>ASSUME</a:t>
            </a:r>
          </a:p>
        </p:txBody>
      </p:sp>
    </p:spTree>
  </p:cSld>
  <p:clrMapOvr>
    <a:masterClrMapping/>
  </p:clrMapOvr>
  <p:transition>
    <p:random/>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灯片编号占位符 32">
            <a:extLst>
              <a:ext uri="{FF2B5EF4-FFF2-40B4-BE49-F238E27FC236}">
                <a16:creationId xmlns:a16="http://schemas.microsoft.com/office/drawing/2014/main" id="{6562AC1E-087D-4B8A-9EEF-2113DE6DB317}"/>
              </a:ext>
            </a:extLst>
          </p:cNvPr>
          <p:cNvSpPr>
            <a:spLocks noGrp="1"/>
          </p:cNvSpPr>
          <p:nvPr>
            <p:ph type="sldNum" sz="quarter" idx="12"/>
          </p:nvPr>
        </p:nvSpPr>
        <p:spPr/>
        <p:txBody>
          <a:bodyPr/>
          <a:lstStyle/>
          <a:p>
            <a:pPr>
              <a:defRPr/>
            </a:pPr>
            <a:fld id="{E55066B0-0620-4E47-B60C-DA6A686AE9C2}" type="slidenum">
              <a:rPr lang="en-US" altLang="zh-CN"/>
              <a:pPr>
                <a:defRPr/>
              </a:pPr>
              <a:t>29</a:t>
            </a:fld>
            <a:endParaRPr lang="en-US" altLang="zh-CN"/>
          </a:p>
        </p:txBody>
      </p:sp>
      <p:graphicFrame>
        <p:nvGraphicFramePr>
          <p:cNvPr id="768002" name="Group 2">
            <a:extLst>
              <a:ext uri="{FF2B5EF4-FFF2-40B4-BE49-F238E27FC236}">
                <a16:creationId xmlns:a16="http://schemas.microsoft.com/office/drawing/2014/main" id="{CF8DFF12-EEC0-4474-8B1B-6D37780745A4}"/>
              </a:ext>
            </a:extLst>
          </p:cNvPr>
          <p:cNvGraphicFramePr>
            <a:graphicFrameLocks noGrp="1"/>
          </p:cNvGraphicFramePr>
          <p:nvPr>
            <p:ph/>
          </p:nvPr>
        </p:nvGraphicFramePr>
        <p:xfrm>
          <a:off x="323850" y="1052513"/>
          <a:ext cx="8650288" cy="4195762"/>
        </p:xfrm>
        <a:graphic>
          <a:graphicData uri="http://schemas.openxmlformats.org/drawingml/2006/table">
            <a:tbl>
              <a:tblPr/>
              <a:tblGrid>
                <a:gridCol w="950913">
                  <a:extLst>
                    <a:ext uri="{9D8B030D-6E8A-4147-A177-3AD203B41FA5}">
                      <a16:colId xmlns:a16="http://schemas.microsoft.com/office/drawing/2014/main" val="1936027327"/>
                    </a:ext>
                  </a:extLst>
                </a:gridCol>
                <a:gridCol w="1206500">
                  <a:extLst>
                    <a:ext uri="{9D8B030D-6E8A-4147-A177-3AD203B41FA5}">
                      <a16:colId xmlns:a16="http://schemas.microsoft.com/office/drawing/2014/main" val="2764189030"/>
                    </a:ext>
                  </a:extLst>
                </a:gridCol>
                <a:gridCol w="3529012">
                  <a:extLst>
                    <a:ext uri="{9D8B030D-6E8A-4147-A177-3AD203B41FA5}">
                      <a16:colId xmlns:a16="http://schemas.microsoft.com/office/drawing/2014/main" val="364418446"/>
                    </a:ext>
                  </a:extLst>
                </a:gridCol>
                <a:gridCol w="2963863">
                  <a:extLst>
                    <a:ext uri="{9D8B030D-6E8A-4147-A177-3AD203B41FA5}">
                      <a16:colId xmlns:a16="http://schemas.microsoft.com/office/drawing/2014/main" val="396488280"/>
                    </a:ext>
                  </a:extLst>
                </a:gridCol>
              </a:tblGrid>
              <a:tr h="763645">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类别</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伪操作名</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格式</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功能</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45568996"/>
                  </a:ext>
                </a:extLst>
              </a:tr>
              <a:tr h="442946">
                <a:tc rowSpan="6">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段定义</a:t>
                      </a:r>
                    </a:p>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伪操作</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rgbClr val="FF0000"/>
                          </a:solidFill>
                          <a:effectLst/>
                          <a:latin typeface="宋体" panose="02010600030101010101" pitchFamily="2" charset="-122"/>
                          <a:ea typeface="宋体" panose="02010600030101010101" pitchFamily="2" charset="-122"/>
                        </a:rPr>
                        <a:t>SEGMENT</a:t>
                      </a:r>
                      <a:endParaRPr kumimoji="0" lang="en-US" altLang="zh-CN" sz="2000" b="0" i="0" u="none" strike="noStrike" cap="none" normalizeH="0" baseline="0">
                        <a:ln>
                          <a:noFill/>
                        </a:ln>
                        <a:solidFill>
                          <a:srgbClr val="FF0000"/>
                        </a:solidFill>
                        <a:effectLst/>
                        <a:latin typeface="Arial" panose="020B0604020202020204" pitchFamily="34" charset="0"/>
                        <a:ea typeface="宋体" panose="02010600030101010101" pitchFamily="2" charset="-122"/>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段名 </a:t>
                      </a:r>
                      <a:r>
                        <a:rPr kumimoji="0" lang="en-US" altLang="zh-CN"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SEGMENT[</a:t>
                      </a:r>
                      <a:r>
                        <a:rPr kumimoji="0" lang="zh-CN" altLang="en-US"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定位类型</a:t>
                      </a:r>
                      <a:r>
                        <a:rPr kumimoji="0" lang="en-US" altLang="zh-CN"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rowSpan="4">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定义一个逻辑段</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660746238"/>
                  </a:ext>
                </a:extLst>
              </a:tr>
              <a:tr h="701093">
                <a:tc vMerge="1">
                  <a:txBody>
                    <a:bodyPr/>
                    <a:lstStyle/>
                    <a:p>
                      <a:endParaRPr lang="zh-CN" altLang="en-US"/>
                    </a:p>
                  </a:txBody>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　</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         [</a:t>
                      </a:r>
                      <a:r>
                        <a:rPr kumimoji="0" lang="zh-CN" altLang="en-US"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组合类型</a:t>
                      </a:r>
                      <a:r>
                        <a:rPr kumimoji="0" lang="en-US" altLang="zh-CN"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zh-CN" altLang="en-US"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类别</a:t>
                      </a: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vMerge="1">
                  <a:txBody>
                    <a:bodyPr/>
                    <a:lstStyle/>
                    <a:p>
                      <a:endParaRPr lang="zh-CN" altLang="en-US"/>
                    </a:p>
                  </a:txBody>
                  <a:tcPr/>
                </a:tc>
                <a:extLst>
                  <a:ext uri="{0D108BD9-81ED-4DB2-BD59-A6C34878D82A}">
                    <a16:rowId xmlns:a16="http://schemas.microsoft.com/office/drawing/2014/main" val="2375867119"/>
                  </a:ext>
                </a:extLst>
              </a:tr>
              <a:tr h="442946">
                <a:tc vMerge="1">
                  <a:txBody>
                    <a:bodyPr/>
                    <a:lstStyle/>
                    <a:p>
                      <a:endParaRPr lang="zh-CN" altLang="en-US"/>
                    </a:p>
                  </a:txBody>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rgbClr val="FF0000"/>
                          </a:solidFill>
                          <a:effectLst/>
                          <a:latin typeface="宋体" panose="02010600030101010101" pitchFamily="2" charset="-122"/>
                          <a:ea typeface="宋体" panose="02010600030101010101" pitchFamily="2" charset="-122"/>
                        </a:rPr>
                        <a:t>ENDS</a:t>
                      </a:r>
                      <a:endParaRPr kumimoji="0" lang="en-US" altLang="zh-CN" sz="2000" b="0" i="0" u="none" strike="noStrike" cap="none" normalizeH="0" baseline="0">
                        <a:ln>
                          <a:noFill/>
                        </a:ln>
                        <a:solidFill>
                          <a:srgbClr val="FF0000"/>
                        </a:solidFill>
                        <a:effectLst/>
                        <a:latin typeface="Arial" panose="020B0604020202020204" pitchFamily="34" charset="0"/>
                        <a:ea typeface="宋体" panose="02010600030101010101" pitchFamily="2" charset="-122"/>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vMerge="1">
                  <a:txBody>
                    <a:bodyPr/>
                    <a:lstStyle/>
                    <a:p>
                      <a:endParaRPr lang="zh-CN" altLang="en-US"/>
                    </a:p>
                  </a:txBody>
                  <a:tcPr/>
                </a:tc>
                <a:extLst>
                  <a:ext uri="{0D108BD9-81ED-4DB2-BD59-A6C34878D82A}">
                    <a16:rowId xmlns:a16="http://schemas.microsoft.com/office/drawing/2014/main" val="593444434"/>
                  </a:ext>
                </a:extLst>
              </a:tr>
              <a:tr h="442946">
                <a:tc vMerge="1">
                  <a:txBody>
                    <a:bodyPr/>
                    <a:lstStyle/>
                    <a:p>
                      <a:endParaRPr lang="zh-CN" altLang="en-US"/>
                    </a:p>
                  </a:txBody>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　</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段名 </a:t>
                      </a:r>
                      <a:r>
                        <a:rPr kumimoji="0" lang="en-US" altLang="zh-CN"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ENDS</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zh-CN" altLang="en-US"/>
                    </a:p>
                  </a:txBody>
                  <a:tcPr/>
                </a:tc>
                <a:extLst>
                  <a:ext uri="{0D108BD9-81ED-4DB2-BD59-A6C34878D82A}">
                    <a16:rowId xmlns:a16="http://schemas.microsoft.com/office/drawing/2014/main" val="1620008618"/>
                  </a:ext>
                </a:extLst>
              </a:tr>
              <a:tr h="701093">
                <a:tc vMerge="1">
                  <a:txBody>
                    <a:bodyPr/>
                    <a:lstStyle/>
                    <a:p>
                      <a:endParaRPr lang="zh-CN" altLang="en-US"/>
                    </a:p>
                  </a:txBody>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rgbClr val="FF0000"/>
                          </a:solidFill>
                          <a:effectLst/>
                          <a:latin typeface="宋体" panose="02010600030101010101" pitchFamily="2" charset="-122"/>
                          <a:ea typeface="宋体" panose="02010600030101010101" pitchFamily="2" charset="-122"/>
                        </a:rPr>
                        <a:t>ASSUME</a:t>
                      </a:r>
                      <a:endParaRPr kumimoji="0" lang="en-US" altLang="zh-CN" sz="2000" b="1" i="0" u="none" strike="noStrike" cap="none" normalizeH="0" baseline="0">
                        <a:ln>
                          <a:noFill/>
                        </a:ln>
                        <a:solidFill>
                          <a:srgbClr val="FF0000"/>
                        </a:solidFill>
                        <a:effectLst/>
                        <a:latin typeface="Arial" panose="020B0604020202020204" pitchFamily="34" charset="0"/>
                        <a:ea typeface="宋体" panose="02010600030101010101" pitchFamily="2" charset="-122"/>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ASSUME </a:t>
                      </a:r>
                      <a:r>
                        <a:rPr kumimoji="0" lang="zh-CN" altLang="en-US"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段寄存器名：段段名</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设定逻辑段段址所在的段寄存器</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440149080"/>
                  </a:ext>
                </a:extLst>
              </a:tr>
              <a:tr h="701093">
                <a:tc vMerge="1">
                  <a:txBody>
                    <a:bodyPr/>
                    <a:lstStyle/>
                    <a:p>
                      <a:endParaRPr lang="zh-CN" altLang="en-US"/>
                    </a:p>
                  </a:txBody>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ORG</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ORG </a:t>
                      </a:r>
                      <a:r>
                        <a:rPr kumimoji="0" lang="zh-CN" altLang="en-US"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表达式</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将地址计数器置为表达式的值</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973879368"/>
                  </a:ext>
                </a:extLst>
              </a:tr>
            </a:tbl>
          </a:graphicData>
        </a:graphic>
      </p:graphicFrame>
    </p:spTree>
  </p:cSld>
  <p:clrMapOvr>
    <a:masterClrMapping/>
  </p:clrMapOvr>
  <p:transition>
    <p:zoom/>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F0811969-F5E4-4643-94B9-BE310C079FE8}"/>
              </a:ext>
            </a:extLst>
          </p:cNvPr>
          <p:cNvSpPr>
            <a:spLocks noGrp="1"/>
          </p:cNvSpPr>
          <p:nvPr>
            <p:ph type="sldNum" sz="quarter" idx="12"/>
          </p:nvPr>
        </p:nvSpPr>
        <p:spPr/>
        <p:txBody>
          <a:bodyPr/>
          <a:lstStyle/>
          <a:p>
            <a:pPr>
              <a:defRPr/>
            </a:pPr>
            <a:fld id="{9CD680D8-3CA3-4DC2-BE7F-4F0F8C135E76}" type="slidenum">
              <a:rPr lang="en-US" altLang="zh-CN"/>
              <a:pPr>
                <a:defRPr/>
              </a:pPr>
              <a:t>30</a:t>
            </a:fld>
            <a:endParaRPr lang="en-US" altLang="zh-CN"/>
          </a:p>
        </p:txBody>
      </p:sp>
      <p:sp>
        <p:nvSpPr>
          <p:cNvPr id="36867" name="Rectangle 3">
            <a:extLst>
              <a:ext uri="{FF2B5EF4-FFF2-40B4-BE49-F238E27FC236}">
                <a16:creationId xmlns:a16="http://schemas.microsoft.com/office/drawing/2014/main" id="{0C2DCF9C-2078-4820-8C16-E4CD4898A1F0}"/>
              </a:ext>
            </a:extLst>
          </p:cNvPr>
          <p:cNvSpPr>
            <a:spLocks noGrp="1" noRot="1" noChangeArrowheads="1"/>
          </p:cNvSpPr>
          <p:nvPr>
            <p:ph type="body" idx="4294967295"/>
          </p:nvPr>
        </p:nvSpPr>
        <p:spPr>
          <a:xfrm>
            <a:off x="395288" y="476250"/>
            <a:ext cx="8424862" cy="5832475"/>
          </a:xfrm>
        </p:spPr>
        <p:txBody>
          <a:bodyPr/>
          <a:lstStyle/>
          <a:p>
            <a:pPr>
              <a:lnSpc>
                <a:spcPct val="80000"/>
              </a:lnSpc>
              <a:buFont typeface="Wingdings" panose="05000000000000000000" pitchFamily="2" charset="2"/>
              <a:buNone/>
            </a:pPr>
            <a:r>
              <a:rPr lang="en-US" altLang="zh-CN" sz="2000" dirty="0">
                <a:solidFill>
                  <a:schemeClr val="accent2"/>
                </a:solidFill>
              </a:rPr>
              <a:t>DATA       SEGMENT  </a:t>
            </a:r>
          </a:p>
          <a:p>
            <a:pPr>
              <a:lnSpc>
                <a:spcPct val="80000"/>
              </a:lnSpc>
              <a:buFont typeface="Wingdings" panose="05000000000000000000" pitchFamily="2" charset="2"/>
              <a:buNone/>
            </a:pPr>
            <a:r>
              <a:rPr lang="en-US" altLang="zh-CN" sz="2000" dirty="0">
                <a:solidFill>
                  <a:schemeClr val="accent2"/>
                </a:solidFill>
              </a:rPr>
              <a:t>         ┇</a:t>
            </a:r>
          </a:p>
          <a:p>
            <a:pPr>
              <a:lnSpc>
                <a:spcPct val="80000"/>
              </a:lnSpc>
              <a:buFont typeface="Wingdings" panose="05000000000000000000" pitchFamily="2" charset="2"/>
              <a:buNone/>
            </a:pPr>
            <a:r>
              <a:rPr lang="en-US" altLang="zh-CN" sz="2000" dirty="0">
                <a:solidFill>
                  <a:schemeClr val="accent2"/>
                </a:solidFill>
              </a:rPr>
              <a:t>DATA       ENDS</a:t>
            </a:r>
          </a:p>
          <a:p>
            <a:pPr>
              <a:lnSpc>
                <a:spcPct val="80000"/>
              </a:lnSpc>
              <a:buFont typeface="Wingdings" panose="05000000000000000000" pitchFamily="2" charset="2"/>
              <a:buNone/>
            </a:pPr>
            <a:endParaRPr lang="en-US" altLang="zh-CN" sz="2000" dirty="0">
              <a:solidFill>
                <a:schemeClr val="accent2"/>
              </a:solidFill>
            </a:endParaRPr>
          </a:p>
          <a:p>
            <a:pPr>
              <a:lnSpc>
                <a:spcPct val="80000"/>
              </a:lnSpc>
              <a:buFont typeface="Wingdings" panose="05000000000000000000" pitchFamily="2" charset="2"/>
              <a:buNone/>
            </a:pPr>
            <a:r>
              <a:rPr lang="en-US" altLang="zh-CN" sz="2000" dirty="0">
                <a:solidFill>
                  <a:srgbClr val="3366FF"/>
                </a:solidFill>
              </a:rPr>
              <a:t>STACK    SEGMENT  STACK</a:t>
            </a:r>
          </a:p>
          <a:p>
            <a:pPr>
              <a:lnSpc>
                <a:spcPct val="80000"/>
              </a:lnSpc>
              <a:buFont typeface="Wingdings" panose="05000000000000000000" pitchFamily="2" charset="2"/>
              <a:buNone/>
            </a:pPr>
            <a:r>
              <a:rPr lang="en-US" altLang="zh-CN" sz="2000" dirty="0">
                <a:solidFill>
                  <a:srgbClr val="3366FF"/>
                </a:solidFill>
              </a:rPr>
              <a:t>   ┇</a:t>
            </a:r>
          </a:p>
          <a:p>
            <a:pPr>
              <a:lnSpc>
                <a:spcPct val="80000"/>
              </a:lnSpc>
              <a:buFont typeface="Wingdings" panose="05000000000000000000" pitchFamily="2" charset="2"/>
              <a:buNone/>
            </a:pPr>
            <a:r>
              <a:rPr lang="en-US" altLang="zh-CN" sz="2000" dirty="0">
                <a:solidFill>
                  <a:srgbClr val="3366FF"/>
                </a:solidFill>
              </a:rPr>
              <a:t>STACK    ENDS</a:t>
            </a:r>
          </a:p>
          <a:p>
            <a:pPr>
              <a:lnSpc>
                <a:spcPct val="80000"/>
              </a:lnSpc>
              <a:buFont typeface="Wingdings" panose="05000000000000000000" pitchFamily="2" charset="2"/>
              <a:buNone/>
            </a:pPr>
            <a:endParaRPr lang="en-US" altLang="zh-CN" sz="2000" dirty="0">
              <a:solidFill>
                <a:srgbClr val="3366FF"/>
              </a:solidFill>
            </a:endParaRPr>
          </a:p>
          <a:p>
            <a:pPr>
              <a:lnSpc>
                <a:spcPct val="80000"/>
              </a:lnSpc>
              <a:buFont typeface="Wingdings" panose="05000000000000000000" pitchFamily="2" charset="2"/>
              <a:buNone/>
            </a:pPr>
            <a:r>
              <a:rPr lang="en-US" altLang="zh-CN" sz="2000" dirty="0"/>
              <a:t>CODE      SEGMENT</a:t>
            </a:r>
          </a:p>
          <a:p>
            <a:pPr>
              <a:lnSpc>
                <a:spcPct val="80000"/>
              </a:lnSpc>
              <a:buFont typeface="Wingdings" panose="05000000000000000000" pitchFamily="2" charset="2"/>
              <a:buNone/>
            </a:pPr>
            <a:r>
              <a:rPr lang="en-US" altLang="zh-CN" sz="2000" dirty="0"/>
              <a:t>          </a:t>
            </a:r>
            <a:r>
              <a:rPr lang="en-US" altLang="zh-CN" sz="2000" dirty="0">
                <a:solidFill>
                  <a:srgbClr val="FF0000"/>
                </a:solidFill>
              </a:rPr>
              <a:t>ASSUME  CS</a:t>
            </a:r>
            <a:r>
              <a:rPr lang="zh-CN" altLang="en-US" sz="2000" dirty="0">
                <a:solidFill>
                  <a:srgbClr val="FF0000"/>
                </a:solidFill>
              </a:rPr>
              <a:t>：</a:t>
            </a:r>
            <a:r>
              <a:rPr lang="en-US" altLang="zh-CN" sz="2000" dirty="0">
                <a:solidFill>
                  <a:srgbClr val="FF0000"/>
                </a:solidFill>
              </a:rPr>
              <a:t>CODE</a:t>
            </a:r>
            <a:r>
              <a:rPr lang="zh-CN" altLang="en-US" sz="2000" dirty="0">
                <a:solidFill>
                  <a:srgbClr val="FF0000"/>
                </a:solidFill>
              </a:rPr>
              <a:t>，</a:t>
            </a:r>
            <a:r>
              <a:rPr lang="en-US" altLang="zh-CN" sz="2000" dirty="0">
                <a:solidFill>
                  <a:srgbClr val="FF0000"/>
                </a:solidFill>
              </a:rPr>
              <a:t>DS</a:t>
            </a:r>
            <a:r>
              <a:rPr lang="zh-CN" altLang="en-US" sz="2000" dirty="0">
                <a:solidFill>
                  <a:srgbClr val="FF0000"/>
                </a:solidFill>
              </a:rPr>
              <a:t>：</a:t>
            </a:r>
            <a:r>
              <a:rPr lang="en-US" altLang="zh-CN" sz="2000" dirty="0">
                <a:solidFill>
                  <a:srgbClr val="FF0000"/>
                </a:solidFill>
              </a:rPr>
              <a:t>DATA</a:t>
            </a:r>
            <a:r>
              <a:rPr lang="zh-CN" altLang="en-US" sz="2000" dirty="0">
                <a:solidFill>
                  <a:srgbClr val="FF0000"/>
                </a:solidFill>
              </a:rPr>
              <a:t>，</a:t>
            </a:r>
            <a:r>
              <a:rPr lang="en-US" altLang="zh-CN" sz="2000" dirty="0">
                <a:solidFill>
                  <a:srgbClr val="FF0000"/>
                </a:solidFill>
              </a:rPr>
              <a:t>ES</a:t>
            </a:r>
            <a:r>
              <a:rPr lang="zh-CN" altLang="en-US" sz="2000" dirty="0">
                <a:solidFill>
                  <a:srgbClr val="FF0000"/>
                </a:solidFill>
              </a:rPr>
              <a:t>：</a:t>
            </a:r>
            <a:r>
              <a:rPr lang="en-US" altLang="zh-CN" sz="2000" dirty="0">
                <a:solidFill>
                  <a:srgbClr val="FF0000"/>
                </a:solidFill>
              </a:rPr>
              <a:t>DATA</a:t>
            </a:r>
            <a:r>
              <a:rPr lang="zh-CN" altLang="en-US" sz="2000" dirty="0">
                <a:solidFill>
                  <a:srgbClr val="FF0000"/>
                </a:solidFill>
              </a:rPr>
              <a:t>，</a:t>
            </a:r>
            <a:r>
              <a:rPr lang="en-US" altLang="zh-CN" sz="2000" dirty="0">
                <a:solidFill>
                  <a:srgbClr val="FF0000"/>
                </a:solidFill>
              </a:rPr>
              <a:t>SS</a:t>
            </a:r>
            <a:r>
              <a:rPr lang="zh-CN" altLang="en-US" sz="2000" dirty="0">
                <a:solidFill>
                  <a:srgbClr val="FF0000"/>
                </a:solidFill>
              </a:rPr>
              <a:t>：</a:t>
            </a:r>
            <a:r>
              <a:rPr lang="en-US" altLang="zh-CN" sz="2000" dirty="0">
                <a:solidFill>
                  <a:srgbClr val="FF0000"/>
                </a:solidFill>
              </a:rPr>
              <a:t>STACK</a:t>
            </a:r>
          </a:p>
          <a:p>
            <a:pPr>
              <a:lnSpc>
                <a:spcPct val="80000"/>
              </a:lnSpc>
              <a:buFont typeface="Wingdings" panose="05000000000000000000" pitchFamily="2" charset="2"/>
              <a:buNone/>
            </a:pPr>
            <a:r>
              <a:rPr lang="en-US" altLang="zh-CN" sz="2000" dirty="0"/>
              <a:t>BEGIN:    MOV  AX</a:t>
            </a:r>
            <a:r>
              <a:rPr lang="zh-CN" altLang="en-US" sz="2000" dirty="0"/>
              <a:t>，</a:t>
            </a:r>
            <a:r>
              <a:rPr lang="en-US" altLang="zh-CN" sz="2000" dirty="0"/>
              <a:t>DATA</a:t>
            </a:r>
          </a:p>
          <a:p>
            <a:pPr>
              <a:lnSpc>
                <a:spcPct val="80000"/>
              </a:lnSpc>
              <a:buFont typeface="Wingdings" panose="05000000000000000000" pitchFamily="2" charset="2"/>
              <a:buNone/>
            </a:pPr>
            <a:r>
              <a:rPr lang="en-US" altLang="zh-CN" sz="2000" dirty="0"/>
              <a:t>                MOV  DS</a:t>
            </a:r>
            <a:r>
              <a:rPr lang="zh-CN" altLang="en-US" sz="2000" dirty="0"/>
              <a:t>，</a:t>
            </a:r>
            <a:r>
              <a:rPr lang="en-US" altLang="zh-CN" sz="2000" dirty="0"/>
              <a:t>AX</a:t>
            </a:r>
          </a:p>
          <a:p>
            <a:pPr>
              <a:lnSpc>
                <a:spcPct val="80000"/>
              </a:lnSpc>
              <a:buFont typeface="Wingdings" panose="05000000000000000000" pitchFamily="2" charset="2"/>
              <a:buNone/>
            </a:pPr>
            <a:r>
              <a:rPr lang="en-US" altLang="zh-CN" sz="2000" dirty="0"/>
              <a:t>                MOV  ES</a:t>
            </a:r>
            <a:r>
              <a:rPr lang="zh-CN" altLang="en-US" sz="2000" dirty="0"/>
              <a:t>，</a:t>
            </a:r>
            <a:r>
              <a:rPr lang="en-US" altLang="zh-CN" sz="2000" dirty="0"/>
              <a:t>AX		</a:t>
            </a:r>
          </a:p>
          <a:p>
            <a:pPr>
              <a:lnSpc>
                <a:spcPct val="80000"/>
              </a:lnSpc>
              <a:buFont typeface="Wingdings" panose="05000000000000000000" pitchFamily="2" charset="2"/>
              <a:buNone/>
            </a:pPr>
            <a:endParaRPr lang="en-US" altLang="zh-CN" sz="2000" dirty="0"/>
          </a:p>
          <a:p>
            <a:pPr>
              <a:lnSpc>
                <a:spcPct val="80000"/>
              </a:lnSpc>
              <a:buFont typeface="Wingdings" panose="05000000000000000000" pitchFamily="2" charset="2"/>
              <a:buNone/>
            </a:pPr>
            <a:endParaRPr lang="en-US" altLang="zh-CN" sz="2000" dirty="0"/>
          </a:p>
          <a:p>
            <a:pPr>
              <a:lnSpc>
                <a:spcPct val="80000"/>
              </a:lnSpc>
              <a:buFont typeface="Wingdings" panose="05000000000000000000" pitchFamily="2" charset="2"/>
              <a:buNone/>
            </a:pPr>
            <a:r>
              <a:rPr lang="en-US" altLang="zh-CN" sz="2000" dirty="0"/>
              <a:t>……</a:t>
            </a:r>
          </a:p>
          <a:p>
            <a:pPr>
              <a:lnSpc>
                <a:spcPct val="80000"/>
              </a:lnSpc>
              <a:buFont typeface="Wingdings" panose="05000000000000000000" pitchFamily="2" charset="2"/>
              <a:buNone/>
            </a:pPr>
            <a:r>
              <a:rPr lang="en-US" altLang="zh-CN" sz="2000" dirty="0"/>
              <a:t> CODE    ENDS</a:t>
            </a:r>
          </a:p>
          <a:p>
            <a:pPr>
              <a:lnSpc>
                <a:spcPct val="80000"/>
              </a:lnSpc>
              <a:buFont typeface="Wingdings" panose="05000000000000000000" pitchFamily="2" charset="2"/>
              <a:buNone/>
            </a:pPr>
            <a:r>
              <a:rPr lang="en-US" altLang="zh-CN" sz="2000" dirty="0"/>
              <a:t>               END  BEGIN                   </a:t>
            </a:r>
            <a:r>
              <a:rPr lang="zh-CN" altLang="en-US" sz="2000" dirty="0">
                <a:solidFill>
                  <a:srgbClr val="FF0000"/>
                </a:solidFill>
              </a:rPr>
              <a:t>；指明程序入口，结束汇编</a:t>
            </a:r>
            <a:r>
              <a:rPr lang="zh-CN" altLang="en-US" sz="2000" dirty="0"/>
              <a:t> </a:t>
            </a:r>
          </a:p>
        </p:txBody>
      </p:sp>
    </p:spTree>
    <p:custDataLst>
      <p:tags r:id="rId1"/>
    </p:custDataLst>
  </p:cSld>
  <p:clrMapOvr>
    <a:masterClrMapping/>
  </p:clrMapOvr>
  <p:transition>
    <p:random/>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灯片编号占位符 34">
            <a:extLst>
              <a:ext uri="{FF2B5EF4-FFF2-40B4-BE49-F238E27FC236}">
                <a16:creationId xmlns:a16="http://schemas.microsoft.com/office/drawing/2014/main" id="{88FF08E6-A348-4BEB-AFFB-3CDEE3CBD728}"/>
              </a:ext>
            </a:extLst>
          </p:cNvPr>
          <p:cNvSpPr>
            <a:spLocks noGrp="1"/>
          </p:cNvSpPr>
          <p:nvPr>
            <p:ph type="sldNum" sz="quarter" idx="12"/>
          </p:nvPr>
        </p:nvSpPr>
        <p:spPr/>
        <p:txBody>
          <a:bodyPr/>
          <a:lstStyle/>
          <a:p>
            <a:pPr>
              <a:defRPr/>
            </a:pPr>
            <a:fld id="{87834693-0DD5-4277-98C2-E2B8668BA6DB}" type="slidenum">
              <a:rPr lang="en-US" altLang="zh-CN"/>
              <a:pPr>
                <a:defRPr/>
              </a:pPr>
              <a:t>31</a:t>
            </a:fld>
            <a:endParaRPr lang="en-US" altLang="zh-CN"/>
          </a:p>
        </p:txBody>
      </p:sp>
      <p:graphicFrame>
        <p:nvGraphicFramePr>
          <p:cNvPr id="770110" name="Group 62">
            <a:extLst>
              <a:ext uri="{FF2B5EF4-FFF2-40B4-BE49-F238E27FC236}">
                <a16:creationId xmlns:a16="http://schemas.microsoft.com/office/drawing/2014/main" id="{FA723D44-6CBF-4869-94EE-569CC7C949A7}"/>
              </a:ext>
            </a:extLst>
          </p:cNvPr>
          <p:cNvGraphicFramePr>
            <a:graphicFrameLocks noGrp="1"/>
          </p:cNvGraphicFramePr>
          <p:nvPr>
            <p:ph/>
          </p:nvPr>
        </p:nvGraphicFramePr>
        <p:xfrm>
          <a:off x="0" y="1484313"/>
          <a:ext cx="9048750" cy="2981326"/>
        </p:xfrm>
        <a:graphic>
          <a:graphicData uri="http://schemas.openxmlformats.org/drawingml/2006/table">
            <a:tbl>
              <a:tblPr/>
              <a:tblGrid>
                <a:gridCol w="1206500">
                  <a:extLst>
                    <a:ext uri="{9D8B030D-6E8A-4147-A177-3AD203B41FA5}">
                      <a16:colId xmlns:a16="http://schemas.microsoft.com/office/drawing/2014/main" val="1848041693"/>
                    </a:ext>
                  </a:extLst>
                </a:gridCol>
                <a:gridCol w="1206500">
                  <a:extLst>
                    <a:ext uri="{9D8B030D-6E8A-4147-A177-3AD203B41FA5}">
                      <a16:colId xmlns:a16="http://schemas.microsoft.com/office/drawing/2014/main" val="2137190191"/>
                    </a:ext>
                  </a:extLst>
                </a:gridCol>
                <a:gridCol w="3382963">
                  <a:extLst>
                    <a:ext uri="{9D8B030D-6E8A-4147-A177-3AD203B41FA5}">
                      <a16:colId xmlns:a16="http://schemas.microsoft.com/office/drawing/2014/main" val="3688049204"/>
                    </a:ext>
                  </a:extLst>
                </a:gridCol>
                <a:gridCol w="3252787">
                  <a:extLst>
                    <a:ext uri="{9D8B030D-6E8A-4147-A177-3AD203B41FA5}">
                      <a16:colId xmlns:a16="http://schemas.microsoft.com/office/drawing/2014/main" val="2517609004"/>
                    </a:ext>
                  </a:extLst>
                </a:gridCol>
              </a:tblGrid>
              <a:tr h="763587">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类别</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伪操作名</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格式</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功能</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528692548"/>
                  </a:ext>
                </a:extLst>
              </a:tr>
              <a:tr h="444500">
                <a:tc rowSpan="5">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数据定义</a:t>
                      </a:r>
                    </a:p>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伪操作</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rgbClr val="FF0000"/>
                          </a:solidFill>
                          <a:effectLst/>
                          <a:latin typeface="宋体" panose="02010600030101010101" pitchFamily="2" charset="-122"/>
                          <a:ea typeface="宋体" panose="02010600030101010101" pitchFamily="2" charset="-122"/>
                        </a:rPr>
                        <a:t>DB</a:t>
                      </a:r>
                      <a:endParaRPr kumimoji="0" lang="en-US" altLang="zh-CN" sz="2000" b="0" i="0" u="none" strike="noStrike" cap="none" normalizeH="0" baseline="0">
                        <a:ln>
                          <a:noFill/>
                        </a:ln>
                        <a:solidFill>
                          <a:srgbClr val="FF0000"/>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r>
                        <a:rPr kumimoji="0" lang="zh-CN" altLang="en-US"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变量名</a:t>
                      </a:r>
                      <a:r>
                        <a:rPr kumimoji="0" lang="en-US" altLang="zh-CN"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 </a:t>
                      </a:r>
                      <a:r>
                        <a:rPr kumimoji="0" lang="en-US" altLang="zh-CN" sz="2000" b="1" i="0" u="none" strike="noStrike" cap="none" normalizeH="0" baseline="0">
                          <a:ln>
                            <a:noFill/>
                          </a:ln>
                          <a:solidFill>
                            <a:srgbClr val="FF0000"/>
                          </a:solidFill>
                          <a:effectLst/>
                          <a:latin typeface="宋体" panose="02010600030101010101" pitchFamily="2" charset="-122"/>
                          <a:ea typeface="宋体" panose="02010600030101010101" pitchFamily="2" charset="-122"/>
                        </a:rPr>
                        <a:t>DB</a:t>
                      </a:r>
                      <a:r>
                        <a:rPr kumimoji="0" lang="en-US" altLang="zh-CN"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 </a:t>
                      </a:r>
                      <a:r>
                        <a:rPr kumimoji="0" lang="zh-CN" altLang="en-US"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操作数</a:t>
                      </a:r>
                      <a:r>
                        <a:rPr kumimoji="0" lang="en-US" altLang="zh-CN"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定义字节变量</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317399424"/>
                  </a:ext>
                </a:extLst>
              </a:tr>
              <a:tr h="442913">
                <a:tc vMerge="1">
                  <a:txBody>
                    <a:bodyPr/>
                    <a:lstStyle/>
                    <a:p>
                      <a:endParaRPr lang="zh-CN" altLang="en-US"/>
                    </a:p>
                  </a:txBody>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rgbClr val="FF0000"/>
                          </a:solidFill>
                          <a:effectLst/>
                          <a:latin typeface="宋体" panose="02010600030101010101" pitchFamily="2" charset="-122"/>
                          <a:ea typeface="宋体" panose="02010600030101010101" pitchFamily="2" charset="-122"/>
                        </a:rPr>
                        <a:t>DW</a:t>
                      </a:r>
                      <a:endParaRPr kumimoji="0" lang="en-US" altLang="zh-CN" sz="2000" b="0" i="0" u="none" strike="noStrike" cap="none" normalizeH="0" baseline="0">
                        <a:ln>
                          <a:noFill/>
                        </a:ln>
                        <a:solidFill>
                          <a:srgbClr val="FF0000"/>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r>
                        <a:rPr kumimoji="0" lang="zh-CN" altLang="en-US"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变量名</a:t>
                      </a:r>
                      <a:r>
                        <a:rPr kumimoji="0" lang="en-US" altLang="zh-CN"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 </a:t>
                      </a:r>
                      <a:r>
                        <a:rPr kumimoji="0" lang="en-US" altLang="zh-CN" sz="2000" b="1" i="0" u="none" strike="noStrike" cap="none" normalizeH="0" baseline="0">
                          <a:ln>
                            <a:noFill/>
                          </a:ln>
                          <a:solidFill>
                            <a:srgbClr val="FF0000"/>
                          </a:solidFill>
                          <a:effectLst/>
                          <a:latin typeface="宋体" panose="02010600030101010101" pitchFamily="2" charset="-122"/>
                          <a:ea typeface="宋体" panose="02010600030101010101" pitchFamily="2" charset="-122"/>
                        </a:rPr>
                        <a:t>DW</a:t>
                      </a:r>
                      <a:r>
                        <a:rPr kumimoji="0" lang="en-US" altLang="zh-CN"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 </a:t>
                      </a:r>
                      <a:r>
                        <a:rPr kumimoji="0" lang="zh-CN" altLang="en-US"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操作数</a:t>
                      </a:r>
                      <a:r>
                        <a:rPr kumimoji="0" lang="en-US" altLang="zh-CN"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定义字（</a:t>
                      </a:r>
                      <a:r>
                        <a:rPr kumimoji="0" lang="en-US" altLang="zh-CN"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2</a:t>
                      </a:r>
                      <a:r>
                        <a:rPr kumimoji="0" lang="zh-CN" altLang="en-US"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字节）变量</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260562158"/>
                  </a:ext>
                </a:extLst>
              </a:tr>
              <a:tr h="442913">
                <a:tc vMerge="1">
                  <a:txBody>
                    <a:bodyPr/>
                    <a:lstStyle/>
                    <a:p>
                      <a:endParaRPr lang="zh-CN" altLang="en-US"/>
                    </a:p>
                  </a:txBody>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DD</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r>
                        <a:rPr kumimoji="0" lang="zh-CN" altLang="en-US"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变量名</a:t>
                      </a:r>
                      <a:r>
                        <a:rPr kumimoji="0" lang="en-US" altLang="zh-CN"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 DD </a:t>
                      </a:r>
                      <a:r>
                        <a:rPr kumimoji="0" lang="zh-CN" altLang="en-US"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操作数</a:t>
                      </a:r>
                      <a:r>
                        <a:rPr kumimoji="0" lang="en-US" altLang="zh-CN"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定义双字（</a:t>
                      </a:r>
                      <a:r>
                        <a:rPr kumimoji="0" lang="en-US" altLang="zh-CN"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4</a:t>
                      </a:r>
                      <a:r>
                        <a:rPr kumimoji="0" lang="zh-CN" altLang="en-US"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字节）变量</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614245306"/>
                  </a:ext>
                </a:extLst>
              </a:tr>
              <a:tr h="444500">
                <a:tc vMerge="1">
                  <a:txBody>
                    <a:bodyPr/>
                    <a:lstStyle/>
                    <a:p>
                      <a:endParaRPr lang="zh-CN" altLang="en-US"/>
                    </a:p>
                  </a:txBody>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DQ</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r>
                        <a:rPr kumimoji="0" lang="zh-CN" altLang="en-US"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变量名</a:t>
                      </a:r>
                      <a:r>
                        <a:rPr kumimoji="0" lang="en-US" altLang="zh-CN"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 DQ </a:t>
                      </a:r>
                      <a:r>
                        <a:rPr kumimoji="0" lang="zh-CN" altLang="en-US"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操作数</a:t>
                      </a:r>
                      <a:r>
                        <a:rPr kumimoji="0" lang="en-US" altLang="zh-CN"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定义四字（</a:t>
                      </a:r>
                      <a:r>
                        <a:rPr kumimoji="0" lang="en-US" altLang="zh-CN"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8</a:t>
                      </a:r>
                      <a:r>
                        <a:rPr kumimoji="0" lang="zh-CN" altLang="en-US"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字节）变量</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093552433"/>
                  </a:ext>
                </a:extLst>
              </a:tr>
              <a:tr h="442913">
                <a:tc vMerge="1">
                  <a:txBody>
                    <a:bodyPr/>
                    <a:lstStyle/>
                    <a:p>
                      <a:endParaRPr lang="zh-CN" altLang="en-US"/>
                    </a:p>
                  </a:txBody>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DT</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r>
                        <a:rPr kumimoji="0" lang="zh-CN" altLang="en-US"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变量名</a:t>
                      </a:r>
                      <a:r>
                        <a:rPr kumimoji="0" lang="en-US" altLang="zh-CN"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 DT </a:t>
                      </a:r>
                      <a:r>
                        <a:rPr kumimoji="0" lang="zh-CN" altLang="en-US"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操作数</a:t>
                      </a:r>
                      <a:r>
                        <a:rPr kumimoji="0" lang="en-US" altLang="zh-CN"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定义十字节（</a:t>
                      </a:r>
                      <a:r>
                        <a:rPr kumimoji="0" lang="en-US" altLang="zh-CN"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10</a:t>
                      </a:r>
                      <a:r>
                        <a:rPr kumimoji="0" lang="zh-CN" altLang="en-US"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字节）变量</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548021004"/>
                  </a:ext>
                </a:extLst>
              </a:tr>
            </a:tbl>
          </a:graphicData>
        </a:graphic>
      </p:graphicFrame>
    </p:spTree>
    <p:custDataLst>
      <p:tags r:id="rId1"/>
    </p:custDataLst>
  </p:cSld>
  <p:clrMapOvr>
    <a:masterClrMapping/>
  </p:clrMapOvr>
  <p:transition>
    <p:zoom/>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a:extLst>
              <a:ext uri="{FF2B5EF4-FFF2-40B4-BE49-F238E27FC236}">
                <a16:creationId xmlns:a16="http://schemas.microsoft.com/office/drawing/2014/main" id="{34E1E006-D842-424C-9248-7BDEB6D15653}"/>
              </a:ext>
            </a:extLst>
          </p:cNvPr>
          <p:cNvSpPr>
            <a:spLocks noGrp="1"/>
          </p:cNvSpPr>
          <p:nvPr>
            <p:ph type="sldNum" sz="quarter" idx="12"/>
          </p:nvPr>
        </p:nvSpPr>
        <p:spPr/>
        <p:txBody>
          <a:bodyPr/>
          <a:lstStyle/>
          <a:p>
            <a:pPr>
              <a:defRPr/>
            </a:pPr>
            <a:fld id="{3641D3AC-7833-465E-B750-1BC0DF5DF78A}" type="slidenum">
              <a:rPr lang="en-US" altLang="zh-CN"/>
              <a:pPr>
                <a:defRPr/>
              </a:pPr>
              <a:t>32</a:t>
            </a:fld>
            <a:endParaRPr lang="en-US" altLang="zh-CN"/>
          </a:p>
        </p:txBody>
      </p:sp>
      <p:sp>
        <p:nvSpPr>
          <p:cNvPr id="38915" name="Rectangle 2">
            <a:extLst>
              <a:ext uri="{FF2B5EF4-FFF2-40B4-BE49-F238E27FC236}">
                <a16:creationId xmlns:a16="http://schemas.microsoft.com/office/drawing/2014/main" id="{892044DD-AC5A-472E-8A25-A82E155C7A0E}"/>
              </a:ext>
            </a:extLst>
          </p:cNvPr>
          <p:cNvSpPr>
            <a:spLocks noGrp="1" noRot="1" noChangeArrowheads="1"/>
          </p:cNvSpPr>
          <p:nvPr>
            <p:ph type="body" idx="1"/>
          </p:nvPr>
        </p:nvSpPr>
        <p:spPr>
          <a:xfrm>
            <a:off x="250825" y="1844675"/>
            <a:ext cx="8496300" cy="4610100"/>
          </a:xfrm>
        </p:spPr>
        <p:txBody>
          <a:bodyPr/>
          <a:lstStyle/>
          <a:p>
            <a:r>
              <a:rPr lang="zh-CN" altLang="en-US"/>
              <a:t>主要包括下列几种：</a:t>
            </a:r>
          </a:p>
          <a:p>
            <a:pPr lvl="1">
              <a:buClr>
                <a:schemeClr val="tx2"/>
              </a:buClr>
            </a:pPr>
            <a:r>
              <a:rPr lang="en-US" altLang="zh-CN" sz="2400">
                <a:solidFill>
                  <a:srgbClr val="FF0000"/>
                </a:solidFill>
              </a:rPr>
              <a:t>DB</a:t>
            </a:r>
            <a:r>
              <a:rPr lang="zh-CN" altLang="en-US" sz="2400"/>
              <a:t>（</a:t>
            </a:r>
            <a:r>
              <a:rPr lang="en-US" altLang="zh-CN" sz="2400"/>
              <a:t>Define Byte</a:t>
            </a:r>
            <a:r>
              <a:rPr lang="zh-CN" altLang="en-US" sz="2400"/>
              <a:t>）：定义字节，后面的每个操作数占</a:t>
            </a:r>
            <a:r>
              <a:rPr lang="en-US" altLang="zh-CN" sz="2400"/>
              <a:t>1</a:t>
            </a:r>
            <a:r>
              <a:rPr lang="zh-CN" altLang="en-US" sz="2400"/>
              <a:t>个字节。</a:t>
            </a:r>
          </a:p>
          <a:p>
            <a:pPr lvl="1">
              <a:buClr>
                <a:schemeClr val="tx2"/>
              </a:buClr>
            </a:pPr>
            <a:r>
              <a:rPr lang="en-US" altLang="zh-CN" sz="2400">
                <a:solidFill>
                  <a:srgbClr val="FF0000"/>
                </a:solidFill>
              </a:rPr>
              <a:t>DW</a:t>
            </a:r>
            <a:r>
              <a:rPr lang="zh-CN" altLang="en-US" sz="2400"/>
              <a:t>（</a:t>
            </a:r>
            <a:r>
              <a:rPr lang="en-US" altLang="zh-CN" sz="2400"/>
              <a:t>Define Word</a:t>
            </a:r>
            <a:r>
              <a:rPr lang="zh-CN" altLang="en-US" sz="2400"/>
              <a:t>）：定义字，后面的每个操作数占</a:t>
            </a:r>
            <a:r>
              <a:rPr lang="en-US" altLang="zh-CN" sz="2400"/>
              <a:t>1</a:t>
            </a:r>
            <a:r>
              <a:rPr lang="zh-CN" altLang="en-US" sz="2400"/>
              <a:t>个字。</a:t>
            </a:r>
          </a:p>
          <a:p>
            <a:pPr lvl="1">
              <a:buClr>
                <a:schemeClr val="tx2"/>
              </a:buClr>
            </a:pPr>
            <a:r>
              <a:rPr lang="en-US" altLang="zh-CN" sz="2400"/>
              <a:t>DD</a:t>
            </a:r>
            <a:r>
              <a:rPr lang="zh-CN" altLang="en-US" sz="2400"/>
              <a:t>（</a:t>
            </a:r>
            <a:r>
              <a:rPr lang="en-US" altLang="zh-CN" sz="2400"/>
              <a:t>Define DWord</a:t>
            </a:r>
            <a:r>
              <a:rPr lang="zh-CN" altLang="en-US" sz="2400"/>
              <a:t>）：定义双字，后面的每个操作数占</a:t>
            </a:r>
            <a:r>
              <a:rPr lang="en-US" altLang="zh-CN" sz="2400"/>
              <a:t>2</a:t>
            </a:r>
            <a:r>
              <a:rPr lang="zh-CN" altLang="en-US" sz="2400"/>
              <a:t>个字。</a:t>
            </a:r>
          </a:p>
          <a:p>
            <a:pPr lvl="1">
              <a:buClr>
                <a:schemeClr val="tx2"/>
              </a:buClr>
            </a:pPr>
            <a:r>
              <a:rPr lang="en-US" altLang="zh-CN" sz="2400"/>
              <a:t>DQ</a:t>
            </a:r>
            <a:r>
              <a:rPr lang="zh-CN" altLang="en-US" sz="2400"/>
              <a:t>（</a:t>
            </a:r>
            <a:r>
              <a:rPr lang="en-US" altLang="zh-CN" sz="2400"/>
              <a:t>Define QWord</a:t>
            </a:r>
            <a:r>
              <a:rPr lang="zh-CN" altLang="en-US" sz="2400"/>
              <a:t>）：定义四字，后面的每个操作数占</a:t>
            </a:r>
            <a:r>
              <a:rPr lang="en-US" altLang="zh-CN" sz="2400"/>
              <a:t>4</a:t>
            </a:r>
            <a:r>
              <a:rPr lang="zh-CN" altLang="en-US" sz="2400"/>
              <a:t>个字。</a:t>
            </a:r>
          </a:p>
          <a:p>
            <a:pPr lvl="1">
              <a:buClr>
                <a:schemeClr val="tx2"/>
              </a:buClr>
            </a:pPr>
            <a:r>
              <a:rPr lang="en-US" altLang="zh-CN" sz="2400"/>
              <a:t>DT</a:t>
            </a:r>
            <a:r>
              <a:rPr lang="zh-CN" altLang="en-US" sz="2400"/>
              <a:t>（</a:t>
            </a:r>
            <a:r>
              <a:rPr lang="en-US" altLang="zh-CN" sz="2400"/>
              <a:t>Define Tbyte</a:t>
            </a:r>
            <a:r>
              <a:rPr lang="zh-CN" altLang="en-US" sz="2400"/>
              <a:t>）：定义十字节，后面的每个操作数占</a:t>
            </a:r>
            <a:r>
              <a:rPr lang="en-US" altLang="zh-CN" sz="2400"/>
              <a:t>10</a:t>
            </a:r>
            <a:r>
              <a:rPr lang="zh-CN" altLang="en-US" sz="2400"/>
              <a:t>个字节。</a:t>
            </a:r>
          </a:p>
        </p:txBody>
      </p:sp>
      <p:sp>
        <p:nvSpPr>
          <p:cNvPr id="38916" name="Text Box 5">
            <a:extLst>
              <a:ext uri="{FF2B5EF4-FFF2-40B4-BE49-F238E27FC236}">
                <a16:creationId xmlns:a16="http://schemas.microsoft.com/office/drawing/2014/main" id="{4EA4D0C4-5176-4368-86D9-4F04457B286A}"/>
              </a:ext>
            </a:extLst>
          </p:cNvPr>
          <p:cNvSpPr txBox="1">
            <a:spLocks noChangeArrowheads="1"/>
          </p:cNvSpPr>
          <p:nvPr/>
        </p:nvSpPr>
        <p:spPr bwMode="auto">
          <a:xfrm>
            <a:off x="2195513" y="333375"/>
            <a:ext cx="3889375" cy="657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20000"/>
              </a:spcBef>
            </a:pPr>
            <a:r>
              <a:rPr lang="en-US" altLang="zh-CN" sz="2800">
                <a:solidFill>
                  <a:srgbClr val="FF0000"/>
                </a:solidFill>
              </a:rPr>
              <a:t>2.3.2   </a:t>
            </a:r>
            <a:r>
              <a:rPr lang="zh-CN" altLang="en-US" sz="2800">
                <a:solidFill>
                  <a:srgbClr val="FF0000"/>
                </a:solidFill>
              </a:rPr>
              <a:t>数据定义伪操作</a:t>
            </a:r>
          </a:p>
        </p:txBody>
      </p:sp>
      <p:sp>
        <p:nvSpPr>
          <p:cNvPr id="38917" name="Rectangle 6">
            <a:extLst>
              <a:ext uri="{FF2B5EF4-FFF2-40B4-BE49-F238E27FC236}">
                <a16:creationId xmlns:a16="http://schemas.microsoft.com/office/drawing/2014/main" id="{8155A8F2-4B5F-4433-90B7-7D0A00D2DAD2}"/>
              </a:ext>
            </a:extLst>
          </p:cNvPr>
          <p:cNvSpPr>
            <a:spLocks noChangeArrowheads="1"/>
          </p:cNvSpPr>
          <p:nvPr/>
        </p:nvSpPr>
        <p:spPr bwMode="auto">
          <a:xfrm>
            <a:off x="684213" y="1268413"/>
            <a:ext cx="6540500" cy="457200"/>
          </a:xfrm>
          <a:prstGeom prst="rect">
            <a:avLst/>
          </a:prstGeom>
          <a:noFill/>
          <a:ln>
            <a:noFill/>
          </a:ln>
          <a:effectLst/>
          <a:extLst>
            <a:ext uri="{909E8E84-426E-40DD-AFC4-6F175D3DCCD1}">
              <a14:hiddenFill xmlns:a14="http://schemas.microsoft.com/office/drawing/2010/main">
                <a:gradFill rotWithShape="0">
                  <a:gsLst>
                    <a:gs pos="0">
                      <a:srgbClr val="47182F"/>
                    </a:gs>
                    <a:gs pos="100000">
                      <a:srgbClr val="993366"/>
                    </a:gs>
                  </a:gsLst>
                  <a:lin ang="5400000" scaled="1"/>
                </a:gradFill>
              </a14:hiddenFill>
            </a:ext>
            <a:ext uri="{91240B29-F687-4F45-9708-019B960494DF}">
              <a14:hiddenLine xmlns:a14="http://schemas.microsoft.com/office/drawing/2010/main" w="9525" algn="ctr">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t> </a:t>
            </a:r>
            <a:r>
              <a:rPr lang="en-US" altLang="zh-CN">
                <a:solidFill>
                  <a:srgbClr val="FF0000"/>
                </a:solidFill>
              </a:rPr>
              <a:t>[</a:t>
            </a:r>
            <a:r>
              <a:rPr lang="zh-CN" altLang="en-US">
                <a:solidFill>
                  <a:srgbClr val="FF0000"/>
                </a:solidFill>
              </a:rPr>
              <a:t>变量名</a:t>
            </a:r>
            <a:r>
              <a:rPr lang="en-US" altLang="zh-CN">
                <a:solidFill>
                  <a:srgbClr val="FF0000"/>
                </a:solidFill>
              </a:rPr>
              <a:t>]   </a:t>
            </a:r>
            <a:r>
              <a:rPr lang="zh-CN" altLang="en-US">
                <a:solidFill>
                  <a:srgbClr val="FF0000"/>
                </a:solidFill>
              </a:rPr>
              <a:t>变量定义符    操作数</a:t>
            </a:r>
            <a:r>
              <a:rPr lang="en-US" altLang="zh-CN">
                <a:solidFill>
                  <a:srgbClr val="FF0000"/>
                </a:solidFill>
              </a:rPr>
              <a:t>[</a:t>
            </a:r>
            <a:r>
              <a:rPr lang="zh-CN" altLang="en-US">
                <a:solidFill>
                  <a:srgbClr val="FF0000"/>
                </a:solidFill>
              </a:rPr>
              <a:t>，</a:t>
            </a:r>
            <a:r>
              <a:rPr lang="en-US" altLang="zh-CN">
                <a:solidFill>
                  <a:srgbClr val="FF0000"/>
                </a:solidFill>
              </a:rPr>
              <a:t>…</a:t>
            </a:r>
            <a:r>
              <a:rPr lang="zh-CN" altLang="en-US">
                <a:solidFill>
                  <a:srgbClr val="FF0000"/>
                </a:solidFill>
              </a:rPr>
              <a:t>，操作数</a:t>
            </a:r>
            <a:r>
              <a:rPr lang="en-US" altLang="zh-CN">
                <a:solidFill>
                  <a:srgbClr val="FF0000"/>
                </a:solidFill>
              </a:rPr>
              <a:t>]</a:t>
            </a:r>
            <a:r>
              <a:rPr lang="en-US" altLang="zh-CN"/>
              <a:t> </a:t>
            </a:r>
          </a:p>
        </p:txBody>
      </p:sp>
    </p:spTree>
    <p:custDataLst>
      <p:tags r:id="rId1"/>
    </p:custDataLst>
  </p:cSld>
  <p:clrMapOvr>
    <a:masterClrMapping/>
  </p:clrMapOvr>
  <p:transition>
    <p:random/>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灯片编号占位符 31">
            <a:extLst>
              <a:ext uri="{FF2B5EF4-FFF2-40B4-BE49-F238E27FC236}">
                <a16:creationId xmlns:a16="http://schemas.microsoft.com/office/drawing/2014/main" id="{5F8CD6E3-8D3F-403B-B75E-D9BE42C7DDF8}"/>
              </a:ext>
            </a:extLst>
          </p:cNvPr>
          <p:cNvSpPr>
            <a:spLocks noGrp="1"/>
          </p:cNvSpPr>
          <p:nvPr>
            <p:ph type="sldNum" sz="quarter" idx="12"/>
          </p:nvPr>
        </p:nvSpPr>
        <p:spPr/>
        <p:txBody>
          <a:bodyPr/>
          <a:lstStyle/>
          <a:p>
            <a:pPr>
              <a:defRPr/>
            </a:pPr>
            <a:fld id="{C39D8DEB-77A7-499A-B6A5-9B4103CDCC39}" type="slidenum">
              <a:rPr lang="en-US" altLang="zh-CN"/>
              <a:pPr>
                <a:defRPr/>
              </a:pPr>
              <a:t>33</a:t>
            </a:fld>
            <a:endParaRPr lang="en-US" altLang="zh-CN"/>
          </a:p>
        </p:txBody>
      </p:sp>
      <p:sp>
        <p:nvSpPr>
          <p:cNvPr id="643074" name="Rectangle 2">
            <a:extLst>
              <a:ext uri="{FF2B5EF4-FFF2-40B4-BE49-F238E27FC236}">
                <a16:creationId xmlns:a16="http://schemas.microsoft.com/office/drawing/2014/main" id="{23E0F2E2-3ED5-4ABA-82AE-45AE3DDCE0D0}"/>
              </a:ext>
            </a:extLst>
          </p:cNvPr>
          <p:cNvSpPr>
            <a:spLocks noGrp="1" noRot="1" noChangeArrowheads="1"/>
          </p:cNvSpPr>
          <p:nvPr>
            <p:ph type="title"/>
          </p:nvPr>
        </p:nvSpPr>
        <p:spPr>
          <a:xfrm>
            <a:off x="1403350" y="549275"/>
            <a:ext cx="5494338" cy="600075"/>
          </a:xfrm>
        </p:spPr>
        <p:txBody>
          <a:bodyPr/>
          <a:lstStyle/>
          <a:p>
            <a:pPr>
              <a:defRPr/>
            </a:pPr>
            <a:r>
              <a:rPr lang="zh-CN" altLang="en-US" sz="3200"/>
              <a:t>字节量数据（</a:t>
            </a:r>
            <a:r>
              <a:rPr lang="en-US" altLang="zh-CN" sz="3200"/>
              <a:t>Byte-sized</a:t>
            </a:r>
            <a:r>
              <a:rPr lang="zh-CN" altLang="en-US" sz="3200"/>
              <a:t>）</a:t>
            </a:r>
          </a:p>
        </p:txBody>
      </p:sp>
      <p:sp>
        <p:nvSpPr>
          <p:cNvPr id="39940" name="Rectangle 3">
            <a:extLst>
              <a:ext uri="{FF2B5EF4-FFF2-40B4-BE49-F238E27FC236}">
                <a16:creationId xmlns:a16="http://schemas.microsoft.com/office/drawing/2014/main" id="{7C1D40EB-A545-4831-A8A6-08EF813704A8}"/>
              </a:ext>
            </a:extLst>
          </p:cNvPr>
          <p:cNvSpPr>
            <a:spLocks noGrp="1" noRot="1" noChangeArrowheads="1"/>
          </p:cNvSpPr>
          <p:nvPr>
            <p:ph type="body" idx="1"/>
          </p:nvPr>
        </p:nvSpPr>
        <p:spPr>
          <a:xfrm>
            <a:off x="179388" y="1196975"/>
            <a:ext cx="8540750" cy="3240088"/>
          </a:xfrm>
        </p:spPr>
        <p:txBody>
          <a:bodyPr/>
          <a:lstStyle/>
          <a:p>
            <a:r>
              <a:rPr lang="en-US" altLang="zh-CN">
                <a:solidFill>
                  <a:srgbClr val="0000CC"/>
                </a:solidFill>
              </a:rPr>
              <a:t>1</a:t>
            </a:r>
            <a:r>
              <a:rPr lang="zh-CN" altLang="en-US">
                <a:solidFill>
                  <a:srgbClr val="0000CC"/>
                </a:solidFill>
              </a:rPr>
              <a:t>）</a:t>
            </a:r>
            <a:r>
              <a:rPr lang="en-US" altLang="zh-CN">
                <a:solidFill>
                  <a:srgbClr val="0000CC"/>
                </a:solidFill>
              </a:rPr>
              <a:t>DB</a:t>
            </a:r>
            <a:r>
              <a:rPr lang="zh-CN" altLang="en-US"/>
              <a:t>定义</a:t>
            </a:r>
            <a:r>
              <a:rPr lang="en-US" altLang="zh-CN"/>
              <a:t>8</a:t>
            </a:r>
            <a:r>
              <a:rPr lang="zh-CN" altLang="en-US"/>
              <a:t>位、字节量变量数据</a:t>
            </a:r>
          </a:p>
          <a:p>
            <a:pPr lvl="1"/>
            <a:r>
              <a:rPr lang="zh-CN" altLang="en-US" sz="2400"/>
              <a:t>无符号整数</a:t>
            </a:r>
            <a:r>
              <a:rPr lang="en-US" altLang="zh-CN" sz="2400"/>
              <a:t>0</a:t>
            </a:r>
            <a:r>
              <a:rPr lang="zh-CN" altLang="en-US" sz="2400"/>
              <a:t>～</a:t>
            </a:r>
            <a:r>
              <a:rPr lang="en-US" altLang="zh-CN" sz="2400"/>
              <a:t>255</a:t>
            </a:r>
          </a:p>
          <a:p>
            <a:pPr lvl="1"/>
            <a:r>
              <a:rPr lang="zh-CN" altLang="en-US" sz="2400"/>
              <a:t>补码表示的有符号整数：</a:t>
            </a:r>
            <a:r>
              <a:rPr lang="en-US" altLang="zh-CN" sz="2400"/>
              <a:t>-128</a:t>
            </a:r>
            <a:r>
              <a:rPr lang="zh-CN" altLang="en-US" sz="2400"/>
              <a:t>～</a:t>
            </a:r>
            <a:r>
              <a:rPr lang="en-US" altLang="zh-CN" sz="2400"/>
              <a:t>+127</a:t>
            </a:r>
          </a:p>
          <a:p>
            <a:pPr lvl="1"/>
            <a:r>
              <a:rPr lang="zh-CN" altLang="en-US" sz="2400"/>
              <a:t>一个字符（</a:t>
            </a:r>
            <a:r>
              <a:rPr lang="en-US" altLang="zh-CN" sz="2400"/>
              <a:t>ASCII</a:t>
            </a:r>
            <a:r>
              <a:rPr lang="zh-CN" altLang="en-US" sz="2400"/>
              <a:t>码值）</a:t>
            </a:r>
          </a:p>
          <a:p>
            <a:pPr lvl="1"/>
            <a:r>
              <a:rPr lang="zh-CN" altLang="en-US" sz="2400"/>
              <a:t>压缩</a:t>
            </a:r>
            <a:r>
              <a:rPr lang="en-US" altLang="zh-CN" sz="2400"/>
              <a:t>BCD</a:t>
            </a:r>
            <a:r>
              <a:rPr lang="zh-CN" altLang="en-US" sz="2400"/>
              <a:t>码：</a:t>
            </a:r>
            <a:r>
              <a:rPr lang="en-US" altLang="zh-CN" sz="2400"/>
              <a:t>0</a:t>
            </a:r>
            <a:r>
              <a:rPr lang="zh-CN" altLang="en-US" sz="2400"/>
              <a:t>～</a:t>
            </a:r>
            <a:r>
              <a:rPr lang="en-US" altLang="zh-CN" sz="2400"/>
              <a:t>99</a:t>
            </a:r>
          </a:p>
          <a:p>
            <a:pPr lvl="1"/>
            <a:r>
              <a:rPr lang="zh-CN" altLang="en-US" sz="2400"/>
              <a:t>非压缩</a:t>
            </a:r>
            <a:r>
              <a:rPr lang="en-US" altLang="zh-CN" sz="2400"/>
              <a:t>BCD</a:t>
            </a:r>
            <a:r>
              <a:rPr lang="zh-CN" altLang="en-US" sz="2400"/>
              <a:t>码：</a:t>
            </a:r>
            <a:r>
              <a:rPr lang="en-US" altLang="zh-CN" sz="2400"/>
              <a:t>0</a:t>
            </a:r>
            <a:r>
              <a:rPr lang="zh-CN" altLang="en-US" sz="2400"/>
              <a:t>～</a:t>
            </a:r>
            <a:r>
              <a:rPr lang="en-US" altLang="zh-CN" sz="2400"/>
              <a:t>9</a:t>
            </a:r>
          </a:p>
          <a:p>
            <a:pPr lvl="1"/>
            <a:r>
              <a:rPr lang="en-US" altLang="zh-CN" sz="2400"/>
              <a:t>……</a:t>
            </a:r>
          </a:p>
        </p:txBody>
      </p:sp>
      <p:sp>
        <p:nvSpPr>
          <p:cNvPr id="643076" name="AutoShape 4">
            <a:extLst>
              <a:ext uri="{FF2B5EF4-FFF2-40B4-BE49-F238E27FC236}">
                <a16:creationId xmlns:a16="http://schemas.microsoft.com/office/drawing/2014/main" id="{19504D6D-3F3B-46B4-9E24-9BF26EF50A0A}"/>
              </a:ext>
            </a:extLst>
          </p:cNvPr>
          <p:cNvSpPr>
            <a:spLocks noChangeArrowheads="1"/>
          </p:cNvSpPr>
          <p:nvPr/>
        </p:nvSpPr>
        <p:spPr bwMode="auto">
          <a:xfrm>
            <a:off x="611188" y="5661025"/>
            <a:ext cx="5688012" cy="503238"/>
          </a:xfrm>
          <a:prstGeom prst="roundRect">
            <a:avLst>
              <a:gd name="adj" fmla="val 16667"/>
            </a:avLst>
          </a:prstGeom>
          <a:solidFill>
            <a:schemeClr val="accent1"/>
          </a:solidFill>
          <a:ln w="12700" cap="rnd">
            <a:solidFill>
              <a:srgbClr val="660066"/>
            </a:solidFill>
            <a:prstDash val="sysDot"/>
            <a:round/>
            <a:headEnd/>
            <a:tailEnd/>
          </a:ln>
          <a:effectLst>
            <a:outerShdw dist="35921" dir="2700000" algn="ctr" rotWithShape="0">
              <a:schemeClr val="bg2">
                <a:alpha val="50000"/>
              </a:schemeClr>
            </a:outerShdw>
          </a:effectLst>
        </p:spPr>
        <p:txBody>
          <a:bodyPr wrap="none" anchor="ct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pPr>
            <a:r>
              <a:rPr lang="zh-CN" altLang="en-US" sz="2800"/>
              <a:t>字符串定义使用字节变量定义</a:t>
            </a:r>
            <a:r>
              <a:rPr lang="en-US" altLang="zh-CN" sz="2800"/>
              <a:t>DB</a:t>
            </a:r>
          </a:p>
        </p:txBody>
      </p:sp>
      <p:sp>
        <p:nvSpPr>
          <p:cNvPr id="39942" name="Text Box 5">
            <a:extLst>
              <a:ext uri="{FF2B5EF4-FFF2-40B4-BE49-F238E27FC236}">
                <a16:creationId xmlns:a16="http://schemas.microsoft.com/office/drawing/2014/main" id="{F61CC149-4387-405A-9E8B-D0970C71CE50}"/>
              </a:ext>
            </a:extLst>
          </p:cNvPr>
          <p:cNvSpPr txBox="1">
            <a:spLocks noChangeArrowheads="1"/>
          </p:cNvSpPr>
          <p:nvPr/>
        </p:nvSpPr>
        <p:spPr bwMode="auto">
          <a:xfrm>
            <a:off x="755650" y="4365625"/>
            <a:ext cx="4267200" cy="67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pPr>
            <a:r>
              <a:rPr lang="en-US" altLang="zh-CN" sz="3200">
                <a:solidFill>
                  <a:srgbClr val="0000CC"/>
                </a:solidFill>
              </a:rPr>
              <a:t> </a:t>
            </a:r>
            <a:r>
              <a:rPr lang="en-US" altLang="zh-CN" sz="2800">
                <a:solidFill>
                  <a:srgbClr val="0000CC"/>
                </a:solidFill>
              </a:rPr>
              <a:t>DATA1  DB   50H,52H</a:t>
            </a:r>
          </a:p>
        </p:txBody>
      </p:sp>
      <p:grpSp>
        <p:nvGrpSpPr>
          <p:cNvPr id="39943" name="Group 6">
            <a:extLst>
              <a:ext uri="{FF2B5EF4-FFF2-40B4-BE49-F238E27FC236}">
                <a16:creationId xmlns:a16="http://schemas.microsoft.com/office/drawing/2014/main" id="{E95AD7D4-8079-4045-80E2-D23A43DAE60D}"/>
              </a:ext>
            </a:extLst>
          </p:cNvPr>
          <p:cNvGrpSpPr>
            <a:grpSpLocks/>
          </p:cNvGrpSpPr>
          <p:nvPr/>
        </p:nvGrpSpPr>
        <p:grpSpPr bwMode="auto">
          <a:xfrm>
            <a:off x="5724525" y="3860800"/>
            <a:ext cx="2895600" cy="1828800"/>
            <a:chOff x="2592" y="1056"/>
            <a:chExt cx="1824" cy="1152"/>
          </a:xfrm>
        </p:grpSpPr>
        <p:sp>
          <p:nvSpPr>
            <p:cNvPr id="39944" name="Rectangle 7">
              <a:extLst>
                <a:ext uri="{FF2B5EF4-FFF2-40B4-BE49-F238E27FC236}">
                  <a16:creationId xmlns:a16="http://schemas.microsoft.com/office/drawing/2014/main" id="{895020F0-7C39-4E58-974B-00E74EEE0FDC}"/>
                </a:ext>
              </a:extLst>
            </p:cNvPr>
            <p:cNvSpPr>
              <a:spLocks noChangeArrowheads="1"/>
            </p:cNvSpPr>
            <p:nvPr/>
          </p:nvSpPr>
          <p:spPr bwMode="auto">
            <a:xfrm>
              <a:off x="3600" y="1917"/>
              <a:ext cx="81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557213" indent="-214313">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857250" indent="-17145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200150" indent="-17145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1543050" indent="-17145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0002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4574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29146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3718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algn="ctr" eaLnBrk="1" hangingPunct="1">
                <a:buClr>
                  <a:schemeClr val="folHlink"/>
                </a:buClr>
                <a:buFont typeface="Wingdings" panose="05000000000000000000" pitchFamily="2" charset="2"/>
                <a:buNone/>
              </a:pPr>
              <a:endParaRPr lang="zh-CN" altLang="zh-CN" b="0">
                <a:solidFill>
                  <a:srgbClr val="0000CC"/>
                </a:solidFill>
                <a:latin typeface="Arial" panose="020B0604020202020204" pitchFamily="34" charset="0"/>
              </a:endParaRPr>
            </a:p>
          </p:txBody>
        </p:sp>
        <p:sp>
          <p:nvSpPr>
            <p:cNvPr id="39945" name="Rectangle 8">
              <a:extLst>
                <a:ext uri="{FF2B5EF4-FFF2-40B4-BE49-F238E27FC236}">
                  <a16:creationId xmlns:a16="http://schemas.microsoft.com/office/drawing/2014/main" id="{D02DB5F0-9BC1-46B2-B88E-8AAA7AD94795}"/>
                </a:ext>
              </a:extLst>
            </p:cNvPr>
            <p:cNvSpPr>
              <a:spLocks noChangeArrowheads="1"/>
            </p:cNvSpPr>
            <p:nvPr/>
          </p:nvSpPr>
          <p:spPr bwMode="auto">
            <a:xfrm>
              <a:off x="3600" y="1630"/>
              <a:ext cx="816"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557213" indent="-214313">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857250" indent="-17145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200150" indent="-17145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1543050" indent="-17145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0002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4574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29146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3718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algn="ctr" eaLnBrk="1" hangingPunct="1">
                <a:buClr>
                  <a:schemeClr val="folHlink"/>
                </a:buClr>
                <a:buFont typeface="Wingdings" panose="05000000000000000000" pitchFamily="2" charset="2"/>
                <a:buNone/>
              </a:pPr>
              <a:endParaRPr lang="zh-CN" altLang="zh-CN" b="0">
                <a:solidFill>
                  <a:srgbClr val="0000CC"/>
                </a:solidFill>
                <a:latin typeface="Arial" panose="020B0604020202020204" pitchFamily="34" charset="0"/>
              </a:endParaRPr>
            </a:p>
          </p:txBody>
        </p:sp>
        <p:sp>
          <p:nvSpPr>
            <p:cNvPr id="39946" name="Rectangle 9">
              <a:extLst>
                <a:ext uri="{FF2B5EF4-FFF2-40B4-BE49-F238E27FC236}">
                  <a16:creationId xmlns:a16="http://schemas.microsoft.com/office/drawing/2014/main" id="{07DD4468-6EFC-4B40-BDC2-2028BCDF685D}"/>
                </a:ext>
              </a:extLst>
            </p:cNvPr>
            <p:cNvSpPr>
              <a:spLocks noChangeArrowheads="1"/>
            </p:cNvSpPr>
            <p:nvPr/>
          </p:nvSpPr>
          <p:spPr bwMode="auto">
            <a:xfrm>
              <a:off x="3600" y="1343"/>
              <a:ext cx="816"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557213" indent="-214313">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857250" indent="-17145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200150" indent="-17145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1543050" indent="-17145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0002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4574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29146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3718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algn="ctr" eaLnBrk="1" hangingPunct="1">
                <a:buClr>
                  <a:schemeClr val="folHlink"/>
                </a:buClr>
                <a:buFont typeface="Wingdings" panose="05000000000000000000" pitchFamily="2" charset="2"/>
                <a:buNone/>
              </a:pPr>
              <a:r>
                <a:rPr lang="en-US" altLang="zh-CN" b="0">
                  <a:solidFill>
                    <a:srgbClr val="0000CC"/>
                  </a:solidFill>
                  <a:latin typeface="Arial" panose="020B0604020202020204" pitchFamily="34" charset="0"/>
                </a:rPr>
                <a:t>52H</a:t>
              </a:r>
            </a:p>
          </p:txBody>
        </p:sp>
        <p:sp>
          <p:nvSpPr>
            <p:cNvPr id="39947" name="Rectangle 10">
              <a:extLst>
                <a:ext uri="{FF2B5EF4-FFF2-40B4-BE49-F238E27FC236}">
                  <a16:creationId xmlns:a16="http://schemas.microsoft.com/office/drawing/2014/main" id="{284A04F2-9C33-4475-9898-4FEC7FD1A9FD}"/>
                </a:ext>
              </a:extLst>
            </p:cNvPr>
            <p:cNvSpPr>
              <a:spLocks noChangeArrowheads="1"/>
            </p:cNvSpPr>
            <p:nvPr/>
          </p:nvSpPr>
          <p:spPr bwMode="auto">
            <a:xfrm>
              <a:off x="3600" y="1056"/>
              <a:ext cx="816"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557213" indent="-214313">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857250" indent="-17145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200150" indent="-17145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1543050" indent="-17145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0002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4574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29146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3718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algn="ctr" eaLnBrk="1" hangingPunct="1">
                <a:buClr>
                  <a:schemeClr val="folHlink"/>
                </a:buClr>
                <a:buFont typeface="Wingdings" panose="05000000000000000000" pitchFamily="2" charset="2"/>
                <a:buNone/>
              </a:pPr>
              <a:r>
                <a:rPr lang="en-US" altLang="zh-CN" b="0">
                  <a:solidFill>
                    <a:srgbClr val="0000CC"/>
                  </a:solidFill>
                  <a:latin typeface="Arial" panose="020B0604020202020204" pitchFamily="34" charset="0"/>
                </a:rPr>
                <a:t>50H</a:t>
              </a:r>
            </a:p>
          </p:txBody>
        </p:sp>
        <p:sp>
          <p:nvSpPr>
            <p:cNvPr id="39948" name="Line 11">
              <a:extLst>
                <a:ext uri="{FF2B5EF4-FFF2-40B4-BE49-F238E27FC236}">
                  <a16:creationId xmlns:a16="http://schemas.microsoft.com/office/drawing/2014/main" id="{67F41DF1-433F-4BBE-B60E-A5BA4F56B488}"/>
                </a:ext>
              </a:extLst>
            </p:cNvPr>
            <p:cNvSpPr>
              <a:spLocks noChangeShapeType="1"/>
            </p:cNvSpPr>
            <p:nvPr/>
          </p:nvSpPr>
          <p:spPr bwMode="auto">
            <a:xfrm>
              <a:off x="3600" y="1056"/>
              <a:ext cx="816"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9949" name="Line 12">
              <a:extLst>
                <a:ext uri="{FF2B5EF4-FFF2-40B4-BE49-F238E27FC236}">
                  <a16:creationId xmlns:a16="http://schemas.microsoft.com/office/drawing/2014/main" id="{B324D325-431C-4EF0-B7E9-4399C7152DE3}"/>
                </a:ext>
              </a:extLst>
            </p:cNvPr>
            <p:cNvSpPr>
              <a:spLocks noChangeShapeType="1"/>
            </p:cNvSpPr>
            <p:nvPr/>
          </p:nvSpPr>
          <p:spPr bwMode="auto">
            <a:xfrm>
              <a:off x="3600" y="1343"/>
              <a:ext cx="81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9950" name="Line 13">
              <a:extLst>
                <a:ext uri="{FF2B5EF4-FFF2-40B4-BE49-F238E27FC236}">
                  <a16:creationId xmlns:a16="http://schemas.microsoft.com/office/drawing/2014/main" id="{E3438872-3E70-4DAB-96C1-89E934D4C99E}"/>
                </a:ext>
              </a:extLst>
            </p:cNvPr>
            <p:cNvSpPr>
              <a:spLocks noChangeShapeType="1"/>
            </p:cNvSpPr>
            <p:nvPr/>
          </p:nvSpPr>
          <p:spPr bwMode="auto">
            <a:xfrm>
              <a:off x="3600" y="1630"/>
              <a:ext cx="81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9951" name="Line 14">
              <a:extLst>
                <a:ext uri="{FF2B5EF4-FFF2-40B4-BE49-F238E27FC236}">
                  <a16:creationId xmlns:a16="http://schemas.microsoft.com/office/drawing/2014/main" id="{C86580EF-F933-4D22-9D3F-920946D73168}"/>
                </a:ext>
              </a:extLst>
            </p:cNvPr>
            <p:cNvSpPr>
              <a:spLocks noChangeShapeType="1"/>
            </p:cNvSpPr>
            <p:nvPr/>
          </p:nvSpPr>
          <p:spPr bwMode="auto">
            <a:xfrm>
              <a:off x="3600" y="1917"/>
              <a:ext cx="81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9952" name="Line 15">
              <a:extLst>
                <a:ext uri="{FF2B5EF4-FFF2-40B4-BE49-F238E27FC236}">
                  <a16:creationId xmlns:a16="http://schemas.microsoft.com/office/drawing/2014/main" id="{585A1070-1109-4854-8509-E8D88974756A}"/>
                </a:ext>
              </a:extLst>
            </p:cNvPr>
            <p:cNvSpPr>
              <a:spLocks noChangeShapeType="1"/>
            </p:cNvSpPr>
            <p:nvPr/>
          </p:nvSpPr>
          <p:spPr bwMode="auto">
            <a:xfrm>
              <a:off x="3600" y="2208"/>
              <a:ext cx="816"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9953" name="Line 16">
              <a:extLst>
                <a:ext uri="{FF2B5EF4-FFF2-40B4-BE49-F238E27FC236}">
                  <a16:creationId xmlns:a16="http://schemas.microsoft.com/office/drawing/2014/main" id="{7E41E623-8437-4F56-A615-DA1366EF2256}"/>
                </a:ext>
              </a:extLst>
            </p:cNvPr>
            <p:cNvSpPr>
              <a:spLocks noChangeShapeType="1"/>
            </p:cNvSpPr>
            <p:nvPr/>
          </p:nvSpPr>
          <p:spPr bwMode="auto">
            <a:xfrm>
              <a:off x="3600" y="1056"/>
              <a:ext cx="0" cy="1152"/>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9954" name="Line 17">
              <a:extLst>
                <a:ext uri="{FF2B5EF4-FFF2-40B4-BE49-F238E27FC236}">
                  <a16:creationId xmlns:a16="http://schemas.microsoft.com/office/drawing/2014/main" id="{A744AA47-CA48-4A52-B627-CE30671AB4A8}"/>
                </a:ext>
              </a:extLst>
            </p:cNvPr>
            <p:cNvSpPr>
              <a:spLocks noChangeShapeType="1"/>
            </p:cNvSpPr>
            <p:nvPr/>
          </p:nvSpPr>
          <p:spPr bwMode="auto">
            <a:xfrm>
              <a:off x="4416" y="1056"/>
              <a:ext cx="0" cy="1152"/>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9955" name="Rectangle 18">
              <a:extLst>
                <a:ext uri="{FF2B5EF4-FFF2-40B4-BE49-F238E27FC236}">
                  <a16:creationId xmlns:a16="http://schemas.microsoft.com/office/drawing/2014/main" id="{1721AA49-B5D0-487B-AD5C-E11C8047D91D}"/>
                </a:ext>
              </a:extLst>
            </p:cNvPr>
            <p:cNvSpPr>
              <a:spLocks noChangeArrowheads="1"/>
            </p:cNvSpPr>
            <p:nvPr/>
          </p:nvSpPr>
          <p:spPr bwMode="auto">
            <a:xfrm>
              <a:off x="2592" y="1917"/>
              <a:ext cx="100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557213" indent="-214313">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857250" indent="-17145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200150" indent="-17145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1543050" indent="-17145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0002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4574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29146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3718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algn="r" eaLnBrk="1" hangingPunct="1">
                <a:buClr>
                  <a:schemeClr val="folHlink"/>
                </a:buClr>
                <a:buFont typeface="Wingdings" panose="05000000000000000000" pitchFamily="2" charset="2"/>
                <a:buNone/>
              </a:pPr>
              <a:endParaRPr lang="zh-CN" altLang="zh-CN" b="0">
                <a:solidFill>
                  <a:srgbClr val="0000CC"/>
                </a:solidFill>
                <a:latin typeface="Arial" panose="020B0604020202020204" pitchFamily="34" charset="0"/>
              </a:endParaRPr>
            </a:p>
          </p:txBody>
        </p:sp>
        <p:sp>
          <p:nvSpPr>
            <p:cNvPr id="39956" name="Rectangle 19">
              <a:extLst>
                <a:ext uri="{FF2B5EF4-FFF2-40B4-BE49-F238E27FC236}">
                  <a16:creationId xmlns:a16="http://schemas.microsoft.com/office/drawing/2014/main" id="{DB1D44DA-202D-4049-9A97-535F76E43E95}"/>
                </a:ext>
              </a:extLst>
            </p:cNvPr>
            <p:cNvSpPr>
              <a:spLocks noChangeArrowheads="1"/>
            </p:cNvSpPr>
            <p:nvPr/>
          </p:nvSpPr>
          <p:spPr bwMode="auto">
            <a:xfrm>
              <a:off x="2592" y="1630"/>
              <a:ext cx="1008"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557213" indent="-214313">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857250" indent="-17145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200150" indent="-17145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1543050" indent="-17145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0002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4574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29146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3718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algn="r" eaLnBrk="1" hangingPunct="1">
                <a:buClr>
                  <a:schemeClr val="folHlink"/>
                </a:buClr>
                <a:buFont typeface="Wingdings" panose="05000000000000000000" pitchFamily="2" charset="2"/>
                <a:buNone/>
              </a:pPr>
              <a:endParaRPr lang="zh-CN" altLang="zh-CN" b="0">
                <a:solidFill>
                  <a:srgbClr val="0000CC"/>
                </a:solidFill>
                <a:latin typeface="Arial" panose="020B0604020202020204" pitchFamily="34" charset="0"/>
              </a:endParaRPr>
            </a:p>
          </p:txBody>
        </p:sp>
        <p:sp>
          <p:nvSpPr>
            <p:cNvPr id="39957" name="Rectangle 20">
              <a:extLst>
                <a:ext uri="{FF2B5EF4-FFF2-40B4-BE49-F238E27FC236}">
                  <a16:creationId xmlns:a16="http://schemas.microsoft.com/office/drawing/2014/main" id="{BBC596BE-0F12-4A5F-832A-A53A62FA3287}"/>
                </a:ext>
              </a:extLst>
            </p:cNvPr>
            <p:cNvSpPr>
              <a:spLocks noChangeArrowheads="1"/>
            </p:cNvSpPr>
            <p:nvPr/>
          </p:nvSpPr>
          <p:spPr bwMode="auto">
            <a:xfrm>
              <a:off x="2592" y="1343"/>
              <a:ext cx="1008"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557213" indent="-214313">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857250" indent="-17145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200150" indent="-17145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1543050" indent="-17145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0002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4574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29146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3718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algn="r" eaLnBrk="1" hangingPunct="1">
                <a:buClr>
                  <a:schemeClr val="folHlink"/>
                </a:buClr>
                <a:buFont typeface="Wingdings" panose="05000000000000000000" pitchFamily="2" charset="2"/>
                <a:buNone/>
              </a:pPr>
              <a:endParaRPr lang="zh-CN" altLang="zh-CN" b="0">
                <a:solidFill>
                  <a:srgbClr val="0000CC"/>
                </a:solidFill>
                <a:latin typeface="Arial" panose="020B0604020202020204" pitchFamily="34" charset="0"/>
              </a:endParaRPr>
            </a:p>
          </p:txBody>
        </p:sp>
        <p:sp>
          <p:nvSpPr>
            <p:cNvPr id="39958" name="Rectangle 21">
              <a:extLst>
                <a:ext uri="{FF2B5EF4-FFF2-40B4-BE49-F238E27FC236}">
                  <a16:creationId xmlns:a16="http://schemas.microsoft.com/office/drawing/2014/main" id="{E3665FE2-2BC3-4820-B68D-685C61EE0E81}"/>
                </a:ext>
              </a:extLst>
            </p:cNvPr>
            <p:cNvSpPr>
              <a:spLocks noChangeArrowheads="1"/>
            </p:cNvSpPr>
            <p:nvPr/>
          </p:nvSpPr>
          <p:spPr bwMode="auto">
            <a:xfrm>
              <a:off x="2592" y="1056"/>
              <a:ext cx="1008"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557213" indent="-214313">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857250" indent="-17145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200150" indent="-17145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1543050" indent="-17145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0002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4574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29146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3718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algn="r" eaLnBrk="1" hangingPunct="1">
                <a:buClr>
                  <a:schemeClr val="folHlink"/>
                </a:buClr>
                <a:buFont typeface="Wingdings" panose="05000000000000000000" pitchFamily="2" charset="2"/>
                <a:buNone/>
              </a:pPr>
              <a:r>
                <a:rPr lang="en-US" altLang="zh-CN" b="0">
                  <a:solidFill>
                    <a:srgbClr val="0000CC"/>
                  </a:solidFill>
                  <a:latin typeface="Arial" panose="020B0604020202020204" pitchFamily="34" charset="0"/>
                </a:rPr>
                <a:t>DATA1</a:t>
              </a:r>
            </a:p>
          </p:txBody>
        </p:sp>
        <p:sp>
          <p:nvSpPr>
            <p:cNvPr id="39959" name="Line 22">
              <a:extLst>
                <a:ext uri="{FF2B5EF4-FFF2-40B4-BE49-F238E27FC236}">
                  <a16:creationId xmlns:a16="http://schemas.microsoft.com/office/drawing/2014/main" id="{52B1766F-44D6-4426-80BD-E0CFB9305C70}"/>
                </a:ext>
              </a:extLst>
            </p:cNvPr>
            <p:cNvSpPr>
              <a:spLocks noChangeShapeType="1"/>
            </p:cNvSpPr>
            <p:nvPr/>
          </p:nvSpPr>
          <p:spPr bwMode="auto">
            <a:xfrm>
              <a:off x="2592" y="1056"/>
              <a:ext cx="1008"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28575"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9960" name="Line 23">
              <a:extLst>
                <a:ext uri="{FF2B5EF4-FFF2-40B4-BE49-F238E27FC236}">
                  <a16:creationId xmlns:a16="http://schemas.microsoft.com/office/drawing/2014/main" id="{470E82C8-20FB-43E8-B38A-503FB50611D8}"/>
                </a:ext>
              </a:extLst>
            </p:cNvPr>
            <p:cNvSpPr>
              <a:spLocks noChangeShapeType="1"/>
            </p:cNvSpPr>
            <p:nvPr/>
          </p:nvSpPr>
          <p:spPr bwMode="auto">
            <a:xfrm>
              <a:off x="2592" y="2208"/>
              <a:ext cx="1008"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28575"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9961" name="Line 24">
              <a:extLst>
                <a:ext uri="{FF2B5EF4-FFF2-40B4-BE49-F238E27FC236}">
                  <a16:creationId xmlns:a16="http://schemas.microsoft.com/office/drawing/2014/main" id="{1F573E95-DF03-4FCD-B5A6-8933991AB4A7}"/>
                </a:ext>
              </a:extLst>
            </p:cNvPr>
            <p:cNvSpPr>
              <a:spLocks noChangeShapeType="1"/>
            </p:cNvSpPr>
            <p:nvPr/>
          </p:nvSpPr>
          <p:spPr bwMode="auto">
            <a:xfrm>
              <a:off x="2592" y="1056"/>
              <a:ext cx="0" cy="28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28575"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9962" name="Line 25">
              <a:extLst>
                <a:ext uri="{FF2B5EF4-FFF2-40B4-BE49-F238E27FC236}">
                  <a16:creationId xmlns:a16="http://schemas.microsoft.com/office/drawing/2014/main" id="{CB0D48C0-8920-4002-81AC-0F492AE72158}"/>
                </a:ext>
              </a:extLst>
            </p:cNvPr>
            <p:cNvSpPr>
              <a:spLocks noChangeShapeType="1"/>
            </p:cNvSpPr>
            <p:nvPr/>
          </p:nvSpPr>
          <p:spPr bwMode="auto">
            <a:xfrm>
              <a:off x="3600" y="1056"/>
              <a:ext cx="0" cy="28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28575"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9963" name="Line 26">
              <a:extLst>
                <a:ext uri="{FF2B5EF4-FFF2-40B4-BE49-F238E27FC236}">
                  <a16:creationId xmlns:a16="http://schemas.microsoft.com/office/drawing/2014/main" id="{B478DBA3-DFD6-4C28-B704-2B95AAF51122}"/>
                </a:ext>
              </a:extLst>
            </p:cNvPr>
            <p:cNvSpPr>
              <a:spLocks noChangeShapeType="1"/>
            </p:cNvSpPr>
            <p:nvPr/>
          </p:nvSpPr>
          <p:spPr bwMode="auto">
            <a:xfrm>
              <a:off x="2592" y="1343"/>
              <a:ext cx="0" cy="28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28575"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9964" name="Line 27">
              <a:extLst>
                <a:ext uri="{FF2B5EF4-FFF2-40B4-BE49-F238E27FC236}">
                  <a16:creationId xmlns:a16="http://schemas.microsoft.com/office/drawing/2014/main" id="{49A05488-5E74-42CA-9DF7-0A9C6F6163E8}"/>
                </a:ext>
              </a:extLst>
            </p:cNvPr>
            <p:cNvSpPr>
              <a:spLocks noChangeShapeType="1"/>
            </p:cNvSpPr>
            <p:nvPr/>
          </p:nvSpPr>
          <p:spPr bwMode="auto">
            <a:xfrm>
              <a:off x="3600" y="1343"/>
              <a:ext cx="0" cy="28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28575"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9965" name="Line 28">
              <a:extLst>
                <a:ext uri="{FF2B5EF4-FFF2-40B4-BE49-F238E27FC236}">
                  <a16:creationId xmlns:a16="http://schemas.microsoft.com/office/drawing/2014/main" id="{D2F109B2-26DB-409D-8217-7F3A0A618802}"/>
                </a:ext>
              </a:extLst>
            </p:cNvPr>
            <p:cNvSpPr>
              <a:spLocks noChangeShapeType="1"/>
            </p:cNvSpPr>
            <p:nvPr/>
          </p:nvSpPr>
          <p:spPr bwMode="auto">
            <a:xfrm>
              <a:off x="2592" y="1630"/>
              <a:ext cx="0" cy="28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28575"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9966" name="Line 29">
              <a:extLst>
                <a:ext uri="{FF2B5EF4-FFF2-40B4-BE49-F238E27FC236}">
                  <a16:creationId xmlns:a16="http://schemas.microsoft.com/office/drawing/2014/main" id="{8F9C3EEB-DE4A-4C15-8A72-BB6089752736}"/>
                </a:ext>
              </a:extLst>
            </p:cNvPr>
            <p:cNvSpPr>
              <a:spLocks noChangeShapeType="1"/>
            </p:cNvSpPr>
            <p:nvPr/>
          </p:nvSpPr>
          <p:spPr bwMode="auto">
            <a:xfrm>
              <a:off x="3600" y="1630"/>
              <a:ext cx="0" cy="28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28575"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9967" name="Line 30">
              <a:extLst>
                <a:ext uri="{FF2B5EF4-FFF2-40B4-BE49-F238E27FC236}">
                  <a16:creationId xmlns:a16="http://schemas.microsoft.com/office/drawing/2014/main" id="{55AAEBB0-CC9B-4CA3-A12B-CBD0399F8A6D}"/>
                </a:ext>
              </a:extLst>
            </p:cNvPr>
            <p:cNvSpPr>
              <a:spLocks noChangeShapeType="1"/>
            </p:cNvSpPr>
            <p:nvPr/>
          </p:nvSpPr>
          <p:spPr bwMode="auto">
            <a:xfrm>
              <a:off x="2592" y="1917"/>
              <a:ext cx="0" cy="291"/>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28575"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9968" name="Line 31">
              <a:extLst>
                <a:ext uri="{FF2B5EF4-FFF2-40B4-BE49-F238E27FC236}">
                  <a16:creationId xmlns:a16="http://schemas.microsoft.com/office/drawing/2014/main" id="{75A5BB98-20E0-4B50-8602-1BF654ED725D}"/>
                </a:ext>
              </a:extLst>
            </p:cNvPr>
            <p:cNvSpPr>
              <a:spLocks noChangeShapeType="1"/>
            </p:cNvSpPr>
            <p:nvPr/>
          </p:nvSpPr>
          <p:spPr bwMode="auto">
            <a:xfrm>
              <a:off x="3600" y="1917"/>
              <a:ext cx="0" cy="291"/>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28575"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spTree>
    <p:custDataLst>
      <p:tags r:id="rId1"/>
    </p:custData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43076"/>
                                        </p:tgtEl>
                                        <p:attrNameLst>
                                          <p:attrName>style.visibility</p:attrName>
                                        </p:attrNameLst>
                                      </p:cBhvr>
                                      <p:to>
                                        <p:strVal val="visible"/>
                                      </p:to>
                                    </p:set>
                                    <p:animEffect transition="in" filter="blinds(horizontal)">
                                      <p:cBhvr>
                                        <p:cTn id="7" dur="500"/>
                                        <p:tgtEl>
                                          <p:spTgt spid="6430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3076"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灯片编号占位符 30">
            <a:extLst>
              <a:ext uri="{FF2B5EF4-FFF2-40B4-BE49-F238E27FC236}">
                <a16:creationId xmlns:a16="http://schemas.microsoft.com/office/drawing/2014/main" id="{0CF31F96-6BAF-4C95-8FB4-C68D254AE49F}"/>
              </a:ext>
            </a:extLst>
          </p:cNvPr>
          <p:cNvSpPr>
            <a:spLocks noGrp="1"/>
          </p:cNvSpPr>
          <p:nvPr>
            <p:ph type="sldNum" sz="quarter" idx="12"/>
          </p:nvPr>
        </p:nvSpPr>
        <p:spPr/>
        <p:txBody>
          <a:bodyPr/>
          <a:lstStyle/>
          <a:p>
            <a:pPr>
              <a:defRPr/>
            </a:pPr>
            <a:fld id="{861BCF4B-2CAD-49AB-9825-E052C4951B69}" type="slidenum">
              <a:rPr lang="en-US" altLang="zh-CN"/>
              <a:pPr>
                <a:defRPr/>
              </a:pPr>
              <a:t>34</a:t>
            </a:fld>
            <a:endParaRPr lang="en-US" altLang="zh-CN"/>
          </a:p>
        </p:txBody>
      </p:sp>
      <p:sp>
        <p:nvSpPr>
          <p:cNvPr id="644098" name="Rectangle 2">
            <a:extLst>
              <a:ext uri="{FF2B5EF4-FFF2-40B4-BE49-F238E27FC236}">
                <a16:creationId xmlns:a16="http://schemas.microsoft.com/office/drawing/2014/main" id="{4BACC3FB-BFE7-40A5-9431-9EE8F9188863}"/>
              </a:ext>
            </a:extLst>
          </p:cNvPr>
          <p:cNvSpPr>
            <a:spLocks noGrp="1" noRot="1" noChangeArrowheads="1"/>
          </p:cNvSpPr>
          <p:nvPr>
            <p:ph type="title"/>
          </p:nvPr>
        </p:nvSpPr>
        <p:spPr>
          <a:xfrm>
            <a:off x="2051050" y="333375"/>
            <a:ext cx="4054475" cy="744538"/>
          </a:xfrm>
        </p:spPr>
        <p:txBody>
          <a:bodyPr/>
          <a:lstStyle/>
          <a:p>
            <a:pPr>
              <a:defRPr/>
            </a:pPr>
            <a:r>
              <a:rPr lang="zh-CN" altLang="en-US" sz="3200"/>
              <a:t>字变量数据</a:t>
            </a:r>
          </a:p>
        </p:txBody>
      </p:sp>
      <p:sp>
        <p:nvSpPr>
          <p:cNvPr id="40964" name="Rectangle 3">
            <a:extLst>
              <a:ext uri="{FF2B5EF4-FFF2-40B4-BE49-F238E27FC236}">
                <a16:creationId xmlns:a16="http://schemas.microsoft.com/office/drawing/2014/main" id="{E658B22A-9E08-43CE-929F-4E014A8475B7}"/>
              </a:ext>
            </a:extLst>
          </p:cNvPr>
          <p:cNvSpPr>
            <a:spLocks noGrp="1" noRot="1" noChangeArrowheads="1"/>
          </p:cNvSpPr>
          <p:nvPr>
            <p:ph type="body" idx="1"/>
          </p:nvPr>
        </p:nvSpPr>
        <p:spPr>
          <a:xfrm>
            <a:off x="323850" y="1341438"/>
            <a:ext cx="8540750" cy="2087562"/>
          </a:xfrm>
        </p:spPr>
        <p:txBody>
          <a:bodyPr/>
          <a:lstStyle/>
          <a:p>
            <a:r>
              <a:rPr lang="en-US" altLang="zh-CN">
                <a:solidFill>
                  <a:srgbClr val="0000CC"/>
                </a:solidFill>
              </a:rPr>
              <a:t>2</a:t>
            </a:r>
            <a:r>
              <a:rPr lang="zh-CN" altLang="en-US">
                <a:solidFill>
                  <a:srgbClr val="0000CC"/>
                </a:solidFill>
              </a:rPr>
              <a:t>）</a:t>
            </a:r>
            <a:r>
              <a:rPr lang="en-US" altLang="zh-CN">
                <a:solidFill>
                  <a:srgbClr val="0000CC"/>
                </a:solidFill>
              </a:rPr>
              <a:t>DW</a:t>
            </a:r>
            <a:r>
              <a:rPr lang="zh-CN" altLang="en-US"/>
              <a:t>定义</a:t>
            </a:r>
            <a:r>
              <a:rPr lang="en-US" altLang="zh-CN"/>
              <a:t>16</a:t>
            </a:r>
            <a:r>
              <a:rPr lang="zh-CN" altLang="en-US"/>
              <a:t>位、字量变量数据</a:t>
            </a:r>
          </a:p>
          <a:p>
            <a:pPr lvl="1"/>
            <a:r>
              <a:rPr lang="zh-CN" altLang="en-US" sz="2400"/>
              <a:t>包含高低两个字节，</a:t>
            </a:r>
            <a:r>
              <a:rPr lang="en-US" altLang="zh-CN" sz="2400"/>
              <a:t>16</a:t>
            </a:r>
            <a:r>
              <a:rPr lang="zh-CN" altLang="en-US" sz="2400"/>
              <a:t>位无符号和有符号整数</a:t>
            </a:r>
          </a:p>
          <a:p>
            <a:pPr lvl="1"/>
            <a:r>
              <a:rPr lang="en-US" altLang="zh-CN" sz="2400"/>
              <a:t>16</a:t>
            </a:r>
            <a:r>
              <a:rPr lang="zh-CN" altLang="en-US" sz="2400"/>
              <a:t>位段地址，</a:t>
            </a:r>
            <a:r>
              <a:rPr lang="en-US" altLang="zh-CN" sz="2400"/>
              <a:t>16</a:t>
            </a:r>
            <a:r>
              <a:rPr lang="zh-CN" altLang="en-US" sz="2400"/>
              <a:t>位偏移地址</a:t>
            </a:r>
          </a:p>
          <a:p>
            <a:pPr lvl="1"/>
            <a:r>
              <a:rPr lang="zh-CN" altLang="en-US" sz="2400"/>
              <a:t>占用</a:t>
            </a:r>
            <a:r>
              <a:rPr lang="en-US" altLang="zh-CN" sz="2400"/>
              <a:t>2</a:t>
            </a:r>
            <a:r>
              <a:rPr lang="zh-CN" altLang="en-US" sz="2400"/>
              <a:t>个连续的字节存储单元</a:t>
            </a:r>
            <a:endParaRPr lang="zh-CN" altLang="en-US" sz="2000"/>
          </a:p>
        </p:txBody>
      </p:sp>
      <p:grpSp>
        <p:nvGrpSpPr>
          <p:cNvPr id="40965" name="Group 4">
            <a:extLst>
              <a:ext uri="{FF2B5EF4-FFF2-40B4-BE49-F238E27FC236}">
                <a16:creationId xmlns:a16="http://schemas.microsoft.com/office/drawing/2014/main" id="{85D8C76C-405D-426E-91DD-FF196DF18B07}"/>
              </a:ext>
            </a:extLst>
          </p:cNvPr>
          <p:cNvGrpSpPr>
            <a:grpSpLocks/>
          </p:cNvGrpSpPr>
          <p:nvPr/>
        </p:nvGrpSpPr>
        <p:grpSpPr bwMode="auto">
          <a:xfrm>
            <a:off x="5507038" y="3571875"/>
            <a:ext cx="2895600" cy="1828800"/>
            <a:chOff x="2592" y="1056"/>
            <a:chExt cx="1824" cy="1152"/>
          </a:xfrm>
        </p:grpSpPr>
        <p:sp>
          <p:nvSpPr>
            <p:cNvPr id="40967" name="Rectangle 5">
              <a:extLst>
                <a:ext uri="{FF2B5EF4-FFF2-40B4-BE49-F238E27FC236}">
                  <a16:creationId xmlns:a16="http://schemas.microsoft.com/office/drawing/2014/main" id="{7B8EAC96-2D37-48CA-9934-76BCE55C9545}"/>
                </a:ext>
              </a:extLst>
            </p:cNvPr>
            <p:cNvSpPr>
              <a:spLocks noChangeArrowheads="1"/>
            </p:cNvSpPr>
            <p:nvPr/>
          </p:nvSpPr>
          <p:spPr bwMode="auto">
            <a:xfrm>
              <a:off x="3600" y="1917"/>
              <a:ext cx="81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557213" indent="-214313">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857250" indent="-17145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200150" indent="-17145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1543050" indent="-17145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0002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4574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29146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3718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algn="ctr" eaLnBrk="1" hangingPunct="1">
                <a:buClr>
                  <a:schemeClr val="folHlink"/>
                </a:buClr>
                <a:buFont typeface="Wingdings" panose="05000000000000000000" pitchFamily="2" charset="2"/>
                <a:buNone/>
              </a:pPr>
              <a:endParaRPr lang="zh-CN" altLang="zh-CN" b="0">
                <a:solidFill>
                  <a:srgbClr val="0000CC"/>
                </a:solidFill>
                <a:latin typeface="Arial" panose="020B0604020202020204" pitchFamily="34" charset="0"/>
              </a:endParaRPr>
            </a:p>
          </p:txBody>
        </p:sp>
        <p:sp>
          <p:nvSpPr>
            <p:cNvPr id="40968" name="Rectangle 6">
              <a:extLst>
                <a:ext uri="{FF2B5EF4-FFF2-40B4-BE49-F238E27FC236}">
                  <a16:creationId xmlns:a16="http://schemas.microsoft.com/office/drawing/2014/main" id="{0210C0AD-186D-4DEB-957B-0D78EB70E235}"/>
                </a:ext>
              </a:extLst>
            </p:cNvPr>
            <p:cNvSpPr>
              <a:spLocks noChangeArrowheads="1"/>
            </p:cNvSpPr>
            <p:nvPr/>
          </p:nvSpPr>
          <p:spPr bwMode="auto">
            <a:xfrm>
              <a:off x="3600" y="1630"/>
              <a:ext cx="816"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557213" indent="-214313">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857250" indent="-17145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200150" indent="-17145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1543050" indent="-17145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0002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4574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29146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3718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algn="ctr" eaLnBrk="1" hangingPunct="1">
                <a:buClr>
                  <a:schemeClr val="folHlink"/>
                </a:buClr>
                <a:buFont typeface="Wingdings" panose="05000000000000000000" pitchFamily="2" charset="2"/>
                <a:buNone/>
              </a:pPr>
              <a:endParaRPr lang="zh-CN" altLang="zh-CN" b="0">
                <a:solidFill>
                  <a:srgbClr val="0000CC"/>
                </a:solidFill>
                <a:latin typeface="Arial" panose="020B0604020202020204" pitchFamily="34" charset="0"/>
              </a:endParaRPr>
            </a:p>
          </p:txBody>
        </p:sp>
        <p:sp>
          <p:nvSpPr>
            <p:cNvPr id="40969" name="Rectangle 7">
              <a:extLst>
                <a:ext uri="{FF2B5EF4-FFF2-40B4-BE49-F238E27FC236}">
                  <a16:creationId xmlns:a16="http://schemas.microsoft.com/office/drawing/2014/main" id="{21336E38-D6C3-49FB-8F63-3B6707649D85}"/>
                </a:ext>
              </a:extLst>
            </p:cNvPr>
            <p:cNvSpPr>
              <a:spLocks noChangeArrowheads="1"/>
            </p:cNvSpPr>
            <p:nvPr/>
          </p:nvSpPr>
          <p:spPr bwMode="auto">
            <a:xfrm>
              <a:off x="3600" y="1343"/>
              <a:ext cx="816"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557213" indent="-214313">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857250" indent="-17145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200150" indent="-17145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1543050" indent="-17145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0002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4574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29146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3718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algn="ctr" eaLnBrk="1" hangingPunct="1">
                <a:buClr>
                  <a:schemeClr val="folHlink"/>
                </a:buClr>
                <a:buFont typeface="Wingdings" panose="05000000000000000000" pitchFamily="2" charset="2"/>
                <a:buNone/>
              </a:pPr>
              <a:r>
                <a:rPr lang="en-US" altLang="zh-CN" b="0">
                  <a:solidFill>
                    <a:srgbClr val="0000CC"/>
                  </a:solidFill>
                  <a:latin typeface="Arial" panose="020B0604020202020204" pitchFamily="34" charset="0"/>
                </a:rPr>
                <a:t>34H</a:t>
              </a:r>
            </a:p>
          </p:txBody>
        </p:sp>
        <p:sp>
          <p:nvSpPr>
            <p:cNvPr id="40970" name="Rectangle 8">
              <a:extLst>
                <a:ext uri="{FF2B5EF4-FFF2-40B4-BE49-F238E27FC236}">
                  <a16:creationId xmlns:a16="http://schemas.microsoft.com/office/drawing/2014/main" id="{EDDB4139-4486-465E-A447-1EE00715AAC9}"/>
                </a:ext>
              </a:extLst>
            </p:cNvPr>
            <p:cNvSpPr>
              <a:spLocks noChangeArrowheads="1"/>
            </p:cNvSpPr>
            <p:nvPr/>
          </p:nvSpPr>
          <p:spPr bwMode="auto">
            <a:xfrm>
              <a:off x="3600" y="1056"/>
              <a:ext cx="816"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557213" indent="-214313">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857250" indent="-17145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200150" indent="-17145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1543050" indent="-17145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0002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4574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29146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3718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algn="ctr" eaLnBrk="1" hangingPunct="1">
                <a:buClr>
                  <a:schemeClr val="folHlink"/>
                </a:buClr>
                <a:buFont typeface="Wingdings" panose="05000000000000000000" pitchFamily="2" charset="2"/>
                <a:buNone/>
              </a:pPr>
              <a:r>
                <a:rPr lang="en-US" altLang="zh-CN" b="0">
                  <a:solidFill>
                    <a:srgbClr val="0000CC"/>
                  </a:solidFill>
                  <a:latin typeface="Arial" panose="020B0604020202020204" pitchFamily="34" charset="0"/>
                </a:rPr>
                <a:t>56H</a:t>
              </a:r>
            </a:p>
          </p:txBody>
        </p:sp>
        <p:sp>
          <p:nvSpPr>
            <p:cNvPr id="40971" name="Line 9">
              <a:extLst>
                <a:ext uri="{FF2B5EF4-FFF2-40B4-BE49-F238E27FC236}">
                  <a16:creationId xmlns:a16="http://schemas.microsoft.com/office/drawing/2014/main" id="{FD720308-D615-484F-B2A8-7FAA6DAD6575}"/>
                </a:ext>
              </a:extLst>
            </p:cNvPr>
            <p:cNvSpPr>
              <a:spLocks noChangeShapeType="1"/>
            </p:cNvSpPr>
            <p:nvPr/>
          </p:nvSpPr>
          <p:spPr bwMode="auto">
            <a:xfrm>
              <a:off x="3600" y="1056"/>
              <a:ext cx="816"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40972" name="Line 10">
              <a:extLst>
                <a:ext uri="{FF2B5EF4-FFF2-40B4-BE49-F238E27FC236}">
                  <a16:creationId xmlns:a16="http://schemas.microsoft.com/office/drawing/2014/main" id="{9A73B0E5-E0D2-4553-8CB4-CA3630CDFD8B}"/>
                </a:ext>
              </a:extLst>
            </p:cNvPr>
            <p:cNvSpPr>
              <a:spLocks noChangeShapeType="1"/>
            </p:cNvSpPr>
            <p:nvPr/>
          </p:nvSpPr>
          <p:spPr bwMode="auto">
            <a:xfrm>
              <a:off x="3600" y="1343"/>
              <a:ext cx="81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40973" name="Line 11">
              <a:extLst>
                <a:ext uri="{FF2B5EF4-FFF2-40B4-BE49-F238E27FC236}">
                  <a16:creationId xmlns:a16="http://schemas.microsoft.com/office/drawing/2014/main" id="{F26A9B92-5F92-4396-992D-E8B2BB472A19}"/>
                </a:ext>
              </a:extLst>
            </p:cNvPr>
            <p:cNvSpPr>
              <a:spLocks noChangeShapeType="1"/>
            </p:cNvSpPr>
            <p:nvPr/>
          </p:nvSpPr>
          <p:spPr bwMode="auto">
            <a:xfrm>
              <a:off x="3600" y="1630"/>
              <a:ext cx="81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40974" name="Line 12">
              <a:extLst>
                <a:ext uri="{FF2B5EF4-FFF2-40B4-BE49-F238E27FC236}">
                  <a16:creationId xmlns:a16="http://schemas.microsoft.com/office/drawing/2014/main" id="{349EB9BF-6167-41D7-80E6-1EC46748ABD3}"/>
                </a:ext>
              </a:extLst>
            </p:cNvPr>
            <p:cNvSpPr>
              <a:spLocks noChangeShapeType="1"/>
            </p:cNvSpPr>
            <p:nvPr/>
          </p:nvSpPr>
          <p:spPr bwMode="auto">
            <a:xfrm>
              <a:off x="3600" y="1917"/>
              <a:ext cx="81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40975" name="Line 13">
              <a:extLst>
                <a:ext uri="{FF2B5EF4-FFF2-40B4-BE49-F238E27FC236}">
                  <a16:creationId xmlns:a16="http://schemas.microsoft.com/office/drawing/2014/main" id="{430D6A53-99AE-4AB6-A311-AA9761FD6A8A}"/>
                </a:ext>
              </a:extLst>
            </p:cNvPr>
            <p:cNvSpPr>
              <a:spLocks noChangeShapeType="1"/>
            </p:cNvSpPr>
            <p:nvPr/>
          </p:nvSpPr>
          <p:spPr bwMode="auto">
            <a:xfrm>
              <a:off x="3600" y="2208"/>
              <a:ext cx="816"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40976" name="Line 14">
              <a:extLst>
                <a:ext uri="{FF2B5EF4-FFF2-40B4-BE49-F238E27FC236}">
                  <a16:creationId xmlns:a16="http://schemas.microsoft.com/office/drawing/2014/main" id="{849AD7A5-9D1C-4B1D-BA1D-FA4A8431E0BF}"/>
                </a:ext>
              </a:extLst>
            </p:cNvPr>
            <p:cNvSpPr>
              <a:spLocks noChangeShapeType="1"/>
            </p:cNvSpPr>
            <p:nvPr/>
          </p:nvSpPr>
          <p:spPr bwMode="auto">
            <a:xfrm>
              <a:off x="3600" y="1056"/>
              <a:ext cx="0" cy="1152"/>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40977" name="Line 15">
              <a:extLst>
                <a:ext uri="{FF2B5EF4-FFF2-40B4-BE49-F238E27FC236}">
                  <a16:creationId xmlns:a16="http://schemas.microsoft.com/office/drawing/2014/main" id="{ECA8CFBD-AB38-4844-B3DD-CFC3BB6630BC}"/>
                </a:ext>
              </a:extLst>
            </p:cNvPr>
            <p:cNvSpPr>
              <a:spLocks noChangeShapeType="1"/>
            </p:cNvSpPr>
            <p:nvPr/>
          </p:nvSpPr>
          <p:spPr bwMode="auto">
            <a:xfrm>
              <a:off x="4416" y="1056"/>
              <a:ext cx="0" cy="1152"/>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40978" name="Rectangle 16">
              <a:extLst>
                <a:ext uri="{FF2B5EF4-FFF2-40B4-BE49-F238E27FC236}">
                  <a16:creationId xmlns:a16="http://schemas.microsoft.com/office/drawing/2014/main" id="{5CF147B7-9F9E-4B60-BEAD-52DB5193CD1D}"/>
                </a:ext>
              </a:extLst>
            </p:cNvPr>
            <p:cNvSpPr>
              <a:spLocks noChangeArrowheads="1"/>
            </p:cNvSpPr>
            <p:nvPr/>
          </p:nvSpPr>
          <p:spPr bwMode="auto">
            <a:xfrm>
              <a:off x="2592" y="1917"/>
              <a:ext cx="100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557213" indent="-214313">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857250" indent="-17145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200150" indent="-17145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1543050" indent="-17145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0002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4574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29146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3718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algn="r" eaLnBrk="1" hangingPunct="1">
                <a:buClr>
                  <a:schemeClr val="folHlink"/>
                </a:buClr>
                <a:buFont typeface="Wingdings" panose="05000000000000000000" pitchFamily="2" charset="2"/>
                <a:buNone/>
              </a:pPr>
              <a:endParaRPr lang="zh-CN" altLang="zh-CN" b="0">
                <a:solidFill>
                  <a:srgbClr val="0000CC"/>
                </a:solidFill>
                <a:latin typeface="Arial" panose="020B0604020202020204" pitchFamily="34" charset="0"/>
              </a:endParaRPr>
            </a:p>
          </p:txBody>
        </p:sp>
        <p:sp>
          <p:nvSpPr>
            <p:cNvPr id="40979" name="Rectangle 17">
              <a:extLst>
                <a:ext uri="{FF2B5EF4-FFF2-40B4-BE49-F238E27FC236}">
                  <a16:creationId xmlns:a16="http://schemas.microsoft.com/office/drawing/2014/main" id="{D726FFE8-D8BE-460C-BEE7-1B26077B86F8}"/>
                </a:ext>
              </a:extLst>
            </p:cNvPr>
            <p:cNvSpPr>
              <a:spLocks noChangeArrowheads="1"/>
            </p:cNvSpPr>
            <p:nvPr/>
          </p:nvSpPr>
          <p:spPr bwMode="auto">
            <a:xfrm>
              <a:off x="2592" y="1630"/>
              <a:ext cx="1008"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557213" indent="-214313">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857250" indent="-17145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200150" indent="-17145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1543050" indent="-17145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0002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4574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29146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3718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algn="r" eaLnBrk="1" hangingPunct="1">
                <a:buClr>
                  <a:schemeClr val="folHlink"/>
                </a:buClr>
                <a:buFont typeface="Wingdings" panose="05000000000000000000" pitchFamily="2" charset="2"/>
                <a:buNone/>
              </a:pPr>
              <a:endParaRPr lang="zh-CN" altLang="zh-CN" b="0">
                <a:solidFill>
                  <a:srgbClr val="0000CC"/>
                </a:solidFill>
                <a:latin typeface="Arial" panose="020B0604020202020204" pitchFamily="34" charset="0"/>
              </a:endParaRPr>
            </a:p>
          </p:txBody>
        </p:sp>
        <p:sp>
          <p:nvSpPr>
            <p:cNvPr id="40980" name="Rectangle 18">
              <a:extLst>
                <a:ext uri="{FF2B5EF4-FFF2-40B4-BE49-F238E27FC236}">
                  <a16:creationId xmlns:a16="http://schemas.microsoft.com/office/drawing/2014/main" id="{814079DA-71B7-4490-A511-2D3EE3FB6E68}"/>
                </a:ext>
              </a:extLst>
            </p:cNvPr>
            <p:cNvSpPr>
              <a:spLocks noChangeArrowheads="1"/>
            </p:cNvSpPr>
            <p:nvPr/>
          </p:nvSpPr>
          <p:spPr bwMode="auto">
            <a:xfrm>
              <a:off x="2592" y="1343"/>
              <a:ext cx="1008"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557213" indent="-214313">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857250" indent="-17145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200150" indent="-17145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1543050" indent="-17145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0002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4574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29146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3718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algn="r" eaLnBrk="1" hangingPunct="1">
                <a:buClr>
                  <a:schemeClr val="folHlink"/>
                </a:buClr>
                <a:buFont typeface="Wingdings" panose="05000000000000000000" pitchFamily="2" charset="2"/>
                <a:buNone/>
              </a:pPr>
              <a:endParaRPr lang="zh-CN" altLang="zh-CN" b="0">
                <a:solidFill>
                  <a:srgbClr val="0000CC"/>
                </a:solidFill>
                <a:latin typeface="Arial" panose="020B0604020202020204" pitchFamily="34" charset="0"/>
              </a:endParaRPr>
            </a:p>
          </p:txBody>
        </p:sp>
        <p:sp>
          <p:nvSpPr>
            <p:cNvPr id="40981" name="Rectangle 19">
              <a:extLst>
                <a:ext uri="{FF2B5EF4-FFF2-40B4-BE49-F238E27FC236}">
                  <a16:creationId xmlns:a16="http://schemas.microsoft.com/office/drawing/2014/main" id="{112930ED-829A-4A0D-BC96-F324713875D4}"/>
                </a:ext>
              </a:extLst>
            </p:cNvPr>
            <p:cNvSpPr>
              <a:spLocks noChangeArrowheads="1"/>
            </p:cNvSpPr>
            <p:nvPr/>
          </p:nvSpPr>
          <p:spPr bwMode="auto">
            <a:xfrm>
              <a:off x="2592" y="1056"/>
              <a:ext cx="1008"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557213" indent="-214313">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857250" indent="-17145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200150" indent="-17145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1543050" indent="-17145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0002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4574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29146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3718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algn="r" eaLnBrk="1" hangingPunct="1">
                <a:buClr>
                  <a:schemeClr val="folHlink"/>
                </a:buClr>
                <a:buFont typeface="Wingdings" panose="05000000000000000000" pitchFamily="2" charset="2"/>
                <a:buNone/>
              </a:pPr>
              <a:r>
                <a:rPr lang="en-US" altLang="zh-CN" b="0">
                  <a:solidFill>
                    <a:srgbClr val="0000CC"/>
                  </a:solidFill>
                  <a:latin typeface="Arial" panose="020B0604020202020204" pitchFamily="34" charset="0"/>
                </a:rPr>
                <a:t>DATA2</a:t>
              </a:r>
            </a:p>
          </p:txBody>
        </p:sp>
        <p:sp>
          <p:nvSpPr>
            <p:cNvPr id="40982" name="Line 20">
              <a:extLst>
                <a:ext uri="{FF2B5EF4-FFF2-40B4-BE49-F238E27FC236}">
                  <a16:creationId xmlns:a16="http://schemas.microsoft.com/office/drawing/2014/main" id="{B7C776D2-5F11-4D65-A460-35140A064DA6}"/>
                </a:ext>
              </a:extLst>
            </p:cNvPr>
            <p:cNvSpPr>
              <a:spLocks noChangeShapeType="1"/>
            </p:cNvSpPr>
            <p:nvPr/>
          </p:nvSpPr>
          <p:spPr bwMode="auto">
            <a:xfrm>
              <a:off x="2592" y="1056"/>
              <a:ext cx="1008"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28575"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40983" name="Line 21">
              <a:extLst>
                <a:ext uri="{FF2B5EF4-FFF2-40B4-BE49-F238E27FC236}">
                  <a16:creationId xmlns:a16="http://schemas.microsoft.com/office/drawing/2014/main" id="{210D5C91-0F8F-4DB7-A17F-F4FF804D5581}"/>
                </a:ext>
              </a:extLst>
            </p:cNvPr>
            <p:cNvSpPr>
              <a:spLocks noChangeShapeType="1"/>
            </p:cNvSpPr>
            <p:nvPr/>
          </p:nvSpPr>
          <p:spPr bwMode="auto">
            <a:xfrm>
              <a:off x="2592" y="2208"/>
              <a:ext cx="1008"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28575"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40984" name="Line 22">
              <a:extLst>
                <a:ext uri="{FF2B5EF4-FFF2-40B4-BE49-F238E27FC236}">
                  <a16:creationId xmlns:a16="http://schemas.microsoft.com/office/drawing/2014/main" id="{B6909307-172A-4945-A1B9-D67F1F7E11B4}"/>
                </a:ext>
              </a:extLst>
            </p:cNvPr>
            <p:cNvSpPr>
              <a:spLocks noChangeShapeType="1"/>
            </p:cNvSpPr>
            <p:nvPr/>
          </p:nvSpPr>
          <p:spPr bwMode="auto">
            <a:xfrm>
              <a:off x="2592" y="1056"/>
              <a:ext cx="0" cy="28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28575"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40985" name="Line 23">
              <a:extLst>
                <a:ext uri="{FF2B5EF4-FFF2-40B4-BE49-F238E27FC236}">
                  <a16:creationId xmlns:a16="http://schemas.microsoft.com/office/drawing/2014/main" id="{7B10CD34-A1BD-4CEF-9974-A71004F73BC8}"/>
                </a:ext>
              </a:extLst>
            </p:cNvPr>
            <p:cNvSpPr>
              <a:spLocks noChangeShapeType="1"/>
            </p:cNvSpPr>
            <p:nvPr/>
          </p:nvSpPr>
          <p:spPr bwMode="auto">
            <a:xfrm>
              <a:off x="3600" y="1056"/>
              <a:ext cx="0" cy="28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28575"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40986" name="Line 24">
              <a:extLst>
                <a:ext uri="{FF2B5EF4-FFF2-40B4-BE49-F238E27FC236}">
                  <a16:creationId xmlns:a16="http://schemas.microsoft.com/office/drawing/2014/main" id="{5338C4E0-1488-4C52-B43A-3DB55B515E64}"/>
                </a:ext>
              </a:extLst>
            </p:cNvPr>
            <p:cNvSpPr>
              <a:spLocks noChangeShapeType="1"/>
            </p:cNvSpPr>
            <p:nvPr/>
          </p:nvSpPr>
          <p:spPr bwMode="auto">
            <a:xfrm>
              <a:off x="2592" y="1343"/>
              <a:ext cx="0" cy="28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28575"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40987" name="Line 25">
              <a:extLst>
                <a:ext uri="{FF2B5EF4-FFF2-40B4-BE49-F238E27FC236}">
                  <a16:creationId xmlns:a16="http://schemas.microsoft.com/office/drawing/2014/main" id="{6A046A58-2C76-47D7-A3B3-7A73E7CD5449}"/>
                </a:ext>
              </a:extLst>
            </p:cNvPr>
            <p:cNvSpPr>
              <a:spLocks noChangeShapeType="1"/>
            </p:cNvSpPr>
            <p:nvPr/>
          </p:nvSpPr>
          <p:spPr bwMode="auto">
            <a:xfrm>
              <a:off x="3600" y="1343"/>
              <a:ext cx="0" cy="28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28575"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40988" name="Line 26">
              <a:extLst>
                <a:ext uri="{FF2B5EF4-FFF2-40B4-BE49-F238E27FC236}">
                  <a16:creationId xmlns:a16="http://schemas.microsoft.com/office/drawing/2014/main" id="{5996B693-BD7F-4389-9BA6-E1FAAF232271}"/>
                </a:ext>
              </a:extLst>
            </p:cNvPr>
            <p:cNvSpPr>
              <a:spLocks noChangeShapeType="1"/>
            </p:cNvSpPr>
            <p:nvPr/>
          </p:nvSpPr>
          <p:spPr bwMode="auto">
            <a:xfrm>
              <a:off x="2592" y="1630"/>
              <a:ext cx="0" cy="28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28575"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40989" name="Line 27">
              <a:extLst>
                <a:ext uri="{FF2B5EF4-FFF2-40B4-BE49-F238E27FC236}">
                  <a16:creationId xmlns:a16="http://schemas.microsoft.com/office/drawing/2014/main" id="{5531122F-D6F9-4ED0-9BBD-F81FC0AD9F4B}"/>
                </a:ext>
              </a:extLst>
            </p:cNvPr>
            <p:cNvSpPr>
              <a:spLocks noChangeShapeType="1"/>
            </p:cNvSpPr>
            <p:nvPr/>
          </p:nvSpPr>
          <p:spPr bwMode="auto">
            <a:xfrm>
              <a:off x="3600" y="1630"/>
              <a:ext cx="0" cy="28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28575"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40990" name="Line 28">
              <a:extLst>
                <a:ext uri="{FF2B5EF4-FFF2-40B4-BE49-F238E27FC236}">
                  <a16:creationId xmlns:a16="http://schemas.microsoft.com/office/drawing/2014/main" id="{9AC41686-9DD3-4DB0-9E4B-CAC051799124}"/>
                </a:ext>
              </a:extLst>
            </p:cNvPr>
            <p:cNvSpPr>
              <a:spLocks noChangeShapeType="1"/>
            </p:cNvSpPr>
            <p:nvPr/>
          </p:nvSpPr>
          <p:spPr bwMode="auto">
            <a:xfrm>
              <a:off x="2592" y="1917"/>
              <a:ext cx="0" cy="291"/>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28575"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40991" name="Line 29">
              <a:extLst>
                <a:ext uri="{FF2B5EF4-FFF2-40B4-BE49-F238E27FC236}">
                  <a16:creationId xmlns:a16="http://schemas.microsoft.com/office/drawing/2014/main" id="{007C01CD-66DD-4903-8007-427F5EAD5466}"/>
                </a:ext>
              </a:extLst>
            </p:cNvPr>
            <p:cNvSpPr>
              <a:spLocks noChangeShapeType="1"/>
            </p:cNvSpPr>
            <p:nvPr/>
          </p:nvSpPr>
          <p:spPr bwMode="auto">
            <a:xfrm>
              <a:off x="3600" y="1917"/>
              <a:ext cx="0" cy="291"/>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28575"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sp>
        <p:nvSpPr>
          <p:cNvPr id="40966" name="Text Box 30">
            <a:extLst>
              <a:ext uri="{FF2B5EF4-FFF2-40B4-BE49-F238E27FC236}">
                <a16:creationId xmlns:a16="http://schemas.microsoft.com/office/drawing/2014/main" id="{BBC0AD1B-A3FF-4549-ABC3-92CD010F9DEB}"/>
              </a:ext>
            </a:extLst>
          </p:cNvPr>
          <p:cNvSpPr txBox="1">
            <a:spLocks noChangeArrowheads="1"/>
          </p:cNvSpPr>
          <p:nvPr/>
        </p:nvSpPr>
        <p:spPr bwMode="auto">
          <a:xfrm>
            <a:off x="1187450" y="4076700"/>
            <a:ext cx="4195763" cy="604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pPr>
            <a:r>
              <a:rPr lang="en-US" altLang="zh-CN" sz="2800">
                <a:solidFill>
                  <a:srgbClr val="0000CC"/>
                </a:solidFill>
              </a:rPr>
              <a:t>DATA2  DW  3456H</a:t>
            </a:r>
          </a:p>
        </p:txBody>
      </p:sp>
    </p:spTree>
    <p:custDataLst>
      <p:tags r:id="rId1"/>
    </p:custDataLst>
  </p:cSld>
  <p:clrMapOvr>
    <a:masterClrMapping/>
  </p:clrMapOvr>
  <p:transition>
    <p:random/>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灯片编号占位符 10">
            <a:extLst>
              <a:ext uri="{FF2B5EF4-FFF2-40B4-BE49-F238E27FC236}">
                <a16:creationId xmlns:a16="http://schemas.microsoft.com/office/drawing/2014/main" id="{67B14529-A409-4458-A795-BBB92746569B}"/>
              </a:ext>
            </a:extLst>
          </p:cNvPr>
          <p:cNvSpPr>
            <a:spLocks noGrp="1"/>
          </p:cNvSpPr>
          <p:nvPr>
            <p:ph type="sldNum" sz="quarter" idx="12"/>
          </p:nvPr>
        </p:nvSpPr>
        <p:spPr/>
        <p:txBody>
          <a:bodyPr/>
          <a:lstStyle/>
          <a:p>
            <a:pPr>
              <a:defRPr/>
            </a:pPr>
            <a:fld id="{DCB2ECF8-47E5-41A7-9DC1-9282EB317892}" type="slidenum">
              <a:rPr lang="en-US" altLang="zh-CN"/>
              <a:pPr>
                <a:defRPr/>
              </a:pPr>
              <a:t>35</a:t>
            </a:fld>
            <a:endParaRPr lang="en-US" altLang="zh-CN"/>
          </a:p>
        </p:txBody>
      </p:sp>
      <p:sp>
        <p:nvSpPr>
          <p:cNvPr id="41987" name="AutoShape 2">
            <a:extLst>
              <a:ext uri="{FF2B5EF4-FFF2-40B4-BE49-F238E27FC236}">
                <a16:creationId xmlns:a16="http://schemas.microsoft.com/office/drawing/2014/main" id="{2D17E6A0-EFF6-4813-AAA8-A36E4D8D8DF4}"/>
              </a:ext>
            </a:extLst>
          </p:cNvPr>
          <p:cNvSpPr>
            <a:spLocks noChangeArrowheads="1"/>
          </p:cNvSpPr>
          <p:nvPr/>
        </p:nvSpPr>
        <p:spPr bwMode="auto">
          <a:xfrm>
            <a:off x="2051050" y="4508500"/>
            <a:ext cx="6102350" cy="1003300"/>
          </a:xfrm>
          <a:prstGeom prst="roundRect">
            <a:avLst>
              <a:gd name="adj" fmla="val 16667"/>
            </a:avLst>
          </a:prstGeom>
          <a:solidFill>
            <a:schemeClr val="bg1"/>
          </a:solidFill>
          <a:ln w="9525">
            <a:solidFill>
              <a:schemeClr va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41988" name="AutoShape 3">
            <a:extLst>
              <a:ext uri="{FF2B5EF4-FFF2-40B4-BE49-F238E27FC236}">
                <a16:creationId xmlns:a16="http://schemas.microsoft.com/office/drawing/2014/main" id="{60E661EB-C7AF-455A-A8C7-743E49EF1797}"/>
              </a:ext>
            </a:extLst>
          </p:cNvPr>
          <p:cNvSpPr>
            <a:spLocks noChangeArrowheads="1"/>
          </p:cNvSpPr>
          <p:nvPr/>
        </p:nvSpPr>
        <p:spPr bwMode="auto">
          <a:xfrm>
            <a:off x="1066800" y="2057400"/>
            <a:ext cx="7681913" cy="1082675"/>
          </a:xfrm>
          <a:prstGeom prst="roundRect">
            <a:avLst>
              <a:gd name="adj" fmla="val 16667"/>
            </a:avLst>
          </a:prstGeom>
          <a:solidFill>
            <a:schemeClr val="bg1"/>
          </a:solidFill>
          <a:ln w="9525">
            <a:solidFill>
              <a:schemeClr va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646148" name="Rectangle 4">
            <a:extLst>
              <a:ext uri="{FF2B5EF4-FFF2-40B4-BE49-F238E27FC236}">
                <a16:creationId xmlns:a16="http://schemas.microsoft.com/office/drawing/2014/main" id="{5113E584-6857-4085-9F0E-40C00E0CDB63}"/>
              </a:ext>
            </a:extLst>
          </p:cNvPr>
          <p:cNvSpPr>
            <a:spLocks noGrp="1" noRot="1" noChangeArrowheads="1"/>
          </p:cNvSpPr>
          <p:nvPr>
            <p:ph type="title" idx="4294967295"/>
          </p:nvPr>
        </p:nvSpPr>
        <p:spPr>
          <a:xfrm>
            <a:off x="768350" y="385763"/>
            <a:ext cx="1508125" cy="381000"/>
          </a:xfrm>
        </p:spPr>
        <p:txBody>
          <a:bodyPr/>
          <a:lstStyle/>
          <a:p>
            <a:pPr algn="l">
              <a:defRPr/>
            </a:pPr>
            <a:r>
              <a:rPr lang="zh-CN" altLang="en-US" sz="2400" dirty="0">
                <a:solidFill>
                  <a:srgbClr val="FF0000"/>
                </a:solidFill>
              </a:rPr>
              <a:t>？</a:t>
            </a:r>
            <a:r>
              <a:rPr lang="zh-CN" altLang="en-US" sz="2400" dirty="0">
                <a:solidFill>
                  <a:schemeClr val="tx1"/>
                </a:solidFill>
              </a:rPr>
              <a:t>表达式</a:t>
            </a:r>
          </a:p>
        </p:txBody>
      </p:sp>
      <p:sp>
        <p:nvSpPr>
          <p:cNvPr id="646149" name="Text Box 5">
            <a:extLst>
              <a:ext uri="{FF2B5EF4-FFF2-40B4-BE49-F238E27FC236}">
                <a16:creationId xmlns:a16="http://schemas.microsoft.com/office/drawing/2014/main" id="{79549470-1CB1-4C9B-AFC4-EAE06B960910}"/>
              </a:ext>
            </a:extLst>
          </p:cNvPr>
          <p:cNvSpPr txBox="1">
            <a:spLocks noChangeArrowheads="1"/>
          </p:cNvSpPr>
          <p:nvPr/>
        </p:nvSpPr>
        <p:spPr bwMode="auto">
          <a:xfrm>
            <a:off x="617538" y="812800"/>
            <a:ext cx="8139112"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n-US" altLang="zh-CN" sz="1800" dirty="0"/>
              <a:t> </a:t>
            </a:r>
            <a:r>
              <a:rPr lang="en-US" altLang="zh-CN" dirty="0">
                <a:solidFill>
                  <a:srgbClr val="FF0000"/>
                </a:solidFill>
                <a:effectLst>
                  <a:outerShdw blurRad="38100" dist="38100" dir="2700000" algn="tl">
                    <a:srgbClr val="C0C0C0"/>
                  </a:outerShdw>
                </a:effectLst>
              </a:rPr>
              <a:t>●</a:t>
            </a:r>
            <a:r>
              <a:rPr lang="zh-CN" altLang="en-US" dirty="0"/>
              <a:t>这是为数据项分配存储单元的一种方法，只是存储单元中不预置确定的值，常用来预留存储单元，存放程序的中间结果或最终结果。</a:t>
            </a:r>
          </a:p>
        </p:txBody>
      </p:sp>
      <p:sp>
        <p:nvSpPr>
          <p:cNvPr id="646150" name="Text Box 6">
            <a:extLst>
              <a:ext uri="{FF2B5EF4-FFF2-40B4-BE49-F238E27FC236}">
                <a16:creationId xmlns:a16="http://schemas.microsoft.com/office/drawing/2014/main" id="{2F35504E-6761-428D-BF54-864694CD9C6F}"/>
              </a:ext>
            </a:extLst>
          </p:cNvPr>
          <p:cNvSpPr txBox="1">
            <a:spLocks noChangeArrowheads="1"/>
          </p:cNvSpPr>
          <p:nvPr/>
        </p:nvSpPr>
        <p:spPr bwMode="auto">
          <a:xfrm>
            <a:off x="1258888" y="2349500"/>
            <a:ext cx="7489825"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n-US" altLang="zh-CN" dirty="0">
                <a:effectLst>
                  <a:outerShdw blurRad="38100" dist="38100" dir="2700000" algn="tl">
                    <a:srgbClr val="C0C0C0"/>
                  </a:outerShdw>
                </a:effectLst>
              </a:rPr>
              <a:t>RESULT  DB  </a:t>
            </a:r>
            <a:r>
              <a:rPr lang="zh-CN" altLang="en-US" dirty="0">
                <a:effectLst>
                  <a:outerShdw blurRad="38100" dist="38100" dir="2700000" algn="tl">
                    <a:srgbClr val="C0C0C0"/>
                  </a:outerShdw>
                </a:effectLst>
              </a:rPr>
              <a:t>？        ；预置一个字节单元，其值不定</a:t>
            </a:r>
          </a:p>
        </p:txBody>
      </p:sp>
      <p:sp>
        <p:nvSpPr>
          <p:cNvPr id="646151" name="Text Box 7">
            <a:extLst>
              <a:ext uri="{FF2B5EF4-FFF2-40B4-BE49-F238E27FC236}">
                <a16:creationId xmlns:a16="http://schemas.microsoft.com/office/drawing/2014/main" id="{87A59F7A-6735-47CC-9080-AF3F5C3B0715}"/>
              </a:ext>
            </a:extLst>
          </p:cNvPr>
          <p:cNvSpPr txBox="1">
            <a:spLocks noChangeArrowheads="1"/>
          </p:cNvSpPr>
          <p:nvPr/>
        </p:nvSpPr>
        <p:spPr bwMode="auto">
          <a:xfrm>
            <a:off x="684213" y="3284538"/>
            <a:ext cx="3429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zh-CN" altLang="en-US">
                <a:effectLst>
                  <a:outerShdw blurRad="38100" dist="38100" dir="2700000" algn="tl">
                    <a:srgbClr val="C0C0C0"/>
                  </a:outerShdw>
                </a:effectLst>
              </a:rPr>
              <a:t>重复定义子句</a:t>
            </a:r>
            <a:r>
              <a:rPr lang="en-US" altLang="zh-CN">
                <a:solidFill>
                  <a:srgbClr val="FF0000"/>
                </a:solidFill>
                <a:effectLst>
                  <a:outerShdw blurRad="38100" dist="38100" dir="2700000" algn="tl">
                    <a:srgbClr val="C0C0C0"/>
                  </a:outerShdw>
                </a:effectLst>
              </a:rPr>
              <a:t>DUP</a:t>
            </a:r>
          </a:p>
        </p:txBody>
      </p:sp>
      <p:sp>
        <p:nvSpPr>
          <p:cNvPr id="646152" name="Text Box 8">
            <a:extLst>
              <a:ext uri="{FF2B5EF4-FFF2-40B4-BE49-F238E27FC236}">
                <a16:creationId xmlns:a16="http://schemas.microsoft.com/office/drawing/2014/main" id="{C479088F-B264-49CD-9DE8-1236D800A839}"/>
              </a:ext>
            </a:extLst>
          </p:cNvPr>
          <p:cNvSpPr txBox="1">
            <a:spLocks noChangeArrowheads="1"/>
          </p:cNvSpPr>
          <p:nvPr/>
        </p:nvSpPr>
        <p:spPr bwMode="auto">
          <a:xfrm>
            <a:off x="762000" y="3886200"/>
            <a:ext cx="7391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n-US" altLang="zh-CN">
                <a:solidFill>
                  <a:srgbClr val="FF0000"/>
                </a:solidFill>
                <a:effectLst>
                  <a:outerShdw blurRad="38100" dist="38100" dir="2700000" algn="tl">
                    <a:srgbClr val="C0C0C0"/>
                  </a:outerShdw>
                </a:effectLst>
              </a:rPr>
              <a:t>●</a:t>
            </a:r>
            <a:r>
              <a:rPr lang="zh-CN" altLang="en-US">
                <a:effectLst>
                  <a:outerShdw blurRad="38100" dist="38100" dir="2700000" algn="tl">
                    <a:srgbClr val="C0C0C0"/>
                  </a:outerShdw>
                </a:effectLst>
              </a:rPr>
              <a:t>利用重复定义子句</a:t>
            </a:r>
            <a:r>
              <a:rPr lang="en-US" altLang="zh-CN">
                <a:effectLst>
                  <a:outerShdw blurRad="38100" dist="38100" dir="2700000" algn="tl">
                    <a:srgbClr val="C0C0C0"/>
                  </a:outerShdw>
                </a:effectLst>
              </a:rPr>
              <a:t>DUP</a:t>
            </a:r>
            <a:r>
              <a:rPr lang="zh-CN" altLang="en-US">
                <a:effectLst>
                  <a:outerShdw blurRad="38100" dist="38100" dir="2700000" algn="tl">
                    <a:srgbClr val="C0C0C0"/>
                  </a:outerShdw>
                </a:effectLst>
              </a:rPr>
              <a:t>可以为若干个重复数据分配存储单元。</a:t>
            </a:r>
          </a:p>
        </p:txBody>
      </p:sp>
      <p:sp>
        <p:nvSpPr>
          <p:cNvPr id="646153" name="Text Box 9">
            <a:extLst>
              <a:ext uri="{FF2B5EF4-FFF2-40B4-BE49-F238E27FC236}">
                <a16:creationId xmlns:a16="http://schemas.microsoft.com/office/drawing/2014/main" id="{4858C749-3C57-4B23-81AD-8AE074D11EB3}"/>
              </a:ext>
            </a:extLst>
          </p:cNvPr>
          <p:cNvSpPr txBox="1">
            <a:spLocks noChangeArrowheads="1"/>
          </p:cNvSpPr>
          <p:nvPr/>
        </p:nvSpPr>
        <p:spPr bwMode="auto">
          <a:xfrm>
            <a:off x="2411413" y="4652963"/>
            <a:ext cx="5040312" cy="830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zh-CN" altLang="en-US" dirty="0">
                <a:effectLst>
                  <a:outerShdw blurRad="38100" dist="38100" dir="2700000" algn="tl">
                    <a:srgbClr val="C0C0C0"/>
                  </a:outerShdw>
                </a:effectLst>
              </a:rPr>
              <a:t>带</a:t>
            </a:r>
            <a:r>
              <a:rPr lang="en-US" altLang="zh-CN" dirty="0">
                <a:effectLst>
                  <a:outerShdw blurRad="38100" dist="38100" dir="2700000" algn="tl">
                    <a:srgbClr val="C0C0C0"/>
                  </a:outerShdw>
                </a:effectLst>
              </a:rPr>
              <a:t>DUP</a:t>
            </a:r>
            <a:r>
              <a:rPr lang="zh-CN" altLang="en-US" dirty="0">
                <a:effectLst>
                  <a:outerShdw blurRad="38100" dist="38100" dir="2700000" algn="tl">
                    <a:srgbClr val="C0C0C0"/>
                  </a:outerShdw>
                </a:effectLst>
              </a:rPr>
              <a:t>的表达式格式如下：</a:t>
            </a:r>
          </a:p>
          <a:p>
            <a:pPr eaLnBrk="1" hangingPunct="1">
              <a:defRPr/>
            </a:pPr>
            <a:r>
              <a:rPr lang="zh-CN" altLang="en-US" dirty="0">
                <a:effectLst>
                  <a:outerShdw blurRad="38100" dist="38100" dir="2700000" algn="tl">
                    <a:srgbClr val="C0C0C0"/>
                  </a:outerShdw>
                </a:effectLst>
              </a:rPr>
              <a:t>      </a:t>
            </a:r>
            <a:r>
              <a:rPr lang="en-US" altLang="zh-CN" dirty="0">
                <a:effectLst>
                  <a:outerShdw blurRad="38100" dist="38100" dir="2700000" algn="tl">
                    <a:srgbClr val="C0C0C0"/>
                  </a:outerShdw>
                </a:effectLst>
              </a:rPr>
              <a:t>n   DUP  </a:t>
            </a:r>
            <a:r>
              <a:rPr lang="zh-CN" altLang="en-US" dirty="0">
                <a:effectLst>
                  <a:outerShdw blurRad="38100" dist="38100" dir="2700000" algn="tl">
                    <a:srgbClr val="C0C0C0"/>
                  </a:outerShdw>
                </a:effectLst>
              </a:rPr>
              <a:t>（表达式）</a:t>
            </a:r>
          </a:p>
        </p:txBody>
      </p:sp>
      <p:sp>
        <p:nvSpPr>
          <p:cNvPr id="646154" name="Text Box 10">
            <a:extLst>
              <a:ext uri="{FF2B5EF4-FFF2-40B4-BE49-F238E27FC236}">
                <a16:creationId xmlns:a16="http://schemas.microsoft.com/office/drawing/2014/main" id="{DC8CADE0-AC36-4BA8-8DEF-B8434341A343}"/>
              </a:ext>
            </a:extLst>
          </p:cNvPr>
          <p:cNvSpPr txBox="1">
            <a:spLocks noChangeArrowheads="1"/>
          </p:cNvSpPr>
          <p:nvPr/>
        </p:nvSpPr>
        <p:spPr bwMode="auto">
          <a:xfrm>
            <a:off x="755650" y="5805488"/>
            <a:ext cx="74898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n-US" altLang="zh-CN">
                <a:solidFill>
                  <a:srgbClr val="FFFF00"/>
                </a:solidFill>
                <a:effectLst>
                  <a:outerShdw blurRad="38100" dist="38100" dir="2700000" algn="tl">
                    <a:srgbClr val="C0C0C0"/>
                  </a:outerShdw>
                </a:effectLst>
              </a:rPr>
              <a:t>●</a:t>
            </a:r>
            <a:r>
              <a:rPr lang="zh-CN" altLang="en-US">
                <a:effectLst>
                  <a:outerShdw blurRad="38100" dist="38100" dir="2700000" algn="tl">
                    <a:srgbClr val="C0C0C0"/>
                  </a:outerShdw>
                </a:effectLst>
              </a:rPr>
              <a:t>其中圆括号内的表达式是重复的内容，</a:t>
            </a:r>
            <a:r>
              <a:rPr lang="en-US" altLang="zh-CN">
                <a:effectLst>
                  <a:outerShdw blurRad="38100" dist="38100" dir="2700000" algn="tl">
                    <a:srgbClr val="C0C0C0"/>
                  </a:outerShdw>
                </a:effectLst>
              </a:rPr>
              <a:t>n </a:t>
            </a:r>
            <a:r>
              <a:rPr lang="zh-CN" altLang="en-US">
                <a:effectLst>
                  <a:outerShdw blurRad="38100" dist="38100" dir="2700000" algn="tl">
                    <a:srgbClr val="C0C0C0"/>
                  </a:outerShdw>
                </a:effectLst>
              </a:rPr>
              <a:t>是重复次数。</a:t>
            </a:r>
          </a:p>
        </p:txBody>
      </p:sp>
    </p:spTree>
  </p:cSld>
  <p:clrMapOvr>
    <a:masterClrMapping/>
  </p:clrMapOvr>
  <p:transition>
    <p:random/>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BA2065E8-DA30-450F-AEA8-14C0B8157D6E}"/>
              </a:ext>
            </a:extLst>
          </p:cNvPr>
          <p:cNvSpPr>
            <a:spLocks noGrp="1"/>
          </p:cNvSpPr>
          <p:nvPr>
            <p:ph sz="quarter" idx="1"/>
          </p:nvPr>
        </p:nvSpPr>
        <p:spPr>
          <a:xfrm>
            <a:off x="684213" y="620713"/>
            <a:ext cx="8229600" cy="4937125"/>
          </a:xfrm>
        </p:spPr>
        <p:txBody>
          <a:bodyPr/>
          <a:lstStyle/>
          <a:p>
            <a:pPr marL="0" indent="0">
              <a:buFont typeface="Wingdings 3" panose="05040102010807070707" pitchFamily="18" charset="2"/>
              <a:buNone/>
              <a:defRPr/>
            </a:pPr>
            <a:r>
              <a:rPr lang="zh-CN" altLang="en-US" dirty="0">
                <a:solidFill>
                  <a:srgbClr val="C00000"/>
                </a:solidFill>
                <a:latin typeface="+mn-ea"/>
              </a:rPr>
              <a:t>常用伪指令</a:t>
            </a:r>
          </a:p>
          <a:p>
            <a:pPr marL="0" indent="0">
              <a:buFont typeface="Wingdings 3" panose="05040102010807070707" pitchFamily="18" charset="2"/>
              <a:buNone/>
              <a:defRPr/>
            </a:pPr>
            <a:r>
              <a:rPr lang="zh-CN" altLang="en-US" dirty="0">
                <a:solidFill>
                  <a:srgbClr val="000066"/>
                </a:solidFill>
                <a:latin typeface="+mn-ea"/>
              </a:rPr>
              <a:t>（</a:t>
            </a:r>
            <a:r>
              <a:rPr lang="en-US" altLang="zh-CN" dirty="0">
                <a:solidFill>
                  <a:srgbClr val="000066"/>
                </a:solidFill>
                <a:latin typeface="+mn-ea"/>
              </a:rPr>
              <a:t>1</a:t>
            </a:r>
            <a:r>
              <a:rPr lang="zh-CN" altLang="en-US" dirty="0">
                <a:solidFill>
                  <a:srgbClr val="000066"/>
                </a:solidFill>
                <a:latin typeface="+mn-ea"/>
              </a:rPr>
              <a:t>）数据字义伪指令：</a:t>
            </a:r>
            <a:r>
              <a:rPr lang="en-US" altLang="zh-CN" dirty="0">
                <a:latin typeface="+mn-ea"/>
              </a:rPr>
              <a:t>DB</a:t>
            </a:r>
            <a:r>
              <a:rPr lang="zh-CN" altLang="en-US" dirty="0">
                <a:latin typeface="+mn-ea"/>
              </a:rPr>
              <a:t>、</a:t>
            </a:r>
            <a:r>
              <a:rPr lang="en-US" altLang="zh-CN" dirty="0">
                <a:latin typeface="+mn-ea"/>
              </a:rPr>
              <a:t>DW</a:t>
            </a:r>
            <a:r>
              <a:rPr lang="zh-CN" altLang="en-US" dirty="0">
                <a:latin typeface="+mn-ea"/>
              </a:rPr>
              <a:t>、</a:t>
            </a:r>
            <a:r>
              <a:rPr lang="en-US" altLang="zh-CN" dirty="0">
                <a:latin typeface="+mn-ea"/>
              </a:rPr>
              <a:t>DD</a:t>
            </a:r>
          </a:p>
          <a:p>
            <a:pPr marL="0" indent="0">
              <a:buFont typeface="Wingdings 3" panose="05040102010807070707" pitchFamily="18" charset="2"/>
              <a:buNone/>
              <a:defRPr/>
            </a:pPr>
            <a:r>
              <a:rPr lang="zh-CN" altLang="en-US" dirty="0">
                <a:solidFill>
                  <a:srgbClr val="000066"/>
                </a:solidFill>
                <a:latin typeface="+mn-ea"/>
              </a:rPr>
              <a:t>（</a:t>
            </a:r>
            <a:r>
              <a:rPr lang="en-US" altLang="zh-CN" dirty="0">
                <a:solidFill>
                  <a:srgbClr val="000066"/>
                </a:solidFill>
                <a:latin typeface="+mn-ea"/>
              </a:rPr>
              <a:t>2</a:t>
            </a:r>
            <a:r>
              <a:rPr lang="zh-CN" altLang="en-US" dirty="0">
                <a:solidFill>
                  <a:srgbClr val="000066"/>
                </a:solidFill>
                <a:latin typeface="+mn-ea"/>
              </a:rPr>
              <a:t>）等值伪指令：</a:t>
            </a:r>
            <a:r>
              <a:rPr lang="en-US" altLang="zh-CN" dirty="0">
                <a:latin typeface="+mn-ea"/>
              </a:rPr>
              <a:t>EQU</a:t>
            </a:r>
            <a:r>
              <a:rPr lang="zh-CN" altLang="en-US" dirty="0">
                <a:latin typeface="+mn-ea"/>
              </a:rPr>
              <a:t>、</a:t>
            </a:r>
            <a:r>
              <a:rPr lang="en-US" altLang="zh-CN" dirty="0">
                <a:latin typeface="+mn-ea"/>
              </a:rPr>
              <a:t>=</a:t>
            </a:r>
          </a:p>
          <a:p>
            <a:pPr marL="0" indent="0">
              <a:buFont typeface="Wingdings 3" panose="05040102010807070707" pitchFamily="18" charset="2"/>
              <a:buNone/>
              <a:defRPr/>
            </a:pPr>
            <a:r>
              <a:rPr lang="zh-CN" altLang="en-US" dirty="0">
                <a:solidFill>
                  <a:srgbClr val="C00000"/>
                </a:solidFill>
                <a:latin typeface="+mn-ea"/>
              </a:rPr>
              <a:t>常用运算符</a:t>
            </a:r>
          </a:p>
          <a:p>
            <a:pPr>
              <a:defRPr/>
            </a:pPr>
            <a:r>
              <a:rPr lang="en-US" altLang="zh-CN" dirty="0">
                <a:cs typeface="Times New Roman" panose="02020603050405020304" pitchFamily="18" charset="0"/>
              </a:rPr>
              <a:t>$</a:t>
            </a:r>
            <a:r>
              <a:rPr lang="zh-CN" altLang="en-US" dirty="0">
                <a:latin typeface="+mn-ea"/>
              </a:rPr>
              <a:t>运算符、</a:t>
            </a:r>
            <a:r>
              <a:rPr lang="en-US" altLang="zh-CN" dirty="0">
                <a:latin typeface="+mn-ea"/>
              </a:rPr>
              <a:t>SEG</a:t>
            </a:r>
            <a:r>
              <a:rPr lang="zh-CN" altLang="en-US" dirty="0">
                <a:latin typeface="+mn-ea"/>
              </a:rPr>
              <a:t>运算符、</a:t>
            </a:r>
            <a:r>
              <a:rPr lang="en-US" altLang="zh-CN" dirty="0">
                <a:latin typeface="+mn-ea"/>
              </a:rPr>
              <a:t>OFFSET</a:t>
            </a:r>
            <a:r>
              <a:rPr lang="zh-CN" altLang="en-US" dirty="0">
                <a:latin typeface="+mn-ea"/>
              </a:rPr>
              <a:t>运算符、 </a:t>
            </a:r>
            <a:r>
              <a:rPr lang="en-US" altLang="zh-CN" dirty="0">
                <a:latin typeface="+mn-ea"/>
              </a:rPr>
              <a:t>PTR</a:t>
            </a:r>
            <a:r>
              <a:rPr lang="zh-CN" altLang="en-US" dirty="0">
                <a:latin typeface="+mn-ea"/>
              </a:rPr>
              <a:t>运算符、</a:t>
            </a:r>
            <a:r>
              <a:rPr lang="en-US" altLang="zh-CN" dirty="0">
                <a:cs typeface="Times New Roman" panose="02020603050405020304" pitchFamily="18" charset="0"/>
              </a:rPr>
              <a:t>[ ]</a:t>
            </a:r>
          </a:p>
          <a:p>
            <a:pPr marL="274320" indent="-274320" eaLnBrk="1" fontAlgn="auto" hangingPunct="1">
              <a:lnSpc>
                <a:spcPct val="80000"/>
              </a:lnSpc>
              <a:spcBef>
                <a:spcPct val="50000"/>
              </a:spcBef>
              <a:spcAft>
                <a:spcPts val="0"/>
              </a:spcAft>
              <a:buFont typeface="Wingdings 3"/>
              <a:buChar char=""/>
              <a:defRPr/>
            </a:pPr>
            <a:r>
              <a:rPr lang="zh-CN" altLang="en-US" dirty="0">
                <a:cs typeface="Times New Roman" pitchFamily="18" charset="0"/>
              </a:rPr>
              <a:t>例：</a:t>
            </a:r>
            <a:r>
              <a:rPr lang="en-US" altLang="zh-CN" sz="2000" dirty="0">
                <a:solidFill>
                  <a:schemeClr val="tx2"/>
                </a:solidFill>
                <a:cs typeface="Times New Roman" pitchFamily="18" charset="0"/>
              </a:rPr>
              <a:t>BUF	DB	‘THE QUICK BROWN FOX’</a:t>
            </a:r>
            <a:r>
              <a:rPr lang="en-US" altLang="zh-CN" sz="2000" dirty="0">
                <a:cs typeface="Times New Roman" pitchFamily="18" charset="0"/>
              </a:rPr>
              <a:t> </a:t>
            </a:r>
          </a:p>
          <a:p>
            <a:pPr marL="274320" lvl="1" indent="0" eaLnBrk="1" fontAlgn="auto" hangingPunct="1">
              <a:lnSpc>
                <a:spcPct val="80000"/>
              </a:lnSpc>
              <a:spcBef>
                <a:spcPct val="50000"/>
              </a:spcBef>
              <a:spcAft>
                <a:spcPts val="0"/>
              </a:spcAft>
              <a:buFont typeface="Wingdings 3"/>
              <a:buNone/>
              <a:defRPr/>
            </a:pPr>
            <a:r>
              <a:rPr lang="en-US" altLang="zh-CN" sz="2000" dirty="0">
                <a:cs typeface="Times New Roman" pitchFamily="18" charset="0"/>
              </a:rPr>
              <a:t>	LL	EQU	$-BUF</a:t>
            </a:r>
          </a:p>
          <a:p>
            <a:pPr marL="274320" lvl="1" indent="0" eaLnBrk="1" fontAlgn="auto" hangingPunct="1">
              <a:lnSpc>
                <a:spcPct val="80000"/>
              </a:lnSpc>
              <a:spcBef>
                <a:spcPct val="50000"/>
              </a:spcBef>
              <a:spcAft>
                <a:spcPts val="0"/>
              </a:spcAft>
              <a:buFont typeface="Wingdings 3"/>
              <a:buNone/>
              <a:defRPr/>
            </a:pPr>
            <a:r>
              <a:rPr lang="en-US" altLang="zh-CN" sz="2000" dirty="0">
                <a:cs typeface="Times New Roman" pitchFamily="18" charset="0"/>
              </a:rPr>
              <a:t>	S	DB	‘HELLO’</a:t>
            </a:r>
          </a:p>
          <a:p>
            <a:pPr marL="274320" lvl="1" indent="0" eaLnBrk="1" fontAlgn="auto" hangingPunct="1">
              <a:lnSpc>
                <a:spcPct val="80000"/>
              </a:lnSpc>
              <a:spcBef>
                <a:spcPct val="50000"/>
              </a:spcBef>
              <a:spcAft>
                <a:spcPts val="0"/>
              </a:spcAft>
              <a:buFont typeface="Wingdings 3"/>
              <a:buNone/>
              <a:defRPr/>
            </a:pPr>
            <a:r>
              <a:rPr lang="en-US" altLang="zh-CN" sz="2000" dirty="0">
                <a:cs typeface="Times New Roman" pitchFamily="18" charset="0"/>
              </a:rPr>
              <a:t>	LLL	EQU	$-S</a:t>
            </a:r>
          </a:p>
          <a:p>
            <a:pPr marL="274320" lvl="1" indent="0" eaLnBrk="1" fontAlgn="auto" hangingPunct="1">
              <a:lnSpc>
                <a:spcPct val="80000"/>
              </a:lnSpc>
              <a:spcBef>
                <a:spcPct val="50000"/>
              </a:spcBef>
              <a:spcAft>
                <a:spcPts val="0"/>
              </a:spcAft>
              <a:buFont typeface="Wingdings 3"/>
              <a:buNone/>
              <a:defRPr/>
            </a:pPr>
            <a:r>
              <a:rPr lang="en-US" altLang="zh-CN" sz="2000" dirty="0">
                <a:cs typeface="Times New Roman" pitchFamily="18" charset="0"/>
              </a:rPr>
              <a:t>	LLLL	EQU	$-BUF</a:t>
            </a:r>
          </a:p>
          <a:p>
            <a:pPr marL="274320" lvl="1" indent="0" eaLnBrk="1" fontAlgn="auto" hangingPunct="1">
              <a:lnSpc>
                <a:spcPct val="80000"/>
              </a:lnSpc>
              <a:spcBef>
                <a:spcPct val="50000"/>
              </a:spcBef>
              <a:spcAft>
                <a:spcPts val="0"/>
              </a:spcAft>
              <a:buFont typeface="Wingdings 3"/>
              <a:buNone/>
              <a:defRPr/>
            </a:pPr>
            <a:r>
              <a:rPr lang="zh-CN" altLang="en-US" sz="2000" dirty="0">
                <a:cs typeface="Times New Roman" pitchFamily="18" charset="0"/>
              </a:rPr>
              <a:t>分别写出</a:t>
            </a:r>
            <a:r>
              <a:rPr lang="en-US" altLang="zh-CN" sz="2000" dirty="0">
                <a:cs typeface="Times New Roman" pitchFamily="18" charset="0"/>
              </a:rPr>
              <a:t>LL=</a:t>
            </a:r>
            <a:r>
              <a:rPr lang="en-US" altLang="zh-CN" sz="2000" u="sng" dirty="0">
                <a:cs typeface="Times New Roman" pitchFamily="18" charset="0"/>
              </a:rPr>
              <a:t>             </a:t>
            </a:r>
            <a:r>
              <a:rPr lang="zh-CN" altLang="en-US" sz="2000" dirty="0">
                <a:cs typeface="Times New Roman" pitchFamily="18" charset="0"/>
              </a:rPr>
              <a:t>，</a:t>
            </a:r>
            <a:r>
              <a:rPr lang="en-US" altLang="zh-CN" sz="2000" dirty="0">
                <a:cs typeface="Times New Roman" pitchFamily="18" charset="0"/>
              </a:rPr>
              <a:t>LLL=</a:t>
            </a:r>
            <a:r>
              <a:rPr lang="en-US" altLang="zh-CN" sz="2000" u="sng" dirty="0">
                <a:cs typeface="Times New Roman" pitchFamily="18" charset="0"/>
              </a:rPr>
              <a:t>             </a:t>
            </a:r>
            <a:r>
              <a:rPr lang="zh-CN" altLang="en-US" sz="2000" dirty="0">
                <a:cs typeface="Times New Roman" pitchFamily="18" charset="0"/>
              </a:rPr>
              <a:t>，</a:t>
            </a:r>
            <a:r>
              <a:rPr lang="en-US" altLang="zh-CN" sz="2000" dirty="0">
                <a:cs typeface="Times New Roman" pitchFamily="18" charset="0"/>
              </a:rPr>
              <a:t>LLLL=</a:t>
            </a:r>
            <a:r>
              <a:rPr lang="en-US" altLang="zh-CN" sz="2000" u="sng" dirty="0">
                <a:cs typeface="Times New Roman" pitchFamily="18" charset="0"/>
              </a:rPr>
              <a:t>              </a:t>
            </a:r>
            <a:r>
              <a:rPr lang="zh-CN" altLang="en-US" sz="2000" dirty="0">
                <a:cs typeface="Times New Roman" pitchFamily="18" charset="0"/>
              </a:rPr>
              <a:t>。</a:t>
            </a:r>
            <a:endParaRPr lang="en-US" altLang="zh-CN" sz="2000" dirty="0">
              <a:cs typeface="Times New Roman" pitchFamily="18" charset="0"/>
            </a:endParaRPr>
          </a:p>
          <a:p>
            <a:pPr>
              <a:defRPr/>
            </a:pPr>
            <a:endParaRPr lang="en-US" altLang="zh-CN" dirty="0">
              <a:latin typeface="+mn-ea"/>
            </a:endParaRPr>
          </a:p>
        </p:txBody>
      </p:sp>
    </p:spTree>
    <p:custDataLst>
      <p:tags r:id="rId1"/>
    </p:custData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a:extLst>
              <a:ext uri="{FF2B5EF4-FFF2-40B4-BE49-F238E27FC236}">
                <a16:creationId xmlns:a16="http://schemas.microsoft.com/office/drawing/2014/main" id="{33231ED5-BFF0-43BE-94CE-DA42B17CF3CF}"/>
              </a:ext>
            </a:extLst>
          </p:cNvPr>
          <p:cNvSpPr>
            <a:spLocks noGrp="1" noChangeArrowheads="1"/>
          </p:cNvSpPr>
          <p:nvPr>
            <p:ph type="title"/>
          </p:nvPr>
        </p:nvSpPr>
        <p:spPr>
          <a:xfrm>
            <a:off x="762000" y="457200"/>
            <a:ext cx="1981200" cy="762000"/>
          </a:xfrm>
          <a:solidFill>
            <a:schemeClr val="folHlink">
              <a:alpha val="37000"/>
            </a:schemeClr>
          </a:solidFill>
        </p:spPr>
        <p:txBody>
          <a:bodyPr/>
          <a:lstStyle/>
          <a:p>
            <a:pPr algn="l" eaLnBrk="1" hangingPunct="1">
              <a:defRPr/>
            </a:pPr>
            <a:r>
              <a:rPr lang="zh-CN" altLang="en-US" b="0">
                <a:effectLst>
                  <a:outerShdw blurRad="38100" dist="38100" dir="2700000" algn="tl">
                    <a:srgbClr val="000000"/>
                  </a:outerShdw>
                </a:effectLst>
                <a:ea typeface="黑体" pitchFamily="2" charset="-122"/>
              </a:rPr>
              <a:t>举例</a:t>
            </a:r>
          </a:p>
        </p:txBody>
      </p:sp>
      <p:sp>
        <p:nvSpPr>
          <p:cNvPr id="117763" name="Rectangle 3">
            <a:extLst>
              <a:ext uri="{FF2B5EF4-FFF2-40B4-BE49-F238E27FC236}">
                <a16:creationId xmlns:a16="http://schemas.microsoft.com/office/drawing/2014/main" id="{68F7274E-11D1-4C01-A488-E73CBC646CEA}"/>
              </a:ext>
            </a:extLst>
          </p:cNvPr>
          <p:cNvSpPr>
            <a:spLocks noGrp="1" noChangeArrowheads="1"/>
          </p:cNvSpPr>
          <p:nvPr>
            <p:ph type="body" idx="1"/>
          </p:nvPr>
        </p:nvSpPr>
        <p:spPr>
          <a:xfrm>
            <a:off x="609600" y="1447800"/>
            <a:ext cx="7772400" cy="4114800"/>
          </a:xfrm>
        </p:spPr>
        <p:txBody>
          <a:bodyPr/>
          <a:lstStyle/>
          <a:p>
            <a:pPr eaLnBrk="1" hangingPunct="1"/>
            <a:r>
              <a:rPr lang="en-US" altLang="zh-CN" b="0"/>
              <a:t>DATA_BYTE  DB 10,4,10H,?</a:t>
            </a:r>
          </a:p>
          <a:p>
            <a:pPr eaLnBrk="1" hangingPunct="1"/>
            <a:r>
              <a:rPr lang="en-US" altLang="zh-CN" b="0"/>
              <a:t>DATA_WORD DW 100,100H,-5,?</a:t>
            </a:r>
          </a:p>
          <a:p>
            <a:pPr eaLnBrk="1" hangingPunct="1"/>
            <a:r>
              <a:rPr lang="en-US" altLang="zh-CN" b="0"/>
              <a:t>COUNT  EQU ($-DATA_WORD)/2</a:t>
            </a:r>
          </a:p>
          <a:p>
            <a:pPr eaLnBrk="1" hangingPunct="1">
              <a:buFont typeface="Wingdings" panose="05000000000000000000" pitchFamily="2" charset="2"/>
              <a:buNone/>
            </a:pPr>
            <a:endParaRPr lang="en-US" altLang="zh-CN"/>
          </a:p>
        </p:txBody>
      </p:sp>
      <p:grpSp>
        <p:nvGrpSpPr>
          <p:cNvPr id="2" name="Group 4">
            <a:extLst>
              <a:ext uri="{FF2B5EF4-FFF2-40B4-BE49-F238E27FC236}">
                <a16:creationId xmlns:a16="http://schemas.microsoft.com/office/drawing/2014/main" id="{755ABCCE-45FB-4B86-AE31-FD44E74870D3}"/>
              </a:ext>
            </a:extLst>
          </p:cNvPr>
          <p:cNvGrpSpPr>
            <a:grpSpLocks/>
          </p:cNvGrpSpPr>
          <p:nvPr/>
        </p:nvGrpSpPr>
        <p:grpSpPr bwMode="auto">
          <a:xfrm>
            <a:off x="5795963" y="0"/>
            <a:ext cx="2779712" cy="6453188"/>
            <a:chOff x="3848" y="1440"/>
            <a:chExt cx="1144" cy="2736"/>
          </a:xfrm>
        </p:grpSpPr>
        <p:grpSp>
          <p:nvGrpSpPr>
            <p:cNvPr id="44040" name="Group 5">
              <a:extLst>
                <a:ext uri="{FF2B5EF4-FFF2-40B4-BE49-F238E27FC236}">
                  <a16:creationId xmlns:a16="http://schemas.microsoft.com/office/drawing/2014/main" id="{B98A3016-A6AF-4E87-94FD-10172CA79381}"/>
                </a:ext>
              </a:extLst>
            </p:cNvPr>
            <p:cNvGrpSpPr>
              <a:grpSpLocks/>
            </p:cNvGrpSpPr>
            <p:nvPr/>
          </p:nvGrpSpPr>
          <p:grpSpPr bwMode="auto">
            <a:xfrm>
              <a:off x="4512" y="1440"/>
              <a:ext cx="480" cy="2736"/>
              <a:chOff x="4512" y="1440"/>
              <a:chExt cx="480" cy="2736"/>
            </a:xfrm>
          </p:grpSpPr>
          <p:grpSp>
            <p:nvGrpSpPr>
              <p:cNvPr id="44043" name="Group 6">
                <a:extLst>
                  <a:ext uri="{FF2B5EF4-FFF2-40B4-BE49-F238E27FC236}">
                    <a16:creationId xmlns:a16="http://schemas.microsoft.com/office/drawing/2014/main" id="{7EC74D08-F145-4CE6-9E2B-76D33E62AABA}"/>
                  </a:ext>
                </a:extLst>
              </p:cNvPr>
              <p:cNvGrpSpPr>
                <a:grpSpLocks/>
              </p:cNvGrpSpPr>
              <p:nvPr/>
            </p:nvGrpSpPr>
            <p:grpSpPr bwMode="auto">
              <a:xfrm>
                <a:off x="4512" y="3744"/>
                <a:ext cx="480" cy="192"/>
                <a:chOff x="4176" y="2352"/>
                <a:chExt cx="480" cy="192"/>
              </a:xfrm>
            </p:grpSpPr>
            <p:sp>
              <p:nvSpPr>
                <p:cNvPr id="44083" name="Rectangle 7">
                  <a:extLst>
                    <a:ext uri="{FF2B5EF4-FFF2-40B4-BE49-F238E27FC236}">
                      <a16:creationId xmlns:a16="http://schemas.microsoft.com/office/drawing/2014/main" id="{593E3340-493A-4D50-99D4-BB89BB21DDB4}"/>
                    </a:ext>
                  </a:extLst>
                </p:cNvPr>
                <p:cNvSpPr>
                  <a:spLocks noChangeArrowheads="1"/>
                </p:cNvSpPr>
                <p:nvPr/>
              </p:nvSpPr>
              <p:spPr bwMode="auto">
                <a:xfrm>
                  <a:off x="4176" y="2352"/>
                  <a:ext cx="480" cy="192"/>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b="0">
                    <a:solidFill>
                      <a:srgbClr val="000000"/>
                    </a:solidFill>
                  </a:endParaRPr>
                </a:p>
              </p:txBody>
            </p:sp>
            <p:sp>
              <p:nvSpPr>
                <p:cNvPr id="44084" name="Text Box 8">
                  <a:extLst>
                    <a:ext uri="{FF2B5EF4-FFF2-40B4-BE49-F238E27FC236}">
                      <a16:creationId xmlns:a16="http://schemas.microsoft.com/office/drawing/2014/main" id="{5A8AEA4B-644A-4500-8641-6A283789FFE5}"/>
                    </a:ext>
                  </a:extLst>
                </p:cNvPr>
                <p:cNvSpPr txBox="1">
                  <a:spLocks noChangeArrowheads="1"/>
                </p:cNvSpPr>
                <p:nvPr/>
              </p:nvSpPr>
              <p:spPr bwMode="auto">
                <a:xfrm>
                  <a:off x="4176" y="2352"/>
                  <a:ext cx="480" cy="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1600" b="0" u="none">
                      <a:solidFill>
                        <a:srgbClr val="FF3300"/>
                      </a:solidFill>
                      <a:latin typeface="Lucida Console" panose="020B0609040504020204" pitchFamily="49" charset="0"/>
                    </a:rPr>
                    <a:t> </a:t>
                  </a:r>
                  <a:r>
                    <a:rPr lang="en-US" altLang="zh-CN" sz="1600" u="none">
                      <a:solidFill>
                        <a:srgbClr val="FF3300"/>
                      </a:solidFill>
                      <a:latin typeface="Lucida Console" panose="020B0609040504020204" pitchFamily="49" charset="0"/>
                    </a:rPr>
                    <a:t> -</a:t>
                  </a:r>
                </a:p>
              </p:txBody>
            </p:sp>
          </p:grpSp>
          <p:grpSp>
            <p:nvGrpSpPr>
              <p:cNvPr id="44044" name="Group 9">
                <a:extLst>
                  <a:ext uri="{FF2B5EF4-FFF2-40B4-BE49-F238E27FC236}">
                    <a16:creationId xmlns:a16="http://schemas.microsoft.com/office/drawing/2014/main" id="{407133C7-9FD1-436F-AA44-8D81FC1FACF8}"/>
                  </a:ext>
                </a:extLst>
              </p:cNvPr>
              <p:cNvGrpSpPr>
                <a:grpSpLocks/>
              </p:cNvGrpSpPr>
              <p:nvPr/>
            </p:nvGrpSpPr>
            <p:grpSpPr bwMode="auto">
              <a:xfrm>
                <a:off x="4512" y="1632"/>
                <a:ext cx="480" cy="2112"/>
                <a:chOff x="4176" y="1920"/>
                <a:chExt cx="480" cy="2112"/>
              </a:xfrm>
            </p:grpSpPr>
            <p:grpSp>
              <p:nvGrpSpPr>
                <p:cNvPr id="44049" name="Group 10">
                  <a:extLst>
                    <a:ext uri="{FF2B5EF4-FFF2-40B4-BE49-F238E27FC236}">
                      <a16:creationId xmlns:a16="http://schemas.microsoft.com/office/drawing/2014/main" id="{A629E769-AB07-4ED1-BFEA-F997172C798E}"/>
                    </a:ext>
                  </a:extLst>
                </p:cNvPr>
                <p:cNvGrpSpPr>
                  <a:grpSpLocks/>
                </p:cNvGrpSpPr>
                <p:nvPr/>
              </p:nvGrpSpPr>
              <p:grpSpPr bwMode="auto">
                <a:xfrm>
                  <a:off x="4176" y="1920"/>
                  <a:ext cx="480" cy="1728"/>
                  <a:chOff x="4176" y="2352"/>
                  <a:chExt cx="480" cy="1728"/>
                </a:xfrm>
              </p:grpSpPr>
              <p:grpSp>
                <p:nvGrpSpPr>
                  <p:cNvPr id="44056" name="Group 11">
                    <a:extLst>
                      <a:ext uri="{FF2B5EF4-FFF2-40B4-BE49-F238E27FC236}">
                        <a16:creationId xmlns:a16="http://schemas.microsoft.com/office/drawing/2014/main" id="{415A072A-A21D-4884-8195-E712D022DD12}"/>
                      </a:ext>
                    </a:extLst>
                  </p:cNvPr>
                  <p:cNvGrpSpPr>
                    <a:grpSpLocks/>
                  </p:cNvGrpSpPr>
                  <p:nvPr/>
                </p:nvGrpSpPr>
                <p:grpSpPr bwMode="auto">
                  <a:xfrm>
                    <a:off x="4176" y="2352"/>
                    <a:ext cx="480" cy="192"/>
                    <a:chOff x="4176" y="2352"/>
                    <a:chExt cx="480" cy="192"/>
                  </a:xfrm>
                </p:grpSpPr>
                <p:sp>
                  <p:nvSpPr>
                    <p:cNvPr id="44081" name="Rectangle 12">
                      <a:extLst>
                        <a:ext uri="{FF2B5EF4-FFF2-40B4-BE49-F238E27FC236}">
                          <a16:creationId xmlns:a16="http://schemas.microsoft.com/office/drawing/2014/main" id="{5393F3D2-8681-4C5E-A536-FEE83F80C2DD}"/>
                        </a:ext>
                      </a:extLst>
                    </p:cNvPr>
                    <p:cNvSpPr>
                      <a:spLocks noChangeArrowheads="1"/>
                    </p:cNvSpPr>
                    <p:nvPr/>
                  </p:nvSpPr>
                  <p:spPr bwMode="auto">
                    <a:xfrm>
                      <a:off x="4176" y="2352"/>
                      <a:ext cx="480" cy="192"/>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b="0">
                        <a:solidFill>
                          <a:srgbClr val="000000"/>
                        </a:solidFill>
                      </a:endParaRPr>
                    </a:p>
                  </p:txBody>
                </p:sp>
                <p:sp>
                  <p:nvSpPr>
                    <p:cNvPr id="44082" name="Text Box 13">
                      <a:extLst>
                        <a:ext uri="{FF2B5EF4-FFF2-40B4-BE49-F238E27FC236}">
                          <a16:creationId xmlns:a16="http://schemas.microsoft.com/office/drawing/2014/main" id="{62CC01F2-CEF7-4B74-A91C-2992A5C90A14}"/>
                        </a:ext>
                      </a:extLst>
                    </p:cNvPr>
                    <p:cNvSpPr txBox="1">
                      <a:spLocks noChangeArrowheads="1"/>
                    </p:cNvSpPr>
                    <p:nvPr/>
                  </p:nvSpPr>
                  <p:spPr bwMode="auto">
                    <a:xfrm>
                      <a:off x="4176" y="2352"/>
                      <a:ext cx="480" cy="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1600" b="0" u="none">
                          <a:solidFill>
                            <a:srgbClr val="FF3300"/>
                          </a:solidFill>
                          <a:latin typeface="Lucida Console" panose="020B0609040504020204" pitchFamily="49" charset="0"/>
                        </a:rPr>
                        <a:t> </a:t>
                      </a:r>
                      <a:r>
                        <a:rPr lang="en-US" altLang="zh-CN" sz="1600" u="none">
                          <a:solidFill>
                            <a:srgbClr val="FF3300"/>
                          </a:solidFill>
                          <a:latin typeface="Lucida Console" panose="020B0609040504020204" pitchFamily="49" charset="0"/>
                        </a:rPr>
                        <a:t>0AH</a:t>
                      </a:r>
                    </a:p>
                  </p:txBody>
                </p:sp>
              </p:grpSp>
              <p:grpSp>
                <p:nvGrpSpPr>
                  <p:cNvPr id="44057" name="Group 14">
                    <a:extLst>
                      <a:ext uri="{FF2B5EF4-FFF2-40B4-BE49-F238E27FC236}">
                        <a16:creationId xmlns:a16="http://schemas.microsoft.com/office/drawing/2014/main" id="{67C8C9B4-9619-462C-B089-FA9AB89A3129}"/>
                      </a:ext>
                    </a:extLst>
                  </p:cNvPr>
                  <p:cNvGrpSpPr>
                    <a:grpSpLocks/>
                  </p:cNvGrpSpPr>
                  <p:nvPr/>
                </p:nvGrpSpPr>
                <p:grpSpPr bwMode="auto">
                  <a:xfrm>
                    <a:off x="4176" y="2543"/>
                    <a:ext cx="480" cy="193"/>
                    <a:chOff x="4176" y="2351"/>
                    <a:chExt cx="480" cy="193"/>
                  </a:xfrm>
                </p:grpSpPr>
                <p:sp>
                  <p:nvSpPr>
                    <p:cNvPr id="44079" name="Rectangle 15">
                      <a:extLst>
                        <a:ext uri="{FF2B5EF4-FFF2-40B4-BE49-F238E27FC236}">
                          <a16:creationId xmlns:a16="http://schemas.microsoft.com/office/drawing/2014/main" id="{CE5F281A-B044-4D41-A450-52A0E6F8E4DB}"/>
                        </a:ext>
                      </a:extLst>
                    </p:cNvPr>
                    <p:cNvSpPr>
                      <a:spLocks noChangeArrowheads="1"/>
                    </p:cNvSpPr>
                    <p:nvPr/>
                  </p:nvSpPr>
                  <p:spPr bwMode="auto">
                    <a:xfrm>
                      <a:off x="4176" y="2352"/>
                      <a:ext cx="480" cy="192"/>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b="0">
                        <a:solidFill>
                          <a:srgbClr val="000000"/>
                        </a:solidFill>
                      </a:endParaRPr>
                    </a:p>
                  </p:txBody>
                </p:sp>
                <p:sp>
                  <p:nvSpPr>
                    <p:cNvPr id="44080" name="Text Box 16">
                      <a:extLst>
                        <a:ext uri="{FF2B5EF4-FFF2-40B4-BE49-F238E27FC236}">
                          <a16:creationId xmlns:a16="http://schemas.microsoft.com/office/drawing/2014/main" id="{C38D09F6-9350-4A9A-956A-7AA3E23C1741}"/>
                        </a:ext>
                      </a:extLst>
                    </p:cNvPr>
                    <p:cNvSpPr txBox="1">
                      <a:spLocks noChangeArrowheads="1"/>
                    </p:cNvSpPr>
                    <p:nvPr/>
                  </p:nvSpPr>
                  <p:spPr bwMode="auto">
                    <a:xfrm>
                      <a:off x="4176" y="2351"/>
                      <a:ext cx="480" cy="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1600" u="none">
                          <a:solidFill>
                            <a:srgbClr val="FF3300"/>
                          </a:solidFill>
                          <a:latin typeface="Lucida Console" panose="020B0609040504020204" pitchFamily="49" charset="0"/>
                        </a:rPr>
                        <a:t> 04H</a:t>
                      </a:r>
                    </a:p>
                  </p:txBody>
                </p:sp>
              </p:grpSp>
              <p:grpSp>
                <p:nvGrpSpPr>
                  <p:cNvPr id="44058" name="Group 17">
                    <a:extLst>
                      <a:ext uri="{FF2B5EF4-FFF2-40B4-BE49-F238E27FC236}">
                        <a16:creationId xmlns:a16="http://schemas.microsoft.com/office/drawing/2014/main" id="{CB5509D3-D234-4F86-8C41-D484FBF9B3F1}"/>
                      </a:ext>
                    </a:extLst>
                  </p:cNvPr>
                  <p:cNvGrpSpPr>
                    <a:grpSpLocks/>
                  </p:cNvGrpSpPr>
                  <p:nvPr/>
                </p:nvGrpSpPr>
                <p:grpSpPr bwMode="auto">
                  <a:xfrm>
                    <a:off x="4176" y="2736"/>
                    <a:ext cx="480" cy="192"/>
                    <a:chOff x="4176" y="2352"/>
                    <a:chExt cx="480" cy="192"/>
                  </a:xfrm>
                </p:grpSpPr>
                <p:sp>
                  <p:nvSpPr>
                    <p:cNvPr id="44077" name="Rectangle 18">
                      <a:extLst>
                        <a:ext uri="{FF2B5EF4-FFF2-40B4-BE49-F238E27FC236}">
                          <a16:creationId xmlns:a16="http://schemas.microsoft.com/office/drawing/2014/main" id="{B7F6F83B-F49A-49F6-8933-FE5FFC0F2719}"/>
                        </a:ext>
                      </a:extLst>
                    </p:cNvPr>
                    <p:cNvSpPr>
                      <a:spLocks noChangeArrowheads="1"/>
                    </p:cNvSpPr>
                    <p:nvPr/>
                  </p:nvSpPr>
                  <p:spPr bwMode="auto">
                    <a:xfrm>
                      <a:off x="4176" y="2352"/>
                      <a:ext cx="480" cy="192"/>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b="0">
                        <a:solidFill>
                          <a:srgbClr val="000000"/>
                        </a:solidFill>
                      </a:endParaRPr>
                    </a:p>
                  </p:txBody>
                </p:sp>
                <p:sp>
                  <p:nvSpPr>
                    <p:cNvPr id="44078" name="Text Box 19">
                      <a:extLst>
                        <a:ext uri="{FF2B5EF4-FFF2-40B4-BE49-F238E27FC236}">
                          <a16:creationId xmlns:a16="http://schemas.microsoft.com/office/drawing/2014/main" id="{C33BAA46-76E4-401E-B5EC-CC27FF4A4F5C}"/>
                        </a:ext>
                      </a:extLst>
                    </p:cNvPr>
                    <p:cNvSpPr txBox="1">
                      <a:spLocks noChangeArrowheads="1"/>
                    </p:cNvSpPr>
                    <p:nvPr/>
                  </p:nvSpPr>
                  <p:spPr bwMode="auto">
                    <a:xfrm>
                      <a:off x="4176" y="2352"/>
                      <a:ext cx="480"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1600" u="none">
                          <a:solidFill>
                            <a:srgbClr val="FF3300"/>
                          </a:solidFill>
                          <a:latin typeface="Lucida Console" panose="020B0609040504020204" pitchFamily="49" charset="0"/>
                        </a:rPr>
                        <a:t> 10H</a:t>
                      </a:r>
                    </a:p>
                  </p:txBody>
                </p:sp>
              </p:grpSp>
              <p:grpSp>
                <p:nvGrpSpPr>
                  <p:cNvPr id="44059" name="Group 20">
                    <a:extLst>
                      <a:ext uri="{FF2B5EF4-FFF2-40B4-BE49-F238E27FC236}">
                        <a16:creationId xmlns:a16="http://schemas.microsoft.com/office/drawing/2014/main" id="{18CE78C3-8774-4271-BD50-3BB9E97C1C7F}"/>
                      </a:ext>
                    </a:extLst>
                  </p:cNvPr>
                  <p:cNvGrpSpPr>
                    <a:grpSpLocks/>
                  </p:cNvGrpSpPr>
                  <p:nvPr/>
                </p:nvGrpSpPr>
                <p:grpSpPr bwMode="auto">
                  <a:xfrm>
                    <a:off x="4176" y="2928"/>
                    <a:ext cx="480" cy="192"/>
                    <a:chOff x="4176" y="2352"/>
                    <a:chExt cx="480" cy="192"/>
                  </a:xfrm>
                </p:grpSpPr>
                <p:sp>
                  <p:nvSpPr>
                    <p:cNvPr id="44075" name="Rectangle 21">
                      <a:extLst>
                        <a:ext uri="{FF2B5EF4-FFF2-40B4-BE49-F238E27FC236}">
                          <a16:creationId xmlns:a16="http://schemas.microsoft.com/office/drawing/2014/main" id="{D6430626-D99D-4E33-9CC7-6ABAB714CA46}"/>
                        </a:ext>
                      </a:extLst>
                    </p:cNvPr>
                    <p:cNvSpPr>
                      <a:spLocks noChangeArrowheads="1"/>
                    </p:cNvSpPr>
                    <p:nvPr/>
                  </p:nvSpPr>
                  <p:spPr bwMode="auto">
                    <a:xfrm>
                      <a:off x="4176" y="2352"/>
                      <a:ext cx="480" cy="192"/>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b="0">
                        <a:solidFill>
                          <a:srgbClr val="000000"/>
                        </a:solidFill>
                      </a:endParaRPr>
                    </a:p>
                  </p:txBody>
                </p:sp>
                <p:sp>
                  <p:nvSpPr>
                    <p:cNvPr id="44076" name="Text Box 22">
                      <a:extLst>
                        <a:ext uri="{FF2B5EF4-FFF2-40B4-BE49-F238E27FC236}">
                          <a16:creationId xmlns:a16="http://schemas.microsoft.com/office/drawing/2014/main" id="{8A8BF548-5E2D-4988-8BCC-6E7CBE27A511}"/>
                        </a:ext>
                      </a:extLst>
                    </p:cNvPr>
                    <p:cNvSpPr txBox="1">
                      <a:spLocks noChangeArrowheads="1"/>
                    </p:cNvSpPr>
                    <p:nvPr/>
                  </p:nvSpPr>
                  <p:spPr bwMode="auto">
                    <a:xfrm>
                      <a:off x="4176" y="2352"/>
                      <a:ext cx="480" cy="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1600" b="0" u="none">
                          <a:solidFill>
                            <a:srgbClr val="FF3300"/>
                          </a:solidFill>
                          <a:latin typeface="Lucida Console" panose="020B0609040504020204" pitchFamily="49" charset="0"/>
                        </a:rPr>
                        <a:t>  </a:t>
                      </a:r>
                      <a:r>
                        <a:rPr lang="en-US" altLang="zh-CN" sz="1600" u="none">
                          <a:solidFill>
                            <a:srgbClr val="FF3300"/>
                          </a:solidFill>
                          <a:latin typeface="Lucida Console" panose="020B0609040504020204" pitchFamily="49" charset="0"/>
                        </a:rPr>
                        <a:t>-</a:t>
                      </a:r>
                    </a:p>
                  </p:txBody>
                </p:sp>
              </p:grpSp>
              <p:grpSp>
                <p:nvGrpSpPr>
                  <p:cNvPr id="44060" name="Group 23">
                    <a:extLst>
                      <a:ext uri="{FF2B5EF4-FFF2-40B4-BE49-F238E27FC236}">
                        <a16:creationId xmlns:a16="http://schemas.microsoft.com/office/drawing/2014/main" id="{FD97FC3B-0785-4F1F-A9E3-CFC28B9CD084}"/>
                      </a:ext>
                    </a:extLst>
                  </p:cNvPr>
                  <p:cNvGrpSpPr>
                    <a:grpSpLocks/>
                  </p:cNvGrpSpPr>
                  <p:nvPr/>
                </p:nvGrpSpPr>
                <p:grpSpPr bwMode="auto">
                  <a:xfrm>
                    <a:off x="4176" y="3120"/>
                    <a:ext cx="480" cy="192"/>
                    <a:chOff x="4176" y="2352"/>
                    <a:chExt cx="480" cy="192"/>
                  </a:xfrm>
                </p:grpSpPr>
                <p:sp>
                  <p:nvSpPr>
                    <p:cNvPr id="44073" name="Rectangle 24">
                      <a:extLst>
                        <a:ext uri="{FF2B5EF4-FFF2-40B4-BE49-F238E27FC236}">
                          <a16:creationId xmlns:a16="http://schemas.microsoft.com/office/drawing/2014/main" id="{E8B67C1C-CB48-4BBC-A09D-2C480228264B}"/>
                        </a:ext>
                      </a:extLst>
                    </p:cNvPr>
                    <p:cNvSpPr>
                      <a:spLocks noChangeArrowheads="1"/>
                    </p:cNvSpPr>
                    <p:nvPr/>
                  </p:nvSpPr>
                  <p:spPr bwMode="auto">
                    <a:xfrm>
                      <a:off x="4176" y="2352"/>
                      <a:ext cx="480" cy="192"/>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b="0">
                        <a:solidFill>
                          <a:srgbClr val="000000"/>
                        </a:solidFill>
                      </a:endParaRPr>
                    </a:p>
                  </p:txBody>
                </p:sp>
                <p:sp>
                  <p:nvSpPr>
                    <p:cNvPr id="44074" name="Text Box 25">
                      <a:extLst>
                        <a:ext uri="{FF2B5EF4-FFF2-40B4-BE49-F238E27FC236}">
                          <a16:creationId xmlns:a16="http://schemas.microsoft.com/office/drawing/2014/main" id="{2DF7B56A-C5A4-4A96-B60E-2A3932D466F7}"/>
                        </a:ext>
                      </a:extLst>
                    </p:cNvPr>
                    <p:cNvSpPr txBox="1">
                      <a:spLocks noChangeArrowheads="1"/>
                    </p:cNvSpPr>
                    <p:nvPr/>
                  </p:nvSpPr>
                  <p:spPr bwMode="auto">
                    <a:xfrm>
                      <a:off x="4176" y="2352"/>
                      <a:ext cx="480" cy="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1600" b="0" u="none">
                          <a:solidFill>
                            <a:srgbClr val="FF3300"/>
                          </a:solidFill>
                          <a:latin typeface="Lucida Console" panose="020B0609040504020204" pitchFamily="49" charset="0"/>
                        </a:rPr>
                        <a:t> </a:t>
                      </a:r>
                      <a:r>
                        <a:rPr lang="en-US" altLang="zh-CN" sz="1600" u="none">
                          <a:solidFill>
                            <a:srgbClr val="FF3300"/>
                          </a:solidFill>
                          <a:latin typeface="Lucida Console" panose="020B0609040504020204" pitchFamily="49" charset="0"/>
                        </a:rPr>
                        <a:t>64H</a:t>
                      </a:r>
                    </a:p>
                  </p:txBody>
                </p:sp>
              </p:grpSp>
              <p:grpSp>
                <p:nvGrpSpPr>
                  <p:cNvPr id="44061" name="Group 26">
                    <a:extLst>
                      <a:ext uri="{FF2B5EF4-FFF2-40B4-BE49-F238E27FC236}">
                        <a16:creationId xmlns:a16="http://schemas.microsoft.com/office/drawing/2014/main" id="{4B380559-02D9-453A-A1ED-E56A8B27E7FF}"/>
                      </a:ext>
                    </a:extLst>
                  </p:cNvPr>
                  <p:cNvGrpSpPr>
                    <a:grpSpLocks/>
                  </p:cNvGrpSpPr>
                  <p:nvPr/>
                </p:nvGrpSpPr>
                <p:grpSpPr bwMode="auto">
                  <a:xfrm>
                    <a:off x="4176" y="3312"/>
                    <a:ext cx="480" cy="192"/>
                    <a:chOff x="4176" y="2352"/>
                    <a:chExt cx="480" cy="192"/>
                  </a:xfrm>
                </p:grpSpPr>
                <p:sp>
                  <p:nvSpPr>
                    <p:cNvPr id="44071" name="Rectangle 27">
                      <a:extLst>
                        <a:ext uri="{FF2B5EF4-FFF2-40B4-BE49-F238E27FC236}">
                          <a16:creationId xmlns:a16="http://schemas.microsoft.com/office/drawing/2014/main" id="{AFD7C429-C383-49FC-9B13-74EB0849B72C}"/>
                        </a:ext>
                      </a:extLst>
                    </p:cNvPr>
                    <p:cNvSpPr>
                      <a:spLocks noChangeArrowheads="1"/>
                    </p:cNvSpPr>
                    <p:nvPr/>
                  </p:nvSpPr>
                  <p:spPr bwMode="auto">
                    <a:xfrm>
                      <a:off x="4176" y="2352"/>
                      <a:ext cx="480" cy="192"/>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b="0">
                        <a:solidFill>
                          <a:srgbClr val="000000"/>
                        </a:solidFill>
                      </a:endParaRPr>
                    </a:p>
                  </p:txBody>
                </p:sp>
                <p:sp>
                  <p:nvSpPr>
                    <p:cNvPr id="44072" name="Text Box 28">
                      <a:extLst>
                        <a:ext uri="{FF2B5EF4-FFF2-40B4-BE49-F238E27FC236}">
                          <a16:creationId xmlns:a16="http://schemas.microsoft.com/office/drawing/2014/main" id="{CF158C42-E910-4BB7-B4A7-2B5840616136}"/>
                        </a:ext>
                      </a:extLst>
                    </p:cNvPr>
                    <p:cNvSpPr txBox="1">
                      <a:spLocks noChangeArrowheads="1"/>
                    </p:cNvSpPr>
                    <p:nvPr/>
                  </p:nvSpPr>
                  <p:spPr bwMode="auto">
                    <a:xfrm>
                      <a:off x="4176" y="2352"/>
                      <a:ext cx="480" cy="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1600" b="0" u="none">
                          <a:solidFill>
                            <a:srgbClr val="FF3300"/>
                          </a:solidFill>
                          <a:latin typeface="Lucida Console" panose="020B0609040504020204" pitchFamily="49" charset="0"/>
                        </a:rPr>
                        <a:t> </a:t>
                      </a:r>
                      <a:r>
                        <a:rPr lang="en-US" altLang="zh-CN" sz="1600" u="none">
                          <a:solidFill>
                            <a:srgbClr val="FF3300"/>
                          </a:solidFill>
                          <a:latin typeface="Lucida Console" panose="020B0609040504020204" pitchFamily="49" charset="0"/>
                        </a:rPr>
                        <a:t>00H</a:t>
                      </a:r>
                    </a:p>
                  </p:txBody>
                </p:sp>
              </p:grpSp>
              <p:grpSp>
                <p:nvGrpSpPr>
                  <p:cNvPr id="44062" name="Group 29">
                    <a:extLst>
                      <a:ext uri="{FF2B5EF4-FFF2-40B4-BE49-F238E27FC236}">
                        <a16:creationId xmlns:a16="http://schemas.microsoft.com/office/drawing/2014/main" id="{FE92F5DA-902C-434D-9D45-A4212E52AAD8}"/>
                      </a:ext>
                    </a:extLst>
                  </p:cNvPr>
                  <p:cNvGrpSpPr>
                    <a:grpSpLocks/>
                  </p:cNvGrpSpPr>
                  <p:nvPr/>
                </p:nvGrpSpPr>
                <p:grpSpPr bwMode="auto">
                  <a:xfrm>
                    <a:off x="4176" y="3504"/>
                    <a:ext cx="480" cy="192"/>
                    <a:chOff x="4176" y="2352"/>
                    <a:chExt cx="480" cy="192"/>
                  </a:xfrm>
                </p:grpSpPr>
                <p:sp>
                  <p:nvSpPr>
                    <p:cNvPr id="44069" name="Rectangle 30">
                      <a:extLst>
                        <a:ext uri="{FF2B5EF4-FFF2-40B4-BE49-F238E27FC236}">
                          <a16:creationId xmlns:a16="http://schemas.microsoft.com/office/drawing/2014/main" id="{44C02622-9518-4699-8571-AEC107186362}"/>
                        </a:ext>
                      </a:extLst>
                    </p:cNvPr>
                    <p:cNvSpPr>
                      <a:spLocks noChangeArrowheads="1"/>
                    </p:cNvSpPr>
                    <p:nvPr/>
                  </p:nvSpPr>
                  <p:spPr bwMode="auto">
                    <a:xfrm>
                      <a:off x="4176" y="2352"/>
                      <a:ext cx="480" cy="192"/>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b="0">
                        <a:solidFill>
                          <a:srgbClr val="000000"/>
                        </a:solidFill>
                      </a:endParaRPr>
                    </a:p>
                  </p:txBody>
                </p:sp>
                <p:sp>
                  <p:nvSpPr>
                    <p:cNvPr id="44070" name="Text Box 31">
                      <a:extLst>
                        <a:ext uri="{FF2B5EF4-FFF2-40B4-BE49-F238E27FC236}">
                          <a16:creationId xmlns:a16="http://schemas.microsoft.com/office/drawing/2014/main" id="{FDAFA8EB-DE61-4FA4-B6B7-FF8481F2E721}"/>
                        </a:ext>
                      </a:extLst>
                    </p:cNvPr>
                    <p:cNvSpPr txBox="1">
                      <a:spLocks noChangeArrowheads="1"/>
                    </p:cNvSpPr>
                    <p:nvPr/>
                  </p:nvSpPr>
                  <p:spPr bwMode="auto">
                    <a:xfrm>
                      <a:off x="4176" y="2352"/>
                      <a:ext cx="480"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1600" b="0" u="none">
                          <a:solidFill>
                            <a:srgbClr val="FF3300"/>
                          </a:solidFill>
                          <a:latin typeface="Lucida Console" panose="020B0609040504020204" pitchFamily="49" charset="0"/>
                        </a:rPr>
                        <a:t> </a:t>
                      </a:r>
                      <a:r>
                        <a:rPr lang="en-US" altLang="zh-CN" sz="1600" u="none">
                          <a:solidFill>
                            <a:srgbClr val="FF3300"/>
                          </a:solidFill>
                          <a:latin typeface="Lucida Console" panose="020B0609040504020204" pitchFamily="49" charset="0"/>
                        </a:rPr>
                        <a:t>00H</a:t>
                      </a:r>
                    </a:p>
                  </p:txBody>
                </p:sp>
              </p:grpSp>
              <p:grpSp>
                <p:nvGrpSpPr>
                  <p:cNvPr id="44063" name="Group 32">
                    <a:extLst>
                      <a:ext uri="{FF2B5EF4-FFF2-40B4-BE49-F238E27FC236}">
                        <a16:creationId xmlns:a16="http://schemas.microsoft.com/office/drawing/2014/main" id="{C464CB6F-2B99-494C-B49E-422DEFF10140}"/>
                      </a:ext>
                    </a:extLst>
                  </p:cNvPr>
                  <p:cNvGrpSpPr>
                    <a:grpSpLocks/>
                  </p:cNvGrpSpPr>
                  <p:nvPr/>
                </p:nvGrpSpPr>
                <p:grpSpPr bwMode="auto">
                  <a:xfrm>
                    <a:off x="4176" y="3695"/>
                    <a:ext cx="480" cy="193"/>
                    <a:chOff x="4176" y="2351"/>
                    <a:chExt cx="480" cy="193"/>
                  </a:xfrm>
                </p:grpSpPr>
                <p:sp>
                  <p:nvSpPr>
                    <p:cNvPr id="44067" name="Rectangle 33">
                      <a:extLst>
                        <a:ext uri="{FF2B5EF4-FFF2-40B4-BE49-F238E27FC236}">
                          <a16:creationId xmlns:a16="http://schemas.microsoft.com/office/drawing/2014/main" id="{EA9698EC-D607-48AE-914A-7BFB7816502D}"/>
                        </a:ext>
                      </a:extLst>
                    </p:cNvPr>
                    <p:cNvSpPr>
                      <a:spLocks noChangeArrowheads="1"/>
                    </p:cNvSpPr>
                    <p:nvPr/>
                  </p:nvSpPr>
                  <p:spPr bwMode="auto">
                    <a:xfrm>
                      <a:off x="4176" y="2352"/>
                      <a:ext cx="480" cy="192"/>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b="0">
                        <a:solidFill>
                          <a:srgbClr val="000000"/>
                        </a:solidFill>
                      </a:endParaRPr>
                    </a:p>
                  </p:txBody>
                </p:sp>
                <p:sp>
                  <p:nvSpPr>
                    <p:cNvPr id="44068" name="Text Box 34">
                      <a:extLst>
                        <a:ext uri="{FF2B5EF4-FFF2-40B4-BE49-F238E27FC236}">
                          <a16:creationId xmlns:a16="http://schemas.microsoft.com/office/drawing/2014/main" id="{44263D8C-A046-43AF-BF2F-5A1CA4D358A6}"/>
                        </a:ext>
                      </a:extLst>
                    </p:cNvPr>
                    <p:cNvSpPr txBox="1">
                      <a:spLocks noChangeArrowheads="1"/>
                    </p:cNvSpPr>
                    <p:nvPr/>
                  </p:nvSpPr>
                  <p:spPr bwMode="auto">
                    <a:xfrm>
                      <a:off x="4176" y="2351"/>
                      <a:ext cx="480" cy="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1600" b="0" u="none">
                          <a:solidFill>
                            <a:srgbClr val="FF3300"/>
                          </a:solidFill>
                          <a:latin typeface="Lucida Console" panose="020B0609040504020204" pitchFamily="49" charset="0"/>
                        </a:rPr>
                        <a:t> </a:t>
                      </a:r>
                      <a:r>
                        <a:rPr lang="en-US" altLang="zh-CN" sz="1600" u="none">
                          <a:solidFill>
                            <a:srgbClr val="FF3300"/>
                          </a:solidFill>
                          <a:latin typeface="Lucida Console" panose="020B0609040504020204" pitchFamily="49" charset="0"/>
                        </a:rPr>
                        <a:t>01H</a:t>
                      </a:r>
                    </a:p>
                  </p:txBody>
                </p:sp>
              </p:grpSp>
              <p:grpSp>
                <p:nvGrpSpPr>
                  <p:cNvPr id="44064" name="Group 35">
                    <a:extLst>
                      <a:ext uri="{FF2B5EF4-FFF2-40B4-BE49-F238E27FC236}">
                        <a16:creationId xmlns:a16="http://schemas.microsoft.com/office/drawing/2014/main" id="{3EE44B31-8CB6-41F9-BA26-943A067BCA7E}"/>
                      </a:ext>
                    </a:extLst>
                  </p:cNvPr>
                  <p:cNvGrpSpPr>
                    <a:grpSpLocks/>
                  </p:cNvGrpSpPr>
                  <p:nvPr/>
                </p:nvGrpSpPr>
                <p:grpSpPr bwMode="auto">
                  <a:xfrm>
                    <a:off x="4176" y="3887"/>
                    <a:ext cx="480" cy="193"/>
                    <a:chOff x="4176" y="2351"/>
                    <a:chExt cx="480" cy="193"/>
                  </a:xfrm>
                </p:grpSpPr>
                <p:sp>
                  <p:nvSpPr>
                    <p:cNvPr id="44065" name="Rectangle 36">
                      <a:extLst>
                        <a:ext uri="{FF2B5EF4-FFF2-40B4-BE49-F238E27FC236}">
                          <a16:creationId xmlns:a16="http://schemas.microsoft.com/office/drawing/2014/main" id="{3E2E5EA8-C8D0-4C3D-8DB6-1A13DFDCEBA3}"/>
                        </a:ext>
                      </a:extLst>
                    </p:cNvPr>
                    <p:cNvSpPr>
                      <a:spLocks noChangeArrowheads="1"/>
                    </p:cNvSpPr>
                    <p:nvPr/>
                  </p:nvSpPr>
                  <p:spPr bwMode="auto">
                    <a:xfrm>
                      <a:off x="4176" y="2352"/>
                      <a:ext cx="480" cy="192"/>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b="0">
                        <a:solidFill>
                          <a:srgbClr val="000000"/>
                        </a:solidFill>
                      </a:endParaRPr>
                    </a:p>
                  </p:txBody>
                </p:sp>
                <p:sp>
                  <p:nvSpPr>
                    <p:cNvPr id="44066" name="Text Box 37">
                      <a:extLst>
                        <a:ext uri="{FF2B5EF4-FFF2-40B4-BE49-F238E27FC236}">
                          <a16:creationId xmlns:a16="http://schemas.microsoft.com/office/drawing/2014/main" id="{6F63BAC2-6F98-4B6C-9842-4C6841385540}"/>
                        </a:ext>
                      </a:extLst>
                    </p:cNvPr>
                    <p:cNvSpPr txBox="1">
                      <a:spLocks noChangeArrowheads="1"/>
                    </p:cNvSpPr>
                    <p:nvPr/>
                  </p:nvSpPr>
                  <p:spPr bwMode="auto">
                    <a:xfrm>
                      <a:off x="4176" y="2351"/>
                      <a:ext cx="480" cy="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1600" b="0" u="none">
                          <a:solidFill>
                            <a:srgbClr val="FF3300"/>
                          </a:solidFill>
                          <a:latin typeface="Lucida Console" panose="020B0609040504020204" pitchFamily="49" charset="0"/>
                        </a:rPr>
                        <a:t> </a:t>
                      </a:r>
                      <a:r>
                        <a:rPr lang="en-US" altLang="zh-CN" sz="1600" u="none">
                          <a:solidFill>
                            <a:srgbClr val="FF3300"/>
                          </a:solidFill>
                          <a:latin typeface="Lucida Console" panose="020B0609040504020204" pitchFamily="49" charset="0"/>
                        </a:rPr>
                        <a:t>FBH</a:t>
                      </a:r>
                    </a:p>
                  </p:txBody>
                </p:sp>
              </p:grpSp>
            </p:grpSp>
            <p:grpSp>
              <p:nvGrpSpPr>
                <p:cNvPr id="44050" name="Group 38">
                  <a:extLst>
                    <a:ext uri="{FF2B5EF4-FFF2-40B4-BE49-F238E27FC236}">
                      <a16:creationId xmlns:a16="http://schemas.microsoft.com/office/drawing/2014/main" id="{28ECE6E0-B47C-4B51-8669-6D52384B1B6E}"/>
                    </a:ext>
                  </a:extLst>
                </p:cNvPr>
                <p:cNvGrpSpPr>
                  <a:grpSpLocks/>
                </p:cNvGrpSpPr>
                <p:nvPr/>
              </p:nvGrpSpPr>
              <p:grpSpPr bwMode="auto">
                <a:xfrm>
                  <a:off x="4176" y="3648"/>
                  <a:ext cx="480" cy="192"/>
                  <a:chOff x="4176" y="2352"/>
                  <a:chExt cx="480" cy="192"/>
                </a:xfrm>
              </p:grpSpPr>
              <p:sp>
                <p:nvSpPr>
                  <p:cNvPr id="44054" name="Rectangle 39">
                    <a:extLst>
                      <a:ext uri="{FF2B5EF4-FFF2-40B4-BE49-F238E27FC236}">
                        <a16:creationId xmlns:a16="http://schemas.microsoft.com/office/drawing/2014/main" id="{1988BCF3-84EA-4076-B4EA-C9EBFD74F031}"/>
                      </a:ext>
                    </a:extLst>
                  </p:cNvPr>
                  <p:cNvSpPr>
                    <a:spLocks noChangeArrowheads="1"/>
                  </p:cNvSpPr>
                  <p:nvPr/>
                </p:nvSpPr>
                <p:spPr bwMode="auto">
                  <a:xfrm>
                    <a:off x="4176" y="2352"/>
                    <a:ext cx="480" cy="192"/>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b="0">
                      <a:solidFill>
                        <a:srgbClr val="000000"/>
                      </a:solidFill>
                    </a:endParaRPr>
                  </a:p>
                </p:txBody>
              </p:sp>
              <p:sp>
                <p:nvSpPr>
                  <p:cNvPr id="44055" name="Text Box 40">
                    <a:extLst>
                      <a:ext uri="{FF2B5EF4-FFF2-40B4-BE49-F238E27FC236}">
                        <a16:creationId xmlns:a16="http://schemas.microsoft.com/office/drawing/2014/main" id="{48C57BAB-FF4E-4222-A14B-091564B45288}"/>
                      </a:ext>
                    </a:extLst>
                  </p:cNvPr>
                  <p:cNvSpPr txBox="1">
                    <a:spLocks noChangeArrowheads="1"/>
                  </p:cNvSpPr>
                  <p:nvPr/>
                </p:nvSpPr>
                <p:spPr bwMode="auto">
                  <a:xfrm>
                    <a:off x="4176" y="2352"/>
                    <a:ext cx="480"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1600" b="0" u="none">
                        <a:solidFill>
                          <a:srgbClr val="FF3300"/>
                        </a:solidFill>
                        <a:latin typeface="Lucida Console" panose="020B0609040504020204" pitchFamily="49" charset="0"/>
                      </a:rPr>
                      <a:t> </a:t>
                    </a:r>
                    <a:r>
                      <a:rPr lang="en-US" altLang="zh-CN" sz="1600" u="none">
                        <a:solidFill>
                          <a:srgbClr val="FF3300"/>
                        </a:solidFill>
                        <a:latin typeface="Lucida Console" panose="020B0609040504020204" pitchFamily="49" charset="0"/>
                      </a:rPr>
                      <a:t>FFH</a:t>
                    </a:r>
                  </a:p>
                </p:txBody>
              </p:sp>
            </p:grpSp>
            <p:grpSp>
              <p:nvGrpSpPr>
                <p:cNvPr id="44051" name="Group 41">
                  <a:extLst>
                    <a:ext uri="{FF2B5EF4-FFF2-40B4-BE49-F238E27FC236}">
                      <a16:creationId xmlns:a16="http://schemas.microsoft.com/office/drawing/2014/main" id="{733F7043-25A2-4338-8AFE-6C48668C93EA}"/>
                    </a:ext>
                  </a:extLst>
                </p:cNvPr>
                <p:cNvGrpSpPr>
                  <a:grpSpLocks/>
                </p:cNvGrpSpPr>
                <p:nvPr/>
              </p:nvGrpSpPr>
              <p:grpSpPr bwMode="auto">
                <a:xfrm>
                  <a:off x="4176" y="3840"/>
                  <a:ext cx="480" cy="192"/>
                  <a:chOff x="4176" y="2352"/>
                  <a:chExt cx="480" cy="192"/>
                </a:xfrm>
              </p:grpSpPr>
              <p:sp>
                <p:nvSpPr>
                  <p:cNvPr id="44052" name="Rectangle 42">
                    <a:extLst>
                      <a:ext uri="{FF2B5EF4-FFF2-40B4-BE49-F238E27FC236}">
                        <a16:creationId xmlns:a16="http://schemas.microsoft.com/office/drawing/2014/main" id="{60CE9659-C4F2-4FB0-A610-34F341472751}"/>
                      </a:ext>
                    </a:extLst>
                  </p:cNvPr>
                  <p:cNvSpPr>
                    <a:spLocks noChangeArrowheads="1"/>
                  </p:cNvSpPr>
                  <p:nvPr/>
                </p:nvSpPr>
                <p:spPr bwMode="auto">
                  <a:xfrm>
                    <a:off x="4176" y="2352"/>
                    <a:ext cx="480" cy="192"/>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b="0">
                      <a:solidFill>
                        <a:srgbClr val="000000"/>
                      </a:solidFill>
                    </a:endParaRPr>
                  </a:p>
                </p:txBody>
              </p:sp>
              <p:sp>
                <p:nvSpPr>
                  <p:cNvPr id="44053" name="Text Box 43">
                    <a:extLst>
                      <a:ext uri="{FF2B5EF4-FFF2-40B4-BE49-F238E27FC236}">
                        <a16:creationId xmlns:a16="http://schemas.microsoft.com/office/drawing/2014/main" id="{A3CB053A-F077-4174-A9AB-A916477A7229}"/>
                      </a:ext>
                    </a:extLst>
                  </p:cNvPr>
                  <p:cNvSpPr txBox="1">
                    <a:spLocks noChangeArrowheads="1"/>
                  </p:cNvSpPr>
                  <p:nvPr/>
                </p:nvSpPr>
                <p:spPr bwMode="auto">
                  <a:xfrm>
                    <a:off x="4176" y="2352"/>
                    <a:ext cx="480" cy="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1600" b="0" u="none">
                        <a:solidFill>
                          <a:srgbClr val="FF3300"/>
                        </a:solidFill>
                        <a:latin typeface="Lucida Console" panose="020B0609040504020204" pitchFamily="49" charset="0"/>
                      </a:rPr>
                      <a:t>  </a:t>
                    </a:r>
                    <a:r>
                      <a:rPr lang="en-US" altLang="zh-CN" sz="1600" u="none">
                        <a:solidFill>
                          <a:srgbClr val="FF3300"/>
                        </a:solidFill>
                        <a:latin typeface="Lucida Console" panose="020B0609040504020204" pitchFamily="49" charset="0"/>
                      </a:rPr>
                      <a:t>-</a:t>
                    </a:r>
                  </a:p>
                </p:txBody>
              </p:sp>
            </p:grpSp>
          </p:grpSp>
          <p:sp>
            <p:nvSpPr>
              <p:cNvPr id="44045" name="Line 44">
                <a:extLst>
                  <a:ext uri="{FF2B5EF4-FFF2-40B4-BE49-F238E27FC236}">
                    <a16:creationId xmlns:a16="http://schemas.microsoft.com/office/drawing/2014/main" id="{9A5021F8-BE4D-4D6B-B67C-AE86AA8FD73E}"/>
                  </a:ext>
                </a:extLst>
              </p:cNvPr>
              <p:cNvSpPr>
                <a:spLocks noChangeShapeType="1"/>
              </p:cNvSpPr>
              <p:nvPr/>
            </p:nvSpPr>
            <p:spPr bwMode="auto">
              <a:xfrm>
                <a:off x="4992" y="1440"/>
                <a:ext cx="0" cy="24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44046" name="Line 45">
                <a:extLst>
                  <a:ext uri="{FF2B5EF4-FFF2-40B4-BE49-F238E27FC236}">
                    <a16:creationId xmlns:a16="http://schemas.microsoft.com/office/drawing/2014/main" id="{25B47E77-188F-4978-A9CC-F0799E4DFE93}"/>
                  </a:ext>
                </a:extLst>
              </p:cNvPr>
              <p:cNvSpPr>
                <a:spLocks noChangeShapeType="1"/>
              </p:cNvSpPr>
              <p:nvPr/>
            </p:nvSpPr>
            <p:spPr bwMode="auto">
              <a:xfrm>
                <a:off x="4512" y="1440"/>
                <a:ext cx="0" cy="24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44047" name="Line 46">
                <a:extLst>
                  <a:ext uri="{FF2B5EF4-FFF2-40B4-BE49-F238E27FC236}">
                    <a16:creationId xmlns:a16="http://schemas.microsoft.com/office/drawing/2014/main" id="{A4679A03-EA4D-43F2-9C67-4606B1D8F647}"/>
                  </a:ext>
                </a:extLst>
              </p:cNvPr>
              <p:cNvSpPr>
                <a:spLocks noChangeShapeType="1"/>
              </p:cNvSpPr>
              <p:nvPr/>
            </p:nvSpPr>
            <p:spPr bwMode="auto">
              <a:xfrm>
                <a:off x="4992" y="3936"/>
                <a:ext cx="0" cy="24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44048" name="Line 47">
                <a:extLst>
                  <a:ext uri="{FF2B5EF4-FFF2-40B4-BE49-F238E27FC236}">
                    <a16:creationId xmlns:a16="http://schemas.microsoft.com/office/drawing/2014/main" id="{84E48DB1-8169-4379-A2A0-2BD50514E882}"/>
                  </a:ext>
                </a:extLst>
              </p:cNvPr>
              <p:cNvSpPr>
                <a:spLocks noChangeShapeType="1"/>
              </p:cNvSpPr>
              <p:nvPr/>
            </p:nvSpPr>
            <p:spPr bwMode="auto">
              <a:xfrm>
                <a:off x="4512" y="3936"/>
                <a:ext cx="0" cy="24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spAutoFit/>
              </a:bodyPr>
              <a:lstStyle/>
              <a:p>
                <a:endParaRPr lang="zh-CN" altLang="en-US"/>
              </a:p>
            </p:txBody>
          </p:sp>
        </p:grpSp>
        <p:sp>
          <p:nvSpPr>
            <p:cNvPr id="44041" name="Text Box 48">
              <a:extLst>
                <a:ext uri="{FF2B5EF4-FFF2-40B4-BE49-F238E27FC236}">
                  <a16:creationId xmlns:a16="http://schemas.microsoft.com/office/drawing/2014/main" id="{379BEB65-1999-4D80-959A-E77A8512BE2D}"/>
                </a:ext>
              </a:extLst>
            </p:cNvPr>
            <p:cNvSpPr txBox="1">
              <a:spLocks noChangeArrowheads="1"/>
            </p:cNvSpPr>
            <p:nvPr/>
          </p:nvSpPr>
          <p:spPr bwMode="auto">
            <a:xfrm>
              <a:off x="3848" y="1658"/>
              <a:ext cx="1056" cy="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1600" u="none">
                  <a:solidFill>
                    <a:srgbClr val="FF3300"/>
                  </a:solidFill>
                  <a:latin typeface="Lucida Console" panose="020B0609040504020204" pitchFamily="49" charset="0"/>
                </a:rPr>
                <a:t>DATA_BYTE </a:t>
              </a:r>
              <a:r>
                <a:rPr lang="en-US" altLang="zh-CN" sz="1600" u="none">
                  <a:solidFill>
                    <a:srgbClr val="FF3300"/>
                  </a:solidFill>
                  <a:latin typeface="Lucida Console" panose="020B0609040504020204" pitchFamily="49" charset="0"/>
                  <a:sym typeface="Symbol" panose="05050102010706020507" pitchFamily="18" charset="2"/>
                </a:rPr>
                <a:t></a:t>
              </a:r>
              <a:endParaRPr lang="en-US" altLang="zh-CN" sz="1600" u="none">
                <a:solidFill>
                  <a:srgbClr val="FF3300"/>
                </a:solidFill>
                <a:latin typeface="Lucida Console" panose="020B0609040504020204" pitchFamily="49" charset="0"/>
              </a:endParaRPr>
            </a:p>
          </p:txBody>
        </p:sp>
        <p:sp>
          <p:nvSpPr>
            <p:cNvPr id="44042" name="Text Box 49">
              <a:extLst>
                <a:ext uri="{FF2B5EF4-FFF2-40B4-BE49-F238E27FC236}">
                  <a16:creationId xmlns:a16="http://schemas.microsoft.com/office/drawing/2014/main" id="{FFF74748-6A69-466C-AAA5-17CAF333712E}"/>
                </a:ext>
              </a:extLst>
            </p:cNvPr>
            <p:cNvSpPr txBox="1">
              <a:spLocks noChangeArrowheads="1"/>
            </p:cNvSpPr>
            <p:nvPr/>
          </p:nvSpPr>
          <p:spPr bwMode="auto">
            <a:xfrm>
              <a:off x="3848" y="2406"/>
              <a:ext cx="1056"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1600" u="none">
                  <a:solidFill>
                    <a:srgbClr val="FF3300"/>
                  </a:solidFill>
                  <a:latin typeface="Lucida Console" panose="020B0609040504020204" pitchFamily="49" charset="0"/>
                </a:rPr>
                <a:t>DATA_WORD </a:t>
              </a:r>
              <a:r>
                <a:rPr lang="en-US" altLang="zh-CN" sz="1600" u="none">
                  <a:solidFill>
                    <a:srgbClr val="FF3300"/>
                  </a:solidFill>
                  <a:latin typeface="Lucida Console" panose="020B0609040504020204" pitchFamily="49" charset="0"/>
                  <a:sym typeface="Symbol" panose="05050102010706020507" pitchFamily="18" charset="2"/>
                </a:rPr>
                <a:t></a:t>
              </a:r>
              <a:endParaRPr lang="en-US" altLang="zh-CN" sz="1600" u="none">
                <a:solidFill>
                  <a:srgbClr val="FF3300"/>
                </a:solidFill>
                <a:latin typeface="Lucida Console" panose="020B0609040504020204" pitchFamily="49" charset="0"/>
              </a:endParaRPr>
            </a:p>
          </p:txBody>
        </p:sp>
      </p:grpSp>
      <p:sp>
        <p:nvSpPr>
          <p:cNvPr id="117810" name="Text Box 50">
            <a:extLst>
              <a:ext uri="{FF2B5EF4-FFF2-40B4-BE49-F238E27FC236}">
                <a16:creationId xmlns:a16="http://schemas.microsoft.com/office/drawing/2014/main" id="{F0EFBD0B-31C0-4BE2-8F5A-5872CBEA2EAD}"/>
              </a:ext>
            </a:extLst>
          </p:cNvPr>
          <p:cNvSpPr txBox="1">
            <a:spLocks noChangeArrowheads="1"/>
          </p:cNvSpPr>
          <p:nvPr/>
        </p:nvSpPr>
        <p:spPr bwMode="auto">
          <a:xfrm>
            <a:off x="522288" y="3573463"/>
            <a:ext cx="54403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u="none">
                <a:solidFill>
                  <a:srgbClr val="0000FF"/>
                </a:solidFill>
              </a:rPr>
              <a:t>MOV AX,WORD PTR DATA_BYTE+1</a:t>
            </a:r>
          </a:p>
        </p:txBody>
      </p:sp>
      <p:sp>
        <p:nvSpPr>
          <p:cNvPr id="117811" name="Text Box 51">
            <a:extLst>
              <a:ext uri="{FF2B5EF4-FFF2-40B4-BE49-F238E27FC236}">
                <a16:creationId xmlns:a16="http://schemas.microsoft.com/office/drawing/2014/main" id="{AA8B4ACC-D1B3-4227-A0ED-7FC25F98B498}"/>
              </a:ext>
            </a:extLst>
          </p:cNvPr>
          <p:cNvSpPr txBox="1">
            <a:spLocks noChangeArrowheads="1"/>
          </p:cNvSpPr>
          <p:nvPr/>
        </p:nvSpPr>
        <p:spPr bwMode="auto">
          <a:xfrm>
            <a:off x="539750" y="4283075"/>
            <a:ext cx="54229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u="none">
                <a:solidFill>
                  <a:srgbClr val="0000FF"/>
                </a:solidFill>
              </a:rPr>
              <a:t>MOV AL,BYTE PTR DATA_WORD+3</a:t>
            </a:r>
          </a:p>
        </p:txBody>
      </p:sp>
      <p:sp>
        <p:nvSpPr>
          <p:cNvPr id="117812" name="Text Box 52">
            <a:extLst>
              <a:ext uri="{FF2B5EF4-FFF2-40B4-BE49-F238E27FC236}">
                <a16:creationId xmlns:a16="http://schemas.microsoft.com/office/drawing/2014/main" id="{0065A8D2-6D7C-4F91-AC88-6CDDB8851031}"/>
              </a:ext>
            </a:extLst>
          </p:cNvPr>
          <p:cNvSpPr txBox="1">
            <a:spLocks noChangeArrowheads="1"/>
          </p:cNvSpPr>
          <p:nvPr/>
        </p:nvSpPr>
        <p:spPr bwMode="auto">
          <a:xfrm>
            <a:off x="674688" y="5068888"/>
            <a:ext cx="5697537"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en-US" altLang="zh-CN" u="none">
                <a:solidFill>
                  <a:srgbClr val="0000FF"/>
                </a:solidFill>
              </a:rPr>
              <a:t>MOV BL,DATA_BYTE</a:t>
            </a:r>
          </a:p>
          <a:p>
            <a:pPr eaLnBrk="1" hangingPunct="1">
              <a:spcBef>
                <a:spcPct val="0"/>
              </a:spcBef>
              <a:buClrTx/>
              <a:buFontTx/>
              <a:buNone/>
            </a:pPr>
            <a:r>
              <a:rPr lang="en-US" altLang="zh-CN" u="none">
                <a:solidFill>
                  <a:srgbClr val="0000FF"/>
                </a:solidFill>
              </a:rPr>
              <a:t>CBW</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776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776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776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3" presetClass="entr" presetSubtype="1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blinds(horizontal)">
                                      <p:cBhvr>
                                        <p:cTn id="19" dur="500"/>
                                        <p:tgtEl>
                                          <p:spTgt spid="2"/>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117810"/>
                                        </p:tgtEl>
                                        <p:attrNameLst>
                                          <p:attrName>style.visibility</p:attrName>
                                        </p:attrNameLst>
                                      </p:cBhvr>
                                      <p:to>
                                        <p:strVal val="visible"/>
                                      </p:to>
                                    </p:set>
                                  </p:childTnLst>
                                </p:cTn>
                              </p:par>
                            </p:childTnLst>
                          </p:cTn>
                        </p:par>
                      </p:childTnLst>
                    </p:cTn>
                  </p:par>
                  <p:par>
                    <p:cTn id="24" fill="hold" nodeType="clickPar">
                      <p:stCondLst>
                        <p:cond delay="indefinite"/>
                      </p:stCondLst>
                      <p:childTnLst>
                        <p:par>
                          <p:cTn id="25" fill="hold" nodeType="withGroup">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117811"/>
                                        </p:tgtEl>
                                        <p:attrNameLst>
                                          <p:attrName>style.visibility</p:attrName>
                                        </p:attrNameLst>
                                      </p:cBhvr>
                                      <p:to>
                                        <p:strVal val="visible"/>
                                      </p:to>
                                    </p:set>
                                  </p:childTnLst>
                                </p:cTn>
                              </p:par>
                            </p:childTnLst>
                          </p:cTn>
                        </p:par>
                      </p:childTnLst>
                    </p:cTn>
                  </p:par>
                  <p:par>
                    <p:cTn id="28" fill="hold" nodeType="clickPar">
                      <p:stCondLst>
                        <p:cond delay="indefinite"/>
                      </p:stCondLst>
                      <p:childTnLst>
                        <p:par>
                          <p:cTn id="29" fill="hold" nodeType="withGroup">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1178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763" grpId="0" build="p"/>
      <p:bldP spid="117810" grpId="0"/>
      <p:bldP spid="117811" grpId="0"/>
      <p:bldP spid="117812"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7" name="Text Box 3">
            <a:extLst>
              <a:ext uri="{FF2B5EF4-FFF2-40B4-BE49-F238E27FC236}">
                <a16:creationId xmlns:a16="http://schemas.microsoft.com/office/drawing/2014/main" id="{6F00270F-03EA-4B3D-872F-A4314114B698}"/>
              </a:ext>
            </a:extLst>
          </p:cNvPr>
          <p:cNvSpPr txBox="1">
            <a:spLocks noGrp="1" noChangeArrowheads="1"/>
          </p:cNvSpPr>
          <p:nvPr>
            <p:ph type="title"/>
          </p:nvPr>
        </p:nvSpPr>
        <p:spPr>
          <a:xfrm>
            <a:off x="685800" y="163286"/>
            <a:ext cx="7772400" cy="1143000"/>
          </a:xfrm>
        </p:spPr>
        <p:txBody>
          <a:bodyPr/>
          <a:lstStyle/>
          <a:p>
            <a:pPr algn="l" eaLnBrk="1" hangingPunct="1">
              <a:defRPr/>
            </a:pPr>
            <a:r>
              <a:rPr lang="zh-CN" altLang="en-US" sz="2800">
                <a:solidFill>
                  <a:schemeClr val="hlink"/>
                </a:solidFill>
                <a:latin typeface="黑体" pitchFamily="2" charset="-122"/>
                <a:ea typeface="黑体" pitchFamily="2" charset="-122"/>
              </a:rPr>
              <a:t>举例：</a:t>
            </a:r>
            <a:br>
              <a:rPr lang="zh-CN" altLang="en-US" sz="2800">
                <a:solidFill>
                  <a:schemeClr val="hlink"/>
                </a:solidFill>
                <a:latin typeface="黑体" pitchFamily="2" charset="-122"/>
                <a:ea typeface="黑体" pitchFamily="2" charset="-122"/>
              </a:rPr>
            </a:br>
            <a:r>
              <a:rPr lang="zh-CN" altLang="en-US" sz="2800">
                <a:solidFill>
                  <a:schemeClr val="hlink"/>
                </a:solidFill>
                <a:latin typeface="黑体" pitchFamily="2" charset="-122"/>
                <a:ea typeface="黑体" pitchFamily="2" charset="-122"/>
              </a:rPr>
              <a:t> </a:t>
            </a:r>
            <a:r>
              <a:rPr lang="en-US" altLang="zh-CN" sz="2800" b="0">
                <a:solidFill>
                  <a:schemeClr val="hlink"/>
                </a:solidFill>
                <a:latin typeface="黑体" pitchFamily="2" charset="-122"/>
                <a:ea typeface="黑体" pitchFamily="2" charset="-122"/>
              </a:rPr>
              <a:t>ARRAY  DW  1, 2 , $+4 , 3 , 4 , $+4</a:t>
            </a:r>
          </a:p>
        </p:txBody>
      </p:sp>
      <p:grpSp>
        <p:nvGrpSpPr>
          <p:cNvPr id="45060" name="Group 4">
            <a:extLst>
              <a:ext uri="{FF2B5EF4-FFF2-40B4-BE49-F238E27FC236}">
                <a16:creationId xmlns:a16="http://schemas.microsoft.com/office/drawing/2014/main" id="{B5B8608F-DDF7-4E93-AC85-DF6825A6E7F6}"/>
              </a:ext>
            </a:extLst>
          </p:cNvPr>
          <p:cNvGrpSpPr>
            <a:grpSpLocks/>
          </p:cNvGrpSpPr>
          <p:nvPr/>
        </p:nvGrpSpPr>
        <p:grpSpPr bwMode="auto">
          <a:xfrm>
            <a:off x="2133600" y="1752600"/>
            <a:ext cx="4419600" cy="4876800"/>
            <a:chOff x="3456" y="1632"/>
            <a:chExt cx="1968" cy="2496"/>
          </a:xfrm>
        </p:grpSpPr>
        <p:grpSp>
          <p:nvGrpSpPr>
            <p:cNvPr id="45061" name="Group 5">
              <a:extLst>
                <a:ext uri="{FF2B5EF4-FFF2-40B4-BE49-F238E27FC236}">
                  <a16:creationId xmlns:a16="http://schemas.microsoft.com/office/drawing/2014/main" id="{BF246029-8C33-4258-9B65-5BD86FC69CB4}"/>
                </a:ext>
              </a:extLst>
            </p:cNvPr>
            <p:cNvGrpSpPr>
              <a:grpSpLocks/>
            </p:cNvGrpSpPr>
            <p:nvPr/>
          </p:nvGrpSpPr>
          <p:grpSpPr bwMode="auto">
            <a:xfrm>
              <a:off x="3456" y="1632"/>
              <a:ext cx="1440" cy="2496"/>
              <a:chOff x="3552" y="1440"/>
              <a:chExt cx="1440" cy="2736"/>
            </a:xfrm>
          </p:grpSpPr>
          <p:grpSp>
            <p:nvGrpSpPr>
              <p:cNvPr id="45065" name="Group 6">
                <a:extLst>
                  <a:ext uri="{FF2B5EF4-FFF2-40B4-BE49-F238E27FC236}">
                    <a16:creationId xmlns:a16="http://schemas.microsoft.com/office/drawing/2014/main" id="{21B6B2DF-609D-45DE-A08D-C43B67FAC9D0}"/>
                  </a:ext>
                </a:extLst>
              </p:cNvPr>
              <p:cNvGrpSpPr>
                <a:grpSpLocks/>
              </p:cNvGrpSpPr>
              <p:nvPr/>
            </p:nvGrpSpPr>
            <p:grpSpPr bwMode="auto">
              <a:xfrm>
                <a:off x="4512" y="1440"/>
                <a:ext cx="480" cy="2736"/>
                <a:chOff x="4512" y="1440"/>
                <a:chExt cx="480" cy="2736"/>
              </a:xfrm>
            </p:grpSpPr>
            <p:grpSp>
              <p:nvGrpSpPr>
                <p:cNvPr id="45068" name="Group 7">
                  <a:extLst>
                    <a:ext uri="{FF2B5EF4-FFF2-40B4-BE49-F238E27FC236}">
                      <a16:creationId xmlns:a16="http://schemas.microsoft.com/office/drawing/2014/main" id="{0BF5293D-E1E3-4669-8005-F75481F9B2AA}"/>
                    </a:ext>
                  </a:extLst>
                </p:cNvPr>
                <p:cNvGrpSpPr>
                  <a:grpSpLocks/>
                </p:cNvGrpSpPr>
                <p:nvPr/>
              </p:nvGrpSpPr>
              <p:grpSpPr bwMode="auto">
                <a:xfrm>
                  <a:off x="4512" y="3744"/>
                  <a:ext cx="480" cy="192"/>
                  <a:chOff x="4176" y="2352"/>
                  <a:chExt cx="480" cy="192"/>
                </a:xfrm>
              </p:grpSpPr>
              <p:sp>
                <p:nvSpPr>
                  <p:cNvPr id="45108" name="Rectangle 8">
                    <a:extLst>
                      <a:ext uri="{FF2B5EF4-FFF2-40B4-BE49-F238E27FC236}">
                        <a16:creationId xmlns:a16="http://schemas.microsoft.com/office/drawing/2014/main" id="{96BF6B65-9002-4606-AF98-1D9D75F89115}"/>
                      </a:ext>
                    </a:extLst>
                  </p:cNvPr>
                  <p:cNvSpPr>
                    <a:spLocks noChangeArrowheads="1"/>
                  </p:cNvSpPr>
                  <p:nvPr/>
                </p:nvSpPr>
                <p:spPr bwMode="auto">
                  <a:xfrm>
                    <a:off x="4176" y="2352"/>
                    <a:ext cx="480" cy="192"/>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b="0">
                      <a:solidFill>
                        <a:srgbClr val="000000"/>
                      </a:solidFill>
                    </a:endParaRPr>
                  </a:p>
                </p:txBody>
              </p:sp>
              <p:sp>
                <p:nvSpPr>
                  <p:cNvPr id="45109" name="Text Box 9">
                    <a:extLst>
                      <a:ext uri="{FF2B5EF4-FFF2-40B4-BE49-F238E27FC236}">
                        <a16:creationId xmlns:a16="http://schemas.microsoft.com/office/drawing/2014/main" id="{B2C0686C-C167-4C8D-85B6-054775C933C1}"/>
                      </a:ext>
                    </a:extLst>
                  </p:cNvPr>
                  <p:cNvSpPr txBox="1">
                    <a:spLocks noChangeArrowheads="1"/>
                  </p:cNvSpPr>
                  <p:nvPr/>
                </p:nvSpPr>
                <p:spPr bwMode="auto">
                  <a:xfrm>
                    <a:off x="4176" y="2352"/>
                    <a:ext cx="480"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1600" b="0" u="none">
                        <a:solidFill>
                          <a:srgbClr val="000000"/>
                        </a:solidFill>
                        <a:latin typeface="Lucida Console" panose="020B0609040504020204" pitchFamily="49" charset="0"/>
                      </a:rPr>
                      <a:t> </a:t>
                    </a:r>
                    <a:r>
                      <a:rPr lang="en-US" altLang="zh-CN" sz="1600" u="none">
                        <a:solidFill>
                          <a:srgbClr val="000000"/>
                        </a:solidFill>
                        <a:latin typeface="Lucida Console" panose="020B0609040504020204" pitchFamily="49" charset="0"/>
                      </a:rPr>
                      <a:t>00H</a:t>
                    </a:r>
                  </a:p>
                </p:txBody>
              </p:sp>
            </p:grpSp>
            <p:grpSp>
              <p:nvGrpSpPr>
                <p:cNvPr id="45069" name="Group 10">
                  <a:extLst>
                    <a:ext uri="{FF2B5EF4-FFF2-40B4-BE49-F238E27FC236}">
                      <a16:creationId xmlns:a16="http://schemas.microsoft.com/office/drawing/2014/main" id="{F54FF5AC-A78D-4628-95D0-16B7A15C6637}"/>
                    </a:ext>
                  </a:extLst>
                </p:cNvPr>
                <p:cNvGrpSpPr>
                  <a:grpSpLocks/>
                </p:cNvGrpSpPr>
                <p:nvPr/>
              </p:nvGrpSpPr>
              <p:grpSpPr bwMode="auto">
                <a:xfrm>
                  <a:off x="4512" y="1632"/>
                  <a:ext cx="480" cy="2112"/>
                  <a:chOff x="4176" y="1920"/>
                  <a:chExt cx="480" cy="2112"/>
                </a:xfrm>
              </p:grpSpPr>
              <p:grpSp>
                <p:nvGrpSpPr>
                  <p:cNvPr id="45074" name="Group 11">
                    <a:extLst>
                      <a:ext uri="{FF2B5EF4-FFF2-40B4-BE49-F238E27FC236}">
                        <a16:creationId xmlns:a16="http://schemas.microsoft.com/office/drawing/2014/main" id="{9559A126-6413-48B0-8F69-F7F64C11D693}"/>
                      </a:ext>
                    </a:extLst>
                  </p:cNvPr>
                  <p:cNvGrpSpPr>
                    <a:grpSpLocks/>
                  </p:cNvGrpSpPr>
                  <p:nvPr/>
                </p:nvGrpSpPr>
                <p:grpSpPr bwMode="auto">
                  <a:xfrm>
                    <a:off x="4176" y="1920"/>
                    <a:ext cx="480" cy="1728"/>
                    <a:chOff x="4176" y="2352"/>
                    <a:chExt cx="480" cy="1728"/>
                  </a:xfrm>
                </p:grpSpPr>
                <p:grpSp>
                  <p:nvGrpSpPr>
                    <p:cNvPr id="45081" name="Group 12">
                      <a:extLst>
                        <a:ext uri="{FF2B5EF4-FFF2-40B4-BE49-F238E27FC236}">
                          <a16:creationId xmlns:a16="http://schemas.microsoft.com/office/drawing/2014/main" id="{30DCD603-1A3D-4AFA-B78C-30CBA51D14C1}"/>
                        </a:ext>
                      </a:extLst>
                    </p:cNvPr>
                    <p:cNvGrpSpPr>
                      <a:grpSpLocks/>
                    </p:cNvGrpSpPr>
                    <p:nvPr/>
                  </p:nvGrpSpPr>
                  <p:grpSpPr bwMode="auto">
                    <a:xfrm>
                      <a:off x="4176" y="2352"/>
                      <a:ext cx="480" cy="192"/>
                      <a:chOff x="4176" y="2352"/>
                      <a:chExt cx="480" cy="192"/>
                    </a:xfrm>
                  </p:grpSpPr>
                  <p:sp>
                    <p:nvSpPr>
                      <p:cNvPr id="45106" name="Rectangle 13">
                        <a:extLst>
                          <a:ext uri="{FF2B5EF4-FFF2-40B4-BE49-F238E27FC236}">
                            <a16:creationId xmlns:a16="http://schemas.microsoft.com/office/drawing/2014/main" id="{797D074E-1945-458C-9649-D5A6ED620E1C}"/>
                          </a:ext>
                        </a:extLst>
                      </p:cNvPr>
                      <p:cNvSpPr>
                        <a:spLocks noChangeArrowheads="1"/>
                      </p:cNvSpPr>
                      <p:nvPr/>
                    </p:nvSpPr>
                    <p:spPr bwMode="auto">
                      <a:xfrm>
                        <a:off x="4176" y="2352"/>
                        <a:ext cx="480" cy="192"/>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b="0">
                          <a:solidFill>
                            <a:srgbClr val="000000"/>
                          </a:solidFill>
                        </a:endParaRPr>
                      </a:p>
                    </p:txBody>
                  </p:sp>
                  <p:sp>
                    <p:nvSpPr>
                      <p:cNvPr id="45107" name="Text Box 14">
                        <a:extLst>
                          <a:ext uri="{FF2B5EF4-FFF2-40B4-BE49-F238E27FC236}">
                            <a16:creationId xmlns:a16="http://schemas.microsoft.com/office/drawing/2014/main" id="{D82827B9-2A7D-4AB7-AB61-0E9AB9EC6F94}"/>
                          </a:ext>
                        </a:extLst>
                      </p:cNvPr>
                      <p:cNvSpPr txBox="1">
                        <a:spLocks noChangeArrowheads="1"/>
                      </p:cNvSpPr>
                      <p:nvPr/>
                    </p:nvSpPr>
                    <p:spPr bwMode="auto">
                      <a:xfrm>
                        <a:off x="4176" y="2353"/>
                        <a:ext cx="480"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1600" b="0" u="none">
                            <a:solidFill>
                              <a:srgbClr val="000000"/>
                            </a:solidFill>
                            <a:latin typeface="Lucida Console" panose="020B0609040504020204" pitchFamily="49" charset="0"/>
                          </a:rPr>
                          <a:t> 01H</a:t>
                        </a:r>
                      </a:p>
                    </p:txBody>
                  </p:sp>
                </p:grpSp>
                <p:grpSp>
                  <p:nvGrpSpPr>
                    <p:cNvPr id="45082" name="Group 15">
                      <a:extLst>
                        <a:ext uri="{FF2B5EF4-FFF2-40B4-BE49-F238E27FC236}">
                          <a16:creationId xmlns:a16="http://schemas.microsoft.com/office/drawing/2014/main" id="{E0B9CB6D-C960-4500-99AF-756B543C5734}"/>
                        </a:ext>
                      </a:extLst>
                    </p:cNvPr>
                    <p:cNvGrpSpPr>
                      <a:grpSpLocks/>
                    </p:cNvGrpSpPr>
                    <p:nvPr/>
                  </p:nvGrpSpPr>
                  <p:grpSpPr bwMode="auto">
                    <a:xfrm>
                      <a:off x="4176" y="2544"/>
                      <a:ext cx="480" cy="192"/>
                      <a:chOff x="4176" y="2352"/>
                      <a:chExt cx="480" cy="192"/>
                    </a:xfrm>
                  </p:grpSpPr>
                  <p:sp>
                    <p:nvSpPr>
                      <p:cNvPr id="45104" name="Rectangle 16">
                        <a:extLst>
                          <a:ext uri="{FF2B5EF4-FFF2-40B4-BE49-F238E27FC236}">
                            <a16:creationId xmlns:a16="http://schemas.microsoft.com/office/drawing/2014/main" id="{D054C823-0157-47EB-BB32-89EEB7484C96}"/>
                          </a:ext>
                        </a:extLst>
                      </p:cNvPr>
                      <p:cNvSpPr>
                        <a:spLocks noChangeArrowheads="1"/>
                      </p:cNvSpPr>
                      <p:nvPr/>
                    </p:nvSpPr>
                    <p:spPr bwMode="auto">
                      <a:xfrm>
                        <a:off x="4176" y="2352"/>
                        <a:ext cx="480" cy="192"/>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b="0">
                          <a:solidFill>
                            <a:srgbClr val="000000"/>
                          </a:solidFill>
                        </a:endParaRPr>
                      </a:p>
                    </p:txBody>
                  </p:sp>
                  <p:sp>
                    <p:nvSpPr>
                      <p:cNvPr id="45105" name="Text Box 17">
                        <a:extLst>
                          <a:ext uri="{FF2B5EF4-FFF2-40B4-BE49-F238E27FC236}">
                            <a16:creationId xmlns:a16="http://schemas.microsoft.com/office/drawing/2014/main" id="{46A29139-6B96-4710-82B3-952AD2E76BCD}"/>
                          </a:ext>
                        </a:extLst>
                      </p:cNvPr>
                      <p:cNvSpPr txBox="1">
                        <a:spLocks noChangeArrowheads="1"/>
                      </p:cNvSpPr>
                      <p:nvPr/>
                    </p:nvSpPr>
                    <p:spPr bwMode="auto">
                      <a:xfrm>
                        <a:off x="4176" y="2353"/>
                        <a:ext cx="480"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1600" b="0" u="none">
                            <a:solidFill>
                              <a:srgbClr val="000000"/>
                            </a:solidFill>
                            <a:latin typeface="Lucida Console" panose="020B0609040504020204" pitchFamily="49" charset="0"/>
                          </a:rPr>
                          <a:t> 00H</a:t>
                        </a:r>
                      </a:p>
                    </p:txBody>
                  </p:sp>
                </p:grpSp>
                <p:grpSp>
                  <p:nvGrpSpPr>
                    <p:cNvPr id="45083" name="Group 18">
                      <a:extLst>
                        <a:ext uri="{FF2B5EF4-FFF2-40B4-BE49-F238E27FC236}">
                          <a16:creationId xmlns:a16="http://schemas.microsoft.com/office/drawing/2014/main" id="{992CCFB3-3A57-4C1A-B574-8680F3C1E75F}"/>
                        </a:ext>
                      </a:extLst>
                    </p:cNvPr>
                    <p:cNvGrpSpPr>
                      <a:grpSpLocks/>
                    </p:cNvGrpSpPr>
                    <p:nvPr/>
                  </p:nvGrpSpPr>
                  <p:grpSpPr bwMode="auto">
                    <a:xfrm>
                      <a:off x="4176" y="2735"/>
                      <a:ext cx="480" cy="193"/>
                      <a:chOff x="4176" y="2351"/>
                      <a:chExt cx="480" cy="193"/>
                    </a:xfrm>
                  </p:grpSpPr>
                  <p:sp>
                    <p:nvSpPr>
                      <p:cNvPr id="45102" name="Rectangle 19">
                        <a:extLst>
                          <a:ext uri="{FF2B5EF4-FFF2-40B4-BE49-F238E27FC236}">
                            <a16:creationId xmlns:a16="http://schemas.microsoft.com/office/drawing/2014/main" id="{A455A06E-1740-457B-9C85-484E7D8E1FF4}"/>
                          </a:ext>
                        </a:extLst>
                      </p:cNvPr>
                      <p:cNvSpPr>
                        <a:spLocks noChangeArrowheads="1"/>
                      </p:cNvSpPr>
                      <p:nvPr/>
                    </p:nvSpPr>
                    <p:spPr bwMode="auto">
                      <a:xfrm>
                        <a:off x="4176" y="2352"/>
                        <a:ext cx="480" cy="192"/>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b="0">
                          <a:solidFill>
                            <a:srgbClr val="000000"/>
                          </a:solidFill>
                        </a:endParaRPr>
                      </a:p>
                    </p:txBody>
                  </p:sp>
                  <p:sp>
                    <p:nvSpPr>
                      <p:cNvPr id="45103" name="Text Box 20">
                        <a:extLst>
                          <a:ext uri="{FF2B5EF4-FFF2-40B4-BE49-F238E27FC236}">
                            <a16:creationId xmlns:a16="http://schemas.microsoft.com/office/drawing/2014/main" id="{C2E7A4EA-268B-4BA2-8E2D-622C18081E02}"/>
                          </a:ext>
                        </a:extLst>
                      </p:cNvPr>
                      <p:cNvSpPr txBox="1">
                        <a:spLocks noChangeArrowheads="1"/>
                      </p:cNvSpPr>
                      <p:nvPr/>
                    </p:nvSpPr>
                    <p:spPr bwMode="auto">
                      <a:xfrm>
                        <a:off x="4176" y="2351"/>
                        <a:ext cx="480"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1600" b="0" u="none">
                            <a:solidFill>
                              <a:srgbClr val="000000"/>
                            </a:solidFill>
                            <a:latin typeface="Lucida Console" panose="020B0609040504020204" pitchFamily="49" charset="0"/>
                          </a:rPr>
                          <a:t> 02H</a:t>
                        </a:r>
                      </a:p>
                    </p:txBody>
                  </p:sp>
                </p:grpSp>
                <p:grpSp>
                  <p:nvGrpSpPr>
                    <p:cNvPr id="45084" name="Group 21">
                      <a:extLst>
                        <a:ext uri="{FF2B5EF4-FFF2-40B4-BE49-F238E27FC236}">
                          <a16:creationId xmlns:a16="http://schemas.microsoft.com/office/drawing/2014/main" id="{448495D9-FDFD-4517-9866-015F784340A9}"/>
                        </a:ext>
                      </a:extLst>
                    </p:cNvPr>
                    <p:cNvGrpSpPr>
                      <a:grpSpLocks/>
                    </p:cNvGrpSpPr>
                    <p:nvPr/>
                  </p:nvGrpSpPr>
                  <p:grpSpPr bwMode="auto">
                    <a:xfrm>
                      <a:off x="4176" y="2928"/>
                      <a:ext cx="480" cy="192"/>
                      <a:chOff x="4176" y="2352"/>
                      <a:chExt cx="480" cy="192"/>
                    </a:xfrm>
                  </p:grpSpPr>
                  <p:sp>
                    <p:nvSpPr>
                      <p:cNvPr id="45100" name="Rectangle 22">
                        <a:extLst>
                          <a:ext uri="{FF2B5EF4-FFF2-40B4-BE49-F238E27FC236}">
                            <a16:creationId xmlns:a16="http://schemas.microsoft.com/office/drawing/2014/main" id="{A3668439-7BFC-48B7-A068-674B2B00FF53}"/>
                          </a:ext>
                        </a:extLst>
                      </p:cNvPr>
                      <p:cNvSpPr>
                        <a:spLocks noChangeArrowheads="1"/>
                      </p:cNvSpPr>
                      <p:nvPr/>
                    </p:nvSpPr>
                    <p:spPr bwMode="auto">
                      <a:xfrm>
                        <a:off x="4176" y="2352"/>
                        <a:ext cx="480" cy="192"/>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b="0">
                          <a:solidFill>
                            <a:srgbClr val="000000"/>
                          </a:solidFill>
                        </a:endParaRPr>
                      </a:p>
                    </p:txBody>
                  </p:sp>
                  <p:sp>
                    <p:nvSpPr>
                      <p:cNvPr id="45101" name="Text Box 23">
                        <a:extLst>
                          <a:ext uri="{FF2B5EF4-FFF2-40B4-BE49-F238E27FC236}">
                            <a16:creationId xmlns:a16="http://schemas.microsoft.com/office/drawing/2014/main" id="{CA52F0CB-B5A6-44A5-844D-F07DC3740990}"/>
                          </a:ext>
                        </a:extLst>
                      </p:cNvPr>
                      <p:cNvSpPr txBox="1">
                        <a:spLocks noChangeArrowheads="1"/>
                      </p:cNvSpPr>
                      <p:nvPr/>
                    </p:nvSpPr>
                    <p:spPr bwMode="auto">
                      <a:xfrm>
                        <a:off x="4176" y="2352"/>
                        <a:ext cx="480"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1600" b="0" u="none">
                            <a:solidFill>
                              <a:srgbClr val="000000"/>
                            </a:solidFill>
                            <a:latin typeface="Lucida Console" panose="020B0609040504020204" pitchFamily="49" charset="0"/>
                          </a:rPr>
                          <a:t> 00H</a:t>
                        </a:r>
                      </a:p>
                    </p:txBody>
                  </p:sp>
                </p:grpSp>
                <p:grpSp>
                  <p:nvGrpSpPr>
                    <p:cNvPr id="45085" name="Group 24">
                      <a:extLst>
                        <a:ext uri="{FF2B5EF4-FFF2-40B4-BE49-F238E27FC236}">
                          <a16:creationId xmlns:a16="http://schemas.microsoft.com/office/drawing/2014/main" id="{54CEE68D-E5E1-4419-9DF7-448D9C41D18C}"/>
                        </a:ext>
                      </a:extLst>
                    </p:cNvPr>
                    <p:cNvGrpSpPr>
                      <a:grpSpLocks/>
                    </p:cNvGrpSpPr>
                    <p:nvPr/>
                  </p:nvGrpSpPr>
                  <p:grpSpPr bwMode="auto">
                    <a:xfrm>
                      <a:off x="4176" y="3120"/>
                      <a:ext cx="480" cy="192"/>
                      <a:chOff x="4176" y="2352"/>
                      <a:chExt cx="480" cy="192"/>
                    </a:xfrm>
                  </p:grpSpPr>
                  <p:sp>
                    <p:nvSpPr>
                      <p:cNvPr id="45098" name="Rectangle 25">
                        <a:extLst>
                          <a:ext uri="{FF2B5EF4-FFF2-40B4-BE49-F238E27FC236}">
                            <a16:creationId xmlns:a16="http://schemas.microsoft.com/office/drawing/2014/main" id="{33CF2427-7B5C-4764-A368-8087D6F4781B}"/>
                          </a:ext>
                        </a:extLst>
                      </p:cNvPr>
                      <p:cNvSpPr>
                        <a:spLocks noChangeArrowheads="1"/>
                      </p:cNvSpPr>
                      <p:nvPr/>
                    </p:nvSpPr>
                    <p:spPr bwMode="auto">
                      <a:xfrm>
                        <a:off x="4176" y="2352"/>
                        <a:ext cx="480" cy="192"/>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b="0">
                          <a:solidFill>
                            <a:srgbClr val="000000"/>
                          </a:solidFill>
                        </a:endParaRPr>
                      </a:p>
                    </p:txBody>
                  </p:sp>
                  <p:sp>
                    <p:nvSpPr>
                      <p:cNvPr id="45099" name="Text Box 26">
                        <a:extLst>
                          <a:ext uri="{FF2B5EF4-FFF2-40B4-BE49-F238E27FC236}">
                            <a16:creationId xmlns:a16="http://schemas.microsoft.com/office/drawing/2014/main" id="{B2B72022-E745-49DF-8F64-5073DA4C42F1}"/>
                          </a:ext>
                        </a:extLst>
                      </p:cNvPr>
                      <p:cNvSpPr txBox="1">
                        <a:spLocks noChangeArrowheads="1"/>
                      </p:cNvSpPr>
                      <p:nvPr/>
                    </p:nvSpPr>
                    <p:spPr bwMode="auto">
                      <a:xfrm>
                        <a:off x="4176" y="2352"/>
                        <a:ext cx="480"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1600" b="0" u="none">
                            <a:solidFill>
                              <a:srgbClr val="000000"/>
                            </a:solidFill>
                            <a:latin typeface="Lucida Console" panose="020B0609040504020204" pitchFamily="49" charset="0"/>
                          </a:rPr>
                          <a:t> </a:t>
                        </a:r>
                        <a:r>
                          <a:rPr lang="en-US" altLang="zh-CN" sz="1600" u="none">
                            <a:solidFill>
                              <a:srgbClr val="000000"/>
                            </a:solidFill>
                            <a:latin typeface="Lucida Console" panose="020B0609040504020204" pitchFamily="49" charset="0"/>
                          </a:rPr>
                          <a:t>7CH</a:t>
                        </a:r>
                      </a:p>
                    </p:txBody>
                  </p:sp>
                </p:grpSp>
                <p:grpSp>
                  <p:nvGrpSpPr>
                    <p:cNvPr id="45086" name="Group 27">
                      <a:extLst>
                        <a:ext uri="{FF2B5EF4-FFF2-40B4-BE49-F238E27FC236}">
                          <a16:creationId xmlns:a16="http://schemas.microsoft.com/office/drawing/2014/main" id="{60246A83-54EE-4392-97B9-7F5B5EB2D96A}"/>
                        </a:ext>
                      </a:extLst>
                    </p:cNvPr>
                    <p:cNvGrpSpPr>
                      <a:grpSpLocks/>
                    </p:cNvGrpSpPr>
                    <p:nvPr/>
                  </p:nvGrpSpPr>
                  <p:grpSpPr bwMode="auto">
                    <a:xfrm>
                      <a:off x="4176" y="3312"/>
                      <a:ext cx="480" cy="192"/>
                      <a:chOff x="4176" y="2352"/>
                      <a:chExt cx="480" cy="192"/>
                    </a:xfrm>
                  </p:grpSpPr>
                  <p:sp>
                    <p:nvSpPr>
                      <p:cNvPr id="45096" name="Rectangle 28">
                        <a:extLst>
                          <a:ext uri="{FF2B5EF4-FFF2-40B4-BE49-F238E27FC236}">
                            <a16:creationId xmlns:a16="http://schemas.microsoft.com/office/drawing/2014/main" id="{53595955-CD30-4F9B-83E1-21DF6DC0408F}"/>
                          </a:ext>
                        </a:extLst>
                      </p:cNvPr>
                      <p:cNvSpPr>
                        <a:spLocks noChangeArrowheads="1"/>
                      </p:cNvSpPr>
                      <p:nvPr/>
                    </p:nvSpPr>
                    <p:spPr bwMode="auto">
                      <a:xfrm>
                        <a:off x="4176" y="2352"/>
                        <a:ext cx="480" cy="192"/>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b="0">
                          <a:solidFill>
                            <a:srgbClr val="000000"/>
                          </a:solidFill>
                        </a:endParaRPr>
                      </a:p>
                    </p:txBody>
                  </p:sp>
                  <p:sp>
                    <p:nvSpPr>
                      <p:cNvPr id="45097" name="Text Box 29">
                        <a:extLst>
                          <a:ext uri="{FF2B5EF4-FFF2-40B4-BE49-F238E27FC236}">
                            <a16:creationId xmlns:a16="http://schemas.microsoft.com/office/drawing/2014/main" id="{49BF317C-E950-4FD2-86B6-07543DAE7AA6}"/>
                          </a:ext>
                        </a:extLst>
                      </p:cNvPr>
                      <p:cNvSpPr txBox="1">
                        <a:spLocks noChangeArrowheads="1"/>
                      </p:cNvSpPr>
                      <p:nvPr/>
                    </p:nvSpPr>
                    <p:spPr bwMode="auto">
                      <a:xfrm>
                        <a:off x="4176" y="2352"/>
                        <a:ext cx="480"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1600" b="0" u="none">
                            <a:solidFill>
                              <a:srgbClr val="000000"/>
                            </a:solidFill>
                            <a:latin typeface="Lucida Console" panose="020B0609040504020204" pitchFamily="49" charset="0"/>
                          </a:rPr>
                          <a:t> </a:t>
                        </a:r>
                        <a:r>
                          <a:rPr lang="en-US" altLang="zh-CN" sz="1600" u="none">
                            <a:solidFill>
                              <a:srgbClr val="000000"/>
                            </a:solidFill>
                            <a:latin typeface="Lucida Console" panose="020B0609040504020204" pitchFamily="49" charset="0"/>
                          </a:rPr>
                          <a:t>00H</a:t>
                        </a:r>
                      </a:p>
                    </p:txBody>
                  </p:sp>
                </p:grpSp>
                <p:grpSp>
                  <p:nvGrpSpPr>
                    <p:cNvPr id="45087" name="Group 30">
                      <a:extLst>
                        <a:ext uri="{FF2B5EF4-FFF2-40B4-BE49-F238E27FC236}">
                          <a16:creationId xmlns:a16="http://schemas.microsoft.com/office/drawing/2014/main" id="{0335A8BD-CC48-4EFB-9D8B-80A240C6D1D6}"/>
                        </a:ext>
                      </a:extLst>
                    </p:cNvPr>
                    <p:cNvGrpSpPr>
                      <a:grpSpLocks/>
                    </p:cNvGrpSpPr>
                    <p:nvPr/>
                  </p:nvGrpSpPr>
                  <p:grpSpPr bwMode="auto">
                    <a:xfrm>
                      <a:off x="4176" y="3504"/>
                      <a:ext cx="480" cy="192"/>
                      <a:chOff x="4176" y="2352"/>
                      <a:chExt cx="480" cy="192"/>
                    </a:xfrm>
                  </p:grpSpPr>
                  <p:sp>
                    <p:nvSpPr>
                      <p:cNvPr id="45094" name="Rectangle 31">
                        <a:extLst>
                          <a:ext uri="{FF2B5EF4-FFF2-40B4-BE49-F238E27FC236}">
                            <a16:creationId xmlns:a16="http://schemas.microsoft.com/office/drawing/2014/main" id="{F974B367-543F-4DE0-898B-A4D6B182BAF9}"/>
                          </a:ext>
                        </a:extLst>
                      </p:cNvPr>
                      <p:cNvSpPr>
                        <a:spLocks noChangeArrowheads="1"/>
                      </p:cNvSpPr>
                      <p:nvPr/>
                    </p:nvSpPr>
                    <p:spPr bwMode="auto">
                      <a:xfrm>
                        <a:off x="4176" y="2352"/>
                        <a:ext cx="480" cy="192"/>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b="0">
                          <a:solidFill>
                            <a:srgbClr val="000000"/>
                          </a:solidFill>
                        </a:endParaRPr>
                      </a:p>
                    </p:txBody>
                  </p:sp>
                  <p:sp>
                    <p:nvSpPr>
                      <p:cNvPr id="45095" name="Text Box 32">
                        <a:extLst>
                          <a:ext uri="{FF2B5EF4-FFF2-40B4-BE49-F238E27FC236}">
                            <a16:creationId xmlns:a16="http://schemas.microsoft.com/office/drawing/2014/main" id="{D3E89099-A1D0-44C3-8FE0-734F24B74124}"/>
                          </a:ext>
                        </a:extLst>
                      </p:cNvPr>
                      <p:cNvSpPr txBox="1">
                        <a:spLocks noChangeArrowheads="1"/>
                      </p:cNvSpPr>
                      <p:nvPr/>
                    </p:nvSpPr>
                    <p:spPr bwMode="auto">
                      <a:xfrm>
                        <a:off x="4176" y="2352"/>
                        <a:ext cx="480"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1600" b="0" u="none">
                            <a:solidFill>
                              <a:srgbClr val="000000"/>
                            </a:solidFill>
                            <a:latin typeface="Lucida Console" panose="020B0609040504020204" pitchFamily="49" charset="0"/>
                          </a:rPr>
                          <a:t> 03H</a:t>
                        </a:r>
                      </a:p>
                    </p:txBody>
                  </p:sp>
                </p:grpSp>
                <p:grpSp>
                  <p:nvGrpSpPr>
                    <p:cNvPr id="45088" name="Group 33">
                      <a:extLst>
                        <a:ext uri="{FF2B5EF4-FFF2-40B4-BE49-F238E27FC236}">
                          <a16:creationId xmlns:a16="http://schemas.microsoft.com/office/drawing/2014/main" id="{297C18D4-5526-4C3F-9D18-BB4A0D3951CD}"/>
                        </a:ext>
                      </a:extLst>
                    </p:cNvPr>
                    <p:cNvGrpSpPr>
                      <a:grpSpLocks/>
                    </p:cNvGrpSpPr>
                    <p:nvPr/>
                  </p:nvGrpSpPr>
                  <p:grpSpPr bwMode="auto">
                    <a:xfrm>
                      <a:off x="4176" y="3696"/>
                      <a:ext cx="480" cy="192"/>
                      <a:chOff x="4176" y="2352"/>
                      <a:chExt cx="480" cy="192"/>
                    </a:xfrm>
                  </p:grpSpPr>
                  <p:sp>
                    <p:nvSpPr>
                      <p:cNvPr id="45092" name="Rectangle 34">
                        <a:extLst>
                          <a:ext uri="{FF2B5EF4-FFF2-40B4-BE49-F238E27FC236}">
                            <a16:creationId xmlns:a16="http://schemas.microsoft.com/office/drawing/2014/main" id="{725C088F-8C6A-4EFA-9C1C-BF3AFB171C10}"/>
                          </a:ext>
                        </a:extLst>
                      </p:cNvPr>
                      <p:cNvSpPr>
                        <a:spLocks noChangeArrowheads="1"/>
                      </p:cNvSpPr>
                      <p:nvPr/>
                    </p:nvSpPr>
                    <p:spPr bwMode="auto">
                      <a:xfrm>
                        <a:off x="4176" y="2352"/>
                        <a:ext cx="480" cy="192"/>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b="0">
                          <a:solidFill>
                            <a:srgbClr val="000000"/>
                          </a:solidFill>
                        </a:endParaRPr>
                      </a:p>
                    </p:txBody>
                  </p:sp>
                  <p:sp>
                    <p:nvSpPr>
                      <p:cNvPr id="45093" name="Text Box 35">
                        <a:extLst>
                          <a:ext uri="{FF2B5EF4-FFF2-40B4-BE49-F238E27FC236}">
                            <a16:creationId xmlns:a16="http://schemas.microsoft.com/office/drawing/2014/main" id="{2AE430BD-5E32-4EF2-968D-EB35FA93B359}"/>
                          </a:ext>
                        </a:extLst>
                      </p:cNvPr>
                      <p:cNvSpPr txBox="1">
                        <a:spLocks noChangeArrowheads="1"/>
                      </p:cNvSpPr>
                      <p:nvPr/>
                    </p:nvSpPr>
                    <p:spPr bwMode="auto">
                      <a:xfrm>
                        <a:off x="4176" y="2353"/>
                        <a:ext cx="480"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1600" b="0" u="none">
                            <a:solidFill>
                              <a:srgbClr val="000000"/>
                            </a:solidFill>
                            <a:latin typeface="Lucida Console" panose="020B0609040504020204" pitchFamily="49" charset="0"/>
                          </a:rPr>
                          <a:t> 00H</a:t>
                        </a:r>
                      </a:p>
                    </p:txBody>
                  </p:sp>
                </p:grpSp>
                <p:grpSp>
                  <p:nvGrpSpPr>
                    <p:cNvPr id="45089" name="Group 36">
                      <a:extLst>
                        <a:ext uri="{FF2B5EF4-FFF2-40B4-BE49-F238E27FC236}">
                          <a16:creationId xmlns:a16="http://schemas.microsoft.com/office/drawing/2014/main" id="{9E9B7C8C-AD92-451A-813C-1F66A58CFEB8}"/>
                        </a:ext>
                      </a:extLst>
                    </p:cNvPr>
                    <p:cNvGrpSpPr>
                      <a:grpSpLocks/>
                    </p:cNvGrpSpPr>
                    <p:nvPr/>
                  </p:nvGrpSpPr>
                  <p:grpSpPr bwMode="auto">
                    <a:xfrm>
                      <a:off x="4176" y="3888"/>
                      <a:ext cx="480" cy="192"/>
                      <a:chOff x="4176" y="2352"/>
                      <a:chExt cx="480" cy="192"/>
                    </a:xfrm>
                  </p:grpSpPr>
                  <p:sp>
                    <p:nvSpPr>
                      <p:cNvPr id="45090" name="Rectangle 37">
                        <a:extLst>
                          <a:ext uri="{FF2B5EF4-FFF2-40B4-BE49-F238E27FC236}">
                            <a16:creationId xmlns:a16="http://schemas.microsoft.com/office/drawing/2014/main" id="{1427CA9D-2097-40BE-A0A6-16B0082D5FDE}"/>
                          </a:ext>
                        </a:extLst>
                      </p:cNvPr>
                      <p:cNvSpPr>
                        <a:spLocks noChangeArrowheads="1"/>
                      </p:cNvSpPr>
                      <p:nvPr/>
                    </p:nvSpPr>
                    <p:spPr bwMode="auto">
                      <a:xfrm>
                        <a:off x="4176" y="2352"/>
                        <a:ext cx="480" cy="192"/>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b="0">
                          <a:solidFill>
                            <a:srgbClr val="000000"/>
                          </a:solidFill>
                        </a:endParaRPr>
                      </a:p>
                    </p:txBody>
                  </p:sp>
                  <p:sp>
                    <p:nvSpPr>
                      <p:cNvPr id="45091" name="Text Box 38">
                        <a:extLst>
                          <a:ext uri="{FF2B5EF4-FFF2-40B4-BE49-F238E27FC236}">
                            <a16:creationId xmlns:a16="http://schemas.microsoft.com/office/drawing/2014/main" id="{823A079C-284D-4347-9558-EABDA8588F11}"/>
                          </a:ext>
                        </a:extLst>
                      </p:cNvPr>
                      <p:cNvSpPr txBox="1">
                        <a:spLocks noChangeArrowheads="1"/>
                      </p:cNvSpPr>
                      <p:nvPr/>
                    </p:nvSpPr>
                    <p:spPr bwMode="auto">
                      <a:xfrm>
                        <a:off x="4176" y="2353"/>
                        <a:ext cx="480"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1600" b="0" u="none">
                            <a:solidFill>
                              <a:srgbClr val="000000"/>
                            </a:solidFill>
                            <a:latin typeface="Lucida Console" panose="020B0609040504020204" pitchFamily="49" charset="0"/>
                          </a:rPr>
                          <a:t> 04H</a:t>
                        </a:r>
                      </a:p>
                    </p:txBody>
                  </p:sp>
                </p:grpSp>
              </p:grpSp>
              <p:grpSp>
                <p:nvGrpSpPr>
                  <p:cNvPr id="45075" name="Group 39">
                    <a:extLst>
                      <a:ext uri="{FF2B5EF4-FFF2-40B4-BE49-F238E27FC236}">
                        <a16:creationId xmlns:a16="http://schemas.microsoft.com/office/drawing/2014/main" id="{90D77A17-FB8C-47E0-9DDF-D8DBEB5AD932}"/>
                      </a:ext>
                    </a:extLst>
                  </p:cNvPr>
                  <p:cNvGrpSpPr>
                    <a:grpSpLocks/>
                  </p:cNvGrpSpPr>
                  <p:nvPr/>
                </p:nvGrpSpPr>
                <p:grpSpPr bwMode="auto">
                  <a:xfrm>
                    <a:off x="4176" y="3647"/>
                    <a:ext cx="480" cy="193"/>
                    <a:chOff x="4176" y="2351"/>
                    <a:chExt cx="480" cy="193"/>
                  </a:xfrm>
                </p:grpSpPr>
                <p:sp>
                  <p:nvSpPr>
                    <p:cNvPr id="45079" name="Rectangle 40">
                      <a:extLst>
                        <a:ext uri="{FF2B5EF4-FFF2-40B4-BE49-F238E27FC236}">
                          <a16:creationId xmlns:a16="http://schemas.microsoft.com/office/drawing/2014/main" id="{24BC26DC-C19C-4E5C-A72C-D5DAA4016D77}"/>
                        </a:ext>
                      </a:extLst>
                    </p:cNvPr>
                    <p:cNvSpPr>
                      <a:spLocks noChangeArrowheads="1"/>
                    </p:cNvSpPr>
                    <p:nvPr/>
                  </p:nvSpPr>
                  <p:spPr bwMode="auto">
                    <a:xfrm>
                      <a:off x="4176" y="2352"/>
                      <a:ext cx="480" cy="192"/>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b="0">
                        <a:solidFill>
                          <a:srgbClr val="000000"/>
                        </a:solidFill>
                      </a:endParaRPr>
                    </a:p>
                  </p:txBody>
                </p:sp>
                <p:sp>
                  <p:nvSpPr>
                    <p:cNvPr id="45080" name="Text Box 41">
                      <a:extLst>
                        <a:ext uri="{FF2B5EF4-FFF2-40B4-BE49-F238E27FC236}">
                          <a16:creationId xmlns:a16="http://schemas.microsoft.com/office/drawing/2014/main" id="{1CBDDFA5-F839-47F6-B018-BB92281B3313}"/>
                        </a:ext>
                      </a:extLst>
                    </p:cNvPr>
                    <p:cNvSpPr txBox="1">
                      <a:spLocks noChangeArrowheads="1"/>
                    </p:cNvSpPr>
                    <p:nvPr/>
                  </p:nvSpPr>
                  <p:spPr bwMode="auto">
                    <a:xfrm>
                      <a:off x="4176" y="2351"/>
                      <a:ext cx="480"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1600" b="0" u="none">
                          <a:solidFill>
                            <a:srgbClr val="000000"/>
                          </a:solidFill>
                          <a:latin typeface="Lucida Console" panose="020B0609040504020204" pitchFamily="49" charset="0"/>
                        </a:rPr>
                        <a:t> 00H</a:t>
                      </a:r>
                    </a:p>
                  </p:txBody>
                </p:sp>
              </p:grpSp>
              <p:grpSp>
                <p:nvGrpSpPr>
                  <p:cNvPr id="45076" name="Group 42">
                    <a:extLst>
                      <a:ext uri="{FF2B5EF4-FFF2-40B4-BE49-F238E27FC236}">
                        <a16:creationId xmlns:a16="http://schemas.microsoft.com/office/drawing/2014/main" id="{BCB7DF04-CE07-4C9C-A6B8-492FDD7BD78F}"/>
                      </a:ext>
                    </a:extLst>
                  </p:cNvPr>
                  <p:cNvGrpSpPr>
                    <a:grpSpLocks/>
                  </p:cNvGrpSpPr>
                  <p:nvPr/>
                </p:nvGrpSpPr>
                <p:grpSpPr bwMode="auto">
                  <a:xfrm>
                    <a:off x="4176" y="3839"/>
                    <a:ext cx="480" cy="193"/>
                    <a:chOff x="4176" y="2351"/>
                    <a:chExt cx="480" cy="193"/>
                  </a:xfrm>
                </p:grpSpPr>
                <p:sp>
                  <p:nvSpPr>
                    <p:cNvPr id="45077" name="Rectangle 43">
                      <a:extLst>
                        <a:ext uri="{FF2B5EF4-FFF2-40B4-BE49-F238E27FC236}">
                          <a16:creationId xmlns:a16="http://schemas.microsoft.com/office/drawing/2014/main" id="{88BD9C37-6C3F-45DC-8D2E-A3F5444F8B34}"/>
                        </a:ext>
                      </a:extLst>
                    </p:cNvPr>
                    <p:cNvSpPr>
                      <a:spLocks noChangeArrowheads="1"/>
                    </p:cNvSpPr>
                    <p:nvPr/>
                  </p:nvSpPr>
                  <p:spPr bwMode="auto">
                    <a:xfrm>
                      <a:off x="4176" y="2352"/>
                      <a:ext cx="480" cy="192"/>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b="0">
                        <a:solidFill>
                          <a:srgbClr val="000000"/>
                        </a:solidFill>
                      </a:endParaRPr>
                    </a:p>
                  </p:txBody>
                </p:sp>
                <p:sp>
                  <p:nvSpPr>
                    <p:cNvPr id="45078" name="Text Box 44">
                      <a:extLst>
                        <a:ext uri="{FF2B5EF4-FFF2-40B4-BE49-F238E27FC236}">
                          <a16:creationId xmlns:a16="http://schemas.microsoft.com/office/drawing/2014/main" id="{64974BFF-5783-48E6-8A95-0E5BA6F0E5F4}"/>
                        </a:ext>
                      </a:extLst>
                    </p:cNvPr>
                    <p:cNvSpPr txBox="1">
                      <a:spLocks noChangeArrowheads="1"/>
                    </p:cNvSpPr>
                    <p:nvPr/>
                  </p:nvSpPr>
                  <p:spPr bwMode="auto">
                    <a:xfrm>
                      <a:off x="4176" y="2351"/>
                      <a:ext cx="480"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1600" b="0" u="none">
                          <a:solidFill>
                            <a:srgbClr val="000000"/>
                          </a:solidFill>
                          <a:latin typeface="Lucida Console" panose="020B0609040504020204" pitchFamily="49" charset="0"/>
                        </a:rPr>
                        <a:t> </a:t>
                      </a:r>
                      <a:r>
                        <a:rPr lang="en-US" altLang="zh-CN" sz="1600" u="none">
                          <a:solidFill>
                            <a:srgbClr val="000000"/>
                          </a:solidFill>
                          <a:latin typeface="Lucida Console" panose="020B0609040504020204" pitchFamily="49" charset="0"/>
                        </a:rPr>
                        <a:t>82H</a:t>
                      </a:r>
                    </a:p>
                  </p:txBody>
                </p:sp>
              </p:grpSp>
            </p:grpSp>
            <p:sp>
              <p:nvSpPr>
                <p:cNvPr id="45070" name="Line 45">
                  <a:extLst>
                    <a:ext uri="{FF2B5EF4-FFF2-40B4-BE49-F238E27FC236}">
                      <a16:creationId xmlns:a16="http://schemas.microsoft.com/office/drawing/2014/main" id="{1A32F035-6903-4359-B859-1133400CFE97}"/>
                    </a:ext>
                  </a:extLst>
                </p:cNvPr>
                <p:cNvSpPr>
                  <a:spLocks noChangeShapeType="1"/>
                </p:cNvSpPr>
                <p:nvPr/>
              </p:nvSpPr>
              <p:spPr bwMode="auto">
                <a:xfrm>
                  <a:off x="4992" y="1440"/>
                  <a:ext cx="0" cy="24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45071" name="Line 46">
                  <a:extLst>
                    <a:ext uri="{FF2B5EF4-FFF2-40B4-BE49-F238E27FC236}">
                      <a16:creationId xmlns:a16="http://schemas.microsoft.com/office/drawing/2014/main" id="{F60637C4-788D-4190-90FC-583AA4D6ACF0}"/>
                    </a:ext>
                  </a:extLst>
                </p:cNvPr>
                <p:cNvSpPr>
                  <a:spLocks noChangeShapeType="1"/>
                </p:cNvSpPr>
                <p:nvPr/>
              </p:nvSpPr>
              <p:spPr bwMode="auto">
                <a:xfrm>
                  <a:off x="4512" y="1440"/>
                  <a:ext cx="0" cy="24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45072" name="Line 47">
                  <a:extLst>
                    <a:ext uri="{FF2B5EF4-FFF2-40B4-BE49-F238E27FC236}">
                      <a16:creationId xmlns:a16="http://schemas.microsoft.com/office/drawing/2014/main" id="{ACCD7441-C689-4E1B-8789-DC77DE6817EA}"/>
                    </a:ext>
                  </a:extLst>
                </p:cNvPr>
                <p:cNvSpPr>
                  <a:spLocks noChangeShapeType="1"/>
                </p:cNvSpPr>
                <p:nvPr/>
              </p:nvSpPr>
              <p:spPr bwMode="auto">
                <a:xfrm>
                  <a:off x="4992" y="3936"/>
                  <a:ext cx="0" cy="24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45073" name="Line 48">
                  <a:extLst>
                    <a:ext uri="{FF2B5EF4-FFF2-40B4-BE49-F238E27FC236}">
                      <a16:creationId xmlns:a16="http://schemas.microsoft.com/office/drawing/2014/main" id="{E59295E1-1923-4505-AC7F-838EEC285D0D}"/>
                    </a:ext>
                  </a:extLst>
                </p:cNvPr>
                <p:cNvSpPr>
                  <a:spLocks noChangeShapeType="1"/>
                </p:cNvSpPr>
                <p:nvPr/>
              </p:nvSpPr>
              <p:spPr bwMode="auto">
                <a:xfrm>
                  <a:off x="4512" y="3936"/>
                  <a:ext cx="0" cy="24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spAutoFit/>
                </a:bodyPr>
                <a:lstStyle/>
                <a:p>
                  <a:endParaRPr lang="zh-CN" altLang="en-US"/>
                </a:p>
              </p:txBody>
            </p:sp>
          </p:grpSp>
          <p:sp>
            <p:nvSpPr>
              <p:cNvPr id="45066" name="Text Box 49">
                <a:extLst>
                  <a:ext uri="{FF2B5EF4-FFF2-40B4-BE49-F238E27FC236}">
                    <a16:creationId xmlns:a16="http://schemas.microsoft.com/office/drawing/2014/main" id="{ADF77908-D93D-4CEE-9C63-1B29D82A16AD}"/>
                  </a:ext>
                </a:extLst>
              </p:cNvPr>
              <p:cNvSpPr txBox="1">
                <a:spLocks noChangeArrowheads="1"/>
              </p:cNvSpPr>
              <p:nvPr/>
            </p:nvSpPr>
            <p:spPr bwMode="auto">
              <a:xfrm>
                <a:off x="3552" y="1633"/>
                <a:ext cx="1056"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1600" b="0" u="none">
                    <a:solidFill>
                      <a:srgbClr val="000000"/>
                    </a:solidFill>
                    <a:latin typeface="Lucida Console" panose="020B0609040504020204" pitchFamily="49" charset="0"/>
                  </a:rPr>
                  <a:t>    ARRAY </a:t>
                </a:r>
                <a:r>
                  <a:rPr lang="en-US" altLang="zh-CN" sz="1600" b="0" u="none">
                    <a:solidFill>
                      <a:srgbClr val="000000"/>
                    </a:solidFill>
                    <a:latin typeface="Lucida Console" panose="020B0609040504020204" pitchFamily="49" charset="0"/>
                    <a:sym typeface="Symbol" panose="05050102010706020507" pitchFamily="18" charset="2"/>
                  </a:rPr>
                  <a:t></a:t>
                </a:r>
                <a:endParaRPr lang="en-US" altLang="zh-CN" sz="1600" b="0" u="none">
                  <a:solidFill>
                    <a:srgbClr val="000000"/>
                  </a:solidFill>
                  <a:latin typeface="Lucida Console" panose="020B0609040504020204" pitchFamily="49" charset="0"/>
                </a:endParaRPr>
              </a:p>
            </p:txBody>
          </p:sp>
          <p:sp>
            <p:nvSpPr>
              <p:cNvPr id="45067" name="Text Box 50">
                <a:extLst>
                  <a:ext uri="{FF2B5EF4-FFF2-40B4-BE49-F238E27FC236}">
                    <a16:creationId xmlns:a16="http://schemas.microsoft.com/office/drawing/2014/main" id="{5DFA5951-BC06-490D-B6CE-F57136483E71}"/>
                  </a:ext>
                </a:extLst>
              </p:cNvPr>
              <p:cNvSpPr txBox="1">
                <a:spLocks noChangeArrowheads="1"/>
              </p:cNvSpPr>
              <p:nvPr/>
            </p:nvSpPr>
            <p:spPr bwMode="auto">
              <a:xfrm>
                <a:off x="3552" y="2400"/>
                <a:ext cx="1056"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endParaRPr lang="zh-CN" altLang="zh-CN" sz="1600" b="0" u="none">
                  <a:solidFill>
                    <a:srgbClr val="000000"/>
                  </a:solidFill>
                  <a:latin typeface="Lucida Console" panose="020B0609040504020204" pitchFamily="49" charset="0"/>
                </a:endParaRPr>
              </a:p>
            </p:txBody>
          </p:sp>
        </p:grpSp>
        <p:sp>
          <p:nvSpPr>
            <p:cNvPr id="45062" name="Text Box 51">
              <a:extLst>
                <a:ext uri="{FF2B5EF4-FFF2-40B4-BE49-F238E27FC236}">
                  <a16:creationId xmlns:a16="http://schemas.microsoft.com/office/drawing/2014/main" id="{2F8C6262-4526-46A8-B608-9FA996DA88EC}"/>
                </a:ext>
              </a:extLst>
            </p:cNvPr>
            <p:cNvSpPr txBox="1">
              <a:spLocks noChangeArrowheads="1"/>
            </p:cNvSpPr>
            <p:nvPr/>
          </p:nvSpPr>
          <p:spPr bwMode="auto">
            <a:xfrm>
              <a:off x="4896" y="3552"/>
              <a:ext cx="528"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1600" u="none">
                  <a:solidFill>
                    <a:srgbClr val="000000"/>
                  </a:solidFill>
                  <a:latin typeface="Lucida Console" panose="020B0609040504020204" pitchFamily="49" charset="0"/>
                </a:rPr>
                <a:t>007E</a:t>
              </a:r>
            </a:p>
          </p:txBody>
        </p:sp>
        <p:sp>
          <p:nvSpPr>
            <p:cNvPr id="45063" name="Text Box 52">
              <a:extLst>
                <a:ext uri="{FF2B5EF4-FFF2-40B4-BE49-F238E27FC236}">
                  <a16:creationId xmlns:a16="http://schemas.microsoft.com/office/drawing/2014/main" id="{F43BDC4F-0C96-41F2-804D-7A43973E6615}"/>
                </a:ext>
              </a:extLst>
            </p:cNvPr>
            <p:cNvSpPr txBox="1">
              <a:spLocks noChangeArrowheads="1"/>
            </p:cNvSpPr>
            <p:nvPr/>
          </p:nvSpPr>
          <p:spPr bwMode="auto">
            <a:xfrm>
              <a:off x="4896" y="2496"/>
              <a:ext cx="528"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1600" u="none">
                  <a:solidFill>
                    <a:srgbClr val="000000"/>
                  </a:solidFill>
                  <a:latin typeface="Lucida Console" panose="020B0609040504020204" pitchFamily="49" charset="0"/>
                </a:rPr>
                <a:t>0078</a:t>
              </a:r>
            </a:p>
          </p:txBody>
        </p:sp>
        <p:sp>
          <p:nvSpPr>
            <p:cNvPr id="45064" name="Text Box 53">
              <a:extLst>
                <a:ext uri="{FF2B5EF4-FFF2-40B4-BE49-F238E27FC236}">
                  <a16:creationId xmlns:a16="http://schemas.microsoft.com/office/drawing/2014/main" id="{C4974A40-6DDC-4A74-B8DE-8F4D5AEDFEC7}"/>
                </a:ext>
              </a:extLst>
            </p:cNvPr>
            <p:cNvSpPr txBox="1">
              <a:spLocks noChangeArrowheads="1"/>
            </p:cNvSpPr>
            <p:nvPr/>
          </p:nvSpPr>
          <p:spPr bwMode="auto">
            <a:xfrm>
              <a:off x="4896" y="1776"/>
              <a:ext cx="528"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1600" u="none">
                  <a:solidFill>
                    <a:srgbClr val="000000"/>
                  </a:solidFill>
                  <a:latin typeface="Lucida Console" panose="020B0609040504020204" pitchFamily="49" charset="0"/>
                </a:rPr>
                <a:t>0074</a:t>
              </a:r>
            </a:p>
          </p:txBody>
        </p:sp>
      </p:grpSp>
    </p:spTree>
    <p:custDataLst>
      <p:tags r:id="rId1"/>
    </p:custDataLst>
  </p:cSld>
  <p:clrMapOvr>
    <a:masterClrMapping/>
  </p:clrMapOvr>
  <p:transition>
    <p:random/>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灯片编号占位符 27">
            <a:extLst>
              <a:ext uri="{FF2B5EF4-FFF2-40B4-BE49-F238E27FC236}">
                <a16:creationId xmlns:a16="http://schemas.microsoft.com/office/drawing/2014/main" id="{34DB9DAB-1F6F-477F-9D74-F6D732D27D35}"/>
              </a:ext>
            </a:extLst>
          </p:cNvPr>
          <p:cNvSpPr>
            <a:spLocks noGrp="1"/>
          </p:cNvSpPr>
          <p:nvPr>
            <p:ph type="sldNum" sz="quarter" idx="12"/>
          </p:nvPr>
        </p:nvSpPr>
        <p:spPr/>
        <p:txBody>
          <a:bodyPr/>
          <a:lstStyle/>
          <a:p>
            <a:pPr>
              <a:defRPr/>
            </a:pPr>
            <a:fld id="{B45FBD5A-D272-4C38-AFA1-F665ECA15FBD}" type="slidenum">
              <a:rPr lang="en-US" altLang="zh-CN"/>
              <a:pPr>
                <a:defRPr/>
              </a:pPr>
              <a:t>39</a:t>
            </a:fld>
            <a:endParaRPr lang="en-US" altLang="zh-CN"/>
          </a:p>
        </p:txBody>
      </p:sp>
      <p:graphicFrame>
        <p:nvGraphicFramePr>
          <p:cNvPr id="771127" name="Group 55">
            <a:extLst>
              <a:ext uri="{FF2B5EF4-FFF2-40B4-BE49-F238E27FC236}">
                <a16:creationId xmlns:a16="http://schemas.microsoft.com/office/drawing/2014/main" id="{63D8AE8F-E0D7-4613-9F42-86C9DD0507EB}"/>
              </a:ext>
            </a:extLst>
          </p:cNvPr>
          <p:cNvGraphicFramePr>
            <a:graphicFrameLocks noGrp="1"/>
          </p:cNvGraphicFramePr>
          <p:nvPr>
            <p:ph/>
          </p:nvPr>
        </p:nvGraphicFramePr>
        <p:xfrm>
          <a:off x="250825" y="1628775"/>
          <a:ext cx="8640763" cy="1737224"/>
        </p:xfrm>
        <a:graphic>
          <a:graphicData uri="http://schemas.openxmlformats.org/drawingml/2006/table">
            <a:tbl>
              <a:tblPr/>
              <a:tblGrid>
                <a:gridCol w="1295400">
                  <a:extLst>
                    <a:ext uri="{9D8B030D-6E8A-4147-A177-3AD203B41FA5}">
                      <a16:colId xmlns:a16="http://schemas.microsoft.com/office/drawing/2014/main" val="3897823908"/>
                    </a:ext>
                  </a:extLst>
                </a:gridCol>
                <a:gridCol w="960438">
                  <a:extLst>
                    <a:ext uri="{9D8B030D-6E8A-4147-A177-3AD203B41FA5}">
                      <a16:colId xmlns:a16="http://schemas.microsoft.com/office/drawing/2014/main" val="3672579231"/>
                    </a:ext>
                  </a:extLst>
                </a:gridCol>
                <a:gridCol w="3417887">
                  <a:extLst>
                    <a:ext uri="{9D8B030D-6E8A-4147-A177-3AD203B41FA5}">
                      <a16:colId xmlns:a16="http://schemas.microsoft.com/office/drawing/2014/main" val="1650690934"/>
                    </a:ext>
                  </a:extLst>
                </a:gridCol>
                <a:gridCol w="2967038">
                  <a:extLst>
                    <a:ext uri="{9D8B030D-6E8A-4147-A177-3AD203B41FA5}">
                      <a16:colId xmlns:a16="http://schemas.microsoft.com/office/drawing/2014/main" val="2094924109"/>
                    </a:ext>
                  </a:extLst>
                </a:gridCol>
              </a:tblGrid>
              <a:tr h="639846">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类别</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3" marB="4570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伪操作名</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3" marB="4570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格式</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3" marB="4570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功能</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3" marB="4570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553281323"/>
                  </a:ext>
                </a:extLst>
              </a:tr>
              <a:tr h="365626">
                <a:tc rowSpan="3">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符号定义伪操作</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3" marB="4570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FF0000"/>
                          </a:solidFill>
                          <a:effectLst/>
                          <a:latin typeface="宋体" panose="02010600030101010101" pitchFamily="2" charset="-122"/>
                          <a:ea typeface="宋体" panose="02010600030101010101" pitchFamily="2" charset="-122"/>
                        </a:rPr>
                        <a:t>EQU</a:t>
                      </a:r>
                      <a:endParaRPr kumimoji="0" lang="en-US" altLang="zh-CN" sz="1800" b="0" i="0" u="none" strike="noStrike" cap="none" normalizeH="0" baseline="0">
                        <a:ln>
                          <a:noFill/>
                        </a:ln>
                        <a:solidFill>
                          <a:srgbClr val="FF0000"/>
                        </a:solidFill>
                        <a:effectLst/>
                        <a:latin typeface="Arial" panose="020B0604020202020204" pitchFamily="34" charset="0"/>
                        <a:ea typeface="宋体" panose="02010600030101010101" pitchFamily="2" charset="-122"/>
                      </a:endParaRPr>
                    </a:p>
                  </a:txBody>
                  <a:tcPr marT="45703" marB="4570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名字 </a:t>
                      </a:r>
                      <a:r>
                        <a:rPr kumimoji="0"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EQU </a:t>
                      </a:r>
                      <a:r>
                        <a:rPr kumimoji="0"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表达式</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3" marB="4570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给名字赋值</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3" marB="4570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669615390"/>
                  </a:ext>
                </a:extLst>
              </a:tr>
              <a:tr h="365626">
                <a:tc vMerge="1">
                  <a:txBody>
                    <a:bodyPr/>
                    <a:lstStyle/>
                    <a:p>
                      <a:endParaRPr lang="zh-CN" altLang="en-US"/>
                    </a:p>
                  </a:txBody>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 =</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3" marB="4570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名字 </a:t>
                      </a:r>
                      <a:r>
                        <a:rPr kumimoji="0"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 </a:t>
                      </a:r>
                      <a:r>
                        <a:rPr kumimoji="0"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表达式</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3" marB="4570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同上，但允许重复赋值</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3" marB="4570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217896943"/>
                  </a:ext>
                </a:extLst>
              </a:tr>
              <a:tr h="365626">
                <a:tc vMerge="1">
                  <a:txBody>
                    <a:bodyPr/>
                    <a:lstStyle/>
                    <a:p>
                      <a:endParaRPr lang="zh-CN" altLang="en-US"/>
                    </a:p>
                  </a:txBody>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LABEL</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3" marB="4570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名字 </a:t>
                      </a:r>
                      <a:r>
                        <a:rPr kumimoji="0"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LABEL </a:t>
                      </a:r>
                      <a:r>
                        <a:rPr kumimoji="0"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表达式</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3" marB="4570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定义变量或标号的类型</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3" marB="4570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102950538"/>
                  </a:ext>
                </a:extLst>
              </a:tr>
            </a:tbl>
          </a:graphicData>
        </a:graphic>
      </p:graphicFrame>
      <p:sp>
        <p:nvSpPr>
          <p:cNvPr id="46108" name="Text Box 56">
            <a:extLst>
              <a:ext uri="{FF2B5EF4-FFF2-40B4-BE49-F238E27FC236}">
                <a16:creationId xmlns:a16="http://schemas.microsoft.com/office/drawing/2014/main" id="{EC42C057-82DC-4976-AB71-87AFA995F1A7}"/>
              </a:ext>
            </a:extLst>
          </p:cNvPr>
          <p:cNvSpPr txBox="1">
            <a:spLocks noChangeArrowheads="1"/>
          </p:cNvSpPr>
          <p:nvPr/>
        </p:nvSpPr>
        <p:spPr bwMode="auto">
          <a:xfrm>
            <a:off x="395288" y="549275"/>
            <a:ext cx="4211637" cy="560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pPr>
            <a:r>
              <a:rPr lang="en-US" altLang="zh-CN" sz="2800">
                <a:solidFill>
                  <a:srgbClr val="FF0000"/>
                </a:solidFill>
              </a:rPr>
              <a:t>2.3.3  </a:t>
            </a:r>
            <a:r>
              <a:rPr lang="zh-CN" altLang="en-US" sz="2800">
                <a:solidFill>
                  <a:srgbClr val="FF0000"/>
                </a:solidFill>
              </a:rPr>
              <a:t>符号定义伪操作</a:t>
            </a:r>
          </a:p>
        </p:txBody>
      </p:sp>
    </p:spTree>
  </p:cSld>
  <p:clrMapOvr>
    <a:masterClrMapping/>
  </p:clrMapOvr>
  <p:transition>
    <p:zoom/>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E671E383-94CE-4889-BE81-9048354F1ED6}"/>
              </a:ext>
            </a:extLst>
          </p:cNvPr>
          <p:cNvSpPr>
            <a:spLocks noGrp="1"/>
          </p:cNvSpPr>
          <p:nvPr>
            <p:ph type="sldNum" sz="quarter" idx="12"/>
          </p:nvPr>
        </p:nvSpPr>
        <p:spPr/>
        <p:txBody>
          <a:bodyPr/>
          <a:lstStyle/>
          <a:p>
            <a:pPr>
              <a:defRPr/>
            </a:pPr>
            <a:fld id="{9BBFE1C4-2671-4339-9CC7-2CA8A3343BC2}" type="slidenum">
              <a:rPr lang="en-US" altLang="zh-CN"/>
              <a:pPr>
                <a:defRPr/>
              </a:pPr>
              <a:t>40</a:t>
            </a:fld>
            <a:endParaRPr lang="en-US" altLang="zh-CN"/>
          </a:p>
        </p:txBody>
      </p:sp>
      <p:sp>
        <p:nvSpPr>
          <p:cNvPr id="47107" name="Rectangle 3">
            <a:extLst>
              <a:ext uri="{FF2B5EF4-FFF2-40B4-BE49-F238E27FC236}">
                <a16:creationId xmlns:a16="http://schemas.microsoft.com/office/drawing/2014/main" id="{AFA6E41B-20AE-4ED9-835C-584C87984F62}"/>
              </a:ext>
            </a:extLst>
          </p:cNvPr>
          <p:cNvSpPr>
            <a:spLocks noGrp="1" noRot="1" noChangeArrowheads="1"/>
          </p:cNvSpPr>
          <p:nvPr>
            <p:ph type="body" idx="4294967295"/>
          </p:nvPr>
        </p:nvSpPr>
        <p:spPr>
          <a:xfrm>
            <a:off x="395288" y="476250"/>
            <a:ext cx="8229600" cy="5832475"/>
          </a:xfrm>
        </p:spPr>
        <p:txBody>
          <a:bodyPr/>
          <a:lstStyle/>
          <a:p>
            <a:pPr marL="381000" indent="-381000">
              <a:lnSpc>
                <a:spcPct val="90000"/>
              </a:lnSpc>
            </a:pPr>
            <a:r>
              <a:rPr lang="en-US" altLang="zh-CN" sz="2800">
                <a:solidFill>
                  <a:srgbClr val="FF0000"/>
                </a:solidFill>
              </a:rPr>
              <a:t>1. EQU</a:t>
            </a:r>
            <a:r>
              <a:rPr lang="zh-CN" altLang="en-US" sz="2800">
                <a:solidFill>
                  <a:srgbClr val="FF0000"/>
                </a:solidFill>
              </a:rPr>
              <a:t>伪操作</a:t>
            </a:r>
          </a:p>
          <a:p>
            <a:pPr marL="381000" indent="-381000">
              <a:lnSpc>
                <a:spcPct val="90000"/>
              </a:lnSpc>
              <a:buFont typeface="Wingdings" panose="05000000000000000000" pitchFamily="2" charset="2"/>
              <a:buNone/>
            </a:pPr>
            <a:endParaRPr lang="zh-CN" altLang="en-US"/>
          </a:p>
          <a:p>
            <a:pPr marL="381000" indent="-381000">
              <a:lnSpc>
                <a:spcPct val="90000"/>
              </a:lnSpc>
              <a:buFont typeface="Wingdings" panose="05000000000000000000" pitchFamily="2" charset="2"/>
              <a:buNone/>
            </a:pPr>
            <a:r>
              <a:rPr lang="zh-CN" altLang="en-US"/>
              <a:t>     </a:t>
            </a:r>
            <a:r>
              <a:rPr lang="en-US" altLang="zh-CN"/>
              <a:t>EQU</a:t>
            </a:r>
            <a:r>
              <a:rPr lang="zh-CN" altLang="en-US"/>
              <a:t>伪操作就表达式的值赋予一个名字。在程序中，凡是出现该符号的地方，汇编时均用其值代替，如： </a:t>
            </a:r>
          </a:p>
          <a:p>
            <a:pPr marL="381000" indent="-381000">
              <a:lnSpc>
                <a:spcPct val="90000"/>
              </a:lnSpc>
            </a:pPr>
            <a:endParaRPr lang="zh-CN" altLang="en-US"/>
          </a:p>
          <a:p>
            <a:pPr marL="381000" indent="-381000">
              <a:lnSpc>
                <a:spcPct val="90000"/>
              </a:lnSpc>
              <a:buFont typeface="Wingdings" panose="05000000000000000000" pitchFamily="2" charset="2"/>
              <a:buNone/>
            </a:pPr>
            <a:r>
              <a:rPr lang="zh-CN" altLang="en-US"/>
              <a:t>	</a:t>
            </a:r>
            <a:r>
              <a:rPr lang="en-US" altLang="zh-CN"/>
              <a:t>CR  	EQU	  0DH	                        ;</a:t>
            </a:r>
            <a:r>
              <a:rPr lang="zh-CN" altLang="en-US"/>
              <a:t>常数</a:t>
            </a:r>
          </a:p>
          <a:p>
            <a:pPr marL="381000" indent="-381000">
              <a:lnSpc>
                <a:spcPct val="90000"/>
              </a:lnSpc>
              <a:buFont typeface="Wingdings" panose="05000000000000000000" pitchFamily="2" charset="2"/>
              <a:buNone/>
            </a:pPr>
            <a:r>
              <a:rPr lang="zh-CN" altLang="en-US"/>
              <a:t>	</a:t>
            </a:r>
            <a:r>
              <a:rPr lang="en-US" altLang="zh-CN"/>
              <a:t>LF	           EQU	  0AH	                        ;</a:t>
            </a:r>
            <a:r>
              <a:rPr lang="zh-CN" altLang="en-US"/>
              <a:t>常数</a:t>
            </a:r>
          </a:p>
          <a:p>
            <a:pPr marL="381000" indent="-381000">
              <a:lnSpc>
                <a:spcPct val="90000"/>
              </a:lnSpc>
              <a:buFont typeface="Wingdings" panose="05000000000000000000" pitchFamily="2" charset="2"/>
              <a:buNone/>
            </a:pPr>
            <a:r>
              <a:rPr lang="zh-CN" altLang="en-US"/>
              <a:t>	</a:t>
            </a:r>
            <a:r>
              <a:rPr lang="en-US" altLang="zh-CN"/>
              <a:t>ABL	EQU	  ASCII_TABLE         ;</a:t>
            </a:r>
            <a:r>
              <a:rPr lang="zh-CN" altLang="en-US"/>
              <a:t>变量</a:t>
            </a:r>
          </a:p>
          <a:p>
            <a:pPr marL="381000" indent="-381000">
              <a:lnSpc>
                <a:spcPct val="90000"/>
              </a:lnSpc>
              <a:buFont typeface="Wingdings" panose="05000000000000000000" pitchFamily="2" charset="2"/>
              <a:buNone/>
            </a:pPr>
            <a:r>
              <a:rPr lang="zh-CN" altLang="en-US"/>
              <a:t>	</a:t>
            </a:r>
            <a:r>
              <a:rPr lang="en-US" altLang="zh-CN"/>
              <a:t>STR	EQU	  64</a:t>
            </a:r>
            <a:r>
              <a:rPr lang="en-US" altLang="zh-CN">
                <a:latin typeface="宋体" panose="02010600030101010101" pitchFamily="2" charset="-122"/>
              </a:rPr>
              <a:t>*</a:t>
            </a:r>
            <a:r>
              <a:rPr lang="en-US" altLang="zh-CN"/>
              <a:t>1024	             ;</a:t>
            </a:r>
            <a:r>
              <a:rPr lang="zh-CN" altLang="en-US"/>
              <a:t>数值表达式 </a:t>
            </a:r>
          </a:p>
          <a:p>
            <a:pPr marL="381000" indent="-381000">
              <a:lnSpc>
                <a:spcPct val="90000"/>
              </a:lnSpc>
              <a:buFont typeface="Wingdings" panose="05000000000000000000" pitchFamily="2" charset="2"/>
              <a:buNone/>
            </a:pPr>
            <a:r>
              <a:rPr lang="zh-CN" altLang="en-US"/>
              <a:t>    </a:t>
            </a:r>
            <a:r>
              <a:rPr lang="en-US" altLang="zh-CN"/>
              <a:t>ADR	EQU	  ES:[BX+SI+5]          ;</a:t>
            </a:r>
            <a:r>
              <a:rPr lang="zh-CN" altLang="en-US"/>
              <a:t>地址表达式</a:t>
            </a:r>
          </a:p>
          <a:p>
            <a:pPr marL="381000" indent="-381000">
              <a:lnSpc>
                <a:spcPct val="90000"/>
              </a:lnSpc>
              <a:buFont typeface="Wingdings" panose="05000000000000000000" pitchFamily="2" charset="2"/>
              <a:buNone/>
            </a:pPr>
            <a:r>
              <a:rPr lang="zh-CN" altLang="en-US"/>
              <a:t>    </a:t>
            </a:r>
            <a:r>
              <a:rPr lang="en-US" altLang="zh-CN"/>
              <a:t>CBD	EQU	  AAM	                        ;</a:t>
            </a:r>
            <a:r>
              <a:rPr lang="zh-CN" altLang="en-US"/>
              <a:t>指令助记符</a:t>
            </a:r>
          </a:p>
          <a:p>
            <a:pPr marL="381000" indent="-381000">
              <a:lnSpc>
                <a:spcPct val="90000"/>
              </a:lnSpc>
              <a:buFont typeface="Wingdings" panose="05000000000000000000" pitchFamily="2" charset="2"/>
              <a:buNone/>
            </a:pPr>
            <a:endParaRPr lang="zh-CN" altLang="en-US"/>
          </a:p>
          <a:p>
            <a:pPr marL="381000" indent="-381000">
              <a:lnSpc>
                <a:spcPct val="90000"/>
              </a:lnSpc>
            </a:pPr>
            <a:r>
              <a:rPr lang="zh-CN" altLang="en-US"/>
              <a:t>需要注意的是，一个符号一经</a:t>
            </a:r>
            <a:r>
              <a:rPr lang="en-US" altLang="zh-CN"/>
              <a:t>EQU</a:t>
            </a:r>
            <a:r>
              <a:rPr lang="zh-CN" altLang="en-US"/>
              <a:t>伪操作赋值后，在整个程序中，</a:t>
            </a:r>
            <a:r>
              <a:rPr lang="zh-CN" altLang="en-US">
                <a:solidFill>
                  <a:srgbClr val="FF0000"/>
                </a:solidFill>
              </a:rPr>
              <a:t>不允许再对同一个符号重新定义</a:t>
            </a:r>
            <a:r>
              <a:rPr lang="zh-CN" altLang="en-US"/>
              <a:t>。 </a:t>
            </a:r>
          </a:p>
          <a:p>
            <a:pPr marL="381000" indent="-381000">
              <a:lnSpc>
                <a:spcPct val="90000"/>
              </a:lnSpc>
            </a:pPr>
            <a:endParaRPr lang="en-US" altLang="zh-CN"/>
          </a:p>
        </p:txBody>
      </p:sp>
      <p:sp>
        <p:nvSpPr>
          <p:cNvPr id="47108" name="Text Box 3">
            <a:extLst>
              <a:ext uri="{FF2B5EF4-FFF2-40B4-BE49-F238E27FC236}">
                <a16:creationId xmlns:a16="http://schemas.microsoft.com/office/drawing/2014/main" id="{A61941AB-4A19-4FF5-A938-1AC6D6E9DBC7}"/>
              </a:ext>
            </a:extLst>
          </p:cNvPr>
          <p:cNvSpPr txBox="1">
            <a:spLocks noChangeArrowheads="1"/>
          </p:cNvSpPr>
          <p:nvPr/>
        </p:nvSpPr>
        <p:spPr bwMode="auto">
          <a:xfrm>
            <a:off x="3708400" y="620713"/>
            <a:ext cx="3365500" cy="558800"/>
          </a:xfrm>
          <a:prstGeom prst="rect">
            <a:avLst/>
          </a:prstGeom>
          <a:noFill/>
          <a:ln w="28575">
            <a:solidFill>
              <a:srgbClr val="3366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pPr>
            <a:r>
              <a:rPr lang="zh-CN" altLang="en-US"/>
              <a:t>名字    </a:t>
            </a:r>
            <a:r>
              <a:rPr lang="en-US" altLang="zh-CN">
                <a:solidFill>
                  <a:srgbClr val="FF0000"/>
                </a:solidFill>
              </a:rPr>
              <a:t>EQU</a:t>
            </a:r>
            <a:r>
              <a:rPr lang="en-US" altLang="zh-CN"/>
              <a:t>    </a:t>
            </a:r>
            <a:r>
              <a:rPr lang="zh-CN" altLang="en-US"/>
              <a:t>表达式</a:t>
            </a:r>
          </a:p>
        </p:txBody>
      </p:sp>
    </p:spTree>
    <p:custDataLst>
      <p:tags r:id="rId1"/>
    </p:custDataLst>
  </p:cSld>
  <p:clrMapOvr>
    <a:masterClrMapping/>
  </p:clrMapOvr>
  <p:transition>
    <p:random/>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B52900C6-CEE1-4387-8C51-7F526E36ACD6}"/>
              </a:ext>
            </a:extLst>
          </p:cNvPr>
          <p:cNvSpPr>
            <a:spLocks noGrp="1"/>
          </p:cNvSpPr>
          <p:nvPr>
            <p:ph type="sldNum" sz="quarter" idx="12"/>
          </p:nvPr>
        </p:nvSpPr>
        <p:spPr/>
        <p:txBody>
          <a:bodyPr/>
          <a:lstStyle/>
          <a:p>
            <a:pPr>
              <a:defRPr/>
            </a:pPr>
            <a:fld id="{6D7CA5BD-19A1-457E-8C62-6E56E4A3075E}" type="slidenum">
              <a:rPr lang="en-US" altLang="zh-CN"/>
              <a:pPr>
                <a:defRPr/>
              </a:pPr>
              <a:t>41</a:t>
            </a:fld>
            <a:endParaRPr lang="en-US" altLang="zh-CN"/>
          </a:p>
        </p:txBody>
      </p:sp>
      <p:sp>
        <p:nvSpPr>
          <p:cNvPr id="48131" name="Rectangle 3">
            <a:extLst>
              <a:ext uri="{FF2B5EF4-FFF2-40B4-BE49-F238E27FC236}">
                <a16:creationId xmlns:a16="http://schemas.microsoft.com/office/drawing/2014/main" id="{1272A57D-E313-46C6-9EB8-AEA51F155589}"/>
              </a:ext>
            </a:extLst>
          </p:cNvPr>
          <p:cNvSpPr>
            <a:spLocks noGrp="1" noRot="1" noChangeArrowheads="1"/>
          </p:cNvSpPr>
          <p:nvPr>
            <p:ph type="body" idx="4294967295"/>
          </p:nvPr>
        </p:nvSpPr>
        <p:spPr>
          <a:xfrm>
            <a:off x="468313" y="620713"/>
            <a:ext cx="8229600" cy="4968875"/>
          </a:xfrm>
        </p:spPr>
        <p:txBody>
          <a:bodyPr/>
          <a:lstStyle/>
          <a:p>
            <a:pPr marL="381000" indent="-381000">
              <a:lnSpc>
                <a:spcPct val="90000"/>
              </a:lnSpc>
            </a:pPr>
            <a:r>
              <a:rPr lang="en-US" altLang="zh-CN" sz="2800">
                <a:solidFill>
                  <a:srgbClr val="FF0000"/>
                </a:solidFill>
              </a:rPr>
              <a:t>2. =</a:t>
            </a:r>
            <a:r>
              <a:rPr lang="zh-CN" altLang="en-US" sz="2800">
                <a:solidFill>
                  <a:srgbClr val="FF0000"/>
                </a:solidFill>
              </a:rPr>
              <a:t>（等号）伪操作</a:t>
            </a:r>
          </a:p>
          <a:p>
            <a:pPr marL="381000" indent="-381000">
              <a:lnSpc>
                <a:spcPct val="90000"/>
              </a:lnSpc>
              <a:buFont typeface="Wingdings" panose="05000000000000000000" pitchFamily="2" charset="2"/>
              <a:buNone/>
            </a:pPr>
            <a:endParaRPr lang="zh-CN" altLang="en-US" sz="2800"/>
          </a:p>
          <a:p>
            <a:pPr marL="381000" indent="-381000">
              <a:lnSpc>
                <a:spcPct val="90000"/>
              </a:lnSpc>
              <a:buFont typeface="Wingdings" panose="05000000000000000000" pitchFamily="2" charset="2"/>
              <a:buNone/>
            </a:pPr>
            <a:r>
              <a:rPr lang="zh-CN" altLang="en-US" sz="2800"/>
              <a:t>    “</a:t>
            </a:r>
            <a:r>
              <a:rPr lang="en-US" altLang="zh-CN" sz="2800"/>
              <a:t>=”</a:t>
            </a:r>
            <a:r>
              <a:rPr lang="zh-CN" altLang="en-US" sz="2800"/>
              <a:t>伪操作的功能与</a:t>
            </a:r>
            <a:r>
              <a:rPr lang="en-US" altLang="zh-CN" sz="2800"/>
              <a:t>EQU</a:t>
            </a:r>
            <a:r>
              <a:rPr lang="zh-CN" altLang="en-US" sz="2800"/>
              <a:t>相似，主要区别在于它可以对同一个名字重复定义，如： </a:t>
            </a:r>
          </a:p>
          <a:p>
            <a:pPr marL="381000" indent="-381000">
              <a:lnSpc>
                <a:spcPct val="90000"/>
              </a:lnSpc>
            </a:pPr>
            <a:endParaRPr lang="zh-CN" altLang="en-US" sz="2800"/>
          </a:p>
          <a:p>
            <a:pPr marL="381000" indent="-381000">
              <a:lnSpc>
                <a:spcPct val="90000"/>
              </a:lnSpc>
              <a:buFont typeface="Wingdings" panose="05000000000000000000" pitchFamily="2" charset="2"/>
              <a:buNone/>
            </a:pPr>
            <a:r>
              <a:rPr lang="zh-CN" altLang="en-US" sz="2800"/>
              <a:t>	</a:t>
            </a:r>
            <a:r>
              <a:rPr lang="en-US" altLang="zh-CN" sz="2800"/>
              <a:t>COUNT = 10</a:t>
            </a:r>
          </a:p>
          <a:p>
            <a:pPr marL="381000" indent="-381000">
              <a:lnSpc>
                <a:spcPct val="90000"/>
              </a:lnSpc>
              <a:buFont typeface="Wingdings" panose="05000000000000000000" pitchFamily="2" charset="2"/>
              <a:buNone/>
            </a:pPr>
            <a:r>
              <a:rPr lang="en-US" altLang="zh-CN" sz="2800"/>
              <a:t>	MOV         CX,COUNT	               ;CX</a:t>
            </a:r>
            <a:r>
              <a:rPr lang="en-US" altLang="zh-CN" sz="2800">
                <a:cs typeface="Arial" panose="020B0604020202020204" pitchFamily="34" charset="0"/>
              </a:rPr>
              <a:t>←10</a:t>
            </a:r>
          </a:p>
          <a:p>
            <a:pPr marL="381000" indent="-381000">
              <a:lnSpc>
                <a:spcPct val="90000"/>
              </a:lnSpc>
              <a:buFont typeface="Wingdings" panose="05000000000000000000" pitchFamily="2" charset="2"/>
              <a:buNone/>
            </a:pPr>
            <a:r>
              <a:rPr lang="en-US" altLang="zh-CN" sz="2800"/>
              <a:t>	...</a:t>
            </a:r>
          </a:p>
          <a:p>
            <a:pPr marL="381000" indent="-381000">
              <a:lnSpc>
                <a:spcPct val="90000"/>
              </a:lnSpc>
              <a:buFont typeface="Wingdings" panose="05000000000000000000" pitchFamily="2" charset="2"/>
              <a:buNone/>
            </a:pPr>
            <a:r>
              <a:rPr lang="en-US" altLang="zh-CN" sz="2800"/>
              <a:t>	COUNT=COUNT-1	</a:t>
            </a:r>
          </a:p>
          <a:p>
            <a:pPr marL="381000" indent="-381000">
              <a:lnSpc>
                <a:spcPct val="90000"/>
              </a:lnSpc>
              <a:buFont typeface="Wingdings" panose="05000000000000000000" pitchFamily="2" charset="2"/>
              <a:buNone/>
            </a:pPr>
            <a:r>
              <a:rPr lang="en-US" altLang="zh-CN" sz="2800"/>
              <a:t>    MOV         BX,COUNT                     ;BX</a:t>
            </a:r>
            <a:r>
              <a:rPr lang="en-US" altLang="zh-CN" sz="2800">
                <a:cs typeface="Arial" panose="020B0604020202020204" pitchFamily="34" charset="0"/>
              </a:rPr>
              <a:t>←9</a:t>
            </a:r>
          </a:p>
        </p:txBody>
      </p:sp>
      <p:sp>
        <p:nvSpPr>
          <p:cNvPr id="48132" name="Text Box 3">
            <a:extLst>
              <a:ext uri="{FF2B5EF4-FFF2-40B4-BE49-F238E27FC236}">
                <a16:creationId xmlns:a16="http://schemas.microsoft.com/office/drawing/2014/main" id="{0C4CA028-C40A-478C-A71F-C31B8E6DB731}"/>
              </a:ext>
            </a:extLst>
          </p:cNvPr>
          <p:cNvSpPr txBox="1">
            <a:spLocks noChangeArrowheads="1"/>
          </p:cNvSpPr>
          <p:nvPr/>
        </p:nvSpPr>
        <p:spPr bwMode="auto">
          <a:xfrm>
            <a:off x="4787900" y="549275"/>
            <a:ext cx="3365500" cy="558800"/>
          </a:xfrm>
          <a:prstGeom prst="rect">
            <a:avLst/>
          </a:prstGeom>
          <a:noFill/>
          <a:ln w="28575">
            <a:solidFill>
              <a:srgbClr val="3366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pPr>
            <a:r>
              <a:rPr lang="zh-CN" altLang="en-US"/>
              <a:t>名字    </a:t>
            </a:r>
            <a:r>
              <a:rPr lang="en-US" altLang="zh-CN">
                <a:solidFill>
                  <a:srgbClr val="FF0000"/>
                </a:solidFill>
              </a:rPr>
              <a:t>= </a:t>
            </a:r>
            <a:r>
              <a:rPr lang="en-US" altLang="zh-CN"/>
              <a:t>   </a:t>
            </a:r>
            <a:r>
              <a:rPr lang="zh-CN" altLang="en-US"/>
              <a:t>表达式</a:t>
            </a:r>
          </a:p>
        </p:txBody>
      </p:sp>
    </p:spTree>
    <p:custDataLst>
      <p:tags r:id="rId1"/>
    </p:custDataLst>
  </p:cSld>
  <p:clrMapOvr>
    <a:masterClrMapping/>
  </p:clrMapOvr>
  <p:transition>
    <p:random/>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6">
            <a:extLst>
              <a:ext uri="{FF2B5EF4-FFF2-40B4-BE49-F238E27FC236}">
                <a16:creationId xmlns:a16="http://schemas.microsoft.com/office/drawing/2014/main" id="{72D4B11D-03F7-41E3-9EAB-E39F607FBB98}"/>
              </a:ext>
            </a:extLst>
          </p:cNvPr>
          <p:cNvSpPr>
            <a:spLocks noGrp="1"/>
          </p:cNvSpPr>
          <p:nvPr>
            <p:ph type="sldNum" sz="quarter" idx="12"/>
          </p:nvPr>
        </p:nvSpPr>
        <p:spPr/>
        <p:txBody>
          <a:bodyPr/>
          <a:lstStyle/>
          <a:p>
            <a:pPr>
              <a:defRPr/>
            </a:pPr>
            <a:fld id="{37B66398-CBEF-43AA-98E7-19D9BF4999BE}" type="slidenum">
              <a:rPr lang="en-US" altLang="zh-CN"/>
              <a:pPr>
                <a:defRPr/>
              </a:pPr>
              <a:t>42</a:t>
            </a:fld>
            <a:endParaRPr lang="en-US" altLang="zh-CN"/>
          </a:p>
        </p:txBody>
      </p:sp>
      <p:sp>
        <p:nvSpPr>
          <p:cNvPr id="49155" name="Rectangle 3">
            <a:extLst>
              <a:ext uri="{FF2B5EF4-FFF2-40B4-BE49-F238E27FC236}">
                <a16:creationId xmlns:a16="http://schemas.microsoft.com/office/drawing/2014/main" id="{AF358561-9245-42B4-9440-93CBFEF017F7}"/>
              </a:ext>
            </a:extLst>
          </p:cNvPr>
          <p:cNvSpPr>
            <a:spLocks noRot="1" noChangeArrowheads="1"/>
          </p:cNvSpPr>
          <p:nvPr/>
        </p:nvSpPr>
        <p:spPr bwMode="auto">
          <a:xfrm>
            <a:off x="323850" y="549275"/>
            <a:ext cx="8229600" cy="2663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81000" indent="-381000">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buClr>
                <a:schemeClr val="folHlink"/>
              </a:buClr>
              <a:buFont typeface="Wingdings" panose="05000000000000000000" pitchFamily="2" charset="2"/>
              <a:buChar char="§"/>
            </a:pPr>
            <a:r>
              <a:rPr lang="en-US" altLang="zh-CN" sz="2800" b="0">
                <a:solidFill>
                  <a:srgbClr val="FF0000"/>
                </a:solidFill>
                <a:latin typeface="Arial" panose="020B0604020202020204" pitchFamily="34" charset="0"/>
              </a:rPr>
              <a:t>3. LABEL</a:t>
            </a:r>
            <a:r>
              <a:rPr lang="zh-CN" altLang="en-US" sz="2800" b="0">
                <a:solidFill>
                  <a:srgbClr val="FF0000"/>
                </a:solidFill>
                <a:latin typeface="Arial" panose="020B0604020202020204" pitchFamily="34" charset="0"/>
              </a:rPr>
              <a:t>伪操作</a:t>
            </a:r>
          </a:p>
          <a:p>
            <a:pPr eaLnBrk="1" hangingPunct="1">
              <a:lnSpc>
                <a:spcPct val="90000"/>
              </a:lnSpc>
              <a:buClr>
                <a:schemeClr val="folHlink"/>
              </a:buClr>
              <a:buFont typeface="Wingdings" panose="05000000000000000000" pitchFamily="2" charset="2"/>
              <a:buNone/>
            </a:pPr>
            <a:endParaRPr lang="zh-CN" altLang="en-US" sz="2800" b="0">
              <a:latin typeface="Arial" panose="020B0604020202020204" pitchFamily="34" charset="0"/>
            </a:endParaRPr>
          </a:p>
          <a:p>
            <a:pPr eaLnBrk="1" hangingPunct="1">
              <a:lnSpc>
                <a:spcPct val="90000"/>
              </a:lnSpc>
              <a:buClr>
                <a:schemeClr val="folHlink"/>
              </a:buClr>
              <a:buFont typeface="Wingdings" panose="05000000000000000000" pitchFamily="2" charset="2"/>
              <a:buNone/>
            </a:pPr>
            <a:r>
              <a:rPr lang="zh-CN" altLang="en-US" b="0">
                <a:latin typeface="Arial" panose="020B0604020202020204" pitchFamily="34" charset="0"/>
              </a:rPr>
              <a:t>定义标号或变量的类型。</a:t>
            </a:r>
          </a:p>
          <a:p>
            <a:pPr eaLnBrk="1" hangingPunct="1">
              <a:lnSpc>
                <a:spcPct val="90000"/>
              </a:lnSpc>
              <a:buClr>
                <a:schemeClr val="folHlink"/>
              </a:buClr>
              <a:buFont typeface="Wingdings" panose="05000000000000000000" pitchFamily="2" charset="2"/>
              <a:buNone/>
            </a:pPr>
            <a:r>
              <a:rPr lang="zh-CN" altLang="en-US" b="0">
                <a:latin typeface="Arial" panose="020B0604020202020204" pitchFamily="34" charset="0"/>
              </a:rPr>
              <a:t>     </a:t>
            </a:r>
            <a:r>
              <a:rPr lang="zh-CN" altLang="en-US" b="0">
                <a:solidFill>
                  <a:srgbClr val="000099"/>
                </a:solidFill>
                <a:latin typeface="Arial" panose="020B0604020202020204" pitchFamily="34" charset="0"/>
              </a:rPr>
              <a:t>变量的类型</a:t>
            </a:r>
            <a:r>
              <a:rPr lang="zh-CN" altLang="en-US" b="0">
                <a:latin typeface="Arial" panose="020B0604020202020204" pitchFamily="34" charset="0"/>
              </a:rPr>
              <a:t>可以是</a:t>
            </a:r>
            <a:r>
              <a:rPr lang="en-US" altLang="zh-CN" b="0">
                <a:latin typeface="Arial" panose="020B0604020202020204" pitchFamily="34" charset="0"/>
              </a:rPr>
              <a:t>BYTE</a:t>
            </a:r>
            <a:r>
              <a:rPr lang="zh-CN" altLang="en-US" b="0">
                <a:latin typeface="Arial" panose="020B0604020202020204" pitchFamily="34" charset="0"/>
              </a:rPr>
              <a:t>、</a:t>
            </a:r>
            <a:r>
              <a:rPr lang="en-US" altLang="zh-CN" b="0">
                <a:latin typeface="Arial" panose="020B0604020202020204" pitchFamily="34" charset="0"/>
              </a:rPr>
              <a:t>WORD</a:t>
            </a:r>
            <a:r>
              <a:rPr lang="zh-CN" altLang="en-US" b="0">
                <a:latin typeface="Arial" panose="020B0604020202020204" pitchFamily="34" charset="0"/>
              </a:rPr>
              <a:t>、</a:t>
            </a:r>
            <a:r>
              <a:rPr lang="en-US" altLang="zh-CN" b="0">
                <a:latin typeface="Arial" panose="020B0604020202020204" pitchFamily="34" charset="0"/>
              </a:rPr>
              <a:t>DWORD</a:t>
            </a:r>
          </a:p>
          <a:p>
            <a:pPr eaLnBrk="1" hangingPunct="1">
              <a:lnSpc>
                <a:spcPct val="90000"/>
              </a:lnSpc>
              <a:buClr>
                <a:schemeClr val="folHlink"/>
              </a:buClr>
              <a:buFont typeface="Wingdings" panose="05000000000000000000" pitchFamily="2" charset="2"/>
              <a:buNone/>
            </a:pPr>
            <a:r>
              <a:rPr lang="en-US" altLang="zh-CN" b="0">
                <a:latin typeface="Arial" panose="020B0604020202020204" pitchFamily="34" charset="0"/>
              </a:rPr>
              <a:t>                              </a:t>
            </a:r>
            <a:r>
              <a:rPr lang="zh-CN" altLang="en-US" b="0">
                <a:latin typeface="Arial" panose="020B0604020202020204" pitchFamily="34" charset="0"/>
              </a:rPr>
              <a:t>或结构名、过程名；</a:t>
            </a:r>
          </a:p>
          <a:p>
            <a:pPr eaLnBrk="1" hangingPunct="1">
              <a:lnSpc>
                <a:spcPct val="90000"/>
              </a:lnSpc>
              <a:buClr>
                <a:schemeClr val="folHlink"/>
              </a:buClr>
              <a:buFont typeface="Wingdings" panose="05000000000000000000" pitchFamily="2" charset="2"/>
              <a:buNone/>
            </a:pPr>
            <a:r>
              <a:rPr lang="zh-CN" altLang="en-US" b="0">
                <a:latin typeface="Arial" panose="020B0604020202020204" pitchFamily="34" charset="0"/>
              </a:rPr>
              <a:t>     </a:t>
            </a:r>
            <a:r>
              <a:rPr lang="zh-CN" altLang="en-US" b="0">
                <a:solidFill>
                  <a:srgbClr val="000099"/>
                </a:solidFill>
                <a:latin typeface="Arial" panose="020B0604020202020204" pitchFamily="34" charset="0"/>
              </a:rPr>
              <a:t>标号的类型</a:t>
            </a:r>
            <a:r>
              <a:rPr lang="zh-CN" altLang="en-US" b="0">
                <a:latin typeface="Arial" panose="020B0604020202020204" pitchFamily="34" charset="0"/>
              </a:rPr>
              <a:t>可以是</a:t>
            </a:r>
            <a:r>
              <a:rPr lang="en-US" altLang="zh-CN" b="0">
                <a:latin typeface="Arial" panose="020B0604020202020204" pitchFamily="34" charset="0"/>
              </a:rPr>
              <a:t>NEAR</a:t>
            </a:r>
            <a:r>
              <a:rPr lang="zh-CN" altLang="en-US" b="0">
                <a:latin typeface="Arial" panose="020B0604020202020204" pitchFamily="34" charset="0"/>
              </a:rPr>
              <a:t>或</a:t>
            </a:r>
            <a:r>
              <a:rPr lang="en-US" altLang="zh-CN" b="0">
                <a:latin typeface="Arial" panose="020B0604020202020204" pitchFamily="34" charset="0"/>
              </a:rPr>
              <a:t>FAR</a:t>
            </a:r>
            <a:r>
              <a:rPr lang="zh-CN" altLang="en-US" b="0">
                <a:latin typeface="Arial" panose="020B0604020202020204" pitchFamily="34" charset="0"/>
              </a:rPr>
              <a:t>。</a:t>
            </a:r>
            <a:r>
              <a:rPr lang="zh-CN" altLang="en-US" sz="2800" b="0">
                <a:latin typeface="Arial" panose="020B0604020202020204" pitchFamily="34" charset="0"/>
              </a:rPr>
              <a:t>如： </a:t>
            </a:r>
          </a:p>
        </p:txBody>
      </p:sp>
      <p:sp>
        <p:nvSpPr>
          <p:cNvPr id="49156" name="Text Box 3">
            <a:extLst>
              <a:ext uri="{FF2B5EF4-FFF2-40B4-BE49-F238E27FC236}">
                <a16:creationId xmlns:a16="http://schemas.microsoft.com/office/drawing/2014/main" id="{528FDC83-55ED-4EC0-9D55-C8AA01E13F80}"/>
              </a:ext>
            </a:extLst>
          </p:cNvPr>
          <p:cNvSpPr txBox="1">
            <a:spLocks noChangeArrowheads="1"/>
          </p:cNvSpPr>
          <p:nvPr/>
        </p:nvSpPr>
        <p:spPr bwMode="auto">
          <a:xfrm>
            <a:off x="4572000" y="692150"/>
            <a:ext cx="3671888" cy="558800"/>
          </a:xfrm>
          <a:prstGeom prst="rect">
            <a:avLst/>
          </a:prstGeom>
          <a:noFill/>
          <a:ln w="28575">
            <a:solidFill>
              <a:srgbClr val="3366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pPr>
            <a:r>
              <a:rPr lang="zh-CN" altLang="en-US"/>
              <a:t>名字    </a:t>
            </a:r>
            <a:r>
              <a:rPr lang="en-US" altLang="zh-CN">
                <a:solidFill>
                  <a:srgbClr val="FF0000"/>
                </a:solidFill>
              </a:rPr>
              <a:t>LABEL</a:t>
            </a:r>
            <a:r>
              <a:rPr lang="en-US" altLang="zh-CN"/>
              <a:t>    </a:t>
            </a:r>
            <a:r>
              <a:rPr lang="zh-CN" altLang="en-US"/>
              <a:t>类型</a:t>
            </a:r>
          </a:p>
        </p:txBody>
      </p:sp>
      <p:sp>
        <p:nvSpPr>
          <p:cNvPr id="49157" name="Rectangle 4">
            <a:extLst>
              <a:ext uri="{FF2B5EF4-FFF2-40B4-BE49-F238E27FC236}">
                <a16:creationId xmlns:a16="http://schemas.microsoft.com/office/drawing/2014/main" id="{FA210F08-BA6C-47C0-BF86-DCAD2CDD178B}"/>
              </a:ext>
            </a:extLst>
          </p:cNvPr>
          <p:cNvSpPr>
            <a:spLocks noChangeArrowheads="1"/>
          </p:cNvSpPr>
          <p:nvPr/>
        </p:nvSpPr>
        <p:spPr bwMode="auto">
          <a:xfrm>
            <a:off x="323850" y="3429000"/>
            <a:ext cx="4787900" cy="2282825"/>
          </a:xfrm>
          <a:prstGeom prst="rect">
            <a:avLst/>
          </a:prstGeom>
          <a:noFill/>
          <a:ln>
            <a:noFill/>
          </a:ln>
          <a:effectLst/>
          <a:extLst>
            <a:ext uri="{909E8E84-426E-40DD-AFC4-6F175D3DCCD1}">
              <a14:hiddenFill xmlns:a14="http://schemas.microsoft.com/office/drawing/2010/main">
                <a:gradFill rotWithShape="0">
                  <a:gsLst>
                    <a:gs pos="0">
                      <a:srgbClr val="47182F"/>
                    </a:gs>
                    <a:gs pos="100000">
                      <a:srgbClr val="993366"/>
                    </a:gs>
                  </a:gsLst>
                  <a:lin ang="5400000" scaled="1"/>
                </a:gradFill>
              </a14:hiddenFill>
            </a:ext>
            <a:ext uri="{91240B29-F687-4F45-9708-019B960494DF}">
              <a14:hiddenLine xmlns:a14="http://schemas.microsoft.com/office/drawing/2010/main" w="9525" algn="ctr">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t>AREAW     LABEL  WORD</a:t>
            </a:r>
          </a:p>
          <a:p>
            <a:pPr eaLnBrk="1" hangingPunct="1"/>
            <a:r>
              <a:rPr lang="en-US" altLang="zh-CN"/>
              <a:t>AREAB      DB  100 DUP(?) </a:t>
            </a:r>
          </a:p>
          <a:p>
            <a:pPr eaLnBrk="1" hangingPunct="1"/>
            <a:r>
              <a:rPr lang="en-US" altLang="zh-CN"/>
              <a:t>                   ...</a:t>
            </a:r>
          </a:p>
          <a:p>
            <a:pPr eaLnBrk="1" hangingPunct="1"/>
            <a:r>
              <a:rPr lang="en-US" altLang="zh-CN"/>
              <a:t>	        MOV  AREAW,AX	</a:t>
            </a:r>
          </a:p>
          <a:p>
            <a:pPr eaLnBrk="1" hangingPunct="1"/>
            <a:r>
              <a:rPr lang="en-US" altLang="zh-CN"/>
              <a:t>                   ...</a:t>
            </a:r>
          </a:p>
          <a:p>
            <a:pPr eaLnBrk="1" hangingPunct="1"/>
            <a:r>
              <a:rPr lang="en-US" altLang="zh-CN"/>
              <a:t>                   MOV AREAB[29],AL</a:t>
            </a:r>
          </a:p>
        </p:txBody>
      </p:sp>
      <p:sp>
        <p:nvSpPr>
          <p:cNvPr id="49158" name="Rectangle 5">
            <a:extLst>
              <a:ext uri="{FF2B5EF4-FFF2-40B4-BE49-F238E27FC236}">
                <a16:creationId xmlns:a16="http://schemas.microsoft.com/office/drawing/2014/main" id="{483E924E-6C26-4BAE-A9A8-857DA953641A}"/>
              </a:ext>
            </a:extLst>
          </p:cNvPr>
          <p:cNvSpPr>
            <a:spLocks noChangeArrowheads="1"/>
          </p:cNvSpPr>
          <p:nvPr/>
        </p:nvSpPr>
        <p:spPr bwMode="auto">
          <a:xfrm>
            <a:off x="5219700" y="3500438"/>
            <a:ext cx="3816350" cy="822325"/>
          </a:xfrm>
          <a:prstGeom prst="rect">
            <a:avLst/>
          </a:prstGeom>
          <a:noFill/>
          <a:ln>
            <a:noFill/>
          </a:ln>
          <a:effectLst/>
          <a:extLst>
            <a:ext uri="{909E8E84-426E-40DD-AFC4-6F175D3DCCD1}">
              <a14:hiddenFill xmlns:a14="http://schemas.microsoft.com/office/drawing/2010/main">
                <a:gradFill rotWithShape="0">
                  <a:gsLst>
                    <a:gs pos="0">
                      <a:srgbClr val="47182F"/>
                    </a:gs>
                    <a:gs pos="100000">
                      <a:srgbClr val="993366"/>
                    </a:gs>
                  </a:gsLst>
                  <a:lin ang="5400000" scaled="1"/>
                </a:gradFill>
              </a14:hiddenFill>
            </a:ext>
            <a:ext uri="{91240B29-F687-4F45-9708-019B960494DF}">
              <a14:hiddenLine xmlns:a14="http://schemas.microsoft.com/office/drawing/2010/main" w="9525" algn="ctr">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t>AGAINF     LABEL  FAR</a:t>
            </a:r>
          </a:p>
          <a:p>
            <a:pPr eaLnBrk="1" hangingPunct="1"/>
            <a:r>
              <a:rPr lang="en-US" altLang="zh-CN"/>
              <a:t>AGAIN:      PUSH  BX</a:t>
            </a:r>
          </a:p>
        </p:txBody>
      </p:sp>
      <p:sp>
        <p:nvSpPr>
          <p:cNvPr id="49159" name="Line 6">
            <a:extLst>
              <a:ext uri="{FF2B5EF4-FFF2-40B4-BE49-F238E27FC236}">
                <a16:creationId xmlns:a16="http://schemas.microsoft.com/office/drawing/2014/main" id="{1E0E038E-9F36-472C-B2EF-04C9D7318772}"/>
              </a:ext>
            </a:extLst>
          </p:cNvPr>
          <p:cNvSpPr>
            <a:spLocks noChangeShapeType="1"/>
          </p:cNvSpPr>
          <p:nvPr/>
        </p:nvSpPr>
        <p:spPr bwMode="auto">
          <a:xfrm>
            <a:off x="5003800" y="3213100"/>
            <a:ext cx="0" cy="2808288"/>
          </a:xfrm>
          <a:prstGeom prst="line">
            <a:avLst/>
          </a:prstGeom>
          <a:noFill/>
          <a:ln w="571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Tree>
    <p:custDataLst>
      <p:tags r:id="rId1"/>
    </p:custDataLst>
  </p:cSld>
  <p:clrMapOvr>
    <a:masterClrMapping/>
  </p:clrMapOvr>
  <p:transition>
    <p:random/>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灯片编号占位符 24">
            <a:extLst>
              <a:ext uri="{FF2B5EF4-FFF2-40B4-BE49-F238E27FC236}">
                <a16:creationId xmlns:a16="http://schemas.microsoft.com/office/drawing/2014/main" id="{921DB261-8317-4863-9A9B-E7A8113FD691}"/>
              </a:ext>
            </a:extLst>
          </p:cNvPr>
          <p:cNvSpPr>
            <a:spLocks noGrp="1"/>
          </p:cNvSpPr>
          <p:nvPr>
            <p:ph type="sldNum" sz="quarter" idx="12"/>
          </p:nvPr>
        </p:nvSpPr>
        <p:spPr/>
        <p:txBody>
          <a:bodyPr/>
          <a:lstStyle/>
          <a:p>
            <a:pPr>
              <a:defRPr/>
            </a:pPr>
            <a:fld id="{D5B3F1E8-9438-4DC2-978A-C9131AAA847E}" type="slidenum">
              <a:rPr lang="en-US" altLang="zh-CN"/>
              <a:pPr>
                <a:defRPr/>
              </a:pPr>
              <a:t>43</a:t>
            </a:fld>
            <a:endParaRPr lang="en-US" altLang="zh-CN"/>
          </a:p>
        </p:txBody>
      </p:sp>
      <p:graphicFrame>
        <p:nvGraphicFramePr>
          <p:cNvPr id="772152" name="Group 56">
            <a:extLst>
              <a:ext uri="{FF2B5EF4-FFF2-40B4-BE49-F238E27FC236}">
                <a16:creationId xmlns:a16="http://schemas.microsoft.com/office/drawing/2014/main" id="{03A53173-4158-4E04-B5B3-7DB77F208B9E}"/>
              </a:ext>
            </a:extLst>
          </p:cNvPr>
          <p:cNvGraphicFramePr>
            <a:graphicFrameLocks noGrp="1"/>
          </p:cNvGraphicFramePr>
          <p:nvPr>
            <p:ph/>
          </p:nvPr>
        </p:nvGraphicFramePr>
        <p:xfrm>
          <a:off x="323850" y="2420938"/>
          <a:ext cx="8640763" cy="1737224"/>
        </p:xfrm>
        <a:graphic>
          <a:graphicData uri="http://schemas.openxmlformats.org/drawingml/2006/table">
            <a:tbl>
              <a:tblPr/>
              <a:tblGrid>
                <a:gridCol w="1295400">
                  <a:extLst>
                    <a:ext uri="{9D8B030D-6E8A-4147-A177-3AD203B41FA5}">
                      <a16:colId xmlns:a16="http://schemas.microsoft.com/office/drawing/2014/main" val="2923385803"/>
                    </a:ext>
                  </a:extLst>
                </a:gridCol>
                <a:gridCol w="960438">
                  <a:extLst>
                    <a:ext uri="{9D8B030D-6E8A-4147-A177-3AD203B41FA5}">
                      <a16:colId xmlns:a16="http://schemas.microsoft.com/office/drawing/2014/main" val="1513194414"/>
                    </a:ext>
                  </a:extLst>
                </a:gridCol>
                <a:gridCol w="3417887">
                  <a:extLst>
                    <a:ext uri="{9D8B030D-6E8A-4147-A177-3AD203B41FA5}">
                      <a16:colId xmlns:a16="http://schemas.microsoft.com/office/drawing/2014/main" val="3152469654"/>
                    </a:ext>
                  </a:extLst>
                </a:gridCol>
                <a:gridCol w="2967038">
                  <a:extLst>
                    <a:ext uri="{9D8B030D-6E8A-4147-A177-3AD203B41FA5}">
                      <a16:colId xmlns:a16="http://schemas.microsoft.com/office/drawing/2014/main" val="663682591"/>
                    </a:ext>
                  </a:extLst>
                </a:gridCol>
              </a:tblGrid>
              <a:tr h="639846">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类别</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3" marB="4570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伪操作名</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3" marB="4570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格式</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3" marB="4570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功能</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3" marB="4570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878338876"/>
                  </a:ext>
                </a:extLst>
              </a:tr>
              <a:tr h="365626">
                <a:tc rowSpan="3">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过程定义伪操作</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3" marB="4570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FF0000"/>
                          </a:solidFill>
                          <a:effectLst/>
                          <a:latin typeface="宋体" panose="02010600030101010101" pitchFamily="2" charset="-122"/>
                          <a:ea typeface="宋体" panose="02010600030101010101" pitchFamily="2" charset="-122"/>
                        </a:rPr>
                        <a:t>PROC</a:t>
                      </a:r>
                      <a:endParaRPr kumimoji="0" lang="en-US" altLang="zh-CN" sz="1800" b="0" i="0" u="none" strike="noStrike" cap="none" normalizeH="0" baseline="0">
                        <a:ln>
                          <a:noFill/>
                        </a:ln>
                        <a:solidFill>
                          <a:srgbClr val="FF0000"/>
                        </a:solidFill>
                        <a:effectLst/>
                        <a:latin typeface="Arial" panose="020B0604020202020204" pitchFamily="34" charset="0"/>
                        <a:ea typeface="宋体" panose="02010600030101010101" pitchFamily="2" charset="-122"/>
                      </a:endParaRPr>
                    </a:p>
                  </a:txBody>
                  <a:tcPr marT="45703" marB="4570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过程名 </a:t>
                      </a:r>
                      <a:r>
                        <a:rPr kumimoji="0"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PROC [NEAR/FAR]</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3" marB="4570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3">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定义一个过程</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3" marB="4570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578536526"/>
                  </a:ext>
                </a:extLst>
              </a:tr>
              <a:tr h="365626">
                <a:tc vMerge="1">
                  <a:txBody>
                    <a:bodyPr/>
                    <a:lstStyle/>
                    <a:p>
                      <a:endParaRPr lang="zh-CN" altLang="en-US"/>
                    </a:p>
                  </a:txBody>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3" marB="4570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3" marB="4570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zh-CN" altLang="en-US"/>
                    </a:p>
                  </a:txBody>
                  <a:tcPr/>
                </a:tc>
                <a:extLst>
                  <a:ext uri="{0D108BD9-81ED-4DB2-BD59-A6C34878D82A}">
                    <a16:rowId xmlns:a16="http://schemas.microsoft.com/office/drawing/2014/main" val="1639712524"/>
                  </a:ext>
                </a:extLst>
              </a:tr>
              <a:tr h="365626">
                <a:tc vMerge="1">
                  <a:txBody>
                    <a:bodyPr/>
                    <a:lstStyle/>
                    <a:p>
                      <a:endParaRPr lang="zh-CN" altLang="en-US"/>
                    </a:p>
                  </a:txBody>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FF0000"/>
                          </a:solidFill>
                          <a:effectLst/>
                          <a:latin typeface="宋体" panose="02010600030101010101" pitchFamily="2" charset="-122"/>
                          <a:ea typeface="宋体" panose="02010600030101010101" pitchFamily="2" charset="-122"/>
                        </a:rPr>
                        <a:t>ENDP</a:t>
                      </a:r>
                      <a:endParaRPr kumimoji="0" lang="en-US" altLang="zh-CN" sz="1800" b="0" i="0" u="none" strike="noStrike" cap="none" normalizeH="0" baseline="0">
                        <a:ln>
                          <a:noFill/>
                        </a:ln>
                        <a:solidFill>
                          <a:srgbClr val="FF0000"/>
                        </a:solidFill>
                        <a:effectLst/>
                        <a:latin typeface="Arial" panose="020B0604020202020204" pitchFamily="34" charset="0"/>
                        <a:ea typeface="宋体" panose="02010600030101010101" pitchFamily="2" charset="-122"/>
                      </a:endParaRPr>
                    </a:p>
                  </a:txBody>
                  <a:tcPr marT="45703" marB="4570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过程名 </a:t>
                      </a:r>
                      <a:r>
                        <a:rPr kumimoji="0"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ENDP</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3" marB="4570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zh-CN" altLang="en-US"/>
                    </a:p>
                  </a:txBody>
                  <a:tcPr/>
                </a:tc>
                <a:extLst>
                  <a:ext uri="{0D108BD9-81ED-4DB2-BD59-A6C34878D82A}">
                    <a16:rowId xmlns:a16="http://schemas.microsoft.com/office/drawing/2014/main" val="2891669336"/>
                  </a:ext>
                </a:extLst>
              </a:tr>
            </a:tbl>
          </a:graphicData>
        </a:graphic>
      </p:graphicFrame>
    </p:spTree>
    <p:custDataLst>
      <p:tags r:id="rId1"/>
    </p:custDataLst>
  </p:cSld>
  <p:clrMapOvr>
    <a:masterClrMapping/>
  </p:clrMapOvr>
  <p:transition>
    <p:zoom/>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40F11DE4-98E6-4BF8-9B3E-0B2A30B1DAC3}"/>
              </a:ext>
            </a:extLst>
          </p:cNvPr>
          <p:cNvSpPr>
            <a:spLocks noGrp="1"/>
          </p:cNvSpPr>
          <p:nvPr>
            <p:ph type="sldNum" sz="quarter" idx="12"/>
          </p:nvPr>
        </p:nvSpPr>
        <p:spPr/>
        <p:txBody>
          <a:bodyPr/>
          <a:lstStyle/>
          <a:p>
            <a:pPr>
              <a:defRPr/>
            </a:pPr>
            <a:fld id="{7A2B59F5-352B-497C-97F6-94049B9046E0}" type="slidenum">
              <a:rPr lang="en-US" altLang="zh-CN"/>
              <a:pPr>
                <a:defRPr/>
              </a:pPr>
              <a:t>44</a:t>
            </a:fld>
            <a:endParaRPr lang="en-US" altLang="zh-CN"/>
          </a:p>
        </p:txBody>
      </p:sp>
      <p:sp>
        <p:nvSpPr>
          <p:cNvPr id="670722" name="Text Box 2">
            <a:extLst>
              <a:ext uri="{FF2B5EF4-FFF2-40B4-BE49-F238E27FC236}">
                <a16:creationId xmlns:a16="http://schemas.microsoft.com/office/drawing/2014/main" id="{BDD4A171-7059-4EF6-AD1D-DC5D05DD0CB3}"/>
              </a:ext>
            </a:extLst>
          </p:cNvPr>
          <p:cNvSpPr txBox="1">
            <a:spLocks noChangeArrowheads="1"/>
          </p:cNvSpPr>
          <p:nvPr/>
        </p:nvSpPr>
        <p:spPr bwMode="auto">
          <a:xfrm>
            <a:off x="684213" y="1557338"/>
            <a:ext cx="8280400" cy="3046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zh-CN" altLang="en-US" dirty="0">
                <a:effectLst>
                  <a:outerShdw blurRad="38100" dist="38100" dir="2700000" algn="tl">
                    <a:srgbClr val="C0C0C0"/>
                  </a:outerShdw>
                </a:effectLst>
              </a:rPr>
              <a:t>格式：  </a:t>
            </a:r>
            <a:r>
              <a:rPr lang="zh-CN" altLang="en-US" dirty="0">
                <a:solidFill>
                  <a:srgbClr val="FF0000"/>
                </a:solidFill>
                <a:effectLst>
                  <a:outerShdw blurRad="38100" dist="38100" dir="2700000" algn="tl">
                    <a:srgbClr val="C0C0C0"/>
                  </a:outerShdw>
                </a:effectLst>
              </a:rPr>
              <a:t>过程名      </a:t>
            </a:r>
            <a:r>
              <a:rPr lang="en-US" altLang="zh-CN" dirty="0">
                <a:solidFill>
                  <a:srgbClr val="FF0000"/>
                </a:solidFill>
                <a:effectLst>
                  <a:outerShdw blurRad="38100" dist="38100" dir="2700000" algn="tl">
                    <a:srgbClr val="C0C0C0"/>
                  </a:outerShdw>
                </a:effectLst>
              </a:rPr>
              <a:t>PROC</a:t>
            </a:r>
            <a:r>
              <a:rPr lang="en-US" altLang="zh-CN" dirty="0">
                <a:effectLst>
                  <a:outerShdw blurRad="38100" dist="38100" dir="2700000" algn="tl">
                    <a:srgbClr val="C0C0C0"/>
                  </a:outerShdw>
                </a:effectLst>
              </a:rPr>
              <a:t>   </a:t>
            </a:r>
            <a:r>
              <a:rPr lang="zh-CN" altLang="en-US" dirty="0">
                <a:effectLst>
                  <a:outerShdw blurRad="38100" dist="38100" dir="2700000" algn="tl">
                    <a:srgbClr val="C0C0C0"/>
                  </a:outerShdw>
                </a:effectLst>
              </a:rPr>
              <a:t>［</a:t>
            </a:r>
            <a:r>
              <a:rPr lang="en-US" altLang="zh-CN" dirty="0">
                <a:effectLst>
                  <a:outerShdw blurRad="38100" dist="38100" dir="2700000" algn="tl">
                    <a:srgbClr val="C0C0C0"/>
                  </a:outerShdw>
                </a:effectLst>
              </a:rPr>
              <a:t>NEAR / FAR</a:t>
            </a:r>
            <a:r>
              <a:rPr lang="zh-CN" altLang="en-US" dirty="0">
                <a:effectLst>
                  <a:outerShdw blurRad="38100" dist="38100" dir="2700000" algn="tl">
                    <a:srgbClr val="C0C0C0"/>
                  </a:outerShdw>
                </a:effectLst>
              </a:rPr>
              <a:t>］</a:t>
            </a:r>
          </a:p>
          <a:p>
            <a:pPr eaLnBrk="1" hangingPunct="1">
              <a:defRPr/>
            </a:pPr>
            <a:endParaRPr lang="zh-CN" altLang="en-US" dirty="0">
              <a:effectLst>
                <a:outerShdw blurRad="38100" dist="38100" dir="2700000" algn="tl">
                  <a:srgbClr val="C0C0C0"/>
                </a:outerShdw>
              </a:effectLst>
            </a:endParaRPr>
          </a:p>
          <a:p>
            <a:pPr eaLnBrk="1" hangingPunct="1">
              <a:defRPr/>
            </a:pPr>
            <a:r>
              <a:rPr lang="zh-CN" altLang="en-US" dirty="0">
                <a:effectLst>
                  <a:outerShdw blurRad="38100" dist="38100" dir="2700000" algn="tl">
                    <a:srgbClr val="C0C0C0"/>
                  </a:outerShdw>
                </a:effectLst>
              </a:rPr>
              <a:t>                                  ┇      </a:t>
            </a:r>
            <a:r>
              <a:rPr lang="en-US" altLang="zh-CN" dirty="0">
                <a:effectLst>
                  <a:outerShdw blurRad="38100" dist="38100" dir="2700000" algn="tl">
                    <a:srgbClr val="C0C0C0"/>
                  </a:outerShdw>
                </a:effectLst>
              </a:rPr>
              <a:t>} </a:t>
            </a:r>
            <a:r>
              <a:rPr lang="zh-CN" altLang="en-US" dirty="0">
                <a:effectLst>
                  <a:outerShdw blurRad="38100" dist="38100" dir="2700000" algn="tl">
                    <a:srgbClr val="C0C0C0"/>
                  </a:outerShdw>
                </a:effectLst>
              </a:rPr>
              <a:t>过程体</a:t>
            </a:r>
          </a:p>
          <a:p>
            <a:pPr eaLnBrk="1" hangingPunct="1">
              <a:defRPr/>
            </a:pPr>
            <a:r>
              <a:rPr lang="zh-CN" altLang="en-US" dirty="0">
                <a:effectLst>
                  <a:outerShdw blurRad="38100" dist="38100" dir="2700000" algn="tl">
                    <a:srgbClr val="C0C0C0"/>
                  </a:outerShdw>
                </a:effectLst>
              </a:rPr>
              <a:t>                                 </a:t>
            </a:r>
            <a:r>
              <a:rPr lang="en-US" altLang="zh-CN" dirty="0">
                <a:effectLst>
                  <a:outerShdw blurRad="38100" dist="38100" dir="2700000" algn="tl">
                    <a:srgbClr val="C0C0C0"/>
                  </a:outerShdw>
                </a:effectLst>
              </a:rPr>
              <a:t>RET</a:t>
            </a:r>
          </a:p>
          <a:p>
            <a:pPr eaLnBrk="1" hangingPunct="1">
              <a:defRPr/>
            </a:pPr>
            <a:endParaRPr lang="en-US" altLang="zh-CN" dirty="0">
              <a:effectLst>
                <a:outerShdw blurRad="38100" dist="38100" dir="2700000" algn="tl">
                  <a:srgbClr val="C0C0C0"/>
                </a:outerShdw>
              </a:effectLst>
            </a:endParaRPr>
          </a:p>
          <a:p>
            <a:pPr eaLnBrk="1" hangingPunct="1">
              <a:defRPr/>
            </a:pPr>
            <a:r>
              <a:rPr lang="en-US" altLang="zh-CN" dirty="0">
                <a:effectLst>
                  <a:outerShdw blurRad="38100" dist="38100" dir="2700000" algn="tl">
                    <a:srgbClr val="C0C0C0"/>
                  </a:outerShdw>
                </a:effectLst>
              </a:rPr>
              <a:t>             </a:t>
            </a:r>
            <a:r>
              <a:rPr lang="zh-CN" altLang="en-US" dirty="0">
                <a:solidFill>
                  <a:srgbClr val="FF0000"/>
                </a:solidFill>
                <a:effectLst>
                  <a:outerShdw blurRad="38100" dist="38100" dir="2700000" algn="tl">
                    <a:srgbClr val="C0C0C0"/>
                  </a:outerShdw>
                </a:effectLst>
              </a:rPr>
              <a:t>过程名       </a:t>
            </a:r>
            <a:r>
              <a:rPr lang="en-US" altLang="zh-CN" dirty="0">
                <a:solidFill>
                  <a:srgbClr val="FF0000"/>
                </a:solidFill>
                <a:effectLst>
                  <a:outerShdw blurRad="38100" dist="38100" dir="2700000" algn="tl">
                    <a:srgbClr val="C0C0C0"/>
                  </a:outerShdw>
                </a:effectLst>
              </a:rPr>
              <a:t>ENDP</a:t>
            </a:r>
          </a:p>
          <a:p>
            <a:pPr eaLnBrk="1" hangingPunct="1">
              <a:defRPr/>
            </a:pPr>
            <a:endParaRPr lang="en-US" altLang="zh-CN" dirty="0">
              <a:solidFill>
                <a:srgbClr val="FF0000"/>
              </a:solidFill>
              <a:effectLst>
                <a:outerShdw blurRad="38100" dist="38100" dir="2700000" algn="tl">
                  <a:srgbClr val="C0C0C0"/>
                </a:outerShdw>
              </a:effectLst>
            </a:endParaRPr>
          </a:p>
          <a:p>
            <a:pPr eaLnBrk="1" hangingPunct="1">
              <a:defRPr/>
            </a:pPr>
            <a:r>
              <a:rPr lang="zh-CN" altLang="en-US" dirty="0">
                <a:effectLst>
                  <a:outerShdw blurRad="38100" dist="38100" dir="2700000" algn="tl">
                    <a:srgbClr val="C0C0C0"/>
                  </a:outerShdw>
                </a:effectLst>
              </a:rPr>
              <a:t>功能：完成过程定义，在过程体中实现过程的操作功能</a:t>
            </a:r>
            <a:r>
              <a:rPr lang="zh-CN" altLang="en-US" sz="1800" dirty="0"/>
              <a:t>                                                                                        </a:t>
            </a:r>
          </a:p>
        </p:txBody>
      </p:sp>
      <p:sp>
        <p:nvSpPr>
          <p:cNvPr id="51204" name="AutoShape 3">
            <a:extLst>
              <a:ext uri="{FF2B5EF4-FFF2-40B4-BE49-F238E27FC236}">
                <a16:creationId xmlns:a16="http://schemas.microsoft.com/office/drawing/2014/main" id="{F6838348-61EF-4495-9F8D-422BE6D77937}"/>
              </a:ext>
            </a:extLst>
          </p:cNvPr>
          <p:cNvSpPr>
            <a:spLocks noChangeArrowheads="1"/>
          </p:cNvSpPr>
          <p:nvPr/>
        </p:nvSpPr>
        <p:spPr bwMode="auto">
          <a:xfrm>
            <a:off x="179388" y="1412875"/>
            <a:ext cx="8496300" cy="3455988"/>
          </a:xfrm>
          <a:prstGeom prst="flowChartAlternateProcess">
            <a:avLst/>
          </a:prstGeom>
          <a:noFill/>
          <a:ln w="9525">
            <a:solidFill>
              <a:schemeClr va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51205" name="Text Box 4">
            <a:extLst>
              <a:ext uri="{FF2B5EF4-FFF2-40B4-BE49-F238E27FC236}">
                <a16:creationId xmlns:a16="http://schemas.microsoft.com/office/drawing/2014/main" id="{ADB20B08-4DFF-47BF-91B2-8E0508796B8A}"/>
              </a:ext>
            </a:extLst>
          </p:cNvPr>
          <p:cNvSpPr txBox="1">
            <a:spLocks noChangeArrowheads="1"/>
          </p:cNvSpPr>
          <p:nvPr/>
        </p:nvSpPr>
        <p:spPr bwMode="auto">
          <a:xfrm>
            <a:off x="468313" y="404813"/>
            <a:ext cx="4032250" cy="657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20000"/>
              </a:spcBef>
            </a:pPr>
            <a:r>
              <a:rPr lang="en-US" altLang="zh-CN" sz="2800">
                <a:solidFill>
                  <a:srgbClr val="FF0000"/>
                </a:solidFill>
              </a:rPr>
              <a:t>2.3.4   </a:t>
            </a:r>
            <a:r>
              <a:rPr lang="zh-CN" altLang="en-US" sz="2800">
                <a:solidFill>
                  <a:srgbClr val="FF0000"/>
                </a:solidFill>
              </a:rPr>
              <a:t>过程定义伪操作</a:t>
            </a:r>
            <a:endParaRPr lang="zh-CN" altLang="en-US" sz="2800"/>
          </a:p>
        </p:txBody>
      </p:sp>
      <p:sp>
        <p:nvSpPr>
          <p:cNvPr id="670725" name="Rectangle 5">
            <a:extLst>
              <a:ext uri="{FF2B5EF4-FFF2-40B4-BE49-F238E27FC236}">
                <a16:creationId xmlns:a16="http://schemas.microsoft.com/office/drawing/2014/main" id="{F898DEBE-F954-4967-8710-26A49FFFA1C4}"/>
              </a:ext>
            </a:extLst>
          </p:cNvPr>
          <p:cNvSpPr>
            <a:spLocks noChangeArrowheads="1"/>
          </p:cNvSpPr>
          <p:nvPr/>
        </p:nvSpPr>
        <p:spPr bwMode="auto">
          <a:xfrm>
            <a:off x="1258888" y="5397500"/>
            <a:ext cx="6337300" cy="519113"/>
          </a:xfrm>
          <a:prstGeom prst="rect">
            <a:avLst/>
          </a:prstGeom>
          <a:noFill/>
          <a:ln>
            <a:noFill/>
          </a:ln>
          <a:effectLst/>
          <a:extLst>
            <a:ext uri="{909E8E84-426E-40DD-AFC4-6F175D3DCCD1}">
              <a14:hiddenFill xmlns:a14="http://schemas.microsoft.com/office/drawing/2010/main">
                <a:gradFill rotWithShape="0">
                  <a:gsLst>
                    <a:gs pos="0">
                      <a:srgbClr val="993366">
                        <a:gamma/>
                        <a:shade val="46275"/>
                        <a:invGamma/>
                      </a:srgbClr>
                    </a:gs>
                    <a:gs pos="100000">
                      <a:srgbClr val="993366"/>
                    </a:gs>
                  </a:gsLst>
                  <a:lin ang="5400000" scaled="1"/>
                </a:gradFill>
              </a14:hiddenFill>
            </a:ext>
            <a:ext uri="{91240B29-F687-4F45-9708-019B960494DF}">
              <a14:hiddenLine xmlns:a14="http://schemas.microsoft.com/office/drawing/2010/main" w="9525" algn="ctr">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zh-CN" altLang="en-US" sz="2800" dirty="0">
                <a:solidFill>
                  <a:srgbClr val="FF0000"/>
                </a:solidFill>
                <a:effectLst>
                  <a:outerShdw blurRad="38100" dist="38100" dir="2700000" algn="tl">
                    <a:srgbClr val="C0C0C0"/>
                  </a:outerShdw>
                </a:effectLst>
              </a:rPr>
              <a:t>过程名是过程入口的符号地址</a:t>
            </a:r>
          </a:p>
        </p:txBody>
      </p:sp>
    </p:spTree>
  </p:cSld>
  <p:clrMapOvr>
    <a:masterClrMapping/>
  </p:clrMapOvr>
  <p:transition>
    <p:random/>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CE662D6E-7256-4AAC-B330-303E6615899B}"/>
              </a:ext>
            </a:extLst>
          </p:cNvPr>
          <p:cNvSpPr>
            <a:spLocks noGrp="1"/>
          </p:cNvSpPr>
          <p:nvPr>
            <p:ph type="sldNum" sz="quarter" idx="12"/>
          </p:nvPr>
        </p:nvSpPr>
        <p:spPr/>
        <p:txBody>
          <a:bodyPr/>
          <a:lstStyle/>
          <a:p>
            <a:pPr>
              <a:defRPr/>
            </a:pPr>
            <a:fld id="{6EF9EC1D-C654-4DB4-84FD-4F822885136B}" type="slidenum">
              <a:rPr lang="en-US" altLang="zh-CN"/>
              <a:pPr>
                <a:defRPr/>
              </a:pPr>
              <a:t>45</a:t>
            </a:fld>
            <a:endParaRPr lang="en-US" altLang="zh-CN"/>
          </a:p>
        </p:txBody>
      </p:sp>
      <p:sp>
        <p:nvSpPr>
          <p:cNvPr id="52227" name="Rectangle 2">
            <a:extLst>
              <a:ext uri="{FF2B5EF4-FFF2-40B4-BE49-F238E27FC236}">
                <a16:creationId xmlns:a16="http://schemas.microsoft.com/office/drawing/2014/main" id="{AACA4443-DB05-4AFD-BD5B-EF61D9BD9E8B}"/>
              </a:ext>
            </a:extLst>
          </p:cNvPr>
          <p:cNvSpPr>
            <a:spLocks noGrp="1" noRot="1" noChangeArrowheads="1"/>
          </p:cNvSpPr>
          <p:nvPr>
            <p:ph type="body" idx="1"/>
          </p:nvPr>
        </p:nvSpPr>
        <p:spPr>
          <a:xfrm>
            <a:off x="611188" y="981075"/>
            <a:ext cx="8229600" cy="3816350"/>
          </a:xfrm>
        </p:spPr>
        <p:txBody>
          <a:bodyPr/>
          <a:lstStyle/>
          <a:p>
            <a:pPr marL="609600" indent="-609600"/>
            <a:r>
              <a:rPr lang="zh-CN" altLang="en-US"/>
              <a:t>当主程序调用过程时，使用</a:t>
            </a:r>
            <a:r>
              <a:rPr lang="en-US" altLang="zh-CN"/>
              <a:t>CALL</a:t>
            </a:r>
            <a:r>
              <a:rPr lang="zh-CN" altLang="en-US"/>
              <a:t>指令。</a:t>
            </a:r>
          </a:p>
          <a:p>
            <a:pPr marL="609600" indent="-609600">
              <a:buFont typeface="Wingdings" panose="05000000000000000000" pitchFamily="2" charset="2"/>
              <a:buNone/>
            </a:pPr>
            <a:endParaRPr lang="zh-CN" altLang="en-US"/>
          </a:p>
          <a:p>
            <a:pPr marL="609600" indent="-609600"/>
            <a:r>
              <a:rPr lang="zh-CN" altLang="en-US">
                <a:solidFill>
                  <a:schemeClr val="hlink"/>
                </a:solidFill>
              </a:rPr>
              <a:t>（</a:t>
            </a:r>
            <a:r>
              <a:rPr lang="en-US" altLang="zh-CN">
                <a:solidFill>
                  <a:schemeClr val="hlink"/>
                </a:solidFill>
              </a:rPr>
              <a:t>1</a:t>
            </a:r>
            <a:r>
              <a:rPr lang="zh-CN" altLang="en-US">
                <a:solidFill>
                  <a:schemeClr val="hlink"/>
                </a:solidFill>
              </a:rPr>
              <a:t>）主程序调用过程</a:t>
            </a:r>
          </a:p>
          <a:p>
            <a:pPr marL="609600" indent="-609600">
              <a:buFont typeface="Wingdings" panose="05000000000000000000" pitchFamily="2" charset="2"/>
              <a:buNone/>
            </a:pPr>
            <a:r>
              <a:rPr lang="zh-CN" altLang="en-US"/>
              <a:t>                     </a:t>
            </a:r>
            <a:r>
              <a:rPr lang="en-US" altLang="zh-CN">
                <a:solidFill>
                  <a:srgbClr val="FF0000"/>
                </a:solidFill>
              </a:rPr>
              <a:t>CALL    </a:t>
            </a:r>
            <a:r>
              <a:rPr lang="zh-CN" altLang="en-US">
                <a:solidFill>
                  <a:srgbClr val="FF0000"/>
                </a:solidFill>
              </a:rPr>
              <a:t>过程名</a:t>
            </a:r>
          </a:p>
          <a:p>
            <a:pPr marL="609600" indent="-609600">
              <a:buFont typeface="Wingdings" panose="05000000000000000000" pitchFamily="2" charset="2"/>
              <a:buNone/>
            </a:pPr>
            <a:r>
              <a:rPr lang="zh-CN" altLang="en-US"/>
              <a:t>             </a:t>
            </a:r>
            <a:r>
              <a:rPr lang="en-US" altLang="zh-CN"/>
              <a:t>CALL</a:t>
            </a:r>
            <a:r>
              <a:rPr lang="zh-CN" altLang="en-US"/>
              <a:t>负责将断点压栈，并转向过程入口。</a:t>
            </a:r>
          </a:p>
          <a:p>
            <a:pPr marL="609600" indent="-609600">
              <a:buFont typeface="Wingdings" panose="05000000000000000000" pitchFamily="2" charset="2"/>
              <a:buNone/>
            </a:pPr>
            <a:endParaRPr lang="zh-CN" altLang="en-US"/>
          </a:p>
          <a:p>
            <a:pPr marL="609600" indent="-609600"/>
            <a:r>
              <a:rPr lang="zh-CN" altLang="en-US">
                <a:solidFill>
                  <a:schemeClr val="hlink"/>
                </a:solidFill>
              </a:rPr>
              <a:t>（</a:t>
            </a:r>
            <a:r>
              <a:rPr lang="en-US" altLang="zh-CN">
                <a:solidFill>
                  <a:schemeClr val="hlink"/>
                </a:solidFill>
              </a:rPr>
              <a:t>2</a:t>
            </a:r>
            <a:r>
              <a:rPr lang="zh-CN" altLang="en-US">
                <a:solidFill>
                  <a:schemeClr val="hlink"/>
                </a:solidFill>
              </a:rPr>
              <a:t>）子程序返回</a:t>
            </a:r>
          </a:p>
          <a:p>
            <a:pPr marL="609600" indent="-609600">
              <a:buFont typeface="Wingdings" panose="05000000000000000000" pitchFamily="2" charset="2"/>
              <a:buNone/>
            </a:pPr>
            <a:r>
              <a:rPr lang="zh-CN" altLang="en-US"/>
              <a:t>           过程返回主程序时用</a:t>
            </a:r>
            <a:r>
              <a:rPr lang="en-US" altLang="zh-CN"/>
              <a:t>RET</a:t>
            </a:r>
            <a:r>
              <a:rPr lang="zh-CN" altLang="en-US"/>
              <a:t>或</a:t>
            </a:r>
            <a:r>
              <a:rPr lang="en-US" altLang="zh-CN"/>
              <a:t>RET n</a:t>
            </a:r>
            <a:r>
              <a:rPr lang="zh-CN" altLang="en-US"/>
              <a:t>。</a:t>
            </a:r>
          </a:p>
        </p:txBody>
      </p:sp>
    </p:spTree>
    <p:custDataLst>
      <p:tags r:id="rId1"/>
    </p:custDataLst>
  </p:cSld>
  <p:clrMapOvr>
    <a:masterClrMapping/>
  </p:clrMapOvr>
  <p:transition>
    <p:random/>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8">
            <a:extLst>
              <a:ext uri="{FF2B5EF4-FFF2-40B4-BE49-F238E27FC236}">
                <a16:creationId xmlns:a16="http://schemas.microsoft.com/office/drawing/2014/main" id="{5D76A819-A728-4019-8BE0-7016AADDB6DB}"/>
              </a:ext>
            </a:extLst>
          </p:cNvPr>
          <p:cNvSpPr>
            <a:spLocks noGrp="1"/>
          </p:cNvSpPr>
          <p:nvPr>
            <p:ph type="sldNum" sz="quarter" idx="12"/>
          </p:nvPr>
        </p:nvSpPr>
        <p:spPr/>
        <p:txBody>
          <a:bodyPr/>
          <a:lstStyle/>
          <a:p>
            <a:pPr>
              <a:defRPr/>
            </a:pPr>
            <a:fld id="{232247D6-D84C-4330-9340-3065E64D7FF4}" type="slidenum">
              <a:rPr lang="en-US" altLang="zh-CN"/>
              <a:pPr>
                <a:defRPr/>
              </a:pPr>
              <a:t>46</a:t>
            </a:fld>
            <a:endParaRPr lang="en-US" altLang="zh-CN"/>
          </a:p>
        </p:txBody>
      </p:sp>
      <p:sp>
        <p:nvSpPr>
          <p:cNvPr id="53251" name="Text Box 2">
            <a:extLst>
              <a:ext uri="{FF2B5EF4-FFF2-40B4-BE49-F238E27FC236}">
                <a16:creationId xmlns:a16="http://schemas.microsoft.com/office/drawing/2014/main" id="{777EEC6F-F645-46E2-BE48-30328A8150D7}"/>
              </a:ext>
            </a:extLst>
          </p:cNvPr>
          <p:cNvSpPr txBox="1">
            <a:spLocks noChangeArrowheads="1"/>
          </p:cNvSpPr>
          <p:nvPr/>
        </p:nvSpPr>
        <p:spPr bwMode="auto">
          <a:xfrm>
            <a:off x="755650" y="908050"/>
            <a:ext cx="4572000" cy="4473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rgbClr val="FF0000"/>
                </a:solidFill>
              </a:rPr>
              <a:t>代码段名   </a:t>
            </a:r>
            <a:r>
              <a:rPr lang="en-US" altLang="zh-CN">
                <a:solidFill>
                  <a:srgbClr val="FF0000"/>
                </a:solidFill>
              </a:rPr>
              <a:t>SEGMENT</a:t>
            </a:r>
          </a:p>
          <a:p>
            <a:pPr eaLnBrk="1" hangingPunct="1"/>
            <a:r>
              <a:rPr lang="zh-CN" altLang="en-US">
                <a:solidFill>
                  <a:srgbClr val="0000CC"/>
                </a:solidFill>
              </a:rPr>
              <a:t>过程名</a:t>
            </a:r>
            <a:r>
              <a:rPr lang="en-US" altLang="zh-CN">
                <a:solidFill>
                  <a:srgbClr val="0000CC"/>
                </a:solidFill>
              </a:rPr>
              <a:t>1  PROC  FAR</a:t>
            </a:r>
          </a:p>
          <a:p>
            <a:pPr eaLnBrk="1" hangingPunct="1"/>
            <a:r>
              <a:rPr lang="en-US" altLang="zh-CN">
                <a:solidFill>
                  <a:srgbClr val="0000CC"/>
                </a:solidFill>
              </a:rPr>
              <a:t>                 ……</a:t>
            </a:r>
          </a:p>
          <a:p>
            <a:pPr eaLnBrk="1" hangingPunct="1"/>
            <a:r>
              <a:rPr lang="en-US" altLang="zh-CN">
                <a:solidFill>
                  <a:srgbClr val="0000CC"/>
                </a:solidFill>
              </a:rPr>
              <a:t>                 RET</a:t>
            </a:r>
          </a:p>
          <a:p>
            <a:pPr eaLnBrk="1" hangingPunct="1"/>
            <a:r>
              <a:rPr lang="zh-CN" altLang="en-US">
                <a:solidFill>
                  <a:srgbClr val="0000CC"/>
                </a:solidFill>
              </a:rPr>
              <a:t>过程名</a:t>
            </a:r>
            <a:r>
              <a:rPr lang="en-US" altLang="zh-CN">
                <a:solidFill>
                  <a:srgbClr val="0000CC"/>
                </a:solidFill>
              </a:rPr>
              <a:t>1  ENDP</a:t>
            </a:r>
          </a:p>
          <a:p>
            <a:pPr eaLnBrk="1" hangingPunct="1"/>
            <a:r>
              <a:rPr lang="zh-CN" altLang="en-US">
                <a:solidFill>
                  <a:srgbClr val="009900"/>
                </a:solidFill>
              </a:rPr>
              <a:t>过程名</a:t>
            </a:r>
            <a:r>
              <a:rPr lang="en-US" altLang="zh-CN">
                <a:solidFill>
                  <a:srgbClr val="009900"/>
                </a:solidFill>
              </a:rPr>
              <a:t>2  PROC  NEAR</a:t>
            </a:r>
          </a:p>
          <a:p>
            <a:pPr eaLnBrk="1" hangingPunct="1"/>
            <a:r>
              <a:rPr lang="en-US" altLang="zh-CN">
                <a:solidFill>
                  <a:srgbClr val="009900"/>
                </a:solidFill>
              </a:rPr>
              <a:t>                 ……</a:t>
            </a:r>
          </a:p>
          <a:p>
            <a:pPr eaLnBrk="1" hangingPunct="1"/>
            <a:r>
              <a:rPr lang="en-US" altLang="zh-CN">
                <a:solidFill>
                  <a:srgbClr val="009900"/>
                </a:solidFill>
              </a:rPr>
              <a:t>                 RET</a:t>
            </a:r>
          </a:p>
          <a:p>
            <a:pPr eaLnBrk="1" hangingPunct="1"/>
            <a:r>
              <a:rPr lang="zh-CN" altLang="en-US">
                <a:solidFill>
                  <a:srgbClr val="009900"/>
                </a:solidFill>
              </a:rPr>
              <a:t>过程名</a:t>
            </a:r>
            <a:r>
              <a:rPr lang="en-US" altLang="zh-CN">
                <a:solidFill>
                  <a:srgbClr val="009900"/>
                </a:solidFill>
              </a:rPr>
              <a:t>2   ENDP</a:t>
            </a:r>
          </a:p>
          <a:p>
            <a:pPr eaLnBrk="1" hangingPunct="1"/>
            <a:r>
              <a:rPr lang="en-US" altLang="zh-CN"/>
              <a:t>……</a:t>
            </a:r>
          </a:p>
          <a:p>
            <a:pPr eaLnBrk="1" hangingPunct="1"/>
            <a:r>
              <a:rPr lang="en-US" altLang="zh-CN"/>
              <a:t>……</a:t>
            </a:r>
          </a:p>
          <a:p>
            <a:pPr eaLnBrk="1" hangingPunct="1"/>
            <a:r>
              <a:rPr lang="zh-CN" altLang="en-US">
                <a:solidFill>
                  <a:srgbClr val="FF0000"/>
                </a:solidFill>
              </a:rPr>
              <a:t>代码段名    </a:t>
            </a:r>
            <a:r>
              <a:rPr lang="en-US" altLang="zh-CN">
                <a:solidFill>
                  <a:srgbClr val="FF0000"/>
                </a:solidFill>
              </a:rPr>
              <a:t>ENDS</a:t>
            </a:r>
          </a:p>
        </p:txBody>
      </p:sp>
      <p:sp>
        <p:nvSpPr>
          <p:cNvPr id="53252" name="AutoShape 3">
            <a:extLst>
              <a:ext uri="{FF2B5EF4-FFF2-40B4-BE49-F238E27FC236}">
                <a16:creationId xmlns:a16="http://schemas.microsoft.com/office/drawing/2014/main" id="{9CC9BE6B-EE70-4637-BB14-1FA39162A235}"/>
              </a:ext>
            </a:extLst>
          </p:cNvPr>
          <p:cNvSpPr>
            <a:spLocks/>
          </p:cNvSpPr>
          <p:nvPr/>
        </p:nvSpPr>
        <p:spPr bwMode="auto">
          <a:xfrm>
            <a:off x="3803650" y="1441450"/>
            <a:ext cx="381000" cy="1143000"/>
          </a:xfrm>
          <a:prstGeom prst="rightBrace">
            <a:avLst>
              <a:gd name="adj1" fmla="val 25000"/>
              <a:gd name="adj2" fmla="val 50000"/>
            </a:avLst>
          </a:prstGeom>
          <a:noFill/>
          <a:ln w="381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53253" name="AutoShape 4">
            <a:extLst>
              <a:ext uri="{FF2B5EF4-FFF2-40B4-BE49-F238E27FC236}">
                <a16:creationId xmlns:a16="http://schemas.microsoft.com/office/drawing/2014/main" id="{99F98A51-2C4E-4C15-9C1F-AFD18AC894FF}"/>
              </a:ext>
            </a:extLst>
          </p:cNvPr>
          <p:cNvSpPr>
            <a:spLocks/>
          </p:cNvSpPr>
          <p:nvPr/>
        </p:nvSpPr>
        <p:spPr bwMode="auto">
          <a:xfrm>
            <a:off x="4032250" y="2965450"/>
            <a:ext cx="381000" cy="1143000"/>
          </a:xfrm>
          <a:prstGeom prst="rightBrace">
            <a:avLst>
              <a:gd name="adj1" fmla="val 25000"/>
              <a:gd name="adj2" fmla="val 50000"/>
            </a:avLst>
          </a:prstGeom>
          <a:noFill/>
          <a:ln w="381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53254" name="AutoShape 5">
            <a:extLst>
              <a:ext uri="{FF2B5EF4-FFF2-40B4-BE49-F238E27FC236}">
                <a16:creationId xmlns:a16="http://schemas.microsoft.com/office/drawing/2014/main" id="{42B41D4B-A57A-4C2E-A830-D6A00DEDC96D}"/>
              </a:ext>
            </a:extLst>
          </p:cNvPr>
          <p:cNvSpPr>
            <a:spLocks/>
          </p:cNvSpPr>
          <p:nvPr/>
        </p:nvSpPr>
        <p:spPr bwMode="auto">
          <a:xfrm flipH="1">
            <a:off x="374650" y="1136650"/>
            <a:ext cx="381000" cy="3962400"/>
          </a:xfrm>
          <a:prstGeom prst="rightBrace">
            <a:avLst>
              <a:gd name="adj1" fmla="val 86667"/>
              <a:gd name="adj2" fmla="val 50000"/>
            </a:avLst>
          </a:prstGeom>
          <a:noFill/>
          <a:ln w="381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672774" name="Text Box 6">
            <a:extLst>
              <a:ext uri="{FF2B5EF4-FFF2-40B4-BE49-F238E27FC236}">
                <a16:creationId xmlns:a16="http://schemas.microsoft.com/office/drawing/2014/main" id="{72BCC57B-66F2-4AC6-BCEB-4FDFFD6FC39F}"/>
              </a:ext>
            </a:extLst>
          </p:cNvPr>
          <p:cNvSpPr txBox="1">
            <a:spLocks noChangeArrowheads="1"/>
          </p:cNvSpPr>
          <p:nvPr/>
        </p:nvSpPr>
        <p:spPr bwMode="auto">
          <a:xfrm>
            <a:off x="4716463" y="1268413"/>
            <a:ext cx="4176712" cy="3140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n-US" altLang="zh-CN" dirty="0">
                <a:effectLst>
                  <a:outerShdw blurRad="38100" dist="38100" dir="2700000" algn="tl">
                    <a:srgbClr val="C0C0C0"/>
                  </a:outerShdw>
                </a:effectLst>
              </a:rPr>
              <a:t>NAME1    PROC   FAR</a:t>
            </a:r>
          </a:p>
          <a:p>
            <a:pPr eaLnBrk="1" hangingPunct="1">
              <a:defRPr/>
            </a:pPr>
            <a:r>
              <a:rPr lang="en-US" altLang="zh-CN" dirty="0">
                <a:effectLst>
                  <a:outerShdw blurRad="38100" dist="38100" dir="2700000" algn="tl">
                    <a:srgbClr val="C0C0C0"/>
                  </a:outerShdw>
                </a:effectLst>
              </a:rPr>
              <a:t>                       ┆</a:t>
            </a:r>
          </a:p>
          <a:p>
            <a:pPr eaLnBrk="1" hangingPunct="1">
              <a:defRPr/>
            </a:pPr>
            <a:r>
              <a:rPr lang="en-US" altLang="zh-CN" dirty="0">
                <a:effectLst>
                  <a:outerShdw blurRad="38100" dist="38100" dir="2700000" algn="tl">
                    <a:srgbClr val="C0C0C0"/>
                  </a:outerShdw>
                </a:effectLst>
              </a:rPr>
              <a:t>                  CALL   NAME2</a:t>
            </a:r>
          </a:p>
          <a:p>
            <a:pPr eaLnBrk="1" hangingPunct="1">
              <a:defRPr/>
            </a:pPr>
            <a:r>
              <a:rPr lang="en-US" altLang="zh-CN" dirty="0">
                <a:effectLst>
                  <a:outerShdw blurRad="38100" dist="38100" dir="2700000" algn="tl">
                    <a:srgbClr val="C0C0C0"/>
                  </a:outerShdw>
                </a:effectLst>
              </a:rPr>
              <a:t>                       ┆</a:t>
            </a:r>
          </a:p>
          <a:p>
            <a:pPr eaLnBrk="1" hangingPunct="1">
              <a:defRPr/>
            </a:pPr>
            <a:r>
              <a:rPr lang="en-US" altLang="zh-CN" dirty="0">
                <a:effectLst>
                  <a:outerShdw blurRad="38100" dist="38100" dir="2700000" algn="tl">
                    <a:srgbClr val="C0C0C0"/>
                  </a:outerShdw>
                </a:effectLst>
              </a:rPr>
              <a:t>                  RET</a:t>
            </a:r>
          </a:p>
          <a:p>
            <a:pPr eaLnBrk="1" hangingPunct="1">
              <a:defRPr/>
            </a:pPr>
            <a:r>
              <a:rPr lang="en-US" altLang="zh-CN" dirty="0">
                <a:effectLst>
                  <a:outerShdw blurRad="38100" dist="38100" dir="2700000" algn="tl">
                    <a:srgbClr val="C0C0C0"/>
                  </a:outerShdw>
                </a:effectLst>
              </a:rPr>
              <a:t>                  </a:t>
            </a:r>
            <a:r>
              <a:rPr lang="en-US" altLang="zh-CN" dirty="0">
                <a:solidFill>
                  <a:srgbClr val="FF0000"/>
                </a:solidFill>
                <a:effectLst>
                  <a:outerShdw blurRad="38100" dist="38100" dir="2700000" algn="tl">
                    <a:srgbClr val="C0C0C0"/>
                  </a:outerShdw>
                </a:effectLst>
              </a:rPr>
              <a:t>NAME2    PROC  NEAR</a:t>
            </a:r>
          </a:p>
          <a:p>
            <a:pPr eaLnBrk="1" hangingPunct="1">
              <a:defRPr/>
            </a:pPr>
            <a:r>
              <a:rPr lang="en-US" altLang="zh-CN" dirty="0">
                <a:solidFill>
                  <a:srgbClr val="FF0000"/>
                </a:solidFill>
                <a:effectLst>
                  <a:outerShdw blurRad="38100" dist="38100" dir="2700000" algn="tl">
                    <a:srgbClr val="C0C0C0"/>
                  </a:outerShdw>
                </a:effectLst>
              </a:rPr>
              <a:t>                                    ┆</a:t>
            </a:r>
          </a:p>
          <a:p>
            <a:pPr eaLnBrk="1" hangingPunct="1">
              <a:defRPr/>
            </a:pPr>
            <a:r>
              <a:rPr lang="en-US" altLang="zh-CN" dirty="0">
                <a:solidFill>
                  <a:srgbClr val="FF0000"/>
                </a:solidFill>
                <a:effectLst>
                  <a:outerShdw blurRad="38100" dist="38100" dir="2700000" algn="tl">
                    <a:srgbClr val="C0C0C0"/>
                  </a:outerShdw>
                </a:effectLst>
              </a:rPr>
              <a:t>                                    RET  </a:t>
            </a:r>
          </a:p>
          <a:p>
            <a:pPr eaLnBrk="1" hangingPunct="1">
              <a:defRPr/>
            </a:pPr>
            <a:r>
              <a:rPr lang="en-US" altLang="zh-CN" dirty="0">
                <a:solidFill>
                  <a:srgbClr val="FF0000"/>
                </a:solidFill>
                <a:effectLst>
                  <a:outerShdw blurRad="38100" dist="38100" dir="2700000" algn="tl">
                    <a:srgbClr val="C0C0C0"/>
                  </a:outerShdw>
                </a:effectLst>
              </a:rPr>
              <a:t>                  NAME2   ENDP</a:t>
            </a:r>
          </a:p>
          <a:p>
            <a:pPr eaLnBrk="1" hangingPunct="1">
              <a:defRPr/>
            </a:pPr>
            <a:r>
              <a:rPr lang="en-US" altLang="zh-CN" dirty="0">
                <a:effectLst>
                  <a:outerShdw blurRad="38100" dist="38100" dir="2700000" algn="tl">
                    <a:srgbClr val="C0C0C0"/>
                  </a:outerShdw>
                </a:effectLst>
              </a:rPr>
              <a:t>NAME1    ENDP </a:t>
            </a:r>
            <a:r>
              <a:rPr lang="en-US" altLang="zh-CN" sz="1800" dirty="0"/>
              <a:t>                  </a:t>
            </a:r>
          </a:p>
        </p:txBody>
      </p:sp>
      <p:sp>
        <p:nvSpPr>
          <p:cNvPr id="53256" name="Line 7">
            <a:extLst>
              <a:ext uri="{FF2B5EF4-FFF2-40B4-BE49-F238E27FC236}">
                <a16:creationId xmlns:a16="http://schemas.microsoft.com/office/drawing/2014/main" id="{8F9D45D5-375D-4B24-961B-892F3560CA60}"/>
              </a:ext>
            </a:extLst>
          </p:cNvPr>
          <p:cNvSpPr>
            <a:spLocks noChangeShapeType="1"/>
          </p:cNvSpPr>
          <p:nvPr/>
        </p:nvSpPr>
        <p:spPr bwMode="auto">
          <a:xfrm>
            <a:off x="4572000" y="549275"/>
            <a:ext cx="0" cy="5688013"/>
          </a:xfrm>
          <a:prstGeom prst="line">
            <a:avLst/>
          </a:prstGeom>
          <a:noFill/>
          <a:ln w="381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53257" name="Text Box 8">
            <a:extLst>
              <a:ext uri="{FF2B5EF4-FFF2-40B4-BE49-F238E27FC236}">
                <a16:creationId xmlns:a16="http://schemas.microsoft.com/office/drawing/2014/main" id="{1D78D41D-6F32-4DDF-A748-403576B2F689}"/>
              </a:ext>
            </a:extLst>
          </p:cNvPr>
          <p:cNvSpPr txBox="1">
            <a:spLocks noChangeArrowheads="1"/>
          </p:cNvSpPr>
          <p:nvPr/>
        </p:nvSpPr>
        <p:spPr bwMode="auto">
          <a:xfrm>
            <a:off x="5076825" y="5649913"/>
            <a:ext cx="2952750" cy="1004887"/>
          </a:xfrm>
          <a:prstGeom prst="rect">
            <a:avLst/>
          </a:prstGeom>
          <a:noFill/>
          <a:ln>
            <a:noFill/>
          </a:ln>
          <a:effectLst/>
          <a:extLst>
            <a:ext uri="{909E8E84-426E-40DD-AFC4-6F175D3DCCD1}">
              <a14:hiddenFill xmlns:a14="http://schemas.microsoft.com/office/drawing/2010/main">
                <a:gradFill rotWithShape="0">
                  <a:gsLst>
                    <a:gs pos="0">
                      <a:srgbClr val="47182F"/>
                    </a:gs>
                    <a:gs pos="100000">
                      <a:srgbClr val="993366"/>
                    </a:gs>
                  </a:gsLst>
                  <a:lin ang="5400000" scaled="1"/>
                </a:gradFill>
              </a14:hiddenFill>
            </a:ext>
            <a:ext uri="{91240B29-F687-4F45-9708-019B960494DF}">
              <a14:hiddenLine xmlns:a14="http://schemas.microsoft.com/office/drawing/2010/main" w="9525" algn="ctr">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a:solidFill>
                  <a:srgbClr val="FF0000"/>
                </a:solidFill>
              </a:rPr>
              <a:t>过程的定义和调用</a:t>
            </a:r>
          </a:p>
          <a:p>
            <a:pPr eaLnBrk="1" hangingPunct="1">
              <a:spcBef>
                <a:spcPct val="50000"/>
              </a:spcBef>
            </a:pPr>
            <a:r>
              <a:rPr lang="zh-CN" altLang="en-US">
                <a:solidFill>
                  <a:srgbClr val="FF0000"/>
                </a:solidFill>
              </a:rPr>
              <a:t>均可嵌套</a:t>
            </a:r>
          </a:p>
        </p:txBody>
      </p:sp>
    </p:spTree>
    <p:custDataLst>
      <p:tags r:id="rId1"/>
    </p:custDataLst>
  </p:cSld>
  <p:clrMapOvr>
    <a:masterClrMapping/>
  </p:clrMapOvr>
  <p:transition>
    <p:random/>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6">
            <a:extLst>
              <a:ext uri="{FF2B5EF4-FFF2-40B4-BE49-F238E27FC236}">
                <a16:creationId xmlns:a16="http://schemas.microsoft.com/office/drawing/2014/main" id="{6EC931C7-AA9B-4FA5-9949-53D483CC083C}"/>
              </a:ext>
            </a:extLst>
          </p:cNvPr>
          <p:cNvSpPr>
            <a:spLocks noGrp="1"/>
          </p:cNvSpPr>
          <p:nvPr>
            <p:ph type="sldNum" sz="quarter" idx="12"/>
          </p:nvPr>
        </p:nvSpPr>
        <p:spPr/>
        <p:txBody>
          <a:bodyPr/>
          <a:lstStyle/>
          <a:p>
            <a:pPr>
              <a:defRPr/>
            </a:pPr>
            <a:fld id="{B39C037C-173B-4061-A262-6250D28C50BF}" type="slidenum">
              <a:rPr lang="en-US" altLang="zh-CN"/>
              <a:pPr>
                <a:defRPr/>
              </a:pPr>
              <a:t>47</a:t>
            </a:fld>
            <a:endParaRPr lang="en-US" altLang="zh-CN"/>
          </a:p>
        </p:txBody>
      </p:sp>
      <p:sp>
        <p:nvSpPr>
          <p:cNvPr id="54275" name="Text Box 2">
            <a:extLst>
              <a:ext uri="{FF2B5EF4-FFF2-40B4-BE49-F238E27FC236}">
                <a16:creationId xmlns:a16="http://schemas.microsoft.com/office/drawing/2014/main" id="{369E1C1E-97AF-4E01-98AC-DEF5AA59CE7D}"/>
              </a:ext>
            </a:extLst>
          </p:cNvPr>
          <p:cNvSpPr txBox="1">
            <a:spLocks noChangeArrowheads="1"/>
          </p:cNvSpPr>
          <p:nvPr/>
        </p:nvSpPr>
        <p:spPr bwMode="auto">
          <a:xfrm>
            <a:off x="1547813" y="476250"/>
            <a:ext cx="2232025" cy="2682875"/>
          </a:xfrm>
          <a:prstGeom prst="rect">
            <a:avLst/>
          </a:prstGeom>
          <a:noFill/>
          <a:ln>
            <a:noFill/>
          </a:ln>
          <a:effectLst/>
          <a:extLst>
            <a:ext uri="{909E8E84-426E-40DD-AFC4-6F175D3DCCD1}">
              <a14:hiddenFill xmlns:a14="http://schemas.microsoft.com/office/drawing/2010/main">
                <a:gradFill rotWithShape="0">
                  <a:gsLst>
                    <a:gs pos="0">
                      <a:srgbClr val="47182F"/>
                    </a:gs>
                    <a:gs pos="100000">
                      <a:srgbClr val="993366"/>
                    </a:gs>
                  </a:gsLst>
                  <a:lin ang="5400000" scaled="1"/>
                </a:gradFill>
              </a14:hiddenFill>
            </a:ext>
            <a:ext uri="{91240B29-F687-4F45-9708-019B960494DF}">
              <a14:hiddenLine xmlns:a14="http://schemas.microsoft.com/office/drawing/2010/main" w="9525" algn="ctr">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a:t>
            </a:r>
          </a:p>
          <a:p>
            <a:pPr eaLnBrk="1" hangingPunct="1">
              <a:spcBef>
                <a:spcPct val="50000"/>
              </a:spcBef>
            </a:pPr>
            <a:r>
              <a:rPr lang="en-US" altLang="zh-CN"/>
              <a:t>——————</a:t>
            </a:r>
          </a:p>
          <a:p>
            <a:pPr eaLnBrk="1" hangingPunct="1">
              <a:spcBef>
                <a:spcPct val="50000"/>
              </a:spcBef>
            </a:pPr>
            <a:r>
              <a:rPr lang="en-US" altLang="zh-CN"/>
              <a:t>CALL   PPP</a:t>
            </a:r>
          </a:p>
          <a:p>
            <a:pPr eaLnBrk="1" hangingPunct="1">
              <a:spcBef>
                <a:spcPct val="50000"/>
              </a:spcBef>
            </a:pPr>
            <a:r>
              <a:rPr lang="en-US" altLang="zh-CN"/>
              <a:t>——————</a:t>
            </a:r>
          </a:p>
          <a:p>
            <a:pPr eaLnBrk="1" hangingPunct="1">
              <a:spcBef>
                <a:spcPct val="50000"/>
              </a:spcBef>
            </a:pPr>
            <a:r>
              <a:rPr lang="en-US" altLang="zh-CN"/>
              <a:t>——————</a:t>
            </a:r>
          </a:p>
          <a:p>
            <a:pPr eaLnBrk="1" hangingPunct="1">
              <a:spcBef>
                <a:spcPct val="50000"/>
              </a:spcBef>
            </a:pPr>
            <a:r>
              <a:rPr lang="en-US" altLang="zh-CN"/>
              <a:t>——————</a:t>
            </a:r>
          </a:p>
        </p:txBody>
      </p:sp>
      <p:sp>
        <p:nvSpPr>
          <p:cNvPr id="54276" name="Text Box 3">
            <a:extLst>
              <a:ext uri="{FF2B5EF4-FFF2-40B4-BE49-F238E27FC236}">
                <a16:creationId xmlns:a16="http://schemas.microsoft.com/office/drawing/2014/main" id="{AF31585F-815C-48F8-B658-ADCEDAFE9FE2}"/>
              </a:ext>
            </a:extLst>
          </p:cNvPr>
          <p:cNvSpPr txBox="1">
            <a:spLocks noChangeArrowheads="1"/>
          </p:cNvSpPr>
          <p:nvPr/>
        </p:nvSpPr>
        <p:spPr bwMode="auto">
          <a:xfrm>
            <a:off x="5148263" y="836613"/>
            <a:ext cx="3311525" cy="1768475"/>
          </a:xfrm>
          <a:prstGeom prst="rect">
            <a:avLst/>
          </a:prstGeom>
          <a:noFill/>
          <a:ln>
            <a:noFill/>
          </a:ln>
          <a:effectLst/>
          <a:extLst>
            <a:ext uri="{909E8E84-426E-40DD-AFC4-6F175D3DCCD1}">
              <a14:hiddenFill xmlns:a14="http://schemas.microsoft.com/office/drawing/2010/main">
                <a:gradFill rotWithShape="0">
                  <a:gsLst>
                    <a:gs pos="0">
                      <a:srgbClr val="47182F"/>
                    </a:gs>
                    <a:gs pos="100000">
                      <a:srgbClr val="993366"/>
                    </a:gs>
                  </a:gsLst>
                  <a:lin ang="5400000" scaled="1"/>
                </a:gradFill>
              </a14:hiddenFill>
            </a:ext>
            <a:ext uri="{91240B29-F687-4F45-9708-019B960494DF}">
              <a14:hiddenLine xmlns:a14="http://schemas.microsoft.com/office/drawing/2010/main" w="9525" algn="ctr">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PPP   PROC   NEAR</a:t>
            </a:r>
          </a:p>
          <a:p>
            <a:pPr eaLnBrk="1" hangingPunct="1">
              <a:spcBef>
                <a:spcPct val="50000"/>
              </a:spcBef>
            </a:pPr>
            <a:r>
              <a:rPr lang="en-US" altLang="zh-CN"/>
              <a:t>          MOV AX,1234H</a:t>
            </a:r>
          </a:p>
          <a:p>
            <a:pPr eaLnBrk="1" hangingPunct="1">
              <a:spcBef>
                <a:spcPct val="50000"/>
              </a:spcBef>
            </a:pPr>
            <a:r>
              <a:rPr lang="en-US" altLang="zh-CN"/>
              <a:t>          RET   </a:t>
            </a:r>
          </a:p>
          <a:p>
            <a:pPr eaLnBrk="1" hangingPunct="1">
              <a:spcBef>
                <a:spcPct val="50000"/>
              </a:spcBef>
            </a:pPr>
            <a:r>
              <a:rPr lang="en-US" altLang="zh-CN"/>
              <a:t>PPP  ENDP</a:t>
            </a:r>
          </a:p>
        </p:txBody>
      </p:sp>
      <p:sp>
        <p:nvSpPr>
          <p:cNvPr id="54277" name="Line 4">
            <a:extLst>
              <a:ext uri="{FF2B5EF4-FFF2-40B4-BE49-F238E27FC236}">
                <a16:creationId xmlns:a16="http://schemas.microsoft.com/office/drawing/2014/main" id="{8FE00ABD-5045-4CB9-A1C3-C33A57F6142D}"/>
              </a:ext>
            </a:extLst>
          </p:cNvPr>
          <p:cNvSpPr>
            <a:spLocks noChangeShapeType="1"/>
          </p:cNvSpPr>
          <p:nvPr/>
        </p:nvSpPr>
        <p:spPr bwMode="auto">
          <a:xfrm flipV="1">
            <a:off x="3132138" y="1484313"/>
            <a:ext cx="2592387" cy="144462"/>
          </a:xfrm>
          <a:prstGeom prst="line">
            <a:avLst/>
          </a:prstGeom>
          <a:noFill/>
          <a:ln w="28575">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54278" name="Line 5">
            <a:extLst>
              <a:ext uri="{FF2B5EF4-FFF2-40B4-BE49-F238E27FC236}">
                <a16:creationId xmlns:a16="http://schemas.microsoft.com/office/drawing/2014/main" id="{3003E2FE-7E5E-4929-9178-9868E1E12C94}"/>
              </a:ext>
            </a:extLst>
          </p:cNvPr>
          <p:cNvSpPr>
            <a:spLocks noChangeShapeType="1"/>
          </p:cNvSpPr>
          <p:nvPr/>
        </p:nvSpPr>
        <p:spPr bwMode="auto">
          <a:xfrm>
            <a:off x="5724525" y="1557338"/>
            <a:ext cx="0" cy="431800"/>
          </a:xfrm>
          <a:prstGeom prst="line">
            <a:avLst/>
          </a:prstGeom>
          <a:noFill/>
          <a:ln w="28575">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54279" name="Line 6">
            <a:extLst>
              <a:ext uri="{FF2B5EF4-FFF2-40B4-BE49-F238E27FC236}">
                <a16:creationId xmlns:a16="http://schemas.microsoft.com/office/drawing/2014/main" id="{DF1F4BA8-26E0-4B97-BF51-45A40E4AA143}"/>
              </a:ext>
            </a:extLst>
          </p:cNvPr>
          <p:cNvSpPr>
            <a:spLocks noChangeShapeType="1"/>
          </p:cNvSpPr>
          <p:nvPr/>
        </p:nvSpPr>
        <p:spPr bwMode="auto">
          <a:xfrm flipH="1">
            <a:off x="3276600" y="2060575"/>
            <a:ext cx="2447925" cy="0"/>
          </a:xfrm>
          <a:prstGeom prst="line">
            <a:avLst/>
          </a:prstGeom>
          <a:noFill/>
          <a:ln w="28575">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Tree>
    <p:custDataLst>
      <p:tags r:id="rId1"/>
    </p:custDataLst>
  </p:cSld>
  <p:clrMapOvr>
    <a:masterClrMapping/>
  </p:clrMapOvr>
  <p:transition>
    <p:random/>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703C2164-D5E5-422E-B497-9C37220D0114}"/>
              </a:ext>
            </a:extLst>
          </p:cNvPr>
          <p:cNvSpPr txBox="1">
            <a:spLocks/>
          </p:cNvSpPr>
          <p:nvPr/>
        </p:nvSpPr>
        <p:spPr>
          <a:xfrm>
            <a:off x="457200" y="981075"/>
            <a:ext cx="8229600" cy="5327650"/>
          </a:xfrm>
          <a:prstGeom prst="rect">
            <a:avLst/>
          </a:prstGeom>
        </p:spPr>
        <p:txBody>
          <a:bodyPr>
            <a:normAutofit/>
          </a:bodyPr>
          <a:lstStyle/>
          <a:p>
            <a:pPr marL="274320" indent="-274320" eaLnBrk="1" fontAlgn="auto" hangingPunct="1">
              <a:spcBef>
                <a:spcPct val="20000"/>
              </a:spcBef>
              <a:spcAft>
                <a:spcPts val="1200"/>
              </a:spcAft>
              <a:buClr>
                <a:schemeClr val="accent3"/>
              </a:buClr>
              <a:buSzPct val="95000"/>
              <a:buFont typeface="Wingdings 2"/>
              <a:buNone/>
              <a:defRPr/>
            </a:pPr>
            <a:r>
              <a:rPr lang="en-US" altLang="zh-CN" sz="3600" b="1" dirty="0">
                <a:solidFill>
                  <a:srgbClr val="A50021"/>
                </a:solidFill>
                <a:ea typeface="楷体" pitchFamily="49" charset="-122"/>
                <a:cs typeface="Times New Roman" pitchFamily="18" charset="0"/>
              </a:rPr>
              <a:t>    </a:t>
            </a:r>
            <a:r>
              <a:rPr lang="en-US" altLang="zh-CN" sz="3600" b="1" dirty="0">
                <a:solidFill>
                  <a:srgbClr val="A50021"/>
                </a:solidFill>
                <a:latin typeface="楷体" pitchFamily="49" charset="-122"/>
                <a:ea typeface="楷体" pitchFamily="49" charset="-122"/>
                <a:cs typeface="Times New Roman" pitchFamily="18" charset="0"/>
              </a:rPr>
              <a:t>2. </a:t>
            </a:r>
            <a:r>
              <a:rPr lang="zh-CN" altLang="en-US" sz="3600" b="1" dirty="0">
                <a:solidFill>
                  <a:srgbClr val="A50021"/>
                </a:solidFill>
                <a:latin typeface="楷体" pitchFamily="49" charset="-122"/>
                <a:ea typeface="楷体" pitchFamily="49" charset="-122"/>
                <a:cs typeface="Times New Roman" pitchFamily="18" charset="0"/>
              </a:rPr>
              <a:t>宏定义伪指令</a:t>
            </a:r>
            <a:endParaRPr kumimoji="0" lang="en-US" altLang="zh-CN" sz="3600" b="1" u="none" dirty="0">
              <a:latin typeface="楷体" pitchFamily="49" charset="-122"/>
              <a:ea typeface="楷体" pitchFamily="49" charset="-122"/>
              <a:cs typeface="Times New Roman" pitchFamily="18" charset="0"/>
            </a:endParaRPr>
          </a:p>
          <a:p>
            <a:pPr marL="514350" indent="-514350" eaLnBrk="1" hangingPunct="1">
              <a:spcBef>
                <a:spcPct val="20000"/>
              </a:spcBef>
              <a:buClr>
                <a:srgbClr val="C87608"/>
              </a:buClr>
              <a:buSzPct val="95000"/>
              <a:buFont typeface="Wingdings" pitchFamily="2" charset="2"/>
              <a:buChar char="u"/>
              <a:defRPr/>
            </a:pPr>
            <a:r>
              <a:rPr lang="zh-CN" altLang="zh-CN" sz="2800" b="1" dirty="0">
                <a:solidFill>
                  <a:srgbClr val="FF0000"/>
                </a:solidFill>
              </a:rPr>
              <a:t>宏定义</a:t>
            </a:r>
            <a:r>
              <a:rPr lang="zh-CN" altLang="zh-CN" sz="2800" b="1" dirty="0"/>
              <a:t>伪指令用于定义</a:t>
            </a:r>
            <a:r>
              <a:rPr lang="zh-CN" altLang="zh-CN" sz="2800" b="1" dirty="0">
                <a:solidFill>
                  <a:srgbClr val="FF0000"/>
                </a:solidFill>
              </a:rPr>
              <a:t>宏指令</a:t>
            </a:r>
            <a:r>
              <a:rPr lang="zh-CN" altLang="zh-CN" sz="2800" b="1" dirty="0"/>
              <a:t>，其语句格式如下：</a:t>
            </a:r>
            <a:endParaRPr lang="en-US" altLang="zh-CN" sz="2800" b="1" dirty="0"/>
          </a:p>
          <a:p>
            <a:pPr eaLnBrk="1" hangingPunct="1">
              <a:defRPr/>
            </a:pPr>
            <a:endParaRPr lang="en-US" altLang="zh-CN" b="1" dirty="0">
              <a:latin typeface="黑体" pitchFamily="49" charset="-122"/>
              <a:ea typeface="黑体" pitchFamily="49" charset="-122"/>
            </a:endParaRPr>
          </a:p>
          <a:p>
            <a:pPr eaLnBrk="1" hangingPunct="1">
              <a:defRPr/>
            </a:pPr>
            <a:r>
              <a:rPr lang="en-US" altLang="zh-CN" b="1" dirty="0">
                <a:latin typeface="黑体" pitchFamily="49" charset="-122"/>
                <a:ea typeface="黑体" pitchFamily="49" charset="-122"/>
              </a:rPr>
              <a:t>            </a:t>
            </a:r>
            <a:r>
              <a:rPr lang="zh-CN" altLang="en-US" b="1" dirty="0">
                <a:solidFill>
                  <a:srgbClr val="0000FF"/>
                </a:solidFill>
                <a:latin typeface="黑体" pitchFamily="49" charset="-122"/>
                <a:ea typeface="黑体" pitchFamily="49" charset="-122"/>
              </a:rPr>
              <a:t>宏指令</a:t>
            </a:r>
            <a:r>
              <a:rPr lang="zh-CN" altLang="zh-CN" b="1" dirty="0">
                <a:solidFill>
                  <a:srgbClr val="0000FF"/>
                </a:solidFill>
                <a:latin typeface="黑体" pitchFamily="49" charset="-122"/>
                <a:ea typeface="黑体" pitchFamily="49" charset="-122"/>
              </a:rPr>
              <a:t>名</a:t>
            </a:r>
            <a:r>
              <a:rPr lang="en-US" altLang="zh-CN" b="1" dirty="0">
                <a:latin typeface="黑体" pitchFamily="49" charset="-122"/>
                <a:ea typeface="黑体" pitchFamily="49" charset="-122"/>
              </a:rPr>
              <a:t>  </a:t>
            </a:r>
            <a:r>
              <a:rPr lang="en-US" altLang="zh-CN" b="1" dirty="0">
                <a:solidFill>
                  <a:srgbClr val="FF0000"/>
                </a:solidFill>
                <a:latin typeface="黑体" pitchFamily="49" charset="-122"/>
                <a:ea typeface="黑体" pitchFamily="49" charset="-122"/>
              </a:rPr>
              <a:t>MACRO</a:t>
            </a:r>
            <a:r>
              <a:rPr lang="en-US" altLang="zh-CN" b="1" dirty="0">
                <a:latin typeface="黑体" pitchFamily="49" charset="-122"/>
                <a:ea typeface="黑体" pitchFamily="49" charset="-122"/>
              </a:rPr>
              <a:t>  [</a:t>
            </a:r>
            <a:r>
              <a:rPr lang="zh-CN" altLang="en-US" b="1" dirty="0">
                <a:latin typeface="黑体" pitchFamily="49" charset="-122"/>
                <a:ea typeface="黑体" pitchFamily="49" charset="-122"/>
              </a:rPr>
              <a:t>形式参数表</a:t>
            </a:r>
            <a:r>
              <a:rPr lang="en-US" altLang="zh-CN" b="1" dirty="0">
                <a:latin typeface="黑体" pitchFamily="49" charset="-122"/>
                <a:ea typeface="黑体" pitchFamily="49" charset="-122"/>
              </a:rPr>
              <a:t>]</a:t>
            </a:r>
            <a:endParaRPr lang="zh-CN" altLang="zh-CN" b="1" dirty="0">
              <a:latin typeface="黑体" pitchFamily="49" charset="-122"/>
              <a:ea typeface="黑体" pitchFamily="49" charset="-122"/>
            </a:endParaRPr>
          </a:p>
          <a:p>
            <a:pPr eaLnBrk="1" hangingPunct="1">
              <a:defRPr/>
            </a:pPr>
            <a:r>
              <a:rPr lang="en-US" altLang="zh-CN" b="1" dirty="0">
                <a:latin typeface="黑体" pitchFamily="49" charset="-122"/>
                <a:ea typeface="黑体" pitchFamily="49" charset="-122"/>
              </a:rPr>
              <a:t>                …… ;</a:t>
            </a:r>
            <a:r>
              <a:rPr lang="zh-CN" altLang="en-US" b="1" dirty="0">
                <a:latin typeface="+mn-ea"/>
              </a:rPr>
              <a:t>宏体</a:t>
            </a:r>
            <a:endParaRPr lang="zh-CN" altLang="zh-CN" b="1" dirty="0">
              <a:latin typeface="+mn-ea"/>
            </a:endParaRPr>
          </a:p>
          <a:p>
            <a:pPr eaLnBrk="1" hangingPunct="1">
              <a:defRPr/>
            </a:pPr>
            <a:r>
              <a:rPr lang="en-US" altLang="zh-CN" b="1" dirty="0">
                <a:latin typeface="黑体" pitchFamily="49" charset="-122"/>
                <a:ea typeface="黑体" pitchFamily="49" charset="-122"/>
              </a:rPr>
              <a:t>            </a:t>
            </a:r>
            <a:r>
              <a:rPr lang="en-US" altLang="zh-CN" b="1" dirty="0">
                <a:solidFill>
                  <a:srgbClr val="FF0000"/>
                </a:solidFill>
                <a:latin typeface="黑体" pitchFamily="49" charset="-122"/>
                <a:ea typeface="黑体" pitchFamily="49" charset="-122"/>
              </a:rPr>
              <a:t>ENDM</a:t>
            </a:r>
          </a:p>
          <a:p>
            <a:pPr eaLnBrk="1" hangingPunct="1">
              <a:defRPr/>
            </a:pPr>
            <a:endParaRPr lang="zh-CN" altLang="zh-CN" b="1" dirty="0">
              <a:solidFill>
                <a:srgbClr val="FF0000"/>
              </a:solidFill>
              <a:latin typeface="黑体" pitchFamily="49" charset="-122"/>
              <a:ea typeface="黑体" pitchFamily="49" charset="-122"/>
            </a:endParaRPr>
          </a:p>
          <a:p>
            <a:pPr marL="514350" indent="-514350" eaLnBrk="1" hangingPunct="1">
              <a:spcBef>
                <a:spcPct val="20000"/>
              </a:spcBef>
              <a:buClr>
                <a:srgbClr val="C87608"/>
              </a:buClr>
              <a:buSzPct val="95000"/>
              <a:buFont typeface="Wingdings" pitchFamily="2" charset="2"/>
              <a:buChar char="u"/>
              <a:defRPr/>
            </a:pPr>
            <a:r>
              <a:rPr lang="zh-CN" altLang="zh-CN" sz="2800" b="1" dirty="0"/>
              <a:t>宏指令经定义后，即可在程序中使用，称为</a:t>
            </a:r>
            <a:r>
              <a:rPr lang="zh-CN" altLang="zh-CN" sz="2800" b="1" dirty="0">
                <a:solidFill>
                  <a:srgbClr val="FF0000"/>
                </a:solidFill>
              </a:rPr>
              <a:t>宏调用</a:t>
            </a:r>
            <a:r>
              <a:rPr lang="zh-CN" altLang="zh-CN" sz="2800" b="1" dirty="0"/>
              <a:t>。</a:t>
            </a:r>
            <a:endParaRPr lang="en-US" altLang="zh-CN" sz="2800" b="1" dirty="0">
              <a:cs typeface="Times New Roman" pitchFamily="18" charset="0"/>
            </a:endParaRPr>
          </a:p>
          <a:p>
            <a:pPr eaLnBrk="1" hangingPunct="1">
              <a:defRPr/>
            </a:pPr>
            <a:endParaRPr lang="en-US" altLang="zh-CN" b="1" dirty="0"/>
          </a:p>
        </p:txBody>
      </p:sp>
    </p:spTree>
    <p:custDataLst>
      <p:tags r:id="rId1"/>
    </p:custDataLst>
  </p:cSld>
  <p:clrMapOvr>
    <a:masterClrMapping/>
  </p:clrMapOvr>
  <p:transition>
    <p:random/>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6322" name="Group 2">
            <a:extLst>
              <a:ext uri="{FF2B5EF4-FFF2-40B4-BE49-F238E27FC236}">
                <a16:creationId xmlns:a16="http://schemas.microsoft.com/office/drawing/2014/main" id="{1E6C664E-57E0-4405-8B0A-D07027E22E93}"/>
              </a:ext>
            </a:extLst>
          </p:cNvPr>
          <p:cNvGrpSpPr>
            <a:grpSpLocks/>
          </p:cNvGrpSpPr>
          <p:nvPr/>
        </p:nvGrpSpPr>
        <p:grpSpPr bwMode="auto">
          <a:xfrm>
            <a:off x="1828800" y="1676400"/>
            <a:ext cx="6781800" cy="2225675"/>
            <a:chOff x="768" y="1680"/>
            <a:chExt cx="4272" cy="1402"/>
          </a:xfrm>
        </p:grpSpPr>
        <p:sp>
          <p:nvSpPr>
            <p:cNvPr id="56325" name="Text Box 3">
              <a:extLst>
                <a:ext uri="{FF2B5EF4-FFF2-40B4-BE49-F238E27FC236}">
                  <a16:creationId xmlns:a16="http://schemas.microsoft.com/office/drawing/2014/main" id="{226685FB-5227-4908-9B0D-18815A01D238}"/>
                </a:ext>
              </a:extLst>
            </p:cNvPr>
            <p:cNvSpPr txBox="1">
              <a:spLocks noChangeArrowheads="1"/>
            </p:cNvSpPr>
            <p:nvPr/>
          </p:nvSpPr>
          <p:spPr bwMode="auto">
            <a:xfrm>
              <a:off x="2736" y="1680"/>
              <a:ext cx="9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dash"/>
                  <a:miter lim="800000"/>
                  <a:headEnd/>
                  <a:tailEnd/>
                </a14:hiddenLine>
              </a:ext>
            </a:extLst>
          </p:spPr>
          <p:txBody>
            <a:bodyP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algn="just">
                <a:spcBef>
                  <a:spcPct val="50000"/>
                </a:spcBef>
                <a:buClrTx/>
                <a:buFontTx/>
                <a:buNone/>
              </a:pPr>
              <a:r>
                <a:rPr lang="zh-CN" altLang="en-US" u="none">
                  <a:solidFill>
                    <a:srgbClr val="0000FF"/>
                  </a:solidFill>
                  <a:ea typeface="楷体_GB2312" pitchFamily="49" charset="-122"/>
                </a:rPr>
                <a:t>汇编程序</a:t>
              </a:r>
            </a:p>
          </p:txBody>
        </p:sp>
        <p:sp>
          <p:nvSpPr>
            <p:cNvPr id="56326" name="Text Box 4">
              <a:extLst>
                <a:ext uri="{FF2B5EF4-FFF2-40B4-BE49-F238E27FC236}">
                  <a16:creationId xmlns:a16="http://schemas.microsoft.com/office/drawing/2014/main" id="{83A53421-860E-444A-84E0-77C2203841F5}"/>
                </a:ext>
              </a:extLst>
            </p:cNvPr>
            <p:cNvSpPr txBox="1">
              <a:spLocks noChangeArrowheads="1"/>
            </p:cNvSpPr>
            <p:nvPr/>
          </p:nvSpPr>
          <p:spPr bwMode="auto">
            <a:xfrm>
              <a:off x="768" y="1680"/>
              <a:ext cx="9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dash"/>
                  <a:miter lim="800000"/>
                  <a:headEnd/>
                  <a:tailEnd/>
                </a14:hiddenLine>
              </a:ext>
            </a:extLst>
          </p:spPr>
          <p:txBody>
            <a:bodyP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algn="just">
                <a:spcBef>
                  <a:spcPct val="50000"/>
                </a:spcBef>
                <a:buClrTx/>
                <a:buFontTx/>
                <a:buNone/>
              </a:pPr>
              <a:r>
                <a:rPr lang="zh-CN" altLang="en-US" u="none">
                  <a:solidFill>
                    <a:srgbClr val="000000"/>
                  </a:solidFill>
                  <a:ea typeface="楷体_GB2312" pitchFamily="49" charset="-122"/>
                </a:rPr>
                <a:t>编辑程序</a:t>
              </a:r>
            </a:p>
          </p:txBody>
        </p:sp>
        <p:sp>
          <p:nvSpPr>
            <p:cNvPr id="56327" name="Text Box 5">
              <a:extLst>
                <a:ext uri="{FF2B5EF4-FFF2-40B4-BE49-F238E27FC236}">
                  <a16:creationId xmlns:a16="http://schemas.microsoft.com/office/drawing/2014/main" id="{B123925B-5EA4-476E-80B6-7C20797E3894}"/>
                </a:ext>
              </a:extLst>
            </p:cNvPr>
            <p:cNvSpPr txBox="1">
              <a:spLocks noChangeArrowheads="1"/>
            </p:cNvSpPr>
            <p:nvPr/>
          </p:nvSpPr>
          <p:spPr bwMode="auto">
            <a:xfrm>
              <a:off x="4032" y="2304"/>
              <a:ext cx="9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dash"/>
                  <a:miter lim="800000"/>
                  <a:headEnd/>
                  <a:tailEnd/>
                </a14:hiddenLine>
              </a:ext>
            </a:extLst>
          </p:spPr>
          <p:txBody>
            <a:bodyP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algn="just">
                <a:spcBef>
                  <a:spcPct val="50000"/>
                </a:spcBef>
                <a:buClrTx/>
                <a:buFontTx/>
                <a:buNone/>
              </a:pPr>
              <a:r>
                <a:rPr lang="zh-CN" altLang="en-US" u="none">
                  <a:solidFill>
                    <a:srgbClr val="000000"/>
                  </a:solidFill>
                  <a:ea typeface="楷体_GB2312" pitchFamily="49" charset="-122"/>
                </a:rPr>
                <a:t>连接程序</a:t>
              </a:r>
            </a:p>
          </p:txBody>
        </p:sp>
        <p:sp>
          <p:nvSpPr>
            <p:cNvPr id="56328" name="Line 6">
              <a:extLst>
                <a:ext uri="{FF2B5EF4-FFF2-40B4-BE49-F238E27FC236}">
                  <a16:creationId xmlns:a16="http://schemas.microsoft.com/office/drawing/2014/main" id="{D31502F2-5154-478D-9DC2-935CBD810217}"/>
                </a:ext>
              </a:extLst>
            </p:cNvPr>
            <p:cNvSpPr>
              <a:spLocks noChangeShapeType="1"/>
            </p:cNvSpPr>
            <p:nvPr/>
          </p:nvSpPr>
          <p:spPr bwMode="auto">
            <a:xfrm>
              <a:off x="816" y="1968"/>
              <a:ext cx="76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6329" name="Text Box 7">
              <a:extLst>
                <a:ext uri="{FF2B5EF4-FFF2-40B4-BE49-F238E27FC236}">
                  <a16:creationId xmlns:a16="http://schemas.microsoft.com/office/drawing/2014/main" id="{14591FC6-BDC7-481F-B664-3EEF8B611F47}"/>
                </a:ext>
              </a:extLst>
            </p:cNvPr>
            <p:cNvSpPr txBox="1">
              <a:spLocks noChangeArrowheads="1"/>
            </p:cNvSpPr>
            <p:nvPr/>
          </p:nvSpPr>
          <p:spPr bwMode="auto">
            <a:xfrm>
              <a:off x="1536" y="1824"/>
              <a:ext cx="148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dash"/>
                  <a:miter lim="800000"/>
                  <a:headEnd/>
                  <a:tailEnd/>
                </a14:hiddenLine>
              </a:ext>
            </a:extLst>
          </p:spPr>
          <p:txBody>
            <a:bodyP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algn="just">
                <a:spcBef>
                  <a:spcPct val="50000"/>
                </a:spcBef>
                <a:buClrTx/>
                <a:buFontTx/>
                <a:buNone/>
              </a:pPr>
              <a:r>
                <a:rPr lang="en-US" altLang="zh-CN" sz="2000" i="1" u="none">
                  <a:solidFill>
                    <a:srgbClr val="000000"/>
                  </a:solidFill>
                  <a:ea typeface="楷体_GB2312" pitchFamily="49" charset="-122"/>
                </a:rPr>
                <a:t>  </a:t>
              </a:r>
              <a:r>
                <a:rPr lang="en-US" altLang="zh-CN" sz="2000" u="none">
                  <a:solidFill>
                    <a:srgbClr val="000000"/>
                  </a:solidFill>
                  <a:latin typeface="Lucida Console" panose="020B0609040504020204" pitchFamily="49" charset="0"/>
                  <a:ea typeface="楷体_GB2312" pitchFamily="49" charset="-122"/>
                </a:rPr>
                <a:t>program.asm</a:t>
              </a:r>
              <a:endParaRPr lang="en-US" altLang="zh-CN" b="0" u="none">
                <a:solidFill>
                  <a:srgbClr val="000000"/>
                </a:solidFill>
                <a:latin typeface="Lucida Console" panose="020B0609040504020204" pitchFamily="49" charset="0"/>
                <a:ea typeface="楷体_GB2312" pitchFamily="49" charset="-122"/>
              </a:endParaRPr>
            </a:p>
          </p:txBody>
        </p:sp>
        <p:sp>
          <p:nvSpPr>
            <p:cNvPr id="56330" name="Line 8">
              <a:extLst>
                <a:ext uri="{FF2B5EF4-FFF2-40B4-BE49-F238E27FC236}">
                  <a16:creationId xmlns:a16="http://schemas.microsoft.com/office/drawing/2014/main" id="{B4E8DCAF-2F35-49D2-9315-D46FB59C476F}"/>
                </a:ext>
              </a:extLst>
            </p:cNvPr>
            <p:cNvSpPr>
              <a:spLocks noChangeShapeType="1"/>
            </p:cNvSpPr>
            <p:nvPr/>
          </p:nvSpPr>
          <p:spPr bwMode="auto">
            <a:xfrm>
              <a:off x="2832" y="1968"/>
              <a:ext cx="76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6331" name="Text Box 9">
              <a:extLst>
                <a:ext uri="{FF2B5EF4-FFF2-40B4-BE49-F238E27FC236}">
                  <a16:creationId xmlns:a16="http://schemas.microsoft.com/office/drawing/2014/main" id="{15A4523B-61DA-41D1-92C5-132BF72AAA7C}"/>
                </a:ext>
              </a:extLst>
            </p:cNvPr>
            <p:cNvSpPr txBox="1">
              <a:spLocks noChangeArrowheads="1"/>
            </p:cNvSpPr>
            <p:nvPr/>
          </p:nvSpPr>
          <p:spPr bwMode="auto">
            <a:xfrm>
              <a:off x="3552" y="1824"/>
              <a:ext cx="14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dash"/>
                  <a:miter lim="800000"/>
                  <a:headEnd/>
                  <a:tailEnd/>
                </a14:hiddenLine>
              </a:ext>
            </a:extLst>
          </p:spPr>
          <p:txBody>
            <a:bodyP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algn="just">
                <a:spcBef>
                  <a:spcPct val="50000"/>
                </a:spcBef>
                <a:buClrTx/>
                <a:buFontTx/>
                <a:buNone/>
              </a:pPr>
              <a:r>
                <a:rPr lang="en-US" altLang="zh-CN" b="0" u="none">
                  <a:solidFill>
                    <a:srgbClr val="000000"/>
                  </a:solidFill>
                  <a:ea typeface="楷体_GB2312" pitchFamily="49" charset="-122"/>
                </a:rPr>
                <a:t>  </a:t>
              </a:r>
              <a:r>
                <a:rPr lang="en-US" altLang="zh-CN" sz="2000" u="none">
                  <a:solidFill>
                    <a:srgbClr val="000000"/>
                  </a:solidFill>
                  <a:latin typeface="Lucida Console" panose="020B0609040504020204" pitchFamily="49" charset="0"/>
                  <a:ea typeface="楷体_GB2312" pitchFamily="49" charset="-122"/>
                </a:rPr>
                <a:t>program.obj</a:t>
              </a:r>
              <a:endParaRPr lang="en-US" altLang="zh-CN" sz="2000" u="none">
                <a:solidFill>
                  <a:srgbClr val="000000"/>
                </a:solidFill>
                <a:ea typeface="楷体_GB2312" pitchFamily="49" charset="-122"/>
              </a:endParaRPr>
            </a:p>
          </p:txBody>
        </p:sp>
        <p:sp>
          <p:nvSpPr>
            <p:cNvPr id="56332" name="Line 10">
              <a:extLst>
                <a:ext uri="{FF2B5EF4-FFF2-40B4-BE49-F238E27FC236}">
                  <a16:creationId xmlns:a16="http://schemas.microsoft.com/office/drawing/2014/main" id="{699FCE40-E4E3-4E6B-B80A-37B0C86F056F}"/>
                </a:ext>
              </a:extLst>
            </p:cNvPr>
            <p:cNvSpPr>
              <a:spLocks noChangeShapeType="1"/>
            </p:cNvSpPr>
            <p:nvPr/>
          </p:nvSpPr>
          <p:spPr bwMode="auto">
            <a:xfrm>
              <a:off x="4032" y="2112"/>
              <a:ext cx="0" cy="67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6333" name="Text Box 11">
              <a:extLst>
                <a:ext uri="{FF2B5EF4-FFF2-40B4-BE49-F238E27FC236}">
                  <a16:creationId xmlns:a16="http://schemas.microsoft.com/office/drawing/2014/main" id="{2323F44F-EFC3-4E88-A2CE-5872663D3D41}"/>
                </a:ext>
              </a:extLst>
            </p:cNvPr>
            <p:cNvSpPr txBox="1">
              <a:spLocks noChangeArrowheads="1"/>
            </p:cNvSpPr>
            <p:nvPr/>
          </p:nvSpPr>
          <p:spPr bwMode="auto">
            <a:xfrm>
              <a:off x="3552" y="2832"/>
              <a:ext cx="148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dash"/>
                  <a:miter lim="800000"/>
                  <a:headEnd/>
                  <a:tailEnd/>
                </a14:hiddenLine>
              </a:ext>
            </a:extLst>
          </p:spPr>
          <p:txBody>
            <a:bodyP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algn="just">
                <a:spcBef>
                  <a:spcPct val="50000"/>
                </a:spcBef>
                <a:buClrTx/>
                <a:buFontTx/>
                <a:buNone/>
              </a:pPr>
              <a:r>
                <a:rPr lang="en-US" altLang="zh-CN" sz="2000" u="none">
                  <a:solidFill>
                    <a:srgbClr val="000000"/>
                  </a:solidFill>
                  <a:latin typeface="Lucida Console" panose="020B0609040504020204" pitchFamily="49" charset="0"/>
                  <a:ea typeface="楷体_GB2312" pitchFamily="49" charset="-122"/>
                </a:rPr>
                <a:t>program.exe</a:t>
              </a:r>
            </a:p>
          </p:txBody>
        </p:sp>
      </p:grpSp>
      <p:sp>
        <p:nvSpPr>
          <p:cNvPr id="56323" name="Rectangle 12">
            <a:extLst>
              <a:ext uri="{FF2B5EF4-FFF2-40B4-BE49-F238E27FC236}">
                <a16:creationId xmlns:a16="http://schemas.microsoft.com/office/drawing/2014/main" id="{D0E4B1B5-B892-46D0-8D50-B5EB3AF1AE14}"/>
              </a:ext>
            </a:extLst>
          </p:cNvPr>
          <p:cNvSpPr>
            <a:spLocks noChangeArrowheads="1"/>
          </p:cNvSpPr>
          <p:nvPr/>
        </p:nvSpPr>
        <p:spPr bwMode="auto">
          <a:xfrm>
            <a:off x="1905000" y="762000"/>
            <a:ext cx="296386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zh-CN" altLang="en-US" sz="3600" u="none">
                <a:solidFill>
                  <a:srgbClr val="000000"/>
                </a:solidFill>
                <a:latin typeface="Arial" panose="020B0604020202020204" pitchFamily="34" charset="0"/>
              </a:rPr>
              <a:t>汇编程序功能</a:t>
            </a:r>
          </a:p>
        </p:txBody>
      </p:sp>
      <p:sp>
        <p:nvSpPr>
          <p:cNvPr id="56324" name="Text Box 13">
            <a:extLst>
              <a:ext uri="{FF2B5EF4-FFF2-40B4-BE49-F238E27FC236}">
                <a16:creationId xmlns:a16="http://schemas.microsoft.com/office/drawing/2014/main" id="{745C05D8-FFBB-4C7F-AE3C-F8FC103C116D}"/>
              </a:ext>
            </a:extLst>
          </p:cNvPr>
          <p:cNvSpPr txBox="1">
            <a:spLocks noChangeArrowheads="1"/>
          </p:cNvSpPr>
          <p:nvPr/>
        </p:nvSpPr>
        <p:spPr bwMode="auto">
          <a:xfrm>
            <a:off x="1828800" y="4191000"/>
            <a:ext cx="6477000" cy="210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zh-CN" altLang="en-US" u="none">
                <a:solidFill>
                  <a:srgbClr val="000000"/>
                </a:solidFill>
              </a:rPr>
              <a:t>汇编程序的主要功能：</a:t>
            </a:r>
          </a:p>
          <a:p>
            <a:pPr eaLnBrk="1" hangingPunct="1">
              <a:spcBef>
                <a:spcPct val="50000"/>
              </a:spcBef>
              <a:buClrTx/>
              <a:buFontTx/>
              <a:buChar char="•"/>
            </a:pPr>
            <a:r>
              <a:rPr lang="zh-CN" altLang="en-US" b="0" u="none">
                <a:solidFill>
                  <a:srgbClr val="000000"/>
                </a:solidFill>
                <a:latin typeface="楷体_GB2312" pitchFamily="49" charset="-122"/>
                <a:ea typeface="楷体_GB2312" pitchFamily="49" charset="-122"/>
              </a:rPr>
              <a:t> </a:t>
            </a:r>
            <a:r>
              <a:rPr lang="zh-CN" altLang="en-US" u="none">
                <a:solidFill>
                  <a:srgbClr val="000000"/>
                </a:solidFill>
                <a:latin typeface="楷体_GB2312" pitchFamily="49" charset="-122"/>
                <a:ea typeface="楷体_GB2312" pitchFamily="49" charset="-122"/>
              </a:rPr>
              <a:t>检查源程序，给出出错信息。</a:t>
            </a:r>
          </a:p>
          <a:p>
            <a:pPr eaLnBrk="1" hangingPunct="1">
              <a:spcBef>
                <a:spcPct val="50000"/>
              </a:spcBef>
              <a:buClrTx/>
              <a:buFontTx/>
              <a:buChar char="•"/>
            </a:pPr>
            <a:r>
              <a:rPr lang="zh-CN" altLang="en-US" u="none">
                <a:solidFill>
                  <a:srgbClr val="000000"/>
                </a:solidFill>
                <a:latin typeface="楷体_GB2312" pitchFamily="49" charset="-122"/>
                <a:ea typeface="楷体_GB2312" pitchFamily="49" charset="-122"/>
              </a:rPr>
              <a:t> 产生目标文件</a:t>
            </a:r>
            <a:r>
              <a:rPr lang="en-US" altLang="zh-CN" u="none">
                <a:solidFill>
                  <a:srgbClr val="000000"/>
                </a:solidFill>
                <a:latin typeface="楷体_GB2312" pitchFamily="49" charset="-122"/>
                <a:ea typeface="楷体_GB2312" pitchFamily="49" charset="-122"/>
              </a:rPr>
              <a:t>(</a:t>
            </a:r>
            <a:r>
              <a:rPr lang="en-US" altLang="zh-CN" u="none">
                <a:solidFill>
                  <a:srgbClr val="000000"/>
                </a:solidFill>
                <a:latin typeface="Lucida Console" panose="020B0609040504020204" pitchFamily="49" charset="0"/>
              </a:rPr>
              <a:t>.obj</a:t>
            </a:r>
            <a:r>
              <a:rPr lang="en-US" altLang="zh-CN" u="none">
                <a:solidFill>
                  <a:srgbClr val="000000"/>
                </a:solidFill>
                <a:latin typeface="楷体_GB2312" pitchFamily="49" charset="-122"/>
                <a:ea typeface="楷体_GB2312" pitchFamily="49" charset="-122"/>
              </a:rPr>
              <a:t>)</a:t>
            </a:r>
            <a:r>
              <a:rPr lang="zh-CN" altLang="en-US" u="none">
                <a:solidFill>
                  <a:srgbClr val="000000"/>
                </a:solidFill>
                <a:latin typeface="楷体_GB2312" pitchFamily="49" charset="-122"/>
                <a:ea typeface="楷体_GB2312" pitchFamily="49" charset="-122"/>
              </a:rPr>
              <a:t>和列表文件</a:t>
            </a:r>
            <a:r>
              <a:rPr lang="en-US" altLang="zh-CN" u="none">
                <a:solidFill>
                  <a:srgbClr val="000000"/>
                </a:solidFill>
                <a:latin typeface="楷体_GB2312" pitchFamily="49" charset="-122"/>
                <a:ea typeface="楷体_GB2312" pitchFamily="49" charset="-122"/>
              </a:rPr>
              <a:t>(</a:t>
            </a:r>
            <a:r>
              <a:rPr lang="en-US" altLang="zh-CN" u="none">
                <a:solidFill>
                  <a:srgbClr val="000000"/>
                </a:solidFill>
                <a:latin typeface="Lucida Console" panose="020B0609040504020204" pitchFamily="49" charset="0"/>
                <a:ea typeface="楷体_GB2312" pitchFamily="49" charset="-122"/>
              </a:rPr>
              <a:t>.lst</a:t>
            </a:r>
            <a:r>
              <a:rPr lang="en-US" altLang="zh-CN" u="none">
                <a:solidFill>
                  <a:srgbClr val="000000"/>
                </a:solidFill>
                <a:latin typeface="楷体_GB2312" pitchFamily="49" charset="-122"/>
                <a:ea typeface="楷体_GB2312" pitchFamily="49" charset="-122"/>
              </a:rPr>
              <a:t>)</a:t>
            </a:r>
            <a:r>
              <a:rPr lang="zh-CN" altLang="en-US" u="none">
                <a:solidFill>
                  <a:srgbClr val="000000"/>
                </a:solidFill>
                <a:latin typeface="楷体_GB2312" pitchFamily="49" charset="-122"/>
                <a:ea typeface="楷体_GB2312" pitchFamily="49" charset="-122"/>
              </a:rPr>
              <a:t>。</a:t>
            </a:r>
          </a:p>
          <a:p>
            <a:pPr eaLnBrk="1" hangingPunct="1">
              <a:spcBef>
                <a:spcPct val="50000"/>
              </a:spcBef>
              <a:buClrTx/>
              <a:buFontTx/>
              <a:buChar char="•"/>
            </a:pPr>
            <a:r>
              <a:rPr lang="zh-CN" altLang="en-US" u="none">
                <a:solidFill>
                  <a:srgbClr val="000000"/>
                </a:solidFill>
                <a:latin typeface="楷体_GB2312" pitchFamily="49" charset="-122"/>
                <a:ea typeface="楷体_GB2312" pitchFamily="49" charset="-122"/>
              </a:rPr>
              <a:t> 展开宏指令。</a:t>
            </a:r>
          </a:p>
        </p:txBody>
      </p:sp>
    </p:spTree>
    <p:custDataLst>
      <p:tags r:id="rId1"/>
    </p:custData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80974169-C248-4EBF-AA15-966B5CFFA804}"/>
              </a:ext>
            </a:extLst>
          </p:cNvPr>
          <p:cNvSpPr>
            <a:spLocks noGrp="1" noChangeArrowheads="1"/>
          </p:cNvSpPr>
          <p:nvPr>
            <p:ph type="title"/>
          </p:nvPr>
        </p:nvSpPr>
        <p:spPr/>
        <p:txBody>
          <a:bodyPr/>
          <a:lstStyle/>
          <a:p>
            <a:pPr eaLnBrk="1" hangingPunct="1">
              <a:defRPr/>
            </a:pPr>
            <a:r>
              <a:rPr lang="zh-CN" altLang="en-US" sz="3600">
                <a:solidFill>
                  <a:srgbClr val="FF0000"/>
                </a:solidFill>
                <a:latin typeface="宋体" charset="-122"/>
              </a:rPr>
              <a:t>第三章 </a:t>
            </a:r>
            <a:r>
              <a:rPr lang="en-US" altLang="zh-CN" sz="3600">
                <a:solidFill>
                  <a:srgbClr val="FF0000"/>
                </a:solidFill>
                <a:latin typeface="宋体" charset="-122"/>
              </a:rPr>
              <a:t>8086</a:t>
            </a:r>
            <a:r>
              <a:rPr lang="zh-CN" altLang="en-US" sz="3600">
                <a:solidFill>
                  <a:srgbClr val="FF0000"/>
                </a:solidFill>
                <a:latin typeface="宋体" charset="-122"/>
              </a:rPr>
              <a:t>的寻址方式和指令系统</a:t>
            </a:r>
          </a:p>
        </p:txBody>
      </p:sp>
      <p:sp>
        <p:nvSpPr>
          <p:cNvPr id="57347" name="Rectangle 3">
            <a:extLst>
              <a:ext uri="{FF2B5EF4-FFF2-40B4-BE49-F238E27FC236}">
                <a16:creationId xmlns:a16="http://schemas.microsoft.com/office/drawing/2014/main" id="{EB41F04E-FED5-493F-B54A-411C62EA3B85}"/>
              </a:ext>
            </a:extLst>
          </p:cNvPr>
          <p:cNvSpPr>
            <a:spLocks noGrp="1" noChangeArrowheads="1"/>
          </p:cNvSpPr>
          <p:nvPr>
            <p:ph type="body" idx="1"/>
          </p:nvPr>
        </p:nvSpPr>
        <p:spPr/>
        <p:txBody>
          <a:bodyPr/>
          <a:lstStyle/>
          <a:p>
            <a:pPr eaLnBrk="1" hangingPunct="1">
              <a:buFont typeface="Wingdings" panose="05000000000000000000" pitchFamily="2" charset="2"/>
              <a:buNone/>
            </a:pPr>
            <a:r>
              <a:rPr lang="zh-CN" altLang="en-US">
                <a:solidFill>
                  <a:schemeClr val="hlink"/>
                </a:solidFill>
              </a:rPr>
              <a:t>熟练掌握</a:t>
            </a:r>
            <a:r>
              <a:rPr lang="zh-CN" altLang="en-US"/>
              <a:t>：</a:t>
            </a:r>
          </a:p>
          <a:p>
            <a:pPr eaLnBrk="1" hangingPunct="1"/>
            <a:r>
              <a:rPr lang="zh-CN" altLang="en-US">
                <a:solidFill>
                  <a:schemeClr val="hlink"/>
                </a:solidFill>
              </a:rPr>
              <a:t>七种最基本的操作数寻址方式的含义，有效地址</a:t>
            </a:r>
          </a:p>
          <a:p>
            <a:pPr eaLnBrk="1" hangingPunct="1"/>
            <a:r>
              <a:rPr lang="zh-CN" altLang="en-US"/>
              <a:t>各种</a:t>
            </a:r>
            <a:r>
              <a:rPr lang="zh-CN" altLang="en-US">
                <a:solidFill>
                  <a:schemeClr val="hlink"/>
                </a:solidFill>
              </a:rPr>
              <a:t>指令的功能、特殊要求</a:t>
            </a:r>
            <a:r>
              <a:rPr lang="en-US" altLang="zh-CN">
                <a:solidFill>
                  <a:schemeClr val="hlink"/>
                </a:solidFill>
              </a:rPr>
              <a:t>(</a:t>
            </a:r>
            <a:r>
              <a:rPr lang="zh-CN" altLang="en-US">
                <a:solidFill>
                  <a:schemeClr val="hlink"/>
                </a:solidFill>
              </a:rPr>
              <a:t>注意事项</a:t>
            </a:r>
            <a:r>
              <a:rPr lang="en-US" altLang="zh-CN">
                <a:solidFill>
                  <a:schemeClr val="hlink"/>
                </a:solidFill>
              </a:rPr>
              <a:t>)</a:t>
            </a:r>
            <a:r>
              <a:rPr lang="zh-CN" altLang="en-US">
                <a:solidFill>
                  <a:schemeClr val="hlink"/>
                </a:solidFill>
              </a:rPr>
              <a:t>和隐含操作数</a:t>
            </a:r>
          </a:p>
          <a:p>
            <a:pPr eaLnBrk="1" hangingPunct="1"/>
            <a:endParaRPr lang="zh-CN" altLang="en-US"/>
          </a:p>
          <a:p>
            <a:pPr eaLnBrk="1" hangingPunct="1"/>
            <a:endParaRPr lang="en-US" altLang="zh-CN"/>
          </a:p>
        </p:txBody>
      </p:sp>
    </p:spTree>
    <p:custDataLst>
      <p:tags r:id="rId1"/>
    </p:custDataLst>
  </p:cSld>
  <p:clrMapOvr>
    <a:masterClrMapping/>
  </p:clrMapOvr>
  <p:transition>
    <p:random/>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ADA4AC2D-FE5C-4EA0-9133-055E025FC3A5}"/>
              </a:ext>
            </a:extLst>
          </p:cNvPr>
          <p:cNvSpPr>
            <a:spLocks noChangeArrowheads="1"/>
          </p:cNvSpPr>
          <p:nvPr/>
        </p:nvSpPr>
        <p:spPr bwMode="auto">
          <a:xfrm>
            <a:off x="2286000" y="2127250"/>
            <a:ext cx="5486400" cy="2525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ts val="3500"/>
              </a:lnSpc>
              <a:spcBef>
                <a:spcPct val="50000"/>
              </a:spcBef>
              <a:buClr>
                <a:schemeClr val="tx2"/>
              </a:buClr>
              <a:buSzPct val="90000"/>
              <a:buFont typeface="Symbol" panose="05050102010706020507" pitchFamily="18" charset="2"/>
              <a:buNone/>
            </a:pPr>
            <a:r>
              <a:rPr lang="en-US" altLang="zh-CN" u="none">
                <a:latin typeface="Arial" panose="020B0604020202020204" pitchFamily="34" charset="0"/>
                <a:sym typeface="Symbol" panose="05050102010706020507" pitchFamily="18" charset="2"/>
              </a:rPr>
              <a:t></a:t>
            </a:r>
            <a:r>
              <a:rPr lang="en-US" altLang="zh-CN" u="none">
                <a:latin typeface="Arial" panose="020B0604020202020204" pitchFamily="34" charset="0"/>
              </a:rPr>
              <a:t>  </a:t>
            </a:r>
            <a:r>
              <a:rPr lang="zh-CN" altLang="en-US" u="none">
                <a:solidFill>
                  <a:srgbClr val="009900"/>
                </a:solidFill>
                <a:latin typeface="Arial" panose="020B0604020202020204" pitchFamily="34" charset="0"/>
              </a:rPr>
              <a:t>指令系统</a:t>
            </a:r>
          </a:p>
          <a:p>
            <a:pPr eaLnBrk="1" hangingPunct="1">
              <a:lnSpc>
                <a:spcPts val="3500"/>
              </a:lnSpc>
              <a:spcBef>
                <a:spcPct val="50000"/>
              </a:spcBef>
              <a:buClr>
                <a:schemeClr val="tx2"/>
              </a:buClr>
              <a:buSzPct val="90000"/>
              <a:buFont typeface="Symbol" panose="05050102010706020507" pitchFamily="18" charset="2"/>
              <a:buNone/>
            </a:pPr>
            <a:r>
              <a:rPr lang="zh-CN" altLang="en-US" u="none">
                <a:latin typeface="Arial" panose="020B0604020202020204" pitchFamily="34" charset="0"/>
                <a:sym typeface="Symbol" panose="05050102010706020507" pitchFamily="18" charset="2"/>
              </a:rPr>
              <a:t>  </a:t>
            </a:r>
            <a:r>
              <a:rPr lang="zh-CN" altLang="en-US" u="none">
                <a:solidFill>
                  <a:srgbClr val="009900"/>
                </a:solidFill>
                <a:latin typeface="Arial" panose="020B0604020202020204" pitchFamily="34" charset="0"/>
              </a:rPr>
              <a:t>寻址方式</a:t>
            </a:r>
          </a:p>
          <a:p>
            <a:pPr eaLnBrk="1" hangingPunct="1">
              <a:lnSpc>
                <a:spcPts val="3500"/>
              </a:lnSpc>
              <a:spcBef>
                <a:spcPct val="50000"/>
              </a:spcBef>
              <a:buClr>
                <a:schemeClr val="tx2"/>
              </a:buClr>
              <a:buSzPct val="90000"/>
              <a:buFont typeface="Symbol" panose="05050102010706020507" pitchFamily="18" charset="2"/>
              <a:buNone/>
            </a:pPr>
            <a:r>
              <a:rPr lang="zh-CN" altLang="en-US" sz="2800" u="none">
                <a:latin typeface="楷体_GB2312" pitchFamily="49" charset="-122"/>
                <a:ea typeface="楷体_GB2312" pitchFamily="49" charset="-122"/>
              </a:rPr>
              <a:t>  与</a:t>
            </a:r>
            <a:r>
              <a:rPr lang="zh-CN" altLang="en-US" sz="2800" u="none">
                <a:solidFill>
                  <a:schemeClr val="hlink"/>
                </a:solidFill>
                <a:latin typeface="楷体_GB2312" pitchFamily="49" charset="-122"/>
                <a:ea typeface="楷体_GB2312" pitchFamily="49" charset="-122"/>
              </a:rPr>
              <a:t>数据</a:t>
            </a:r>
            <a:r>
              <a:rPr lang="zh-CN" altLang="en-US" sz="2800" u="none">
                <a:latin typeface="楷体_GB2312" pitchFamily="49" charset="-122"/>
                <a:ea typeface="楷体_GB2312" pitchFamily="49" charset="-122"/>
              </a:rPr>
              <a:t>有关的寻址方式</a:t>
            </a:r>
          </a:p>
          <a:p>
            <a:pPr eaLnBrk="1" hangingPunct="1">
              <a:spcBef>
                <a:spcPct val="50000"/>
              </a:spcBef>
              <a:buClrTx/>
              <a:buFontTx/>
              <a:buNone/>
            </a:pPr>
            <a:r>
              <a:rPr lang="zh-CN" altLang="en-US" sz="2800" u="none">
                <a:latin typeface="楷体_GB2312" pitchFamily="49" charset="-122"/>
                <a:ea typeface="楷体_GB2312" pitchFamily="49" charset="-122"/>
              </a:rPr>
              <a:t>  与</a:t>
            </a:r>
            <a:r>
              <a:rPr lang="zh-CN" altLang="en-US" sz="2800" u="none">
                <a:solidFill>
                  <a:schemeClr val="hlink"/>
                </a:solidFill>
                <a:latin typeface="楷体_GB2312" pitchFamily="49" charset="-122"/>
                <a:ea typeface="楷体_GB2312" pitchFamily="49" charset="-122"/>
              </a:rPr>
              <a:t>转移地址</a:t>
            </a:r>
            <a:r>
              <a:rPr lang="zh-CN" altLang="en-US" sz="2800" u="none">
                <a:latin typeface="楷体_GB2312" pitchFamily="49" charset="-122"/>
                <a:ea typeface="楷体_GB2312" pitchFamily="49" charset="-122"/>
              </a:rPr>
              <a:t>有关的寻址方式</a:t>
            </a:r>
            <a:endParaRPr lang="zh-CN" altLang="en-US" u="none">
              <a:latin typeface="Arial" panose="020B0604020202020204" pitchFamily="34" charset="0"/>
            </a:endParaRPr>
          </a:p>
        </p:txBody>
      </p:sp>
      <p:sp>
        <p:nvSpPr>
          <p:cNvPr id="58371" name="Rectangle 3">
            <a:extLst>
              <a:ext uri="{FF2B5EF4-FFF2-40B4-BE49-F238E27FC236}">
                <a16:creationId xmlns:a16="http://schemas.microsoft.com/office/drawing/2014/main" id="{56D5D411-5F4E-4188-B580-49D6AB8E2496}"/>
              </a:ext>
            </a:extLst>
          </p:cNvPr>
          <p:cNvSpPr>
            <a:spLocks noChangeArrowheads="1"/>
          </p:cNvSpPr>
          <p:nvPr/>
        </p:nvSpPr>
        <p:spPr bwMode="auto">
          <a:xfrm>
            <a:off x="1371600" y="533400"/>
            <a:ext cx="73914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zh-CN" altLang="en-US" sz="3600" i="1" u="none">
                <a:solidFill>
                  <a:srgbClr val="FF0000"/>
                </a:solidFill>
                <a:latin typeface="黑体" panose="02010609060101010101" pitchFamily="49" charset="-122"/>
                <a:ea typeface="黑体" panose="02010609060101010101" pitchFamily="49" charset="-122"/>
              </a:rPr>
              <a:t>重要知识点</a:t>
            </a:r>
          </a:p>
        </p:txBody>
      </p:sp>
      <p:sp>
        <p:nvSpPr>
          <p:cNvPr id="30724" name="Text Box 4">
            <a:extLst>
              <a:ext uri="{FF2B5EF4-FFF2-40B4-BE49-F238E27FC236}">
                <a16:creationId xmlns:a16="http://schemas.microsoft.com/office/drawing/2014/main" id="{A024C9A5-5066-468E-9B97-B25B87EB6AFB}"/>
              </a:ext>
            </a:extLst>
          </p:cNvPr>
          <p:cNvSpPr txBox="1">
            <a:spLocks noChangeArrowheads="1"/>
          </p:cNvSpPr>
          <p:nvPr/>
        </p:nvSpPr>
        <p:spPr bwMode="auto">
          <a:xfrm>
            <a:off x="2124075" y="5445125"/>
            <a:ext cx="580548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zh-CN" altLang="en-US">
                <a:solidFill>
                  <a:srgbClr val="FF0000"/>
                </a:solidFill>
              </a:rPr>
              <a:t>问题</a:t>
            </a:r>
            <a:r>
              <a:rPr lang="en-US" altLang="zh-CN">
                <a:solidFill>
                  <a:srgbClr val="FF0000"/>
                </a:solidFill>
              </a:rPr>
              <a:t>:</a:t>
            </a:r>
            <a:r>
              <a:rPr lang="zh-CN" altLang="en-US">
                <a:solidFill>
                  <a:srgbClr val="FF0000"/>
                </a:solidFill>
              </a:rPr>
              <a:t>哪些寄存器可以用来寻址</a:t>
            </a:r>
            <a:r>
              <a:rPr lang="en-US" altLang="zh-CN">
                <a:solidFill>
                  <a:srgbClr val="FF0000"/>
                </a:solidFill>
              </a:rPr>
              <a:t>?</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7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4"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5DB3A90F-837D-4E0A-B224-DEC84B9A843B}"/>
              </a:ext>
            </a:extLst>
          </p:cNvPr>
          <p:cNvSpPr>
            <a:spLocks noChangeArrowheads="1"/>
          </p:cNvSpPr>
          <p:nvPr/>
        </p:nvSpPr>
        <p:spPr bwMode="auto">
          <a:xfrm>
            <a:off x="1524000" y="457200"/>
            <a:ext cx="4256088"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en-US" altLang="zh-CN" sz="3600" u="none">
                <a:solidFill>
                  <a:schemeClr val="hlink"/>
                </a:solidFill>
                <a:latin typeface="Arial" panose="020B0604020202020204" pitchFamily="34" charset="0"/>
              </a:rPr>
              <a:t>1.  8086</a:t>
            </a:r>
            <a:r>
              <a:rPr lang="zh-CN" altLang="en-US" sz="3600" u="none">
                <a:solidFill>
                  <a:schemeClr val="hlink"/>
                </a:solidFill>
                <a:latin typeface="Arial" panose="020B0604020202020204" pitchFamily="34" charset="0"/>
              </a:rPr>
              <a:t>的寻址方式</a:t>
            </a:r>
            <a:r>
              <a:rPr lang="zh-CN" altLang="en-US" sz="3600" u="none">
                <a:solidFill>
                  <a:schemeClr val="tx2"/>
                </a:solidFill>
                <a:latin typeface="Arial" panose="020B0604020202020204" pitchFamily="34" charset="0"/>
              </a:rPr>
              <a:t> </a:t>
            </a:r>
          </a:p>
        </p:txBody>
      </p:sp>
      <p:sp>
        <p:nvSpPr>
          <p:cNvPr id="59395" name="Rectangle 3">
            <a:extLst>
              <a:ext uri="{FF2B5EF4-FFF2-40B4-BE49-F238E27FC236}">
                <a16:creationId xmlns:a16="http://schemas.microsoft.com/office/drawing/2014/main" id="{2BF5FE53-7F6B-4855-AF0C-42EDC0C07875}"/>
              </a:ext>
            </a:extLst>
          </p:cNvPr>
          <p:cNvSpPr>
            <a:spLocks noChangeArrowheads="1"/>
          </p:cNvSpPr>
          <p:nvPr/>
        </p:nvSpPr>
        <p:spPr bwMode="auto">
          <a:xfrm>
            <a:off x="1676400" y="1524000"/>
            <a:ext cx="7010400" cy="4557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marL="457200" indent="-457200">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zh-CN" altLang="en-US" sz="2800" u="none">
                <a:latin typeface="宋体" panose="02010600030101010101" pitchFamily="2" charset="-122"/>
              </a:rPr>
              <a:t>与数据有关的寻址方式</a:t>
            </a:r>
            <a:r>
              <a:rPr lang="zh-CN" altLang="en-US" sz="2800" u="none"/>
              <a:t>：</a:t>
            </a:r>
            <a:endParaRPr lang="zh-CN" altLang="en-US" sz="2800" u="none">
              <a:ea typeface="方正舒体" panose="02010601030101010101" pitchFamily="2" charset="-122"/>
            </a:endParaRPr>
          </a:p>
          <a:p>
            <a:pPr eaLnBrk="1" hangingPunct="1">
              <a:spcBef>
                <a:spcPct val="0"/>
              </a:spcBef>
              <a:buClrTx/>
              <a:buFontTx/>
              <a:buNone/>
            </a:pPr>
            <a:endParaRPr lang="zh-CN" altLang="en-US" sz="2800" u="none">
              <a:latin typeface="宋体" panose="02010600030101010101" pitchFamily="2" charset="-122"/>
            </a:endParaRPr>
          </a:p>
          <a:p>
            <a:pPr eaLnBrk="1" hangingPunct="1">
              <a:lnSpc>
                <a:spcPct val="130000"/>
              </a:lnSpc>
              <a:spcBef>
                <a:spcPct val="0"/>
              </a:spcBef>
              <a:buClrTx/>
              <a:buFontTx/>
              <a:buChar char="•"/>
            </a:pPr>
            <a:r>
              <a:rPr lang="zh-CN" altLang="en-US" sz="2600" u="none">
                <a:ea typeface="楷体_GB2312" pitchFamily="49" charset="-122"/>
              </a:rPr>
              <a:t>立即寻址                    </a:t>
            </a:r>
            <a:r>
              <a:rPr lang="en-US" altLang="zh-CN" sz="2000" u="none"/>
              <a:t>MOV  AX , 3069H</a:t>
            </a:r>
          </a:p>
          <a:p>
            <a:pPr eaLnBrk="1" hangingPunct="1">
              <a:lnSpc>
                <a:spcPct val="130000"/>
              </a:lnSpc>
              <a:spcBef>
                <a:spcPct val="0"/>
              </a:spcBef>
              <a:buClrTx/>
              <a:buFontTx/>
              <a:buChar char="•"/>
            </a:pPr>
            <a:r>
              <a:rPr lang="zh-CN" altLang="en-US" sz="2600" u="none">
                <a:ea typeface="楷体_GB2312" pitchFamily="49" charset="-122"/>
              </a:rPr>
              <a:t>寄存器寻址                </a:t>
            </a:r>
            <a:r>
              <a:rPr lang="en-US" altLang="zh-CN" sz="2000" u="none"/>
              <a:t>MOV  AL , BH</a:t>
            </a:r>
            <a:endParaRPr lang="en-US" altLang="zh-CN" sz="2000" u="none">
              <a:ea typeface="楷体_GB2312" pitchFamily="49" charset="-122"/>
            </a:endParaRPr>
          </a:p>
          <a:p>
            <a:pPr eaLnBrk="1" hangingPunct="1">
              <a:lnSpc>
                <a:spcPct val="130000"/>
              </a:lnSpc>
              <a:spcBef>
                <a:spcPct val="0"/>
              </a:spcBef>
              <a:buClrTx/>
              <a:buFontTx/>
              <a:buChar char="•"/>
            </a:pPr>
            <a:r>
              <a:rPr lang="zh-CN" altLang="en-US" sz="2600" u="none">
                <a:ea typeface="楷体_GB2312" pitchFamily="49" charset="-122"/>
              </a:rPr>
              <a:t>直接寻址                    </a:t>
            </a:r>
            <a:r>
              <a:rPr lang="en-US" altLang="zh-CN" sz="2000" u="none"/>
              <a:t>MOV  AX , [ 2000H ]</a:t>
            </a:r>
            <a:endParaRPr lang="en-US" altLang="zh-CN" sz="2000" u="none">
              <a:ea typeface="楷体_GB2312" pitchFamily="49" charset="-122"/>
            </a:endParaRPr>
          </a:p>
          <a:p>
            <a:pPr eaLnBrk="1" hangingPunct="1">
              <a:lnSpc>
                <a:spcPct val="130000"/>
              </a:lnSpc>
              <a:spcBef>
                <a:spcPct val="0"/>
              </a:spcBef>
              <a:buClrTx/>
              <a:buFontTx/>
              <a:buChar char="•"/>
            </a:pPr>
            <a:r>
              <a:rPr lang="zh-CN" altLang="en-US" sz="2600" u="none">
                <a:ea typeface="楷体_GB2312" pitchFamily="49" charset="-122"/>
              </a:rPr>
              <a:t>寄存器间接寻址        </a:t>
            </a:r>
            <a:r>
              <a:rPr lang="en-US" altLang="zh-CN" sz="2000" u="none"/>
              <a:t>MOV  AX , [ BX ]</a:t>
            </a:r>
            <a:r>
              <a:rPr lang="en-US" altLang="zh-CN" sz="2400" u="none"/>
              <a:t> </a:t>
            </a:r>
            <a:endParaRPr lang="en-US" altLang="zh-CN" sz="2600" u="none">
              <a:ea typeface="楷体_GB2312" pitchFamily="49" charset="-122"/>
            </a:endParaRPr>
          </a:p>
          <a:p>
            <a:pPr eaLnBrk="1" hangingPunct="1">
              <a:lnSpc>
                <a:spcPct val="130000"/>
              </a:lnSpc>
              <a:spcBef>
                <a:spcPct val="0"/>
              </a:spcBef>
              <a:buClrTx/>
              <a:buFontTx/>
              <a:buChar char="•"/>
            </a:pPr>
            <a:r>
              <a:rPr lang="zh-CN" altLang="en-US" sz="2600" u="none">
                <a:ea typeface="楷体_GB2312" pitchFamily="49" charset="-122"/>
              </a:rPr>
              <a:t>寄存器相对寻址        </a:t>
            </a:r>
            <a:r>
              <a:rPr lang="en-US" altLang="zh-CN" sz="2000" u="none"/>
              <a:t>MOV  AX , COUNT [ SI ]</a:t>
            </a:r>
            <a:r>
              <a:rPr lang="en-US" altLang="zh-CN" sz="2400" u="none"/>
              <a:t> </a:t>
            </a:r>
            <a:endParaRPr lang="en-US" altLang="zh-CN" sz="2600" u="none">
              <a:ea typeface="楷体_GB2312" pitchFamily="49" charset="-122"/>
            </a:endParaRPr>
          </a:p>
          <a:p>
            <a:pPr eaLnBrk="1" hangingPunct="1">
              <a:lnSpc>
                <a:spcPct val="130000"/>
              </a:lnSpc>
              <a:spcBef>
                <a:spcPct val="0"/>
              </a:spcBef>
              <a:buClrTx/>
              <a:buFontTx/>
              <a:buChar char="•"/>
            </a:pPr>
            <a:r>
              <a:rPr lang="zh-CN" altLang="en-US" sz="2600" u="none">
                <a:ea typeface="楷体_GB2312" pitchFamily="49" charset="-122"/>
              </a:rPr>
              <a:t>基址变址寻址            </a:t>
            </a:r>
            <a:r>
              <a:rPr lang="en-US" altLang="zh-CN" sz="2000" u="none"/>
              <a:t>MOV  AX , [ BP ] [ DI ]</a:t>
            </a:r>
            <a:endParaRPr lang="en-US" altLang="zh-CN" sz="2000" u="none">
              <a:ea typeface="楷体_GB2312" pitchFamily="49" charset="-122"/>
            </a:endParaRPr>
          </a:p>
          <a:p>
            <a:pPr eaLnBrk="1" hangingPunct="1">
              <a:lnSpc>
                <a:spcPct val="130000"/>
              </a:lnSpc>
              <a:spcBef>
                <a:spcPct val="0"/>
              </a:spcBef>
              <a:buClrTx/>
              <a:buFontTx/>
              <a:buChar char="•"/>
            </a:pPr>
            <a:r>
              <a:rPr lang="zh-CN" altLang="en-US" sz="2600" u="none">
                <a:ea typeface="楷体_GB2312" pitchFamily="49" charset="-122"/>
              </a:rPr>
              <a:t>相对基址变址寻址    </a:t>
            </a:r>
            <a:r>
              <a:rPr lang="en-US" altLang="zh-CN" sz="2000" u="none"/>
              <a:t>MOV  AX , MASK [ BX ] [ SI ]</a:t>
            </a:r>
          </a:p>
        </p:txBody>
      </p:sp>
    </p:spTree>
    <p:custDataLst>
      <p:tags r:id="rId1"/>
    </p:custData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F751D183-B347-40AC-8C93-5D491002F026}"/>
              </a:ext>
            </a:extLst>
          </p:cNvPr>
          <p:cNvSpPr>
            <a:spLocks noChangeArrowheads="1"/>
          </p:cNvSpPr>
          <p:nvPr/>
        </p:nvSpPr>
        <p:spPr bwMode="auto">
          <a:xfrm>
            <a:off x="1981200" y="762000"/>
            <a:ext cx="48402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zh-CN" altLang="en-US" sz="2800" u="none"/>
              <a:t>与转移地址有关的寻址方式：</a:t>
            </a:r>
          </a:p>
        </p:txBody>
      </p:sp>
      <p:sp>
        <p:nvSpPr>
          <p:cNvPr id="60419" name="Rectangle 3">
            <a:extLst>
              <a:ext uri="{FF2B5EF4-FFF2-40B4-BE49-F238E27FC236}">
                <a16:creationId xmlns:a16="http://schemas.microsoft.com/office/drawing/2014/main" id="{5AA601C6-DCB2-409E-A2F8-12F20DB69255}"/>
              </a:ext>
            </a:extLst>
          </p:cNvPr>
          <p:cNvSpPr>
            <a:spLocks noChangeArrowheads="1"/>
          </p:cNvSpPr>
          <p:nvPr/>
        </p:nvSpPr>
        <p:spPr bwMode="auto">
          <a:xfrm>
            <a:off x="2133600" y="1600200"/>
            <a:ext cx="6248400" cy="4129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Char char="•"/>
            </a:pPr>
            <a:r>
              <a:rPr lang="en-US" altLang="zh-CN" sz="2600" u="none">
                <a:latin typeface="宋体" panose="02010600030101010101" pitchFamily="2" charset="-122"/>
              </a:rPr>
              <a:t>  </a:t>
            </a:r>
            <a:r>
              <a:rPr lang="zh-CN" altLang="en-US" sz="2600" u="none">
                <a:solidFill>
                  <a:schemeClr val="hlink"/>
                </a:solidFill>
                <a:latin typeface="宋体" panose="02010600030101010101" pitchFamily="2" charset="-122"/>
              </a:rPr>
              <a:t>段内</a:t>
            </a:r>
            <a:r>
              <a:rPr lang="zh-CN" altLang="en-US" sz="2600" u="none">
                <a:latin typeface="宋体" panose="02010600030101010101" pitchFamily="2" charset="-122"/>
              </a:rPr>
              <a:t>寻址</a:t>
            </a:r>
          </a:p>
          <a:p>
            <a:pPr eaLnBrk="1" hangingPunct="1">
              <a:spcBef>
                <a:spcPct val="50000"/>
              </a:spcBef>
              <a:buClrTx/>
              <a:buFontTx/>
              <a:buNone/>
            </a:pPr>
            <a:r>
              <a:rPr lang="zh-CN" altLang="en-US" sz="2400" u="none">
                <a:latin typeface="楷体_GB2312" pitchFamily="49" charset="-122"/>
                <a:ea typeface="楷体_GB2312" pitchFamily="49" charset="-122"/>
              </a:rPr>
              <a:t>   段内直接寻址    </a:t>
            </a:r>
            <a:r>
              <a:rPr lang="en-US" altLang="zh-CN" sz="2000" u="none"/>
              <a:t>JMP    NEAR PTR  NEXT </a:t>
            </a:r>
            <a:endParaRPr lang="en-US" altLang="zh-CN" sz="2400" u="none">
              <a:latin typeface="楷体_GB2312" pitchFamily="49" charset="-122"/>
              <a:ea typeface="楷体_GB2312" pitchFamily="49" charset="-122"/>
            </a:endParaRPr>
          </a:p>
          <a:p>
            <a:pPr eaLnBrk="1" hangingPunct="1">
              <a:spcBef>
                <a:spcPct val="50000"/>
              </a:spcBef>
              <a:buClrTx/>
              <a:buFontTx/>
              <a:buNone/>
            </a:pPr>
            <a:r>
              <a:rPr lang="en-US" altLang="zh-CN" sz="2400" u="none">
                <a:latin typeface="楷体_GB2312" pitchFamily="49" charset="-122"/>
                <a:ea typeface="楷体_GB2312" pitchFamily="49" charset="-122"/>
              </a:rPr>
              <a:t>   </a:t>
            </a:r>
            <a:r>
              <a:rPr lang="zh-CN" altLang="en-US" sz="2400" u="none">
                <a:latin typeface="楷体_GB2312" pitchFamily="49" charset="-122"/>
                <a:ea typeface="楷体_GB2312" pitchFamily="49" charset="-122"/>
              </a:rPr>
              <a:t>段内间接寻址    </a:t>
            </a:r>
            <a:r>
              <a:rPr lang="en-US" altLang="zh-CN" sz="2000" u="none"/>
              <a:t>JMP    TABLE [ BX ]</a:t>
            </a:r>
            <a:endParaRPr lang="en-US" altLang="zh-CN" sz="2400" u="none">
              <a:latin typeface="楷体_GB2312" pitchFamily="49" charset="-122"/>
              <a:ea typeface="楷体_GB2312" pitchFamily="49" charset="-122"/>
            </a:endParaRPr>
          </a:p>
          <a:p>
            <a:pPr eaLnBrk="1" hangingPunct="1">
              <a:spcBef>
                <a:spcPct val="50000"/>
              </a:spcBef>
              <a:buClrTx/>
              <a:buFontTx/>
              <a:buNone/>
            </a:pPr>
            <a:endParaRPr lang="en-US" altLang="zh-CN" sz="2600" u="none">
              <a:latin typeface="宋体" panose="02010600030101010101" pitchFamily="2" charset="-122"/>
            </a:endParaRPr>
          </a:p>
          <a:p>
            <a:pPr eaLnBrk="1" hangingPunct="1">
              <a:spcBef>
                <a:spcPct val="0"/>
              </a:spcBef>
              <a:buClrTx/>
              <a:buFontTx/>
              <a:buChar char="•"/>
            </a:pPr>
            <a:r>
              <a:rPr lang="en-US" altLang="zh-CN" sz="2600" u="none"/>
              <a:t>    </a:t>
            </a:r>
            <a:r>
              <a:rPr lang="zh-CN" altLang="en-US" sz="2600" u="none">
                <a:solidFill>
                  <a:schemeClr val="hlink"/>
                </a:solidFill>
              </a:rPr>
              <a:t>段间</a:t>
            </a:r>
            <a:r>
              <a:rPr lang="zh-CN" altLang="en-US" sz="2600" u="none"/>
              <a:t>寻址</a:t>
            </a:r>
            <a:endParaRPr lang="zh-CN" altLang="en-US" sz="2600" u="none">
              <a:latin typeface="宋体" panose="02010600030101010101" pitchFamily="2" charset="-122"/>
            </a:endParaRPr>
          </a:p>
          <a:p>
            <a:pPr eaLnBrk="1" hangingPunct="1">
              <a:spcBef>
                <a:spcPct val="50000"/>
              </a:spcBef>
              <a:buClrTx/>
              <a:buFontTx/>
              <a:buNone/>
            </a:pPr>
            <a:r>
              <a:rPr lang="zh-CN" altLang="en-US" sz="2200" u="none"/>
              <a:t>       </a:t>
            </a:r>
            <a:r>
              <a:rPr lang="zh-CN" altLang="en-US" sz="2400" u="none">
                <a:latin typeface="楷体_GB2312" pitchFamily="49" charset="-122"/>
                <a:ea typeface="楷体_GB2312" pitchFamily="49" charset="-122"/>
              </a:rPr>
              <a:t>段间直接寻址    </a:t>
            </a:r>
            <a:r>
              <a:rPr lang="en-US" altLang="zh-CN" sz="2000" u="none"/>
              <a:t>JMP    FAR PTR  NEXT</a:t>
            </a:r>
            <a:r>
              <a:rPr lang="en-US" altLang="zh-CN" sz="2400" u="none"/>
              <a:t> </a:t>
            </a:r>
            <a:endParaRPr lang="en-US" altLang="zh-CN" sz="2400" u="none">
              <a:latin typeface="楷体_GB2312" pitchFamily="49" charset="-122"/>
              <a:ea typeface="楷体_GB2312" pitchFamily="49" charset="-122"/>
            </a:endParaRPr>
          </a:p>
          <a:p>
            <a:pPr eaLnBrk="1" hangingPunct="1">
              <a:spcBef>
                <a:spcPct val="50000"/>
              </a:spcBef>
              <a:buClrTx/>
              <a:buFontTx/>
              <a:buNone/>
            </a:pPr>
            <a:r>
              <a:rPr lang="en-US" altLang="zh-CN" sz="2400" u="none">
                <a:latin typeface="楷体_GB2312" pitchFamily="49" charset="-122"/>
                <a:ea typeface="楷体_GB2312" pitchFamily="49" charset="-122"/>
              </a:rPr>
              <a:t>   </a:t>
            </a:r>
            <a:r>
              <a:rPr lang="zh-CN" altLang="en-US" sz="2400" u="none">
                <a:latin typeface="楷体_GB2312" pitchFamily="49" charset="-122"/>
                <a:ea typeface="楷体_GB2312" pitchFamily="49" charset="-122"/>
              </a:rPr>
              <a:t>段间间接寻址    </a:t>
            </a:r>
            <a:r>
              <a:rPr lang="en-US" altLang="zh-CN" sz="2000" u="none"/>
              <a:t>JMP    DWORD PTR [ BX ]</a:t>
            </a:r>
            <a:endParaRPr lang="en-US" altLang="zh-CN" sz="2000" u="none" baseline="30000">
              <a:sym typeface="Monotype Sorts" pitchFamily="2" charset="2"/>
            </a:endParaRPr>
          </a:p>
          <a:p>
            <a:pPr eaLnBrk="1" hangingPunct="1">
              <a:spcBef>
                <a:spcPct val="50000"/>
              </a:spcBef>
              <a:buClrTx/>
              <a:buFontTx/>
              <a:buNone/>
            </a:pPr>
            <a:endParaRPr lang="en-US" altLang="zh-CN" sz="2000" u="none"/>
          </a:p>
        </p:txBody>
      </p:sp>
    </p:spTree>
    <p:custDataLst>
      <p:tags r:id="rId1"/>
    </p:custData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ext Box 2">
            <a:extLst>
              <a:ext uri="{FF2B5EF4-FFF2-40B4-BE49-F238E27FC236}">
                <a16:creationId xmlns:a16="http://schemas.microsoft.com/office/drawing/2014/main" id="{C3D11339-C017-4D28-A558-452362ED0C36}"/>
              </a:ext>
            </a:extLst>
          </p:cNvPr>
          <p:cNvSpPr txBox="1">
            <a:spLocks noChangeArrowheads="1"/>
          </p:cNvSpPr>
          <p:nvPr/>
        </p:nvSpPr>
        <p:spPr bwMode="auto">
          <a:xfrm>
            <a:off x="2514600" y="1905000"/>
            <a:ext cx="3276600" cy="3465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dash"/>
                <a:miter lim="800000"/>
                <a:headEnd/>
                <a:tailEnd/>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2600" u="none">
                <a:sym typeface="Symbol" panose="05050102010706020507" pitchFamily="18" charset="2"/>
              </a:rPr>
              <a:t> </a:t>
            </a:r>
            <a:r>
              <a:rPr lang="en-US" altLang="zh-CN" sz="2600" b="0" u="none">
                <a:sym typeface="Symbol" panose="05050102010706020507" pitchFamily="18" charset="2"/>
              </a:rPr>
              <a:t>  </a:t>
            </a:r>
            <a:r>
              <a:rPr lang="zh-CN" altLang="en-US" sz="2600" u="none"/>
              <a:t>数据传送指令</a:t>
            </a:r>
          </a:p>
          <a:p>
            <a:pPr eaLnBrk="1" hangingPunct="1">
              <a:spcBef>
                <a:spcPct val="50000"/>
              </a:spcBef>
              <a:buClrTx/>
              <a:buFontTx/>
              <a:buNone/>
            </a:pPr>
            <a:r>
              <a:rPr lang="zh-CN" altLang="en-US" sz="2600" u="none">
                <a:sym typeface="Symbol" panose="05050102010706020507" pitchFamily="18" charset="2"/>
              </a:rPr>
              <a:t>  </a:t>
            </a:r>
            <a:r>
              <a:rPr lang="zh-CN" altLang="en-US" sz="2600" u="none"/>
              <a:t> 算术指令</a:t>
            </a:r>
          </a:p>
          <a:p>
            <a:pPr eaLnBrk="1" hangingPunct="1">
              <a:spcBef>
                <a:spcPct val="50000"/>
              </a:spcBef>
              <a:buClrTx/>
              <a:buFontTx/>
              <a:buNone/>
            </a:pPr>
            <a:r>
              <a:rPr lang="zh-CN" altLang="en-US" sz="2600" u="none">
                <a:sym typeface="Symbol" panose="05050102010706020507" pitchFamily="18" charset="2"/>
              </a:rPr>
              <a:t>  </a:t>
            </a:r>
            <a:r>
              <a:rPr lang="zh-CN" altLang="en-US" sz="2600" u="none"/>
              <a:t> 逻辑指令</a:t>
            </a:r>
            <a:endParaRPr lang="zh-CN" altLang="en-US" sz="2600" u="none">
              <a:hlinkClick r:id="rId2" action="ppaction://hlinksldjump"/>
            </a:endParaRPr>
          </a:p>
          <a:p>
            <a:pPr eaLnBrk="1" hangingPunct="1">
              <a:spcBef>
                <a:spcPct val="50000"/>
              </a:spcBef>
              <a:buClrTx/>
              <a:buFontTx/>
              <a:buNone/>
            </a:pPr>
            <a:r>
              <a:rPr lang="zh-CN" altLang="en-US" sz="2600" u="none">
                <a:sym typeface="Symbol" panose="05050102010706020507" pitchFamily="18" charset="2"/>
              </a:rPr>
              <a:t>  </a:t>
            </a:r>
            <a:r>
              <a:rPr lang="zh-CN" altLang="en-US" sz="2600" u="none"/>
              <a:t> 串处理指令</a:t>
            </a:r>
          </a:p>
          <a:p>
            <a:pPr eaLnBrk="1" hangingPunct="1">
              <a:spcBef>
                <a:spcPct val="50000"/>
              </a:spcBef>
              <a:buClrTx/>
              <a:buFontTx/>
              <a:buNone/>
            </a:pPr>
            <a:r>
              <a:rPr lang="zh-CN" altLang="en-US" sz="2600" u="none">
                <a:sym typeface="Symbol" panose="05050102010706020507" pitchFamily="18" charset="2"/>
              </a:rPr>
              <a:t>  </a:t>
            </a:r>
            <a:r>
              <a:rPr lang="zh-CN" altLang="en-US" sz="2600" u="none"/>
              <a:t> 控制转移指令</a:t>
            </a:r>
          </a:p>
          <a:p>
            <a:pPr eaLnBrk="1" hangingPunct="1">
              <a:spcBef>
                <a:spcPct val="50000"/>
              </a:spcBef>
              <a:buClrTx/>
              <a:buFontTx/>
              <a:buNone/>
            </a:pPr>
            <a:r>
              <a:rPr lang="zh-CN" altLang="en-US" sz="2600" u="none">
                <a:sym typeface="Symbol" panose="05050102010706020507" pitchFamily="18" charset="2"/>
              </a:rPr>
              <a:t>  </a:t>
            </a:r>
            <a:r>
              <a:rPr lang="zh-CN" altLang="en-US" sz="2600" u="none"/>
              <a:t> 处理机控制指令</a:t>
            </a:r>
            <a:endParaRPr lang="zh-CN" altLang="en-US" sz="2600" b="0" u="none"/>
          </a:p>
        </p:txBody>
      </p:sp>
      <p:sp>
        <p:nvSpPr>
          <p:cNvPr id="61443" name="Rectangle 3">
            <a:extLst>
              <a:ext uri="{FF2B5EF4-FFF2-40B4-BE49-F238E27FC236}">
                <a16:creationId xmlns:a16="http://schemas.microsoft.com/office/drawing/2014/main" id="{1A41E279-565B-45E8-AB82-327E2B11B1B9}"/>
              </a:ext>
            </a:extLst>
          </p:cNvPr>
          <p:cNvSpPr>
            <a:spLocks noChangeArrowheads="1"/>
          </p:cNvSpPr>
          <p:nvPr/>
        </p:nvSpPr>
        <p:spPr bwMode="auto">
          <a:xfrm>
            <a:off x="1828800" y="685800"/>
            <a:ext cx="4129088"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en-US" altLang="zh-CN" sz="3600" u="none">
                <a:solidFill>
                  <a:schemeClr val="hlink"/>
                </a:solidFill>
                <a:latin typeface="Arial" panose="020B0604020202020204" pitchFamily="34" charset="0"/>
              </a:rPr>
              <a:t>2.  8086</a:t>
            </a:r>
            <a:r>
              <a:rPr lang="zh-CN" altLang="en-US" sz="3600" u="none">
                <a:solidFill>
                  <a:schemeClr val="hlink"/>
                </a:solidFill>
                <a:latin typeface="Arial" panose="020B0604020202020204" pitchFamily="34" charset="0"/>
              </a:rPr>
              <a:t>的指令系统</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ext Box 2">
            <a:extLst>
              <a:ext uri="{FF2B5EF4-FFF2-40B4-BE49-F238E27FC236}">
                <a16:creationId xmlns:a16="http://schemas.microsoft.com/office/drawing/2014/main" id="{4D1B143F-3505-4C79-8F19-BA9E14393388}"/>
              </a:ext>
            </a:extLst>
          </p:cNvPr>
          <p:cNvSpPr txBox="1">
            <a:spLocks noChangeArrowheads="1"/>
          </p:cNvSpPr>
          <p:nvPr/>
        </p:nvSpPr>
        <p:spPr bwMode="auto">
          <a:xfrm>
            <a:off x="2209800" y="1066800"/>
            <a:ext cx="5486400" cy="472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marL="457200" indent="-457200">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zh-CN" altLang="en-US" u="none">
                <a:solidFill>
                  <a:schemeClr val="hlink"/>
                </a:solidFill>
                <a:ea typeface="楷体_GB2312" pitchFamily="49" charset="-122"/>
              </a:rPr>
              <a:t>重点关注！</a:t>
            </a:r>
          </a:p>
          <a:p>
            <a:pPr eaLnBrk="1" hangingPunct="1">
              <a:spcBef>
                <a:spcPct val="50000"/>
              </a:spcBef>
              <a:buClrTx/>
              <a:buFontTx/>
              <a:buChar char="•"/>
            </a:pPr>
            <a:r>
              <a:rPr lang="zh-CN" altLang="en-US" u="none">
                <a:ea typeface="楷体_GB2312" pitchFamily="49" charset="-122"/>
              </a:rPr>
              <a:t>指令的汇编格式</a:t>
            </a:r>
          </a:p>
          <a:p>
            <a:pPr eaLnBrk="1" hangingPunct="1">
              <a:spcBef>
                <a:spcPct val="50000"/>
              </a:spcBef>
              <a:buClrTx/>
              <a:buFontTx/>
              <a:buChar char="•"/>
            </a:pPr>
            <a:r>
              <a:rPr lang="zh-CN" altLang="en-US" u="none">
                <a:ea typeface="楷体_GB2312" pitchFamily="49" charset="-122"/>
              </a:rPr>
              <a:t>指令的基本功能</a:t>
            </a:r>
          </a:p>
          <a:p>
            <a:pPr eaLnBrk="1" hangingPunct="1">
              <a:spcBef>
                <a:spcPct val="50000"/>
              </a:spcBef>
              <a:buClrTx/>
              <a:buFontTx/>
              <a:buChar char="•"/>
            </a:pPr>
            <a:r>
              <a:rPr lang="zh-CN" altLang="en-US" u="none">
                <a:ea typeface="楷体_GB2312" pitchFamily="49" charset="-122"/>
              </a:rPr>
              <a:t>指令支持的寻址方式</a:t>
            </a:r>
          </a:p>
          <a:p>
            <a:pPr eaLnBrk="1" hangingPunct="1">
              <a:spcBef>
                <a:spcPct val="50000"/>
              </a:spcBef>
              <a:buClrTx/>
              <a:buFontTx/>
              <a:buChar char="•"/>
            </a:pPr>
            <a:r>
              <a:rPr lang="zh-CN" altLang="en-US" u="none">
                <a:ea typeface="楷体_GB2312" pitchFamily="49" charset="-122"/>
              </a:rPr>
              <a:t>指令的执行对标志位的影响</a:t>
            </a:r>
          </a:p>
          <a:p>
            <a:pPr eaLnBrk="1" hangingPunct="1">
              <a:spcBef>
                <a:spcPct val="50000"/>
              </a:spcBef>
              <a:buClrTx/>
              <a:buFontTx/>
              <a:buChar char="•"/>
            </a:pPr>
            <a:r>
              <a:rPr lang="zh-CN" altLang="en-US" u="none">
                <a:ea typeface="楷体_GB2312" pitchFamily="49" charset="-122"/>
              </a:rPr>
              <a:t>指令的特殊要求</a:t>
            </a:r>
          </a:p>
        </p:txBody>
      </p:sp>
      <p:sp>
        <p:nvSpPr>
          <p:cNvPr id="62467" name="Text Box 3">
            <a:extLst>
              <a:ext uri="{FF2B5EF4-FFF2-40B4-BE49-F238E27FC236}">
                <a16:creationId xmlns:a16="http://schemas.microsoft.com/office/drawing/2014/main" id="{2EF772B9-3983-470F-93C9-A80799025AA0}"/>
              </a:ext>
            </a:extLst>
          </p:cNvPr>
          <p:cNvSpPr txBox="1">
            <a:spLocks noChangeArrowheads="1"/>
          </p:cNvSpPr>
          <p:nvPr/>
        </p:nvSpPr>
        <p:spPr bwMode="auto">
          <a:xfrm>
            <a:off x="1905000" y="1219200"/>
            <a:ext cx="3962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endParaRPr lang="zh-CN" altLang="zh-CN" sz="2800" u="none"/>
          </a:p>
        </p:txBody>
      </p:sp>
      <p:sp>
        <p:nvSpPr>
          <p:cNvPr id="34820" name="AutoShape 4">
            <a:extLst>
              <a:ext uri="{FF2B5EF4-FFF2-40B4-BE49-F238E27FC236}">
                <a16:creationId xmlns:a16="http://schemas.microsoft.com/office/drawing/2014/main" id="{BACDD64B-012C-4E14-8650-12A074D84306}"/>
              </a:ext>
            </a:extLst>
          </p:cNvPr>
          <p:cNvSpPr>
            <a:spLocks noChangeArrowheads="1"/>
          </p:cNvSpPr>
          <p:nvPr/>
        </p:nvSpPr>
        <p:spPr bwMode="auto">
          <a:xfrm>
            <a:off x="4343400" y="1143000"/>
            <a:ext cx="533400" cy="457200"/>
          </a:xfrm>
          <a:prstGeom prst="star5">
            <a:avLst/>
          </a:prstGeom>
          <a:solidFill>
            <a:srgbClr val="FF0000"/>
          </a:solidFill>
          <a:ln w="9525">
            <a:solidFill>
              <a:schemeClr val="tx1"/>
            </a:solidFill>
            <a:miter lim="800000"/>
            <a:headEnd/>
            <a:tailEnd/>
          </a:ln>
          <a:effectLst/>
        </p:spPr>
        <p:txBody>
          <a:bodyPr wrap="none" anchor="ctr"/>
          <a:lstStyle/>
          <a:p>
            <a:pPr algn="ctr" eaLnBrk="1" hangingPunct="1">
              <a:defRPr/>
            </a:pPr>
            <a:endParaRPr lang="zh-CN" altLang="zh-CN">
              <a:solidFill>
                <a:srgbClr val="FF0000"/>
              </a:solidFill>
              <a:ea typeface="宋体" charset="-122"/>
            </a:endParaRPr>
          </a:p>
        </p:txBody>
      </p:sp>
    </p:spTree>
    <p:custDataLst>
      <p:tags r:id="rId1"/>
    </p:custData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B35A58CF-E143-4C28-BB7E-54709F073D14}"/>
              </a:ext>
            </a:extLst>
          </p:cNvPr>
          <p:cNvSpPr>
            <a:spLocks noGrp="1" noChangeArrowheads="1"/>
          </p:cNvSpPr>
          <p:nvPr>
            <p:ph type="body" idx="1"/>
          </p:nvPr>
        </p:nvSpPr>
        <p:spPr>
          <a:xfrm>
            <a:off x="1835150" y="838200"/>
            <a:ext cx="5861050" cy="5257800"/>
          </a:xfrm>
        </p:spPr>
        <p:txBody>
          <a:bodyPr/>
          <a:lstStyle/>
          <a:p>
            <a:pPr algn="just" eaLnBrk="1" hangingPunct="1">
              <a:buFont typeface="Wingdings" panose="05000000000000000000" pitchFamily="2" charset="2"/>
              <a:buNone/>
              <a:defRPr/>
            </a:pPr>
            <a:r>
              <a:rPr lang="zh-CN" altLang="en-US" sz="2800" dirty="0">
                <a:solidFill>
                  <a:schemeClr val="hlink"/>
                </a:solidFill>
              </a:rPr>
              <a:t>数据传送指令</a:t>
            </a:r>
            <a:r>
              <a:rPr lang="zh-CN" altLang="en-US" sz="2600" dirty="0"/>
              <a:t>：</a:t>
            </a:r>
          </a:p>
          <a:p>
            <a:pPr algn="just" eaLnBrk="1" hangingPunct="1">
              <a:buFont typeface="Wingdings" panose="05000000000000000000" pitchFamily="2" charset="2"/>
              <a:buNone/>
              <a:defRPr/>
            </a:pPr>
            <a:endParaRPr lang="zh-CN" altLang="en-US" sz="2600" dirty="0"/>
          </a:p>
          <a:p>
            <a:pPr lvl="2" algn="just" eaLnBrk="1" hangingPunct="1">
              <a:lnSpc>
                <a:spcPct val="130000"/>
              </a:lnSpc>
              <a:buFontTx/>
              <a:buNone/>
              <a:defRPr/>
            </a:pPr>
            <a:r>
              <a:rPr lang="zh-CN" altLang="en-US" sz="1800" dirty="0">
                <a:sym typeface="Symbol" panose="05050102010706020507" pitchFamily="18" charset="2"/>
              </a:rPr>
              <a:t></a:t>
            </a:r>
            <a:r>
              <a:rPr lang="zh-CN" altLang="en-US" sz="2000" dirty="0">
                <a:sym typeface="Symbol" panose="05050102010706020507" pitchFamily="18" charset="2"/>
              </a:rPr>
              <a:t>   </a:t>
            </a:r>
            <a:r>
              <a:rPr lang="zh-CN" altLang="en-US" dirty="0">
                <a:ea typeface="楷体_GB2312" pitchFamily="49" charset="-122"/>
              </a:rPr>
              <a:t>通用数据传送指令</a:t>
            </a:r>
          </a:p>
          <a:p>
            <a:pPr lvl="2" algn="just" eaLnBrk="1" hangingPunct="1">
              <a:lnSpc>
                <a:spcPct val="130000"/>
              </a:lnSpc>
              <a:buFontTx/>
              <a:buNone/>
              <a:defRPr/>
            </a:pPr>
            <a:r>
              <a:rPr lang="zh-CN" altLang="en-US" sz="2000" dirty="0"/>
              <a:t>      </a:t>
            </a:r>
            <a:r>
              <a:rPr lang="en-US" altLang="zh-CN" sz="2000" dirty="0">
                <a:solidFill>
                  <a:schemeClr val="hlink"/>
                </a:solidFill>
              </a:rPr>
              <a:t>MOV</a:t>
            </a:r>
            <a:r>
              <a:rPr lang="zh-CN" altLang="en-US" sz="2000" dirty="0"/>
              <a:t>、</a:t>
            </a:r>
            <a:r>
              <a:rPr lang="en-US" altLang="zh-CN" sz="2000" dirty="0">
                <a:solidFill>
                  <a:schemeClr val="hlink"/>
                </a:solidFill>
              </a:rPr>
              <a:t>PUSH</a:t>
            </a:r>
            <a:r>
              <a:rPr lang="zh-CN" altLang="en-US" sz="2000" dirty="0"/>
              <a:t>、</a:t>
            </a:r>
            <a:r>
              <a:rPr lang="en-US" altLang="zh-CN" sz="2000" dirty="0">
                <a:solidFill>
                  <a:schemeClr val="hlink"/>
                </a:solidFill>
              </a:rPr>
              <a:t>POP</a:t>
            </a:r>
            <a:r>
              <a:rPr lang="zh-CN" altLang="en-US" sz="2000" dirty="0"/>
              <a:t>、</a:t>
            </a:r>
            <a:r>
              <a:rPr lang="en-US" altLang="zh-CN" sz="2000" dirty="0">
                <a:solidFill>
                  <a:schemeClr val="hlink"/>
                </a:solidFill>
              </a:rPr>
              <a:t>XCHG</a:t>
            </a:r>
            <a:r>
              <a:rPr lang="en-US" altLang="zh-CN" sz="2000" dirty="0"/>
              <a:t> </a:t>
            </a:r>
          </a:p>
          <a:p>
            <a:pPr lvl="2" algn="just" eaLnBrk="1" hangingPunct="1">
              <a:lnSpc>
                <a:spcPct val="130000"/>
              </a:lnSpc>
              <a:buFontTx/>
              <a:buNone/>
              <a:defRPr/>
            </a:pPr>
            <a:r>
              <a:rPr lang="en-US" altLang="zh-CN" sz="1800" dirty="0">
                <a:sym typeface="Symbol" panose="05050102010706020507" pitchFamily="18" charset="2"/>
              </a:rPr>
              <a:t></a:t>
            </a:r>
            <a:r>
              <a:rPr lang="en-US" altLang="zh-CN" sz="2000" dirty="0">
                <a:sym typeface="Symbol" panose="05050102010706020507" pitchFamily="18" charset="2"/>
              </a:rPr>
              <a:t>   </a:t>
            </a:r>
            <a:r>
              <a:rPr lang="zh-CN" altLang="en-US" dirty="0">
                <a:ea typeface="楷体_GB2312" pitchFamily="49" charset="-122"/>
              </a:rPr>
              <a:t>累加器专用传送指令</a:t>
            </a:r>
          </a:p>
          <a:p>
            <a:pPr lvl="2" algn="just" eaLnBrk="1" hangingPunct="1">
              <a:lnSpc>
                <a:spcPct val="130000"/>
              </a:lnSpc>
              <a:buFontTx/>
              <a:buNone/>
              <a:defRPr/>
            </a:pPr>
            <a:r>
              <a:rPr lang="zh-CN" altLang="en-US" sz="2000" dirty="0"/>
              <a:t>      </a:t>
            </a:r>
            <a:r>
              <a:rPr lang="en-US" altLang="zh-CN" sz="2000" dirty="0"/>
              <a:t>IN</a:t>
            </a:r>
            <a:r>
              <a:rPr lang="zh-CN" altLang="en-US" sz="2000" dirty="0"/>
              <a:t>、</a:t>
            </a:r>
            <a:r>
              <a:rPr lang="en-US" altLang="zh-CN" sz="2000" dirty="0"/>
              <a:t>OUT</a:t>
            </a:r>
            <a:r>
              <a:rPr lang="zh-CN" altLang="en-US" sz="2000" dirty="0"/>
              <a:t>、</a:t>
            </a:r>
            <a:r>
              <a:rPr lang="en-US" altLang="zh-CN" sz="2800" dirty="0">
                <a:solidFill>
                  <a:schemeClr val="hlink"/>
                </a:solidFill>
                <a:cs typeface="+mn-cs"/>
              </a:rPr>
              <a:t>XLAT</a:t>
            </a:r>
            <a:r>
              <a:rPr lang="en-US" altLang="zh-CN" sz="2000" dirty="0">
                <a:solidFill>
                  <a:schemeClr val="accent2"/>
                </a:solidFill>
              </a:rPr>
              <a:t> </a:t>
            </a:r>
          </a:p>
          <a:p>
            <a:pPr lvl="2" algn="just" eaLnBrk="1" hangingPunct="1">
              <a:lnSpc>
                <a:spcPct val="130000"/>
              </a:lnSpc>
              <a:buFontTx/>
              <a:buNone/>
              <a:defRPr/>
            </a:pPr>
            <a:r>
              <a:rPr lang="en-US" altLang="zh-CN" sz="1800" dirty="0">
                <a:sym typeface="Symbol" panose="05050102010706020507" pitchFamily="18" charset="2"/>
              </a:rPr>
              <a:t></a:t>
            </a:r>
            <a:r>
              <a:rPr lang="en-US" altLang="zh-CN" dirty="0">
                <a:sym typeface="Symbol" panose="05050102010706020507" pitchFamily="18" charset="2"/>
              </a:rPr>
              <a:t>   </a:t>
            </a:r>
            <a:r>
              <a:rPr lang="zh-CN" altLang="en-US" dirty="0">
                <a:ea typeface="楷体_GB2312" pitchFamily="49" charset="-122"/>
              </a:rPr>
              <a:t>地址传送指令</a:t>
            </a:r>
          </a:p>
          <a:p>
            <a:pPr lvl="2" algn="just" eaLnBrk="1" hangingPunct="1">
              <a:lnSpc>
                <a:spcPct val="130000"/>
              </a:lnSpc>
              <a:buFontTx/>
              <a:buNone/>
              <a:defRPr/>
            </a:pPr>
            <a:r>
              <a:rPr lang="zh-CN" altLang="en-US" sz="2000" dirty="0"/>
              <a:t>      </a:t>
            </a:r>
            <a:r>
              <a:rPr lang="en-US" altLang="zh-CN" sz="2000" dirty="0">
                <a:solidFill>
                  <a:schemeClr val="hlink"/>
                </a:solidFill>
              </a:rPr>
              <a:t>LEA</a:t>
            </a:r>
            <a:r>
              <a:rPr lang="zh-CN" altLang="en-US" sz="2000" dirty="0"/>
              <a:t>、</a:t>
            </a:r>
            <a:r>
              <a:rPr lang="en-US" altLang="zh-CN" sz="2000" dirty="0"/>
              <a:t>LDS</a:t>
            </a:r>
            <a:r>
              <a:rPr lang="zh-CN" altLang="en-US" sz="2000" dirty="0"/>
              <a:t>、</a:t>
            </a:r>
            <a:r>
              <a:rPr lang="en-US" altLang="zh-CN" sz="2000" dirty="0"/>
              <a:t>LES </a:t>
            </a:r>
          </a:p>
          <a:p>
            <a:pPr lvl="2" algn="just" eaLnBrk="1" hangingPunct="1">
              <a:lnSpc>
                <a:spcPct val="130000"/>
              </a:lnSpc>
              <a:buFontTx/>
              <a:buNone/>
              <a:defRPr/>
            </a:pPr>
            <a:r>
              <a:rPr lang="en-US" altLang="zh-CN" sz="1800" dirty="0">
                <a:sym typeface="Symbol" panose="05050102010706020507" pitchFamily="18" charset="2"/>
              </a:rPr>
              <a:t></a:t>
            </a:r>
            <a:r>
              <a:rPr lang="en-US" altLang="zh-CN" sz="2000" dirty="0">
                <a:sym typeface="Symbol" panose="05050102010706020507" pitchFamily="18" charset="2"/>
              </a:rPr>
              <a:t>   </a:t>
            </a:r>
            <a:r>
              <a:rPr lang="zh-CN" altLang="en-US" dirty="0">
                <a:ea typeface="楷体_GB2312" pitchFamily="49" charset="-122"/>
              </a:rPr>
              <a:t>标志寄存器传送指令</a:t>
            </a:r>
          </a:p>
          <a:p>
            <a:pPr lvl="2" algn="just" eaLnBrk="1" hangingPunct="1">
              <a:lnSpc>
                <a:spcPct val="130000"/>
              </a:lnSpc>
              <a:buFontTx/>
              <a:buNone/>
              <a:defRPr/>
            </a:pPr>
            <a:r>
              <a:rPr lang="zh-CN" altLang="en-US" sz="2000" dirty="0"/>
              <a:t>      </a:t>
            </a:r>
            <a:r>
              <a:rPr lang="en-US" altLang="zh-CN" sz="2000" dirty="0"/>
              <a:t>LAHF</a:t>
            </a:r>
            <a:r>
              <a:rPr lang="zh-CN" altLang="en-US" sz="2000" dirty="0"/>
              <a:t>、</a:t>
            </a:r>
            <a:r>
              <a:rPr lang="en-US" altLang="zh-CN" sz="2000" dirty="0"/>
              <a:t>SAHF</a:t>
            </a:r>
            <a:r>
              <a:rPr lang="zh-CN" altLang="en-US" sz="2000" dirty="0"/>
              <a:t>、</a:t>
            </a:r>
            <a:r>
              <a:rPr lang="en-US" altLang="zh-CN" sz="2000" dirty="0"/>
              <a:t>PUSHF</a:t>
            </a:r>
            <a:r>
              <a:rPr lang="zh-CN" altLang="en-US" sz="2000" dirty="0"/>
              <a:t>、</a:t>
            </a:r>
            <a:r>
              <a:rPr lang="en-US" altLang="zh-CN" sz="2000" dirty="0"/>
              <a:t>POPF </a:t>
            </a:r>
          </a:p>
        </p:txBody>
      </p:sp>
    </p:spTree>
    <p:custDataLst>
      <p:tags r:id="rId1"/>
    </p:custData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EDD8A250-19DA-464E-AE2C-B679BB27E75D}"/>
              </a:ext>
            </a:extLst>
          </p:cNvPr>
          <p:cNvSpPr>
            <a:spLocks noChangeArrowheads="1"/>
          </p:cNvSpPr>
          <p:nvPr/>
        </p:nvSpPr>
        <p:spPr bwMode="auto">
          <a:xfrm>
            <a:off x="1752600" y="381000"/>
            <a:ext cx="6705600" cy="624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marL="342900" indent="-342900">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buClr>
                <a:schemeClr val="tx2"/>
              </a:buClr>
              <a:buSzPct val="90000"/>
              <a:buFont typeface="Symbol" panose="05050102010706020507" pitchFamily="18" charset="2"/>
              <a:buNone/>
            </a:pPr>
            <a:r>
              <a:rPr lang="zh-CN" altLang="en-US" sz="2600" u="none">
                <a:solidFill>
                  <a:schemeClr val="hlink"/>
                </a:solidFill>
              </a:rPr>
              <a:t>算术指令：</a:t>
            </a:r>
            <a:endParaRPr lang="zh-CN" altLang="en-US" sz="2600" b="0" u="none">
              <a:solidFill>
                <a:schemeClr val="hlink"/>
              </a:solidFill>
            </a:endParaRPr>
          </a:p>
          <a:p>
            <a:pPr lvl="2" algn="just" eaLnBrk="1" hangingPunct="1">
              <a:lnSpc>
                <a:spcPct val="115000"/>
              </a:lnSpc>
              <a:buFontTx/>
              <a:buNone/>
            </a:pPr>
            <a:r>
              <a:rPr lang="zh-CN" altLang="en-US" sz="1800" u="none">
                <a:sym typeface="Symbol" panose="05050102010706020507" pitchFamily="18" charset="2"/>
              </a:rPr>
              <a:t></a:t>
            </a:r>
            <a:r>
              <a:rPr lang="zh-CN" altLang="en-US" sz="2000" u="none">
                <a:sym typeface="Symbol" panose="05050102010706020507" pitchFamily="18" charset="2"/>
              </a:rPr>
              <a:t>   </a:t>
            </a:r>
            <a:r>
              <a:rPr lang="zh-CN" altLang="en-US" u="none">
                <a:ea typeface="楷体_GB2312" pitchFamily="49" charset="-122"/>
              </a:rPr>
              <a:t>加法指令</a:t>
            </a:r>
          </a:p>
          <a:p>
            <a:pPr lvl="2" algn="just" eaLnBrk="1" hangingPunct="1">
              <a:lnSpc>
                <a:spcPct val="115000"/>
              </a:lnSpc>
              <a:buFontTx/>
              <a:buNone/>
            </a:pPr>
            <a:r>
              <a:rPr lang="zh-CN" altLang="en-US" sz="2000" u="none"/>
              <a:t>      </a:t>
            </a:r>
            <a:r>
              <a:rPr lang="en-US" altLang="zh-CN" sz="2000" u="none">
                <a:solidFill>
                  <a:schemeClr val="hlink"/>
                </a:solidFill>
              </a:rPr>
              <a:t>ADD</a:t>
            </a:r>
            <a:r>
              <a:rPr lang="zh-CN" altLang="en-US" sz="2000" u="none">
                <a:solidFill>
                  <a:schemeClr val="hlink"/>
                </a:solidFill>
              </a:rPr>
              <a:t>、</a:t>
            </a:r>
            <a:r>
              <a:rPr lang="en-US" altLang="zh-CN" sz="2000" u="none">
                <a:solidFill>
                  <a:schemeClr val="hlink"/>
                </a:solidFill>
              </a:rPr>
              <a:t>ADC</a:t>
            </a:r>
            <a:r>
              <a:rPr lang="zh-CN" altLang="en-US" sz="2000" u="none">
                <a:solidFill>
                  <a:schemeClr val="hlink"/>
                </a:solidFill>
              </a:rPr>
              <a:t>、</a:t>
            </a:r>
            <a:r>
              <a:rPr lang="en-US" altLang="zh-CN" sz="2000" u="none">
                <a:solidFill>
                  <a:schemeClr val="hlink"/>
                </a:solidFill>
              </a:rPr>
              <a:t>INC</a:t>
            </a:r>
          </a:p>
          <a:p>
            <a:pPr lvl="2" algn="just" eaLnBrk="1" hangingPunct="1">
              <a:lnSpc>
                <a:spcPct val="115000"/>
              </a:lnSpc>
              <a:buFontTx/>
              <a:buNone/>
            </a:pPr>
            <a:r>
              <a:rPr lang="en-US" altLang="zh-CN" sz="1800" u="none">
                <a:sym typeface="Symbol" panose="05050102010706020507" pitchFamily="18" charset="2"/>
              </a:rPr>
              <a:t></a:t>
            </a:r>
            <a:r>
              <a:rPr lang="en-US" altLang="zh-CN" sz="2000" u="none">
                <a:sym typeface="Symbol" panose="05050102010706020507" pitchFamily="18" charset="2"/>
              </a:rPr>
              <a:t>   </a:t>
            </a:r>
            <a:r>
              <a:rPr lang="zh-CN" altLang="en-US" u="none">
                <a:ea typeface="楷体_GB2312" pitchFamily="49" charset="-122"/>
              </a:rPr>
              <a:t>减法指令</a:t>
            </a:r>
          </a:p>
          <a:p>
            <a:pPr lvl="2" algn="just" eaLnBrk="1" hangingPunct="1">
              <a:lnSpc>
                <a:spcPct val="115000"/>
              </a:lnSpc>
              <a:buFontTx/>
              <a:buNone/>
            </a:pPr>
            <a:r>
              <a:rPr lang="zh-CN" altLang="en-US" sz="2000" u="none"/>
              <a:t>      </a:t>
            </a:r>
            <a:r>
              <a:rPr lang="en-US" altLang="zh-CN" sz="2000" u="none">
                <a:solidFill>
                  <a:schemeClr val="hlink"/>
                </a:solidFill>
              </a:rPr>
              <a:t>SUB</a:t>
            </a:r>
            <a:r>
              <a:rPr lang="zh-CN" altLang="en-US" sz="2000" u="none">
                <a:solidFill>
                  <a:schemeClr val="hlink"/>
                </a:solidFill>
              </a:rPr>
              <a:t>、</a:t>
            </a:r>
            <a:r>
              <a:rPr lang="en-US" altLang="zh-CN" sz="2000" u="none">
                <a:solidFill>
                  <a:schemeClr val="hlink"/>
                </a:solidFill>
              </a:rPr>
              <a:t>SBB</a:t>
            </a:r>
            <a:r>
              <a:rPr lang="zh-CN" altLang="en-US" sz="2000" u="none">
                <a:solidFill>
                  <a:schemeClr val="hlink"/>
                </a:solidFill>
              </a:rPr>
              <a:t>、</a:t>
            </a:r>
            <a:r>
              <a:rPr lang="en-US" altLang="zh-CN" sz="2000" u="none">
                <a:solidFill>
                  <a:schemeClr val="hlink"/>
                </a:solidFill>
              </a:rPr>
              <a:t>DEC</a:t>
            </a:r>
            <a:r>
              <a:rPr lang="zh-CN" altLang="en-US" sz="2000" u="none">
                <a:solidFill>
                  <a:schemeClr val="hlink"/>
                </a:solidFill>
              </a:rPr>
              <a:t>、</a:t>
            </a:r>
            <a:r>
              <a:rPr lang="en-US" altLang="zh-CN" sz="2000" u="none">
                <a:solidFill>
                  <a:schemeClr val="hlink"/>
                </a:solidFill>
              </a:rPr>
              <a:t>NEG</a:t>
            </a:r>
            <a:r>
              <a:rPr lang="zh-CN" altLang="en-US" sz="2000" u="none">
                <a:solidFill>
                  <a:schemeClr val="hlink"/>
                </a:solidFill>
              </a:rPr>
              <a:t>、</a:t>
            </a:r>
            <a:r>
              <a:rPr lang="en-US" altLang="zh-CN" sz="2000" u="none">
                <a:solidFill>
                  <a:schemeClr val="hlink"/>
                </a:solidFill>
              </a:rPr>
              <a:t>CMP</a:t>
            </a:r>
          </a:p>
          <a:p>
            <a:pPr lvl="2" algn="just" eaLnBrk="1" hangingPunct="1">
              <a:lnSpc>
                <a:spcPct val="115000"/>
              </a:lnSpc>
              <a:buFontTx/>
              <a:buNone/>
            </a:pPr>
            <a:r>
              <a:rPr lang="en-US" altLang="zh-CN" sz="1800" u="none">
                <a:sym typeface="Symbol" panose="05050102010706020507" pitchFamily="18" charset="2"/>
              </a:rPr>
              <a:t></a:t>
            </a:r>
            <a:r>
              <a:rPr lang="en-US" altLang="zh-CN" u="none">
                <a:sym typeface="Symbol" panose="05050102010706020507" pitchFamily="18" charset="2"/>
              </a:rPr>
              <a:t>   </a:t>
            </a:r>
            <a:r>
              <a:rPr lang="zh-CN" altLang="en-US" u="none">
                <a:ea typeface="楷体_GB2312" pitchFamily="49" charset="-122"/>
              </a:rPr>
              <a:t>乘法指令</a:t>
            </a:r>
          </a:p>
          <a:p>
            <a:pPr lvl="2" algn="just" eaLnBrk="1" hangingPunct="1">
              <a:lnSpc>
                <a:spcPct val="115000"/>
              </a:lnSpc>
              <a:buFontTx/>
              <a:buNone/>
            </a:pPr>
            <a:r>
              <a:rPr lang="zh-CN" altLang="en-US" sz="2000" u="none"/>
              <a:t>      </a:t>
            </a:r>
            <a:r>
              <a:rPr lang="en-US" altLang="zh-CN" sz="2000" u="none">
                <a:solidFill>
                  <a:schemeClr val="hlink"/>
                </a:solidFill>
              </a:rPr>
              <a:t>MUL</a:t>
            </a:r>
            <a:r>
              <a:rPr lang="zh-CN" altLang="en-US" sz="2000" u="none">
                <a:solidFill>
                  <a:schemeClr val="hlink"/>
                </a:solidFill>
              </a:rPr>
              <a:t>、</a:t>
            </a:r>
            <a:r>
              <a:rPr lang="en-US" altLang="zh-CN" sz="2000" u="none">
                <a:solidFill>
                  <a:schemeClr val="hlink"/>
                </a:solidFill>
              </a:rPr>
              <a:t>IMUL  </a:t>
            </a:r>
          </a:p>
          <a:p>
            <a:pPr lvl="2" algn="just" eaLnBrk="1" hangingPunct="1">
              <a:lnSpc>
                <a:spcPct val="115000"/>
              </a:lnSpc>
              <a:buFontTx/>
              <a:buNone/>
            </a:pPr>
            <a:r>
              <a:rPr lang="en-US" altLang="zh-CN" sz="1800" u="none">
                <a:sym typeface="Symbol" panose="05050102010706020507" pitchFamily="18" charset="2"/>
              </a:rPr>
              <a:t></a:t>
            </a:r>
            <a:r>
              <a:rPr lang="en-US" altLang="zh-CN" sz="2000" u="none">
                <a:sym typeface="Symbol" panose="05050102010706020507" pitchFamily="18" charset="2"/>
              </a:rPr>
              <a:t>   </a:t>
            </a:r>
            <a:r>
              <a:rPr lang="zh-CN" altLang="en-US" u="none">
                <a:ea typeface="楷体_GB2312" pitchFamily="49" charset="-122"/>
              </a:rPr>
              <a:t>除法指令</a:t>
            </a:r>
          </a:p>
          <a:p>
            <a:pPr lvl="2" algn="just" eaLnBrk="1" hangingPunct="1">
              <a:lnSpc>
                <a:spcPct val="115000"/>
              </a:lnSpc>
              <a:buFontTx/>
              <a:buNone/>
            </a:pPr>
            <a:r>
              <a:rPr lang="zh-CN" altLang="en-US" sz="2000" u="none"/>
              <a:t>      </a:t>
            </a:r>
            <a:r>
              <a:rPr lang="en-US" altLang="zh-CN" sz="2000" u="none">
                <a:solidFill>
                  <a:schemeClr val="hlink"/>
                </a:solidFill>
              </a:rPr>
              <a:t>DIV</a:t>
            </a:r>
            <a:r>
              <a:rPr lang="zh-CN" altLang="en-US" sz="2000" u="none">
                <a:solidFill>
                  <a:schemeClr val="hlink"/>
                </a:solidFill>
              </a:rPr>
              <a:t>、</a:t>
            </a:r>
            <a:r>
              <a:rPr lang="en-US" altLang="zh-CN" sz="2000" u="none">
                <a:solidFill>
                  <a:schemeClr val="hlink"/>
                </a:solidFill>
              </a:rPr>
              <a:t>IDIV</a:t>
            </a:r>
          </a:p>
          <a:p>
            <a:pPr lvl="2" algn="just" eaLnBrk="1" hangingPunct="1">
              <a:lnSpc>
                <a:spcPct val="115000"/>
              </a:lnSpc>
              <a:buFontTx/>
              <a:buNone/>
            </a:pPr>
            <a:r>
              <a:rPr lang="en-US" altLang="zh-CN" sz="1800" u="none">
                <a:sym typeface="Symbol" panose="05050102010706020507" pitchFamily="18" charset="2"/>
              </a:rPr>
              <a:t></a:t>
            </a:r>
            <a:r>
              <a:rPr lang="en-US" altLang="zh-CN" u="none">
                <a:sym typeface="Symbol" panose="05050102010706020507" pitchFamily="18" charset="2"/>
              </a:rPr>
              <a:t>   </a:t>
            </a:r>
            <a:r>
              <a:rPr lang="zh-CN" altLang="en-US" u="none">
                <a:ea typeface="楷体_GB2312" pitchFamily="49" charset="-122"/>
              </a:rPr>
              <a:t>符号扩展指令</a:t>
            </a:r>
          </a:p>
          <a:p>
            <a:pPr lvl="2" algn="just" eaLnBrk="1" hangingPunct="1">
              <a:lnSpc>
                <a:spcPct val="115000"/>
              </a:lnSpc>
              <a:buFontTx/>
              <a:buNone/>
            </a:pPr>
            <a:r>
              <a:rPr lang="zh-CN" altLang="en-US" sz="2000" u="none"/>
              <a:t>      </a:t>
            </a:r>
            <a:r>
              <a:rPr lang="en-US" altLang="zh-CN" sz="2000" u="none">
                <a:solidFill>
                  <a:schemeClr val="hlink"/>
                </a:solidFill>
              </a:rPr>
              <a:t>CBW</a:t>
            </a:r>
            <a:r>
              <a:rPr lang="zh-CN" altLang="en-US" sz="2000" u="none">
                <a:solidFill>
                  <a:schemeClr val="hlink"/>
                </a:solidFill>
              </a:rPr>
              <a:t>、</a:t>
            </a:r>
            <a:r>
              <a:rPr lang="en-US" altLang="zh-CN" sz="2000" u="none">
                <a:solidFill>
                  <a:schemeClr val="hlink"/>
                </a:solidFill>
              </a:rPr>
              <a:t>CWD </a:t>
            </a:r>
          </a:p>
          <a:p>
            <a:pPr lvl="2" algn="just" eaLnBrk="1" hangingPunct="1">
              <a:lnSpc>
                <a:spcPct val="115000"/>
              </a:lnSpc>
              <a:buFontTx/>
              <a:buNone/>
            </a:pPr>
            <a:r>
              <a:rPr lang="en-US" altLang="zh-CN" sz="1800" u="none">
                <a:sym typeface="Symbol" panose="05050102010706020507" pitchFamily="18" charset="2"/>
              </a:rPr>
              <a:t></a:t>
            </a:r>
            <a:r>
              <a:rPr lang="en-US" altLang="zh-CN" sz="2000" u="none">
                <a:sym typeface="Symbol" panose="05050102010706020507" pitchFamily="18" charset="2"/>
              </a:rPr>
              <a:t>   </a:t>
            </a:r>
            <a:r>
              <a:rPr lang="zh-CN" altLang="en-US" u="none">
                <a:ea typeface="楷体_GB2312" pitchFamily="49" charset="-122"/>
              </a:rPr>
              <a:t>十进制调整指令</a:t>
            </a:r>
          </a:p>
          <a:p>
            <a:pPr lvl="2" algn="just" eaLnBrk="1" hangingPunct="1">
              <a:lnSpc>
                <a:spcPct val="115000"/>
              </a:lnSpc>
              <a:buFontTx/>
              <a:buNone/>
            </a:pPr>
            <a:r>
              <a:rPr lang="zh-CN" altLang="en-US" sz="2000" u="none"/>
              <a:t>      </a:t>
            </a:r>
            <a:r>
              <a:rPr lang="en-US" altLang="zh-CN" sz="2000" u="none"/>
              <a:t>DAA</a:t>
            </a:r>
            <a:r>
              <a:rPr lang="zh-CN" altLang="en-US" sz="2000" u="none"/>
              <a:t>、</a:t>
            </a:r>
            <a:r>
              <a:rPr lang="en-US" altLang="zh-CN" sz="2000" u="none"/>
              <a:t>DAS</a:t>
            </a:r>
            <a:r>
              <a:rPr lang="zh-CN" altLang="en-US" sz="2000" u="none"/>
              <a:t>、</a:t>
            </a:r>
          </a:p>
          <a:p>
            <a:pPr lvl="2" algn="just" eaLnBrk="1" hangingPunct="1">
              <a:lnSpc>
                <a:spcPct val="115000"/>
              </a:lnSpc>
              <a:buFontTx/>
              <a:buNone/>
            </a:pPr>
            <a:r>
              <a:rPr lang="zh-CN" altLang="en-US" sz="2000" u="none"/>
              <a:t>      </a:t>
            </a:r>
            <a:r>
              <a:rPr lang="en-US" altLang="zh-CN" sz="2000" u="none"/>
              <a:t>AAA</a:t>
            </a:r>
            <a:r>
              <a:rPr lang="zh-CN" altLang="en-US" sz="2000" u="none"/>
              <a:t>、</a:t>
            </a:r>
            <a:r>
              <a:rPr lang="en-US" altLang="zh-CN" sz="2000" u="none"/>
              <a:t>AAS</a:t>
            </a:r>
            <a:r>
              <a:rPr lang="zh-CN" altLang="en-US" sz="2000" u="none"/>
              <a:t>、</a:t>
            </a:r>
            <a:r>
              <a:rPr lang="en-US" altLang="zh-CN" sz="2000" u="none"/>
              <a:t>AAM</a:t>
            </a:r>
            <a:r>
              <a:rPr lang="zh-CN" altLang="en-US" sz="2000" u="none"/>
              <a:t>、</a:t>
            </a:r>
            <a:r>
              <a:rPr lang="en-US" altLang="zh-CN" sz="2000" u="none"/>
              <a:t>AAD</a:t>
            </a:r>
          </a:p>
        </p:txBody>
      </p:sp>
    </p:spTree>
    <p:custDataLst>
      <p:tags r:id="rId1"/>
    </p:custDataLst>
  </p:cSld>
  <p:clrMapOvr>
    <a:masterClrMapping/>
  </p:clrMapOvr>
  <p:transition>
    <p:random/>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98B4E22A-FB1E-4F12-9115-F5821569C39C}"/>
              </a:ext>
            </a:extLst>
          </p:cNvPr>
          <p:cNvSpPr>
            <a:spLocks noChangeArrowheads="1"/>
          </p:cNvSpPr>
          <p:nvPr/>
        </p:nvSpPr>
        <p:spPr bwMode="auto">
          <a:xfrm>
            <a:off x="1752600" y="762000"/>
            <a:ext cx="5562600" cy="386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
                <a:schemeClr val="tx2"/>
              </a:buClr>
              <a:buSzPct val="90000"/>
              <a:buFont typeface="Symbol" panose="05050102010706020507" pitchFamily="18" charset="2"/>
              <a:buNone/>
            </a:pPr>
            <a:r>
              <a:rPr lang="zh-CN" altLang="en-US" sz="2600" u="none">
                <a:solidFill>
                  <a:schemeClr val="hlink"/>
                </a:solidFill>
              </a:rPr>
              <a:t>逻辑指令</a:t>
            </a:r>
            <a:r>
              <a:rPr lang="zh-CN" altLang="en-US" sz="2600" u="none"/>
              <a:t>：</a:t>
            </a:r>
          </a:p>
          <a:p>
            <a:pPr eaLnBrk="1" hangingPunct="1">
              <a:spcBef>
                <a:spcPct val="50000"/>
              </a:spcBef>
              <a:buClr>
                <a:schemeClr val="tx2"/>
              </a:buClr>
              <a:buSzPct val="90000"/>
              <a:buFont typeface="Symbol" panose="05050102010706020507" pitchFamily="18" charset="2"/>
              <a:buNone/>
            </a:pPr>
            <a:endParaRPr lang="zh-CN" altLang="en-US" sz="1800" u="none">
              <a:sym typeface="Symbol" panose="05050102010706020507" pitchFamily="18" charset="2"/>
            </a:endParaRPr>
          </a:p>
          <a:p>
            <a:pPr eaLnBrk="1" hangingPunct="1">
              <a:spcBef>
                <a:spcPct val="50000"/>
              </a:spcBef>
              <a:buClr>
                <a:schemeClr val="tx2"/>
              </a:buClr>
              <a:buSzPct val="90000"/>
              <a:buFont typeface="Symbol" panose="05050102010706020507" pitchFamily="18" charset="2"/>
              <a:buNone/>
            </a:pPr>
            <a:r>
              <a:rPr lang="zh-CN" altLang="en-US" sz="1800" u="none">
                <a:sym typeface="Symbol" panose="05050102010706020507" pitchFamily="18" charset="2"/>
              </a:rPr>
              <a:t>      </a:t>
            </a:r>
            <a:r>
              <a:rPr lang="zh-CN" altLang="en-US" sz="2000" u="none">
                <a:sym typeface="Symbol" panose="05050102010706020507" pitchFamily="18" charset="2"/>
              </a:rPr>
              <a:t>   </a:t>
            </a:r>
            <a:r>
              <a:rPr lang="zh-CN" altLang="en-US" sz="2400" u="none">
                <a:ea typeface="楷体_GB2312" pitchFamily="49" charset="-122"/>
              </a:rPr>
              <a:t>逻辑运算指令</a:t>
            </a:r>
          </a:p>
          <a:p>
            <a:pPr eaLnBrk="1" hangingPunct="1">
              <a:spcBef>
                <a:spcPct val="50000"/>
              </a:spcBef>
              <a:buClr>
                <a:schemeClr val="tx2"/>
              </a:buClr>
              <a:buSzPct val="90000"/>
              <a:buFont typeface="Symbol" panose="05050102010706020507" pitchFamily="18" charset="2"/>
              <a:buNone/>
            </a:pPr>
            <a:r>
              <a:rPr lang="zh-CN" altLang="en-US" sz="2400" u="none">
                <a:ea typeface="楷体_GB2312" pitchFamily="49" charset="-122"/>
              </a:rPr>
              <a:t>         </a:t>
            </a:r>
            <a:r>
              <a:rPr lang="en-US" altLang="zh-CN" sz="2000" u="none">
                <a:solidFill>
                  <a:schemeClr val="accent2"/>
                </a:solidFill>
              </a:rPr>
              <a:t>AND</a:t>
            </a:r>
            <a:r>
              <a:rPr lang="zh-CN" altLang="en-US" sz="2000" u="none">
                <a:solidFill>
                  <a:schemeClr val="accent2"/>
                </a:solidFill>
              </a:rPr>
              <a:t>、</a:t>
            </a:r>
            <a:r>
              <a:rPr lang="en-US" altLang="zh-CN" sz="2000" u="none">
                <a:solidFill>
                  <a:schemeClr val="accent2"/>
                </a:solidFill>
              </a:rPr>
              <a:t>OR</a:t>
            </a:r>
            <a:r>
              <a:rPr lang="zh-CN" altLang="en-US" sz="2000" u="none">
                <a:solidFill>
                  <a:schemeClr val="accent2"/>
                </a:solidFill>
              </a:rPr>
              <a:t>、</a:t>
            </a:r>
            <a:r>
              <a:rPr lang="en-US" altLang="zh-CN" sz="2000" u="none">
                <a:solidFill>
                  <a:schemeClr val="accent2"/>
                </a:solidFill>
              </a:rPr>
              <a:t>NOT</a:t>
            </a:r>
            <a:r>
              <a:rPr lang="zh-CN" altLang="en-US" sz="2000" u="none">
                <a:solidFill>
                  <a:schemeClr val="accent2"/>
                </a:solidFill>
              </a:rPr>
              <a:t>、</a:t>
            </a:r>
            <a:r>
              <a:rPr lang="en-US" altLang="zh-CN" sz="2000" u="none">
                <a:solidFill>
                  <a:schemeClr val="accent2"/>
                </a:solidFill>
              </a:rPr>
              <a:t>XOR</a:t>
            </a:r>
            <a:r>
              <a:rPr lang="zh-CN" altLang="en-US" sz="2000" u="none">
                <a:solidFill>
                  <a:schemeClr val="accent2"/>
                </a:solidFill>
              </a:rPr>
              <a:t>、</a:t>
            </a:r>
            <a:r>
              <a:rPr lang="en-US" altLang="zh-CN" sz="2000" u="none">
                <a:solidFill>
                  <a:schemeClr val="accent2"/>
                </a:solidFill>
              </a:rPr>
              <a:t>TEST </a:t>
            </a:r>
          </a:p>
          <a:p>
            <a:pPr eaLnBrk="1" hangingPunct="1">
              <a:lnSpc>
                <a:spcPct val="130000"/>
              </a:lnSpc>
              <a:spcBef>
                <a:spcPct val="50000"/>
              </a:spcBef>
              <a:buClrTx/>
              <a:buFontTx/>
              <a:buNone/>
            </a:pPr>
            <a:r>
              <a:rPr lang="en-US" altLang="zh-CN" sz="1800" u="none">
                <a:sym typeface="Symbol" panose="05050102010706020507" pitchFamily="18" charset="2"/>
              </a:rPr>
              <a:t>      </a:t>
            </a:r>
            <a:r>
              <a:rPr lang="en-US" altLang="zh-CN" sz="2000" u="none">
                <a:sym typeface="Symbol" panose="05050102010706020507" pitchFamily="18" charset="2"/>
              </a:rPr>
              <a:t>   </a:t>
            </a:r>
            <a:r>
              <a:rPr lang="zh-CN" altLang="en-US" sz="2400" u="none">
                <a:ea typeface="楷体_GB2312" pitchFamily="49" charset="-122"/>
              </a:rPr>
              <a:t>移位指令</a:t>
            </a:r>
          </a:p>
          <a:p>
            <a:pPr eaLnBrk="1" hangingPunct="1">
              <a:lnSpc>
                <a:spcPct val="130000"/>
              </a:lnSpc>
              <a:spcBef>
                <a:spcPct val="50000"/>
              </a:spcBef>
              <a:buClrTx/>
              <a:buFontTx/>
              <a:buNone/>
            </a:pPr>
            <a:r>
              <a:rPr lang="zh-CN" altLang="en-US" sz="2400" u="none">
                <a:ea typeface="楷体_GB2312" pitchFamily="49" charset="-122"/>
              </a:rPr>
              <a:t>         </a:t>
            </a:r>
            <a:r>
              <a:rPr lang="en-US" altLang="zh-CN" sz="2000" u="none">
                <a:solidFill>
                  <a:schemeClr val="accent2"/>
                </a:solidFill>
              </a:rPr>
              <a:t>SHL</a:t>
            </a:r>
            <a:r>
              <a:rPr lang="zh-CN" altLang="en-US" sz="2000" u="none">
                <a:solidFill>
                  <a:schemeClr val="accent2"/>
                </a:solidFill>
              </a:rPr>
              <a:t>、</a:t>
            </a:r>
            <a:r>
              <a:rPr lang="en-US" altLang="zh-CN" sz="2000" u="none">
                <a:solidFill>
                  <a:schemeClr val="accent2"/>
                </a:solidFill>
              </a:rPr>
              <a:t>SAL</a:t>
            </a:r>
            <a:r>
              <a:rPr lang="zh-CN" altLang="en-US" sz="2000" u="none">
                <a:solidFill>
                  <a:schemeClr val="accent2"/>
                </a:solidFill>
              </a:rPr>
              <a:t>、</a:t>
            </a:r>
            <a:r>
              <a:rPr lang="en-US" altLang="zh-CN" sz="2000" u="none">
                <a:solidFill>
                  <a:schemeClr val="accent2"/>
                </a:solidFill>
              </a:rPr>
              <a:t>SHR</a:t>
            </a:r>
            <a:r>
              <a:rPr lang="zh-CN" altLang="en-US" sz="2000" u="none">
                <a:solidFill>
                  <a:schemeClr val="accent2"/>
                </a:solidFill>
              </a:rPr>
              <a:t>、</a:t>
            </a:r>
            <a:r>
              <a:rPr lang="en-US" altLang="zh-CN" sz="2000" u="none">
                <a:solidFill>
                  <a:schemeClr val="accent2"/>
                </a:solidFill>
              </a:rPr>
              <a:t>SAR</a:t>
            </a:r>
            <a:r>
              <a:rPr lang="zh-CN" altLang="en-US" sz="2000" u="none">
                <a:solidFill>
                  <a:schemeClr val="accent2"/>
                </a:solidFill>
              </a:rPr>
              <a:t>、</a:t>
            </a:r>
          </a:p>
          <a:p>
            <a:pPr eaLnBrk="1" hangingPunct="1">
              <a:lnSpc>
                <a:spcPct val="130000"/>
              </a:lnSpc>
              <a:spcBef>
                <a:spcPct val="50000"/>
              </a:spcBef>
              <a:buClrTx/>
              <a:buFontTx/>
              <a:buNone/>
            </a:pPr>
            <a:r>
              <a:rPr lang="zh-CN" altLang="en-US" sz="2000" u="none">
                <a:solidFill>
                  <a:schemeClr val="accent2"/>
                </a:solidFill>
              </a:rPr>
              <a:t>          </a:t>
            </a:r>
            <a:r>
              <a:rPr lang="en-US" altLang="zh-CN" sz="2000" u="none">
                <a:solidFill>
                  <a:schemeClr val="accent2"/>
                </a:solidFill>
              </a:rPr>
              <a:t>ROL</a:t>
            </a:r>
            <a:r>
              <a:rPr lang="zh-CN" altLang="en-US" sz="2000" u="none">
                <a:solidFill>
                  <a:schemeClr val="accent2"/>
                </a:solidFill>
              </a:rPr>
              <a:t>、</a:t>
            </a:r>
            <a:r>
              <a:rPr lang="en-US" altLang="zh-CN" sz="2000" u="none">
                <a:solidFill>
                  <a:schemeClr val="accent2"/>
                </a:solidFill>
              </a:rPr>
              <a:t>ROR</a:t>
            </a:r>
            <a:r>
              <a:rPr lang="zh-CN" altLang="en-US" sz="2000" u="none">
                <a:solidFill>
                  <a:schemeClr val="accent2"/>
                </a:solidFill>
              </a:rPr>
              <a:t>、</a:t>
            </a:r>
            <a:r>
              <a:rPr lang="en-US" altLang="zh-CN" sz="2000" u="none">
                <a:solidFill>
                  <a:schemeClr val="accent2"/>
                </a:solidFill>
              </a:rPr>
              <a:t>RCL</a:t>
            </a:r>
            <a:r>
              <a:rPr lang="zh-CN" altLang="en-US" sz="2000" u="none">
                <a:solidFill>
                  <a:schemeClr val="accent2"/>
                </a:solidFill>
              </a:rPr>
              <a:t>、</a:t>
            </a:r>
            <a:r>
              <a:rPr lang="en-US" altLang="zh-CN" sz="2000" u="none">
                <a:solidFill>
                  <a:schemeClr val="accent2"/>
                </a:solidFill>
              </a:rPr>
              <a:t>RCR</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16D8E131-3051-4C58-A714-89F9A07A917B}"/>
              </a:ext>
            </a:extLst>
          </p:cNvPr>
          <p:cNvSpPr>
            <a:spLocks noChangeArrowheads="1"/>
          </p:cNvSpPr>
          <p:nvPr/>
        </p:nvSpPr>
        <p:spPr bwMode="auto">
          <a:xfrm>
            <a:off x="1524000" y="838200"/>
            <a:ext cx="7239000" cy="543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
                <a:schemeClr val="tx2"/>
              </a:buClr>
              <a:buSzPct val="90000"/>
              <a:buFont typeface="Symbol" panose="05050102010706020507" pitchFamily="18" charset="2"/>
              <a:buNone/>
            </a:pPr>
            <a:r>
              <a:rPr lang="zh-CN" altLang="en-US" sz="2800" u="none">
                <a:solidFill>
                  <a:schemeClr val="hlink"/>
                </a:solidFill>
              </a:rPr>
              <a:t>串处理指令</a:t>
            </a:r>
            <a:r>
              <a:rPr lang="zh-CN" altLang="en-US" sz="2600" u="none"/>
              <a:t>：</a:t>
            </a:r>
          </a:p>
          <a:p>
            <a:pPr eaLnBrk="1" hangingPunct="1">
              <a:spcBef>
                <a:spcPct val="50000"/>
              </a:spcBef>
              <a:buClr>
                <a:schemeClr val="tx2"/>
              </a:buClr>
              <a:buSzPct val="90000"/>
              <a:buFont typeface="Symbol" panose="05050102010706020507" pitchFamily="18" charset="2"/>
              <a:buNone/>
            </a:pPr>
            <a:endParaRPr lang="zh-CN" altLang="en-US" sz="1800" u="none">
              <a:sym typeface="Symbol" panose="05050102010706020507" pitchFamily="18" charset="2"/>
            </a:endParaRPr>
          </a:p>
          <a:p>
            <a:pPr eaLnBrk="1" hangingPunct="1">
              <a:spcBef>
                <a:spcPct val="50000"/>
              </a:spcBef>
              <a:buClr>
                <a:schemeClr val="tx2"/>
              </a:buClr>
              <a:buSzPct val="90000"/>
              <a:buFont typeface="Symbol" panose="05050102010706020507" pitchFamily="18" charset="2"/>
              <a:buNone/>
            </a:pPr>
            <a:r>
              <a:rPr lang="zh-CN" altLang="en-US" sz="1800" u="none">
                <a:sym typeface="Symbol" panose="05050102010706020507" pitchFamily="18" charset="2"/>
              </a:rPr>
              <a:t>      </a:t>
            </a:r>
            <a:r>
              <a:rPr lang="zh-CN" altLang="en-US" sz="2000" u="none">
                <a:sym typeface="Symbol" panose="05050102010706020507" pitchFamily="18" charset="2"/>
              </a:rPr>
              <a:t>   </a:t>
            </a:r>
            <a:r>
              <a:rPr lang="zh-CN" altLang="en-US" sz="2400" u="none">
                <a:ea typeface="楷体_GB2312" pitchFamily="49" charset="-122"/>
              </a:rPr>
              <a:t>设置方向标志指令</a:t>
            </a:r>
          </a:p>
          <a:p>
            <a:pPr eaLnBrk="1" hangingPunct="1">
              <a:spcBef>
                <a:spcPct val="50000"/>
              </a:spcBef>
              <a:buClr>
                <a:schemeClr val="tx2"/>
              </a:buClr>
              <a:buSzPct val="90000"/>
              <a:buFont typeface="Symbol" panose="05050102010706020507" pitchFamily="18" charset="2"/>
              <a:buNone/>
            </a:pPr>
            <a:r>
              <a:rPr lang="zh-CN" altLang="en-US" sz="2400" u="none">
                <a:ea typeface="楷体_GB2312" pitchFamily="49" charset="-122"/>
              </a:rPr>
              <a:t>         </a:t>
            </a:r>
            <a:r>
              <a:rPr lang="en-US" altLang="zh-CN" sz="2000" u="none">
                <a:solidFill>
                  <a:schemeClr val="accent2"/>
                </a:solidFill>
              </a:rPr>
              <a:t>CLD</a:t>
            </a:r>
            <a:r>
              <a:rPr lang="zh-CN" altLang="en-US" sz="2000" u="none">
                <a:solidFill>
                  <a:schemeClr val="accent2"/>
                </a:solidFill>
              </a:rPr>
              <a:t>、</a:t>
            </a:r>
            <a:r>
              <a:rPr lang="en-US" altLang="zh-CN" sz="2000" u="none">
                <a:solidFill>
                  <a:schemeClr val="accent2"/>
                </a:solidFill>
              </a:rPr>
              <a:t>STD</a:t>
            </a:r>
          </a:p>
          <a:p>
            <a:pPr eaLnBrk="1" hangingPunct="1">
              <a:lnSpc>
                <a:spcPct val="130000"/>
              </a:lnSpc>
              <a:spcBef>
                <a:spcPct val="50000"/>
              </a:spcBef>
              <a:buClrTx/>
              <a:buFontTx/>
              <a:buNone/>
            </a:pPr>
            <a:r>
              <a:rPr lang="en-US" altLang="zh-CN" sz="1800" u="none">
                <a:sym typeface="Symbol" panose="05050102010706020507" pitchFamily="18" charset="2"/>
              </a:rPr>
              <a:t>      </a:t>
            </a:r>
            <a:r>
              <a:rPr lang="en-US" altLang="zh-CN" sz="2000" u="none">
                <a:sym typeface="Symbol" panose="05050102010706020507" pitchFamily="18" charset="2"/>
              </a:rPr>
              <a:t>   </a:t>
            </a:r>
            <a:r>
              <a:rPr lang="zh-CN" altLang="en-US" sz="2400" u="none">
                <a:ea typeface="楷体_GB2312" pitchFamily="49" charset="-122"/>
              </a:rPr>
              <a:t>串处理指令                          </a:t>
            </a:r>
            <a:r>
              <a:rPr lang="zh-CN" altLang="en-US" sz="1800" u="none">
                <a:sym typeface="Symbol" panose="05050102010706020507" pitchFamily="18" charset="2"/>
              </a:rPr>
              <a:t></a:t>
            </a:r>
            <a:r>
              <a:rPr lang="zh-CN" altLang="en-US" sz="2000" u="none">
                <a:sym typeface="Symbol" panose="05050102010706020507" pitchFamily="18" charset="2"/>
              </a:rPr>
              <a:t>   </a:t>
            </a:r>
            <a:r>
              <a:rPr lang="zh-CN" altLang="en-US" sz="2400" u="none">
                <a:ea typeface="楷体_GB2312" pitchFamily="49" charset="-122"/>
              </a:rPr>
              <a:t>串重复前缀</a:t>
            </a:r>
          </a:p>
          <a:p>
            <a:pPr eaLnBrk="1" hangingPunct="1">
              <a:lnSpc>
                <a:spcPct val="130000"/>
              </a:lnSpc>
              <a:spcBef>
                <a:spcPct val="50000"/>
              </a:spcBef>
              <a:buClrTx/>
              <a:buFontTx/>
              <a:buNone/>
            </a:pPr>
            <a:r>
              <a:rPr lang="zh-CN" altLang="en-US" sz="2000" u="none"/>
              <a:t>          </a:t>
            </a:r>
            <a:r>
              <a:rPr lang="en-US" altLang="zh-CN" sz="2000" u="none">
                <a:solidFill>
                  <a:schemeClr val="accent2"/>
                </a:solidFill>
              </a:rPr>
              <a:t>MOVSB  /  MOVSW                         REP</a:t>
            </a:r>
          </a:p>
          <a:p>
            <a:pPr eaLnBrk="1" hangingPunct="1">
              <a:lnSpc>
                <a:spcPct val="130000"/>
              </a:lnSpc>
              <a:spcBef>
                <a:spcPct val="50000"/>
              </a:spcBef>
              <a:buClrTx/>
              <a:buFontTx/>
              <a:buNone/>
            </a:pPr>
            <a:r>
              <a:rPr lang="en-US" altLang="zh-CN" sz="2000" u="none">
                <a:solidFill>
                  <a:schemeClr val="accent2"/>
                </a:solidFill>
              </a:rPr>
              <a:t>          STOSB  /  STOSW                            REPE  /  REPZ</a:t>
            </a:r>
          </a:p>
          <a:p>
            <a:pPr eaLnBrk="1" hangingPunct="1">
              <a:lnSpc>
                <a:spcPct val="130000"/>
              </a:lnSpc>
              <a:spcBef>
                <a:spcPct val="50000"/>
              </a:spcBef>
              <a:buClrTx/>
              <a:buFontTx/>
              <a:buNone/>
            </a:pPr>
            <a:r>
              <a:rPr lang="en-US" altLang="zh-CN" sz="2000" u="none">
                <a:solidFill>
                  <a:schemeClr val="accent2"/>
                </a:solidFill>
              </a:rPr>
              <a:t>          LODSB  /  LODSW                           REPNE  /  REPNZ</a:t>
            </a:r>
          </a:p>
          <a:p>
            <a:pPr eaLnBrk="1" hangingPunct="1">
              <a:lnSpc>
                <a:spcPct val="130000"/>
              </a:lnSpc>
              <a:spcBef>
                <a:spcPct val="50000"/>
              </a:spcBef>
              <a:buClrTx/>
              <a:buFontTx/>
              <a:buNone/>
            </a:pPr>
            <a:r>
              <a:rPr lang="en-US" altLang="zh-CN" sz="2000" u="none">
                <a:solidFill>
                  <a:schemeClr val="accent2"/>
                </a:solidFill>
              </a:rPr>
              <a:t>          CMPSB  /  CMPSW</a:t>
            </a:r>
          </a:p>
          <a:p>
            <a:pPr eaLnBrk="1" hangingPunct="1">
              <a:lnSpc>
                <a:spcPct val="130000"/>
              </a:lnSpc>
              <a:spcBef>
                <a:spcPct val="50000"/>
              </a:spcBef>
              <a:buClrTx/>
              <a:buFontTx/>
              <a:buNone/>
            </a:pPr>
            <a:r>
              <a:rPr lang="en-US" altLang="zh-CN" sz="2000" u="none">
                <a:solidFill>
                  <a:schemeClr val="accent2"/>
                </a:solidFill>
              </a:rPr>
              <a:t>          SCASB  /  SCASW</a:t>
            </a:r>
            <a:r>
              <a:rPr lang="en-US" altLang="zh-CN" sz="1800" u="none">
                <a:solidFill>
                  <a:schemeClr val="accent2"/>
                </a:solidFill>
                <a:sym typeface="Symbol" panose="05050102010706020507" pitchFamily="18" charset="2"/>
              </a:rPr>
              <a:t>      </a:t>
            </a:r>
          </a:p>
        </p:txBody>
      </p:sp>
    </p:spTree>
    <p:custDataLst>
      <p:tags r:id="rId1"/>
    </p:custData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AF50A647-CADF-491F-AD70-9DE30CF38CB6}"/>
              </a:ext>
            </a:extLst>
          </p:cNvPr>
          <p:cNvSpPr>
            <a:spLocks noChangeArrowheads="1"/>
          </p:cNvSpPr>
          <p:nvPr/>
        </p:nvSpPr>
        <p:spPr bwMode="auto">
          <a:xfrm>
            <a:off x="1447800" y="533400"/>
            <a:ext cx="7315200" cy="601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marL="342900" indent="-342900">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lnSpc>
                <a:spcPct val="150000"/>
              </a:lnSpc>
              <a:spcBef>
                <a:spcPct val="0"/>
              </a:spcBef>
              <a:buClr>
                <a:schemeClr val="tx2"/>
              </a:buClr>
              <a:buSzPct val="90000"/>
              <a:buFont typeface="Symbol" panose="05050102010706020507" pitchFamily="18" charset="2"/>
              <a:buNone/>
            </a:pPr>
            <a:r>
              <a:rPr lang="en-US" altLang="zh-CN" sz="2600" u="none"/>
              <a:t>    </a:t>
            </a:r>
            <a:r>
              <a:rPr lang="zh-CN" altLang="en-US" sz="2600" u="none">
                <a:solidFill>
                  <a:schemeClr val="hlink"/>
                </a:solidFill>
              </a:rPr>
              <a:t>控制转移指令</a:t>
            </a:r>
            <a:r>
              <a:rPr lang="zh-CN" altLang="en-US" sz="2600" u="none"/>
              <a:t>：</a:t>
            </a:r>
          </a:p>
          <a:p>
            <a:pPr algn="just" eaLnBrk="1" hangingPunct="1">
              <a:lnSpc>
                <a:spcPct val="150000"/>
              </a:lnSpc>
              <a:spcBef>
                <a:spcPct val="0"/>
              </a:spcBef>
              <a:buClr>
                <a:schemeClr val="tx2"/>
              </a:buClr>
              <a:buSzPct val="90000"/>
              <a:buFont typeface="Symbol" panose="05050102010706020507" pitchFamily="18" charset="2"/>
              <a:buNone/>
            </a:pPr>
            <a:r>
              <a:rPr lang="zh-CN" altLang="en-US" sz="2600" b="0" u="none"/>
              <a:t>        </a:t>
            </a:r>
            <a:r>
              <a:rPr lang="zh-CN" altLang="en-US" sz="1800" u="none">
                <a:sym typeface="Symbol" panose="05050102010706020507" pitchFamily="18" charset="2"/>
              </a:rPr>
              <a:t></a:t>
            </a:r>
            <a:r>
              <a:rPr lang="zh-CN" altLang="en-US" sz="2000" u="none">
                <a:sym typeface="Symbol" panose="05050102010706020507" pitchFamily="18" charset="2"/>
              </a:rPr>
              <a:t>   </a:t>
            </a:r>
            <a:r>
              <a:rPr lang="zh-CN" altLang="en-US" sz="2400" u="none">
                <a:ea typeface="楷体_GB2312" pitchFamily="49" charset="-122"/>
              </a:rPr>
              <a:t>无条件转移指令</a:t>
            </a:r>
          </a:p>
          <a:p>
            <a:pPr lvl="2" algn="just" eaLnBrk="1" hangingPunct="1">
              <a:lnSpc>
                <a:spcPct val="115000"/>
              </a:lnSpc>
              <a:buFontTx/>
              <a:buNone/>
            </a:pPr>
            <a:r>
              <a:rPr lang="zh-CN" altLang="en-US" sz="2000" u="none"/>
              <a:t> </a:t>
            </a:r>
            <a:r>
              <a:rPr lang="en-US" altLang="zh-CN" sz="2000" u="none">
                <a:solidFill>
                  <a:schemeClr val="hlink"/>
                </a:solidFill>
              </a:rPr>
              <a:t>JMP</a:t>
            </a:r>
          </a:p>
          <a:p>
            <a:pPr lvl="1" algn="just" eaLnBrk="1" hangingPunct="1">
              <a:lnSpc>
                <a:spcPct val="115000"/>
              </a:lnSpc>
              <a:buClrTx/>
              <a:buFontTx/>
              <a:buNone/>
            </a:pPr>
            <a:r>
              <a:rPr lang="en-US" altLang="zh-CN" sz="1800" u="none">
                <a:sym typeface="Symbol" panose="05050102010706020507" pitchFamily="18" charset="2"/>
              </a:rPr>
              <a:t>   </a:t>
            </a:r>
            <a:r>
              <a:rPr lang="en-US" altLang="zh-CN" sz="2000" u="none">
                <a:sym typeface="Symbol" panose="05050102010706020507" pitchFamily="18" charset="2"/>
              </a:rPr>
              <a:t>   </a:t>
            </a:r>
            <a:r>
              <a:rPr lang="zh-CN" altLang="en-US" sz="2400" u="none">
                <a:ea typeface="楷体_GB2312" pitchFamily="49" charset="-122"/>
              </a:rPr>
              <a:t>条件转移指令</a:t>
            </a:r>
          </a:p>
          <a:p>
            <a:pPr lvl="2" algn="just" eaLnBrk="1" hangingPunct="1">
              <a:lnSpc>
                <a:spcPct val="115000"/>
              </a:lnSpc>
              <a:buFontTx/>
              <a:buNone/>
            </a:pPr>
            <a:r>
              <a:rPr lang="en-US" altLang="zh-CN" sz="2000" u="none">
                <a:solidFill>
                  <a:schemeClr val="hlink"/>
                </a:solidFill>
              </a:rPr>
              <a:t>JZ / JNZ </a:t>
            </a:r>
            <a:r>
              <a:rPr lang="zh-CN" altLang="en-US" sz="2000" u="none">
                <a:solidFill>
                  <a:schemeClr val="hlink"/>
                </a:solidFill>
              </a:rPr>
              <a:t>、 </a:t>
            </a:r>
            <a:r>
              <a:rPr lang="en-US" altLang="zh-CN" sz="2000" u="none">
                <a:solidFill>
                  <a:schemeClr val="hlink"/>
                </a:solidFill>
              </a:rPr>
              <a:t>JE / JNE</a:t>
            </a:r>
            <a:r>
              <a:rPr lang="zh-CN" altLang="en-US" sz="2000" u="none">
                <a:solidFill>
                  <a:schemeClr val="hlink"/>
                </a:solidFill>
              </a:rPr>
              <a:t>、 </a:t>
            </a:r>
            <a:r>
              <a:rPr lang="en-US" altLang="zh-CN" sz="2000" u="none">
                <a:solidFill>
                  <a:schemeClr val="hlink"/>
                </a:solidFill>
              </a:rPr>
              <a:t>JS / JNS</a:t>
            </a:r>
            <a:r>
              <a:rPr lang="zh-CN" altLang="en-US" sz="2000" u="none">
                <a:solidFill>
                  <a:schemeClr val="hlink"/>
                </a:solidFill>
              </a:rPr>
              <a:t>、 </a:t>
            </a:r>
            <a:r>
              <a:rPr lang="en-US" altLang="zh-CN" sz="2000" u="none">
                <a:solidFill>
                  <a:schemeClr val="hlink"/>
                </a:solidFill>
              </a:rPr>
              <a:t>JO / JNO</a:t>
            </a:r>
            <a:r>
              <a:rPr lang="zh-CN" altLang="en-US" sz="2000" u="none">
                <a:solidFill>
                  <a:schemeClr val="hlink"/>
                </a:solidFill>
              </a:rPr>
              <a:t>、</a:t>
            </a:r>
          </a:p>
          <a:p>
            <a:pPr lvl="2" algn="just" eaLnBrk="1" hangingPunct="1">
              <a:lnSpc>
                <a:spcPct val="115000"/>
              </a:lnSpc>
              <a:buFontTx/>
              <a:buNone/>
            </a:pPr>
            <a:r>
              <a:rPr lang="en-US" altLang="zh-CN" sz="2000" u="none">
                <a:solidFill>
                  <a:schemeClr val="hlink"/>
                </a:solidFill>
              </a:rPr>
              <a:t>JP / JNP</a:t>
            </a:r>
            <a:r>
              <a:rPr lang="zh-CN" altLang="en-US" sz="2000" u="none">
                <a:solidFill>
                  <a:schemeClr val="hlink"/>
                </a:solidFill>
              </a:rPr>
              <a:t>、 </a:t>
            </a:r>
            <a:r>
              <a:rPr lang="en-US" altLang="zh-CN" sz="2000" u="none">
                <a:solidFill>
                  <a:schemeClr val="hlink"/>
                </a:solidFill>
              </a:rPr>
              <a:t>JB / JNB</a:t>
            </a:r>
            <a:r>
              <a:rPr lang="zh-CN" altLang="en-US" sz="2000" u="none">
                <a:solidFill>
                  <a:schemeClr val="hlink"/>
                </a:solidFill>
              </a:rPr>
              <a:t>、 </a:t>
            </a:r>
            <a:r>
              <a:rPr lang="en-US" altLang="zh-CN" sz="2000" u="none">
                <a:solidFill>
                  <a:schemeClr val="hlink"/>
                </a:solidFill>
              </a:rPr>
              <a:t>JL / JNL</a:t>
            </a:r>
            <a:r>
              <a:rPr lang="zh-CN" altLang="en-US" sz="2000" u="none">
                <a:solidFill>
                  <a:schemeClr val="hlink"/>
                </a:solidFill>
              </a:rPr>
              <a:t>、 </a:t>
            </a:r>
            <a:r>
              <a:rPr lang="en-US" altLang="zh-CN" sz="2000" u="none">
                <a:solidFill>
                  <a:schemeClr val="hlink"/>
                </a:solidFill>
              </a:rPr>
              <a:t>JBE / JNBE</a:t>
            </a:r>
            <a:r>
              <a:rPr lang="zh-CN" altLang="en-US" sz="2000" u="none">
                <a:solidFill>
                  <a:schemeClr val="hlink"/>
                </a:solidFill>
              </a:rPr>
              <a:t>、</a:t>
            </a:r>
          </a:p>
          <a:p>
            <a:pPr lvl="2" algn="just" eaLnBrk="1" hangingPunct="1">
              <a:lnSpc>
                <a:spcPct val="115000"/>
              </a:lnSpc>
              <a:buFontTx/>
              <a:buNone/>
            </a:pPr>
            <a:r>
              <a:rPr lang="en-US" altLang="zh-CN" sz="2000" u="none">
                <a:solidFill>
                  <a:schemeClr val="hlink"/>
                </a:solidFill>
              </a:rPr>
              <a:t>JLE / JNLE</a:t>
            </a:r>
            <a:r>
              <a:rPr lang="zh-CN" altLang="en-US" sz="2000" u="none">
                <a:solidFill>
                  <a:schemeClr val="hlink"/>
                </a:solidFill>
              </a:rPr>
              <a:t>、 </a:t>
            </a:r>
            <a:r>
              <a:rPr lang="en-US" altLang="zh-CN" sz="2000" u="none">
                <a:solidFill>
                  <a:schemeClr val="hlink"/>
                </a:solidFill>
              </a:rPr>
              <a:t>JCXZ </a:t>
            </a:r>
          </a:p>
          <a:p>
            <a:pPr lvl="1" algn="just" eaLnBrk="1" hangingPunct="1">
              <a:lnSpc>
                <a:spcPct val="115000"/>
              </a:lnSpc>
              <a:buClrTx/>
              <a:buFontTx/>
              <a:buNone/>
            </a:pPr>
            <a:r>
              <a:rPr lang="en-US" altLang="zh-CN" sz="1800" u="none">
                <a:sym typeface="Symbol" panose="05050102010706020507" pitchFamily="18" charset="2"/>
              </a:rPr>
              <a:t>   </a:t>
            </a:r>
            <a:r>
              <a:rPr lang="en-US" altLang="zh-CN" sz="2400" u="none">
                <a:sym typeface="Symbol" panose="05050102010706020507" pitchFamily="18" charset="2"/>
              </a:rPr>
              <a:t>   </a:t>
            </a:r>
            <a:r>
              <a:rPr lang="zh-CN" altLang="en-US" sz="2400" u="none">
                <a:ea typeface="楷体_GB2312" pitchFamily="49" charset="-122"/>
              </a:rPr>
              <a:t>循环指令</a:t>
            </a:r>
          </a:p>
          <a:p>
            <a:pPr lvl="2" algn="just" eaLnBrk="1" hangingPunct="1">
              <a:lnSpc>
                <a:spcPct val="115000"/>
              </a:lnSpc>
              <a:buFontTx/>
              <a:buNone/>
            </a:pPr>
            <a:r>
              <a:rPr lang="zh-CN" altLang="en-US" sz="2000" u="none"/>
              <a:t> </a:t>
            </a:r>
            <a:r>
              <a:rPr lang="en-US" altLang="zh-CN" sz="2000" u="none">
                <a:solidFill>
                  <a:schemeClr val="hlink"/>
                </a:solidFill>
              </a:rPr>
              <a:t>LOOP</a:t>
            </a:r>
            <a:r>
              <a:rPr lang="zh-CN" altLang="en-US" sz="2000" u="none">
                <a:solidFill>
                  <a:schemeClr val="hlink"/>
                </a:solidFill>
              </a:rPr>
              <a:t>、</a:t>
            </a:r>
            <a:r>
              <a:rPr lang="en-US" altLang="zh-CN" sz="2000" u="none">
                <a:solidFill>
                  <a:schemeClr val="hlink"/>
                </a:solidFill>
              </a:rPr>
              <a:t>LOOPZ / LOOPE</a:t>
            </a:r>
            <a:r>
              <a:rPr lang="zh-CN" altLang="en-US" sz="2000" u="none">
                <a:solidFill>
                  <a:schemeClr val="hlink"/>
                </a:solidFill>
              </a:rPr>
              <a:t>、</a:t>
            </a:r>
            <a:r>
              <a:rPr lang="en-US" altLang="zh-CN" sz="2000" u="none">
                <a:solidFill>
                  <a:schemeClr val="hlink"/>
                </a:solidFill>
              </a:rPr>
              <a:t>LOOPNZ / LOOPNE</a:t>
            </a:r>
            <a:r>
              <a:rPr lang="en-US" altLang="zh-CN" sz="2000" u="none"/>
              <a:t> </a:t>
            </a:r>
          </a:p>
          <a:p>
            <a:pPr lvl="1" algn="just" eaLnBrk="1" hangingPunct="1">
              <a:lnSpc>
                <a:spcPct val="115000"/>
              </a:lnSpc>
              <a:buClrTx/>
              <a:buFontTx/>
              <a:buNone/>
            </a:pPr>
            <a:r>
              <a:rPr lang="en-US" altLang="zh-CN" sz="1800" u="none">
                <a:sym typeface="Symbol" panose="05050102010706020507" pitchFamily="18" charset="2"/>
              </a:rPr>
              <a:t>   </a:t>
            </a:r>
            <a:r>
              <a:rPr lang="en-US" altLang="zh-CN" sz="2000" u="none">
                <a:sym typeface="Symbol" panose="05050102010706020507" pitchFamily="18" charset="2"/>
              </a:rPr>
              <a:t>   </a:t>
            </a:r>
            <a:r>
              <a:rPr lang="zh-CN" altLang="en-US" sz="2400" u="none">
                <a:ea typeface="楷体_GB2312" pitchFamily="49" charset="-122"/>
              </a:rPr>
              <a:t>子程序调用和返回指令</a:t>
            </a:r>
          </a:p>
          <a:p>
            <a:pPr lvl="2" algn="just" eaLnBrk="1" hangingPunct="1">
              <a:lnSpc>
                <a:spcPct val="115000"/>
              </a:lnSpc>
              <a:buFontTx/>
              <a:buNone/>
            </a:pPr>
            <a:r>
              <a:rPr lang="zh-CN" altLang="en-US" sz="2000" u="none"/>
              <a:t> </a:t>
            </a:r>
            <a:r>
              <a:rPr lang="en-US" altLang="zh-CN" sz="2000" u="none">
                <a:solidFill>
                  <a:schemeClr val="hlink"/>
                </a:solidFill>
              </a:rPr>
              <a:t>CALL</a:t>
            </a:r>
            <a:r>
              <a:rPr lang="zh-CN" altLang="en-US" sz="2000" u="none">
                <a:solidFill>
                  <a:schemeClr val="hlink"/>
                </a:solidFill>
              </a:rPr>
              <a:t>、</a:t>
            </a:r>
            <a:r>
              <a:rPr lang="en-US" altLang="zh-CN" sz="2000" u="none">
                <a:solidFill>
                  <a:schemeClr val="hlink"/>
                </a:solidFill>
              </a:rPr>
              <a:t>RET</a:t>
            </a:r>
          </a:p>
          <a:p>
            <a:pPr lvl="1" algn="just" eaLnBrk="1" hangingPunct="1">
              <a:lnSpc>
                <a:spcPct val="115000"/>
              </a:lnSpc>
              <a:buClrTx/>
              <a:buFontTx/>
              <a:buNone/>
            </a:pPr>
            <a:r>
              <a:rPr lang="en-US" altLang="zh-CN" sz="1800" u="none">
                <a:sym typeface="Symbol" panose="05050102010706020507" pitchFamily="18" charset="2"/>
              </a:rPr>
              <a:t>   </a:t>
            </a:r>
            <a:r>
              <a:rPr lang="en-US" altLang="zh-CN" sz="2400" u="none">
                <a:sym typeface="Symbol" panose="05050102010706020507" pitchFamily="18" charset="2"/>
              </a:rPr>
              <a:t>   </a:t>
            </a:r>
            <a:r>
              <a:rPr lang="zh-CN" altLang="en-US" sz="2400" u="none">
                <a:ea typeface="楷体_GB2312" pitchFamily="49" charset="-122"/>
              </a:rPr>
              <a:t>中断与中断返回指令</a:t>
            </a:r>
          </a:p>
          <a:p>
            <a:pPr lvl="2" algn="just" eaLnBrk="1" hangingPunct="1">
              <a:lnSpc>
                <a:spcPct val="115000"/>
              </a:lnSpc>
              <a:buFontTx/>
              <a:buNone/>
            </a:pPr>
            <a:r>
              <a:rPr lang="zh-CN" altLang="en-US" sz="2000" u="none"/>
              <a:t> </a:t>
            </a:r>
            <a:r>
              <a:rPr lang="en-US" altLang="zh-CN" sz="2000" u="none">
                <a:solidFill>
                  <a:schemeClr val="tx2"/>
                </a:solidFill>
              </a:rPr>
              <a:t>INT</a:t>
            </a:r>
            <a:r>
              <a:rPr lang="zh-CN" altLang="en-US" sz="2000" u="none">
                <a:solidFill>
                  <a:schemeClr val="tx2"/>
                </a:solidFill>
              </a:rPr>
              <a:t>、</a:t>
            </a:r>
            <a:r>
              <a:rPr lang="en-US" altLang="zh-CN" sz="2000" u="none">
                <a:solidFill>
                  <a:schemeClr val="tx2"/>
                </a:solidFill>
              </a:rPr>
              <a:t>INTO</a:t>
            </a:r>
            <a:r>
              <a:rPr lang="zh-CN" altLang="en-US" sz="2000" u="none">
                <a:solidFill>
                  <a:schemeClr val="tx2"/>
                </a:solidFill>
              </a:rPr>
              <a:t>、</a:t>
            </a:r>
            <a:r>
              <a:rPr lang="en-US" altLang="zh-CN" sz="2000" u="none">
                <a:solidFill>
                  <a:schemeClr val="tx2"/>
                </a:solidFill>
              </a:rPr>
              <a:t>IRET </a:t>
            </a:r>
          </a:p>
        </p:txBody>
      </p:sp>
    </p:spTree>
    <p:custDataLst>
      <p:tags r:id="rId1"/>
    </p:custDataLst>
  </p:cSld>
  <p:clrMapOvr>
    <a:masterClrMapping/>
  </p:clrMapOvr>
  <p:transition>
    <p:random/>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BC40FD61-854C-403F-AAC7-C529826E1E5A}"/>
              </a:ext>
            </a:extLst>
          </p:cNvPr>
          <p:cNvSpPr>
            <a:spLocks noChangeArrowheads="1"/>
          </p:cNvSpPr>
          <p:nvPr/>
        </p:nvSpPr>
        <p:spPr bwMode="auto">
          <a:xfrm>
            <a:off x="1524000" y="838200"/>
            <a:ext cx="6858000" cy="422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
                <a:schemeClr val="tx2"/>
              </a:buClr>
              <a:buSzPct val="90000"/>
              <a:buFont typeface="Symbol" panose="05050102010706020507" pitchFamily="18" charset="2"/>
              <a:buNone/>
            </a:pPr>
            <a:r>
              <a:rPr lang="zh-CN" altLang="en-US" sz="2600" u="none">
                <a:solidFill>
                  <a:schemeClr val="hlink"/>
                </a:solidFill>
              </a:rPr>
              <a:t>处理机控制指令</a:t>
            </a:r>
            <a:r>
              <a:rPr lang="zh-CN" altLang="en-US" sz="2600" u="none"/>
              <a:t>：</a:t>
            </a:r>
          </a:p>
          <a:p>
            <a:pPr eaLnBrk="1" hangingPunct="1">
              <a:spcBef>
                <a:spcPct val="50000"/>
              </a:spcBef>
              <a:buClr>
                <a:schemeClr val="tx2"/>
              </a:buClr>
              <a:buSzPct val="90000"/>
              <a:buFont typeface="Symbol" panose="05050102010706020507" pitchFamily="18" charset="2"/>
              <a:buNone/>
            </a:pPr>
            <a:endParaRPr lang="zh-CN" altLang="en-US" sz="1800" u="none">
              <a:sym typeface="Symbol" panose="05050102010706020507" pitchFamily="18" charset="2"/>
            </a:endParaRPr>
          </a:p>
          <a:p>
            <a:pPr eaLnBrk="1" hangingPunct="1">
              <a:spcBef>
                <a:spcPct val="50000"/>
              </a:spcBef>
              <a:buClr>
                <a:schemeClr val="tx2"/>
              </a:buClr>
              <a:buSzPct val="90000"/>
              <a:buFont typeface="Symbol" panose="05050102010706020507" pitchFamily="18" charset="2"/>
              <a:buNone/>
            </a:pPr>
            <a:r>
              <a:rPr lang="zh-CN" altLang="en-US" sz="1800" u="none">
                <a:sym typeface="Symbol" panose="05050102010706020507" pitchFamily="18" charset="2"/>
              </a:rPr>
              <a:t>      </a:t>
            </a:r>
            <a:r>
              <a:rPr lang="zh-CN" altLang="en-US" sz="2000" u="none">
                <a:sym typeface="Symbol" panose="05050102010706020507" pitchFamily="18" charset="2"/>
              </a:rPr>
              <a:t>   </a:t>
            </a:r>
            <a:r>
              <a:rPr lang="zh-CN" altLang="en-US" sz="2400" u="none">
                <a:ea typeface="楷体_GB2312" pitchFamily="49" charset="-122"/>
              </a:rPr>
              <a:t>标志位处理指令</a:t>
            </a:r>
          </a:p>
          <a:p>
            <a:pPr eaLnBrk="1" hangingPunct="1">
              <a:spcBef>
                <a:spcPct val="50000"/>
              </a:spcBef>
              <a:buClr>
                <a:schemeClr val="tx2"/>
              </a:buClr>
              <a:buSzPct val="90000"/>
              <a:buFont typeface="Symbol" panose="05050102010706020507" pitchFamily="18" charset="2"/>
              <a:buNone/>
            </a:pPr>
            <a:r>
              <a:rPr lang="zh-CN" altLang="en-US" sz="2400" u="none">
                <a:ea typeface="楷体_GB2312" pitchFamily="49" charset="-122"/>
              </a:rPr>
              <a:t>         </a:t>
            </a:r>
            <a:r>
              <a:rPr lang="en-US" altLang="zh-CN" sz="2000" u="none">
                <a:solidFill>
                  <a:schemeClr val="accent2"/>
                </a:solidFill>
              </a:rPr>
              <a:t>CLC</a:t>
            </a:r>
            <a:r>
              <a:rPr lang="zh-CN" altLang="en-US" sz="2000" u="none">
                <a:solidFill>
                  <a:schemeClr val="accent2"/>
                </a:solidFill>
              </a:rPr>
              <a:t>、 </a:t>
            </a:r>
            <a:r>
              <a:rPr lang="en-US" altLang="zh-CN" sz="2000" u="none">
                <a:solidFill>
                  <a:schemeClr val="accent2"/>
                </a:solidFill>
              </a:rPr>
              <a:t>STC</a:t>
            </a:r>
            <a:r>
              <a:rPr lang="zh-CN" altLang="en-US" sz="2000" u="none">
                <a:solidFill>
                  <a:schemeClr val="accent2"/>
                </a:solidFill>
              </a:rPr>
              <a:t>、 </a:t>
            </a:r>
            <a:r>
              <a:rPr lang="en-US" altLang="zh-CN" sz="2000" u="none">
                <a:solidFill>
                  <a:schemeClr val="accent2"/>
                </a:solidFill>
              </a:rPr>
              <a:t>CMC</a:t>
            </a:r>
            <a:r>
              <a:rPr lang="zh-CN" altLang="en-US" sz="2000" u="none">
                <a:solidFill>
                  <a:schemeClr val="accent2"/>
                </a:solidFill>
              </a:rPr>
              <a:t>、</a:t>
            </a:r>
          </a:p>
          <a:p>
            <a:pPr eaLnBrk="1" hangingPunct="1">
              <a:spcBef>
                <a:spcPct val="50000"/>
              </a:spcBef>
              <a:buClr>
                <a:schemeClr val="tx2"/>
              </a:buClr>
              <a:buSzPct val="90000"/>
              <a:buFont typeface="Symbol" panose="05050102010706020507" pitchFamily="18" charset="2"/>
              <a:buNone/>
            </a:pPr>
            <a:r>
              <a:rPr lang="zh-CN" altLang="en-US" sz="2000" u="none">
                <a:solidFill>
                  <a:schemeClr val="accent2"/>
                </a:solidFill>
              </a:rPr>
              <a:t>          </a:t>
            </a:r>
            <a:r>
              <a:rPr lang="en-US" altLang="zh-CN" sz="2000" u="none">
                <a:solidFill>
                  <a:schemeClr val="accent2"/>
                </a:solidFill>
              </a:rPr>
              <a:t>CLD</a:t>
            </a:r>
            <a:r>
              <a:rPr lang="zh-CN" altLang="en-US" sz="2000" u="none">
                <a:solidFill>
                  <a:schemeClr val="accent2"/>
                </a:solidFill>
              </a:rPr>
              <a:t>、</a:t>
            </a:r>
            <a:r>
              <a:rPr lang="en-US" altLang="zh-CN" sz="2000" u="none">
                <a:solidFill>
                  <a:schemeClr val="accent2"/>
                </a:solidFill>
              </a:rPr>
              <a:t>STD</a:t>
            </a:r>
            <a:r>
              <a:rPr lang="zh-CN" altLang="en-US" sz="2000" u="none">
                <a:solidFill>
                  <a:schemeClr val="accent2"/>
                </a:solidFill>
              </a:rPr>
              <a:t>、</a:t>
            </a:r>
          </a:p>
          <a:p>
            <a:pPr eaLnBrk="1" hangingPunct="1">
              <a:spcBef>
                <a:spcPct val="50000"/>
              </a:spcBef>
              <a:buClr>
                <a:schemeClr val="tx2"/>
              </a:buClr>
              <a:buSzPct val="90000"/>
              <a:buFont typeface="Symbol" panose="05050102010706020507" pitchFamily="18" charset="2"/>
              <a:buNone/>
            </a:pPr>
            <a:r>
              <a:rPr lang="zh-CN" altLang="en-US" sz="2000" u="none">
                <a:solidFill>
                  <a:schemeClr val="accent2"/>
                </a:solidFill>
              </a:rPr>
              <a:t>          </a:t>
            </a:r>
            <a:r>
              <a:rPr lang="en-US" altLang="zh-CN" sz="2000" u="none">
                <a:solidFill>
                  <a:schemeClr val="accent2"/>
                </a:solidFill>
              </a:rPr>
              <a:t>CLI</a:t>
            </a:r>
            <a:r>
              <a:rPr lang="zh-CN" altLang="en-US" sz="2000" u="none">
                <a:solidFill>
                  <a:schemeClr val="accent2"/>
                </a:solidFill>
              </a:rPr>
              <a:t>、</a:t>
            </a:r>
            <a:r>
              <a:rPr lang="en-US" altLang="zh-CN" sz="2000" u="none">
                <a:solidFill>
                  <a:schemeClr val="accent2"/>
                </a:solidFill>
              </a:rPr>
              <a:t>STI</a:t>
            </a:r>
            <a:r>
              <a:rPr lang="en-US" altLang="zh-CN" sz="2000" u="none">
                <a:solidFill>
                  <a:schemeClr val="accent2"/>
                </a:solidFill>
                <a:ea typeface="楷体_GB2312" pitchFamily="49" charset="-122"/>
              </a:rPr>
              <a:t> </a:t>
            </a:r>
            <a:r>
              <a:rPr lang="en-US" altLang="zh-CN" sz="2000" u="none">
                <a:solidFill>
                  <a:schemeClr val="accent2"/>
                </a:solidFill>
              </a:rPr>
              <a:t> </a:t>
            </a:r>
          </a:p>
          <a:p>
            <a:pPr eaLnBrk="1" hangingPunct="1">
              <a:lnSpc>
                <a:spcPct val="130000"/>
              </a:lnSpc>
              <a:spcBef>
                <a:spcPct val="50000"/>
              </a:spcBef>
              <a:buClrTx/>
              <a:buFontTx/>
              <a:buNone/>
            </a:pPr>
            <a:r>
              <a:rPr lang="en-US" altLang="zh-CN" sz="1800" u="none">
                <a:sym typeface="Symbol" panose="05050102010706020507" pitchFamily="18" charset="2"/>
              </a:rPr>
              <a:t>      </a:t>
            </a:r>
            <a:r>
              <a:rPr lang="en-US" altLang="zh-CN" sz="2000" u="none">
                <a:sym typeface="Symbol" panose="05050102010706020507" pitchFamily="18" charset="2"/>
              </a:rPr>
              <a:t>   </a:t>
            </a:r>
            <a:r>
              <a:rPr lang="zh-CN" altLang="en-US" sz="2400" u="none">
                <a:ea typeface="楷体_GB2312" pitchFamily="49" charset="-122"/>
              </a:rPr>
              <a:t>处理机控制指令</a:t>
            </a:r>
          </a:p>
          <a:p>
            <a:pPr eaLnBrk="1" hangingPunct="1">
              <a:lnSpc>
                <a:spcPct val="130000"/>
              </a:lnSpc>
              <a:spcBef>
                <a:spcPct val="50000"/>
              </a:spcBef>
              <a:buClrTx/>
              <a:buFontTx/>
              <a:buNone/>
            </a:pPr>
            <a:r>
              <a:rPr lang="zh-CN" altLang="en-US" sz="2400" u="none">
                <a:ea typeface="楷体_GB2312" pitchFamily="49" charset="-122"/>
              </a:rPr>
              <a:t>         </a:t>
            </a:r>
            <a:r>
              <a:rPr lang="en-US" altLang="zh-CN" sz="2000" u="none"/>
              <a:t>NOP</a:t>
            </a:r>
            <a:r>
              <a:rPr lang="zh-CN" altLang="en-US" sz="2000" u="none"/>
              <a:t>、</a:t>
            </a:r>
            <a:r>
              <a:rPr lang="en-US" altLang="zh-CN" sz="2000" u="none"/>
              <a:t>HLT</a:t>
            </a:r>
            <a:r>
              <a:rPr lang="zh-CN" altLang="en-US" sz="2000" u="none"/>
              <a:t>、</a:t>
            </a:r>
            <a:r>
              <a:rPr lang="en-US" altLang="zh-CN" sz="2000" u="none"/>
              <a:t>WAIT</a:t>
            </a:r>
            <a:r>
              <a:rPr lang="zh-CN" altLang="en-US" sz="2000" u="none"/>
              <a:t>、</a:t>
            </a:r>
            <a:r>
              <a:rPr lang="en-US" altLang="zh-CN" sz="2000" u="none"/>
              <a:t>ESC</a:t>
            </a:r>
            <a:r>
              <a:rPr lang="zh-CN" altLang="en-US" sz="2000" u="none"/>
              <a:t>、</a:t>
            </a:r>
            <a:r>
              <a:rPr lang="en-US" altLang="zh-CN" sz="2000" u="none"/>
              <a:t>LOCK</a:t>
            </a:r>
            <a:r>
              <a:rPr lang="en-US" altLang="zh-CN" sz="2000" u="none">
                <a:ea typeface="楷体_GB2312" pitchFamily="49" charset="-122"/>
              </a:rPr>
              <a:t> </a:t>
            </a:r>
          </a:p>
        </p:txBody>
      </p:sp>
    </p:spTree>
    <p:custDataLst>
      <p:tags r:id="rId1"/>
    </p:custData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a:extLst>
              <a:ext uri="{FF2B5EF4-FFF2-40B4-BE49-F238E27FC236}">
                <a16:creationId xmlns:a16="http://schemas.microsoft.com/office/drawing/2014/main" id="{26226EA2-3F42-4611-8886-02F94F8F406B}"/>
              </a:ext>
            </a:extLst>
          </p:cNvPr>
          <p:cNvSpPr>
            <a:spLocks noGrp="1" noChangeArrowheads="1"/>
          </p:cNvSpPr>
          <p:nvPr>
            <p:ph type="title"/>
          </p:nvPr>
        </p:nvSpPr>
        <p:spPr/>
        <p:txBody>
          <a:bodyPr/>
          <a:lstStyle/>
          <a:p>
            <a:pPr eaLnBrk="1" hangingPunct="1">
              <a:defRPr/>
            </a:pPr>
            <a:r>
              <a:rPr lang="zh-CN" altLang="en-US"/>
              <a:t>下列指令哪些是错误的</a:t>
            </a:r>
            <a:r>
              <a:rPr lang="en-US" altLang="zh-CN"/>
              <a:t>?</a:t>
            </a:r>
          </a:p>
        </p:txBody>
      </p:sp>
      <p:sp>
        <p:nvSpPr>
          <p:cNvPr id="69635" name="Rectangle 3">
            <a:extLst>
              <a:ext uri="{FF2B5EF4-FFF2-40B4-BE49-F238E27FC236}">
                <a16:creationId xmlns:a16="http://schemas.microsoft.com/office/drawing/2014/main" id="{8285743F-C608-45F1-A547-7EB3E83089DC}"/>
              </a:ext>
            </a:extLst>
          </p:cNvPr>
          <p:cNvSpPr>
            <a:spLocks noGrp="1" noChangeArrowheads="1"/>
          </p:cNvSpPr>
          <p:nvPr>
            <p:ph type="body" idx="1"/>
          </p:nvPr>
        </p:nvSpPr>
        <p:spPr>
          <a:xfrm>
            <a:off x="914400" y="1295400"/>
            <a:ext cx="3586163" cy="4800600"/>
          </a:xfrm>
        </p:spPr>
        <p:txBody>
          <a:bodyPr/>
          <a:lstStyle/>
          <a:p>
            <a:pPr eaLnBrk="1" hangingPunct="1"/>
            <a:r>
              <a:rPr lang="en-US" altLang="zh-CN"/>
              <a:t>mov ax,bx</a:t>
            </a:r>
          </a:p>
          <a:p>
            <a:pPr eaLnBrk="1" hangingPunct="1"/>
            <a:r>
              <a:rPr lang="en-US" altLang="zh-CN"/>
              <a:t>mov ax,bl</a:t>
            </a:r>
          </a:p>
          <a:p>
            <a:pPr eaLnBrk="1" hangingPunct="1"/>
            <a:r>
              <a:rPr lang="en-US" altLang="zh-CN"/>
              <a:t>mov cs,bx</a:t>
            </a:r>
          </a:p>
          <a:p>
            <a:pPr eaLnBrk="1" hangingPunct="1"/>
            <a:r>
              <a:rPr lang="en-US" altLang="zh-CN"/>
              <a:t>mov cs,1000h</a:t>
            </a:r>
          </a:p>
          <a:p>
            <a:pPr eaLnBrk="1" hangingPunct="1"/>
            <a:r>
              <a:rPr lang="en-US" altLang="zh-CN"/>
              <a:t>add bx,es</a:t>
            </a:r>
          </a:p>
          <a:p>
            <a:pPr eaLnBrk="1" hangingPunct="1"/>
            <a:r>
              <a:rPr lang="en-US" altLang="zh-CN"/>
              <a:t>mov [bx],[si]</a:t>
            </a:r>
          </a:p>
          <a:p>
            <a:pPr eaLnBrk="1" hangingPunct="1"/>
            <a:r>
              <a:rPr lang="en-US" altLang="zh-CN"/>
              <a:t>shl dx,cl</a:t>
            </a:r>
          </a:p>
          <a:p>
            <a:pPr eaLnBrk="1" hangingPunct="1"/>
            <a:r>
              <a:rPr lang="en-US" altLang="zh-CN"/>
              <a:t>and ax,[cx]</a:t>
            </a:r>
          </a:p>
          <a:p>
            <a:pPr eaLnBrk="1" hangingPunct="1"/>
            <a:endParaRPr lang="en-US" altLang="zh-CN"/>
          </a:p>
        </p:txBody>
      </p:sp>
      <p:sp>
        <p:nvSpPr>
          <p:cNvPr id="69636" name="Rectangle 6">
            <a:extLst>
              <a:ext uri="{FF2B5EF4-FFF2-40B4-BE49-F238E27FC236}">
                <a16:creationId xmlns:a16="http://schemas.microsoft.com/office/drawing/2014/main" id="{35BD848C-18C9-402E-9B9D-E1B72F0B6790}"/>
              </a:ext>
            </a:extLst>
          </p:cNvPr>
          <p:cNvSpPr>
            <a:spLocks noChangeArrowheads="1"/>
          </p:cNvSpPr>
          <p:nvPr/>
        </p:nvSpPr>
        <p:spPr bwMode="auto">
          <a:xfrm>
            <a:off x="5003800" y="1412875"/>
            <a:ext cx="3586163" cy="244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u="none"/>
              <a:t>div dx,2</a:t>
            </a:r>
          </a:p>
          <a:p>
            <a:pPr eaLnBrk="1" hangingPunct="1"/>
            <a:r>
              <a:rPr lang="en-US" altLang="zh-CN" u="none"/>
              <a:t>div 2</a:t>
            </a:r>
          </a:p>
          <a:p>
            <a:pPr eaLnBrk="1" hangingPunct="1"/>
            <a:r>
              <a:rPr lang="en-US" altLang="zh-CN" u="none"/>
              <a:t>inc   ax</a:t>
            </a:r>
          </a:p>
          <a:p>
            <a:pPr eaLnBrk="1" hangingPunct="1"/>
            <a:r>
              <a:rPr lang="en-US" altLang="zh-CN" u="none"/>
              <a:t>xchg ax,ds</a:t>
            </a:r>
          </a:p>
          <a:p>
            <a:pPr eaLnBrk="1" hangingPunct="1"/>
            <a:r>
              <a:rPr lang="en-US" altLang="zh-CN" u="none"/>
              <a:t>xchg al,12h</a:t>
            </a:r>
          </a:p>
          <a:p>
            <a:pPr eaLnBrk="1" hangingPunct="1"/>
            <a:r>
              <a:rPr lang="en-US" altLang="zh-CN" u="none"/>
              <a:t>xchg [si],[di]</a:t>
            </a:r>
          </a:p>
          <a:p>
            <a:pPr eaLnBrk="1" hangingPunct="1"/>
            <a:endParaRPr lang="en-US" altLang="zh-CN" u="none"/>
          </a:p>
        </p:txBody>
      </p:sp>
      <p:sp>
        <p:nvSpPr>
          <p:cNvPr id="115719" name="Rectangle 7">
            <a:extLst>
              <a:ext uri="{FF2B5EF4-FFF2-40B4-BE49-F238E27FC236}">
                <a16:creationId xmlns:a16="http://schemas.microsoft.com/office/drawing/2014/main" id="{C029771A-00B4-4183-8FFF-2DB2E90488C4}"/>
              </a:ext>
            </a:extLst>
          </p:cNvPr>
          <p:cNvSpPr>
            <a:spLocks noChangeArrowheads="1"/>
          </p:cNvSpPr>
          <p:nvPr/>
        </p:nvSpPr>
        <p:spPr bwMode="auto">
          <a:xfrm>
            <a:off x="5357813" y="5072063"/>
            <a:ext cx="2160587" cy="1554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en-US" altLang="zh-CN" u="none">
                <a:solidFill>
                  <a:srgbClr val="FF0000"/>
                </a:solidFill>
              </a:rPr>
              <a:t>mov al,[si]</a:t>
            </a:r>
          </a:p>
          <a:p>
            <a:pPr eaLnBrk="1" hangingPunct="1">
              <a:spcBef>
                <a:spcPct val="0"/>
              </a:spcBef>
              <a:buClrTx/>
              <a:buFontTx/>
              <a:buNone/>
            </a:pPr>
            <a:r>
              <a:rPr lang="en-US" altLang="zh-CN" u="none">
                <a:solidFill>
                  <a:srgbClr val="FF0000"/>
                </a:solidFill>
              </a:rPr>
              <a:t>xchg al,[di]</a:t>
            </a:r>
          </a:p>
          <a:p>
            <a:pPr eaLnBrk="1" hangingPunct="1">
              <a:spcBef>
                <a:spcPct val="0"/>
              </a:spcBef>
              <a:buClrTx/>
              <a:buFontTx/>
              <a:buNone/>
            </a:pPr>
            <a:r>
              <a:rPr lang="en-US" altLang="zh-CN" u="none">
                <a:solidFill>
                  <a:srgbClr val="FF0000"/>
                </a:solidFill>
              </a:rPr>
              <a:t>mov [si],al</a:t>
            </a:r>
          </a:p>
        </p:txBody>
      </p:sp>
    </p:spTree>
    <p:custDataLst>
      <p:tags r:id="rId1"/>
    </p:custData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57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719"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灯片编号占位符 4">
            <a:extLst>
              <a:ext uri="{FF2B5EF4-FFF2-40B4-BE49-F238E27FC236}">
                <a16:creationId xmlns:a16="http://schemas.microsoft.com/office/drawing/2014/main" id="{5771DD4B-5295-4A18-B440-52CA1038A57E}"/>
              </a:ext>
            </a:extLst>
          </p:cNvPr>
          <p:cNvSpPr>
            <a:spLocks noGrp="1"/>
          </p:cNvSpPr>
          <p:nvPr>
            <p:ph type="sldNum" sz="quarter" idx="12"/>
          </p:nvPr>
        </p:nvSpPr>
        <p:spPr>
          <a:noFill/>
        </p:spPr>
        <p:txBody>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fld id="{93AF007C-191A-4BC4-AE29-BEC6ED323414}" type="slidenum">
              <a:rPr kumimoji="0" lang="en-US" altLang="zh-CN" sz="1400" u="none" smtClean="0">
                <a:solidFill>
                  <a:srgbClr val="000000"/>
                </a:solidFill>
                <a:latin typeface="Arial" panose="020B0604020202020204" pitchFamily="34" charset="0"/>
              </a:rPr>
              <a:pPr/>
              <a:t>63</a:t>
            </a:fld>
            <a:endParaRPr kumimoji="0" lang="en-US" altLang="zh-CN" sz="1400" u="none">
              <a:solidFill>
                <a:srgbClr val="000000"/>
              </a:solidFill>
              <a:latin typeface="Arial" panose="020B0604020202020204" pitchFamily="34" charset="0"/>
            </a:endParaRPr>
          </a:p>
        </p:txBody>
      </p:sp>
      <p:sp>
        <p:nvSpPr>
          <p:cNvPr id="70659" name="Rectangle 4">
            <a:extLst>
              <a:ext uri="{FF2B5EF4-FFF2-40B4-BE49-F238E27FC236}">
                <a16:creationId xmlns:a16="http://schemas.microsoft.com/office/drawing/2014/main" id="{4A6AF141-8B5B-4B17-825C-160854874A17}"/>
              </a:ext>
            </a:extLst>
          </p:cNvPr>
          <p:cNvSpPr>
            <a:spLocks noChangeArrowheads="1"/>
          </p:cNvSpPr>
          <p:nvPr/>
        </p:nvSpPr>
        <p:spPr bwMode="auto">
          <a:xfrm>
            <a:off x="1763713" y="371475"/>
            <a:ext cx="6264275" cy="6000750"/>
          </a:xfrm>
          <a:prstGeom prst="rect">
            <a:avLst/>
          </a:prstGeom>
          <a:noFill/>
          <a:ln>
            <a:noFill/>
          </a:ln>
          <a:effectLst/>
          <a:extLst>
            <a:ext uri="{909E8E84-426E-40DD-AFC4-6F175D3DCCD1}">
              <a14:hiddenFill xmlns:a14="http://schemas.microsoft.com/office/drawing/2010/main">
                <a:gradFill rotWithShape="0">
                  <a:gsLst>
                    <a:gs pos="0">
                      <a:srgbClr val="47182F"/>
                    </a:gs>
                    <a:gs pos="100000">
                      <a:srgbClr val="993366"/>
                    </a:gs>
                  </a:gsLst>
                  <a:lin ang="5400000" scaled="1"/>
                </a:gradFill>
              </a14:hiddenFill>
            </a:ext>
            <a:ext uri="{91240B29-F687-4F45-9708-019B960494DF}">
              <a14:hiddenLine xmlns:a14="http://schemas.microsoft.com/office/drawing/2010/main" w="9525" algn="ctr">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eaLnBrk="1" hangingPunct="1"/>
            <a:r>
              <a:rPr kumimoji="0" lang="en-US" altLang="zh-CN" b="1" u="none" dirty="0">
                <a:solidFill>
                  <a:srgbClr val="FF0000"/>
                </a:solidFill>
                <a:latin typeface="宋体" panose="02010600030101010101" pitchFamily="2" charset="-122"/>
              </a:rPr>
              <a:t>2025-1</a:t>
            </a:r>
            <a:r>
              <a:rPr kumimoji="0" lang="en-US" altLang="zh-CN" b="1" u="none" dirty="0">
                <a:solidFill>
                  <a:srgbClr val="000000"/>
                </a:solidFill>
                <a:latin typeface="宋体" panose="02010600030101010101" pitchFamily="2" charset="-122"/>
              </a:rPr>
              <a:t>. </a:t>
            </a:r>
            <a:r>
              <a:rPr kumimoji="0" lang="zh-CN" altLang="en-US" b="1" u="none" dirty="0">
                <a:solidFill>
                  <a:srgbClr val="000000"/>
                </a:solidFill>
                <a:latin typeface="宋体" panose="02010600030101010101" pitchFamily="2" charset="-122"/>
              </a:rPr>
              <a:t>有程序如下：</a:t>
            </a:r>
            <a:br>
              <a:rPr kumimoji="0" lang="zh-CN" altLang="en-US" b="1" u="none" dirty="0">
                <a:solidFill>
                  <a:srgbClr val="000000"/>
                </a:solidFill>
                <a:latin typeface="宋体" panose="02010600030101010101" pitchFamily="2" charset="-122"/>
              </a:rPr>
            </a:br>
            <a:r>
              <a:rPr kumimoji="0" lang="en-US" altLang="zh-CN" b="1" u="none" dirty="0">
                <a:solidFill>
                  <a:srgbClr val="000000"/>
                </a:solidFill>
                <a:latin typeface="宋体" panose="02010600030101010101" pitchFamily="2" charset="-122"/>
              </a:rPr>
              <a:t>BUF       DW   5</a:t>
            </a:r>
            <a:r>
              <a:rPr kumimoji="0" lang="zh-CN" altLang="en-US" b="1" u="none" dirty="0">
                <a:solidFill>
                  <a:srgbClr val="000000"/>
                </a:solidFill>
                <a:latin typeface="宋体" panose="02010600030101010101" pitchFamily="2" charset="-122"/>
              </a:rPr>
              <a:t>，</a:t>
            </a:r>
            <a:r>
              <a:rPr kumimoji="0" lang="en-US" altLang="zh-CN" b="1" u="none" dirty="0">
                <a:solidFill>
                  <a:srgbClr val="000000"/>
                </a:solidFill>
                <a:latin typeface="宋体" panose="02010600030101010101" pitchFamily="2" charset="-122"/>
              </a:rPr>
              <a:t>6</a:t>
            </a:r>
            <a:r>
              <a:rPr kumimoji="0" lang="zh-CN" altLang="en-US" b="1" u="none" dirty="0">
                <a:solidFill>
                  <a:srgbClr val="000000"/>
                </a:solidFill>
                <a:latin typeface="宋体" panose="02010600030101010101" pitchFamily="2" charset="-122"/>
              </a:rPr>
              <a:t>，</a:t>
            </a:r>
            <a:r>
              <a:rPr kumimoji="0" lang="en-US" altLang="zh-CN" b="1" u="none" dirty="0">
                <a:solidFill>
                  <a:srgbClr val="000000"/>
                </a:solidFill>
                <a:latin typeface="宋体" panose="02010600030101010101" pitchFamily="2" charset="-122"/>
              </a:rPr>
              <a:t>1</a:t>
            </a:r>
            <a:r>
              <a:rPr kumimoji="0" lang="zh-CN" altLang="en-US" b="1" u="none" dirty="0">
                <a:solidFill>
                  <a:srgbClr val="000000"/>
                </a:solidFill>
                <a:latin typeface="宋体" panose="02010600030101010101" pitchFamily="2" charset="-122"/>
              </a:rPr>
              <a:t>，</a:t>
            </a:r>
            <a:r>
              <a:rPr kumimoji="0" lang="en-US" altLang="zh-CN" b="1" u="none" dirty="0">
                <a:solidFill>
                  <a:srgbClr val="000000"/>
                </a:solidFill>
                <a:latin typeface="宋体" panose="02010600030101010101" pitchFamily="2" charset="-122"/>
              </a:rPr>
              <a:t>9</a:t>
            </a:r>
            <a:r>
              <a:rPr kumimoji="0" lang="zh-CN" altLang="en-US" b="1" u="none" dirty="0">
                <a:solidFill>
                  <a:srgbClr val="000000"/>
                </a:solidFill>
                <a:latin typeface="宋体" panose="02010600030101010101" pitchFamily="2" charset="-122"/>
              </a:rPr>
              <a:t>，</a:t>
            </a:r>
            <a:r>
              <a:rPr kumimoji="0" lang="en-US" altLang="zh-CN" b="1" u="none" dirty="0">
                <a:solidFill>
                  <a:srgbClr val="000000"/>
                </a:solidFill>
                <a:latin typeface="宋体" panose="02010600030101010101" pitchFamily="2" charset="-122"/>
              </a:rPr>
              <a:t>8</a:t>
            </a:r>
            <a:r>
              <a:rPr kumimoji="0" lang="zh-CN" altLang="en-US" b="1" u="none" dirty="0">
                <a:solidFill>
                  <a:srgbClr val="000000"/>
                </a:solidFill>
                <a:latin typeface="宋体" panose="02010600030101010101" pitchFamily="2" charset="-122"/>
              </a:rPr>
              <a:t>，</a:t>
            </a:r>
            <a:r>
              <a:rPr kumimoji="0" lang="en-US" altLang="zh-CN" b="1" u="none" dirty="0">
                <a:solidFill>
                  <a:srgbClr val="000000"/>
                </a:solidFill>
                <a:latin typeface="宋体" panose="02010600030101010101" pitchFamily="2" charset="-122"/>
              </a:rPr>
              <a:t>2</a:t>
            </a:r>
          </a:p>
          <a:p>
            <a:pPr eaLnBrk="1" hangingPunct="1"/>
            <a:r>
              <a:rPr kumimoji="0" lang="en-US" altLang="zh-CN" b="1" u="none" dirty="0">
                <a:solidFill>
                  <a:srgbClr val="000000"/>
                </a:solidFill>
                <a:latin typeface="宋体" panose="02010600030101010101" pitchFamily="2" charset="-122"/>
              </a:rPr>
              <a:t>VAR       DW   0</a:t>
            </a:r>
          </a:p>
          <a:p>
            <a:pPr eaLnBrk="1" hangingPunct="1"/>
            <a:r>
              <a:rPr kumimoji="0" lang="en-US" altLang="zh-CN" b="1" u="none" dirty="0">
                <a:solidFill>
                  <a:srgbClr val="000000"/>
                </a:solidFill>
                <a:latin typeface="宋体" panose="02010600030101010101" pitchFamily="2" charset="-122"/>
              </a:rPr>
              <a:t>COUNT     EQU  6</a:t>
            </a:r>
          </a:p>
          <a:p>
            <a:pPr eaLnBrk="1" hangingPunct="1"/>
            <a:r>
              <a:rPr kumimoji="0" lang="en-US" altLang="zh-CN" b="1" u="none" dirty="0">
                <a:solidFill>
                  <a:srgbClr val="000000"/>
                </a:solidFill>
                <a:latin typeface="宋体" panose="02010600030101010101" pitchFamily="2" charset="-122"/>
              </a:rPr>
              <a:t>START:    MOV  SI</a:t>
            </a:r>
            <a:r>
              <a:rPr kumimoji="0" lang="zh-CN" altLang="en-US" b="1" u="none" dirty="0">
                <a:solidFill>
                  <a:srgbClr val="000000"/>
                </a:solidFill>
                <a:latin typeface="宋体" panose="02010600030101010101" pitchFamily="2" charset="-122"/>
              </a:rPr>
              <a:t>，</a:t>
            </a:r>
            <a:r>
              <a:rPr kumimoji="0" lang="en-US" altLang="zh-CN" b="1" u="none" dirty="0">
                <a:solidFill>
                  <a:srgbClr val="000000"/>
                </a:solidFill>
                <a:latin typeface="宋体" panose="02010600030101010101" pitchFamily="2" charset="-122"/>
              </a:rPr>
              <a:t>OFFSET BUF</a:t>
            </a:r>
          </a:p>
          <a:p>
            <a:pPr eaLnBrk="1" hangingPunct="1"/>
            <a:r>
              <a:rPr kumimoji="0" lang="en-US" altLang="zh-CN" b="1" u="none" dirty="0">
                <a:solidFill>
                  <a:srgbClr val="000000"/>
                </a:solidFill>
                <a:latin typeface="宋体" panose="02010600030101010101" pitchFamily="2" charset="-122"/>
              </a:rPr>
              <a:t>          MOV  CX</a:t>
            </a:r>
            <a:r>
              <a:rPr kumimoji="0" lang="zh-CN" altLang="en-US" b="1" u="none" dirty="0">
                <a:solidFill>
                  <a:srgbClr val="000000"/>
                </a:solidFill>
                <a:latin typeface="宋体" panose="02010600030101010101" pitchFamily="2" charset="-122"/>
              </a:rPr>
              <a:t>，</a:t>
            </a:r>
            <a:r>
              <a:rPr kumimoji="0" lang="en-US" altLang="zh-CN" b="1" u="none" dirty="0">
                <a:solidFill>
                  <a:srgbClr val="000000"/>
                </a:solidFill>
                <a:latin typeface="宋体" panose="02010600030101010101" pitchFamily="2" charset="-122"/>
              </a:rPr>
              <a:t>COUNT</a:t>
            </a:r>
          </a:p>
          <a:p>
            <a:pPr eaLnBrk="1" hangingPunct="1"/>
            <a:r>
              <a:rPr kumimoji="0" lang="en-US" altLang="zh-CN" b="1" u="none" dirty="0">
                <a:solidFill>
                  <a:srgbClr val="000000"/>
                </a:solidFill>
                <a:latin typeface="宋体" panose="02010600030101010101" pitchFamily="2" charset="-122"/>
              </a:rPr>
              <a:t>          MOV  AX</a:t>
            </a:r>
            <a:r>
              <a:rPr kumimoji="0" lang="zh-CN" altLang="en-US" b="1" u="none" dirty="0">
                <a:solidFill>
                  <a:srgbClr val="000000"/>
                </a:solidFill>
                <a:latin typeface="宋体" panose="02010600030101010101" pitchFamily="2" charset="-122"/>
              </a:rPr>
              <a:t>，</a:t>
            </a:r>
            <a:r>
              <a:rPr kumimoji="0" lang="en-US" altLang="zh-CN" b="1" u="none" dirty="0">
                <a:solidFill>
                  <a:srgbClr val="000000"/>
                </a:solidFill>
                <a:latin typeface="宋体" panose="02010600030101010101" pitchFamily="2" charset="-122"/>
              </a:rPr>
              <a:t>[SI]</a:t>
            </a:r>
          </a:p>
          <a:p>
            <a:pPr eaLnBrk="1" hangingPunct="1"/>
            <a:r>
              <a:rPr kumimoji="0" lang="en-US" altLang="zh-CN" b="1" u="none" dirty="0">
                <a:solidFill>
                  <a:srgbClr val="000000"/>
                </a:solidFill>
                <a:latin typeface="宋体" panose="02010600030101010101" pitchFamily="2" charset="-122"/>
              </a:rPr>
              <a:t>NEXT:     CMP  AX</a:t>
            </a:r>
            <a:r>
              <a:rPr kumimoji="0" lang="zh-CN" altLang="en-US" b="1" u="none" dirty="0">
                <a:solidFill>
                  <a:srgbClr val="000000"/>
                </a:solidFill>
                <a:latin typeface="宋体" panose="02010600030101010101" pitchFamily="2" charset="-122"/>
              </a:rPr>
              <a:t>，</a:t>
            </a:r>
            <a:r>
              <a:rPr kumimoji="0" lang="en-US" altLang="zh-CN" b="1" u="none" dirty="0">
                <a:solidFill>
                  <a:srgbClr val="000000"/>
                </a:solidFill>
                <a:latin typeface="宋体" panose="02010600030101010101" pitchFamily="2" charset="-122"/>
              </a:rPr>
              <a:t>[SI]</a:t>
            </a:r>
          </a:p>
          <a:p>
            <a:pPr eaLnBrk="1" hangingPunct="1"/>
            <a:r>
              <a:rPr kumimoji="0" lang="en-US" altLang="zh-CN" b="1" u="none" dirty="0">
                <a:solidFill>
                  <a:srgbClr val="000000"/>
                </a:solidFill>
                <a:latin typeface="宋体" panose="02010600030101010101" pitchFamily="2" charset="-122"/>
              </a:rPr>
              <a:t>          JB   FORWORD</a:t>
            </a:r>
          </a:p>
          <a:p>
            <a:pPr eaLnBrk="1" hangingPunct="1"/>
            <a:r>
              <a:rPr kumimoji="0" lang="es-ES" altLang="zh-CN" b="1" u="none" dirty="0">
                <a:solidFill>
                  <a:srgbClr val="000000"/>
                </a:solidFill>
                <a:latin typeface="宋体" panose="02010600030101010101" pitchFamily="2" charset="-122"/>
              </a:rPr>
              <a:t>          MOV  AX</a:t>
            </a:r>
            <a:r>
              <a:rPr kumimoji="0" lang="zh-CN" altLang="es-ES" b="1" u="none" dirty="0">
                <a:solidFill>
                  <a:srgbClr val="000000"/>
                </a:solidFill>
                <a:latin typeface="宋体" panose="02010600030101010101" pitchFamily="2" charset="-122"/>
              </a:rPr>
              <a:t>，</a:t>
            </a:r>
            <a:r>
              <a:rPr kumimoji="0" lang="es-ES" altLang="zh-CN" b="1" u="none" dirty="0">
                <a:solidFill>
                  <a:srgbClr val="000000"/>
                </a:solidFill>
                <a:latin typeface="宋体" panose="02010600030101010101" pitchFamily="2" charset="-122"/>
              </a:rPr>
              <a:t>[SI]</a:t>
            </a:r>
          </a:p>
          <a:p>
            <a:pPr eaLnBrk="1" hangingPunct="1"/>
            <a:r>
              <a:rPr kumimoji="0" lang="es-ES" altLang="zh-CN" b="1" u="none" dirty="0">
                <a:solidFill>
                  <a:srgbClr val="000000"/>
                </a:solidFill>
                <a:latin typeface="宋体" panose="02010600030101010101" pitchFamily="2" charset="-122"/>
              </a:rPr>
              <a:t>FORWORD:  INC  SI</a:t>
            </a:r>
          </a:p>
          <a:p>
            <a:pPr eaLnBrk="1" hangingPunct="1"/>
            <a:r>
              <a:rPr kumimoji="0" lang="en-US" altLang="zh-CN" b="1" u="none" dirty="0">
                <a:solidFill>
                  <a:srgbClr val="000000"/>
                </a:solidFill>
                <a:latin typeface="宋体" panose="02010600030101010101" pitchFamily="2" charset="-122"/>
              </a:rPr>
              <a:t>          INC  SI</a:t>
            </a:r>
          </a:p>
          <a:p>
            <a:pPr eaLnBrk="1" hangingPunct="1"/>
            <a:r>
              <a:rPr kumimoji="0" lang="en-US" altLang="zh-CN" b="1" u="none" dirty="0">
                <a:solidFill>
                  <a:srgbClr val="000000"/>
                </a:solidFill>
                <a:latin typeface="宋体" panose="02010600030101010101" pitchFamily="2" charset="-122"/>
              </a:rPr>
              <a:t>          LOOP NEXT</a:t>
            </a:r>
          </a:p>
          <a:p>
            <a:pPr eaLnBrk="1" hangingPunct="1"/>
            <a:r>
              <a:rPr kumimoji="0" lang="en-US" altLang="zh-CN" b="1" u="none" dirty="0">
                <a:solidFill>
                  <a:srgbClr val="000000"/>
                </a:solidFill>
                <a:latin typeface="宋体" panose="02010600030101010101" pitchFamily="2" charset="-122"/>
              </a:rPr>
              <a:t>          MOV  VAR</a:t>
            </a:r>
            <a:r>
              <a:rPr kumimoji="0" lang="zh-CN" altLang="en-US" b="1" u="none" dirty="0">
                <a:solidFill>
                  <a:srgbClr val="000000"/>
                </a:solidFill>
                <a:latin typeface="宋体" panose="02010600030101010101" pitchFamily="2" charset="-122"/>
              </a:rPr>
              <a:t>，</a:t>
            </a:r>
            <a:r>
              <a:rPr kumimoji="0" lang="en-US" altLang="zh-CN" b="1" u="none" dirty="0">
                <a:solidFill>
                  <a:srgbClr val="000000"/>
                </a:solidFill>
                <a:latin typeface="宋体" panose="02010600030101010101" pitchFamily="2" charset="-122"/>
              </a:rPr>
              <a:t>AX</a:t>
            </a:r>
          </a:p>
          <a:p>
            <a:pPr eaLnBrk="1" hangingPunct="1"/>
            <a:r>
              <a:rPr kumimoji="0" lang="zh-CN" altLang="en-US" b="1" u="none" dirty="0">
                <a:solidFill>
                  <a:srgbClr val="000000"/>
                </a:solidFill>
                <a:latin typeface="宋体" panose="02010600030101010101" pitchFamily="2" charset="-122"/>
              </a:rPr>
              <a:t>程序执行后变量</a:t>
            </a:r>
            <a:r>
              <a:rPr kumimoji="0" lang="en-US" altLang="zh-CN" b="1" u="none" dirty="0">
                <a:solidFill>
                  <a:srgbClr val="000000"/>
                </a:solidFill>
                <a:latin typeface="宋体" panose="02010600030101010101" pitchFamily="2" charset="-122"/>
              </a:rPr>
              <a:t>VAR</a:t>
            </a:r>
            <a:r>
              <a:rPr kumimoji="0" lang="zh-CN" altLang="en-US" b="1" u="none" dirty="0">
                <a:solidFill>
                  <a:srgbClr val="000000"/>
                </a:solidFill>
                <a:latin typeface="宋体" panose="02010600030101010101" pitchFamily="2" charset="-122"/>
              </a:rPr>
              <a:t>的值为</a:t>
            </a:r>
            <a:r>
              <a:rPr kumimoji="0" lang="zh-CN" altLang="en-US" b="1" dirty="0">
                <a:solidFill>
                  <a:srgbClr val="000000"/>
                </a:solidFill>
                <a:latin typeface="宋体" panose="02010600030101010101" pitchFamily="2" charset="-122"/>
              </a:rPr>
              <a:t>            </a:t>
            </a:r>
            <a:r>
              <a:rPr kumimoji="0" lang="zh-CN" altLang="en-US" b="1" u="none" dirty="0">
                <a:solidFill>
                  <a:srgbClr val="000000"/>
                </a:solidFill>
                <a:latin typeface="宋体" panose="02010600030101010101" pitchFamily="2" charset="-122"/>
              </a:rPr>
              <a:t>；</a:t>
            </a:r>
          </a:p>
          <a:p>
            <a:pPr eaLnBrk="1" hangingPunct="1"/>
            <a:r>
              <a:rPr kumimoji="0" lang="zh-CN" altLang="en-US" b="1" u="none" dirty="0">
                <a:solidFill>
                  <a:srgbClr val="000000"/>
                </a:solidFill>
                <a:latin typeface="宋体" panose="02010600030101010101" pitchFamily="2" charset="-122"/>
              </a:rPr>
              <a:t>程序功能是 </a:t>
            </a:r>
            <a:r>
              <a:rPr kumimoji="0" lang="zh-CN" altLang="en-US" b="1" dirty="0">
                <a:solidFill>
                  <a:srgbClr val="000000"/>
                </a:solidFill>
                <a:latin typeface="宋体" panose="02010600030101010101" pitchFamily="2" charset="-122"/>
              </a:rPr>
              <a:t>                       </a:t>
            </a:r>
            <a:r>
              <a:rPr kumimoji="0" lang="zh-CN" altLang="en-US" b="1" u="none" dirty="0">
                <a:solidFill>
                  <a:srgbClr val="000000"/>
                </a:solidFill>
                <a:latin typeface="宋体" panose="02010600030101010101" pitchFamily="2" charset="-122"/>
              </a:rPr>
              <a:t> 。 </a:t>
            </a:r>
          </a:p>
        </p:txBody>
      </p:sp>
      <p:sp>
        <p:nvSpPr>
          <p:cNvPr id="742405" name="Text Box 5">
            <a:extLst>
              <a:ext uri="{FF2B5EF4-FFF2-40B4-BE49-F238E27FC236}">
                <a16:creationId xmlns:a16="http://schemas.microsoft.com/office/drawing/2014/main" id="{737E6F2B-4919-4ECC-8AFF-1D8EF8369946}"/>
              </a:ext>
            </a:extLst>
          </p:cNvPr>
          <p:cNvSpPr txBox="1">
            <a:spLocks noChangeArrowheads="1"/>
          </p:cNvSpPr>
          <p:nvPr/>
        </p:nvSpPr>
        <p:spPr bwMode="auto">
          <a:xfrm>
            <a:off x="5292725" y="5516563"/>
            <a:ext cx="2232025" cy="457200"/>
          </a:xfrm>
          <a:prstGeom prst="rect">
            <a:avLst/>
          </a:prstGeom>
          <a:noFill/>
          <a:ln>
            <a:noFill/>
          </a:ln>
          <a:effectLst/>
          <a:extLst>
            <a:ext uri="{909E8E84-426E-40DD-AFC4-6F175D3DCCD1}">
              <a14:hiddenFill xmlns:a14="http://schemas.microsoft.com/office/drawing/2010/main">
                <a:gradFill rotWithShape="0">
                  <a:gsLst>
                    <a:gs pos="0">
                      <a:srgbClr val="47182F"/>
                    </a:gs>
                    <a:gs pos="100000">
                      <a:srgbClr val="993366"/>
                    </a:gs>
                  </a:gsLst>
                  <a:lin ang="5400000" scaled="1"/>
                </a:gradFill>
              </a14:hiddenFill>
            </a:ext>
            <a:ext uri="{91240B29-F687-4F45-9708-019B960494DF}">
              <a14:hiddenLine xmlns:a14="http://schemas.microsoft.com/office/drawing/2010/main" w="9525" algn="ctr">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kumimoji="0" lang="en-US" altLang="zh-CN" b="1" u="none">
                <a:solidFill>
                  <a:srgbClr val="FF0000"/>
                </a:solidFill>
                <a:latin typeface="Arial" panose="020B0604020202020204" pitchFamily="34" charset="0"/>
              </a:rPr>
              <a:t>1</a:t>
            </a:r>
            <a:r>
              <a:rPr kumimoji="0" lang="zh-CN" altLang="en-US" b="1" u="none">
                <a:solidFill>
                  <a:srgbClr val="FF0000"/>
                </a:solidFill>
                <a:latin typeface="Arial" panose="020B0604020202020204" pitchFamily="34" charset="0"/>
              </a:rPr>
              <a:t>（或</a:t>
            </a:r>
            <a:r>
              <a:rPr kumimoji="0" lang="en-US" altLang="zh-CN" b="1" u="none">
                <a:solidFill>
                  <a:srgbClr val="FF0000"/>
                </a:solidFill>
                <a:latin typeface="Arial" panose="020B0604020202020204" pitchFamily="34" charset="0"/>
              </a:rPr>
              <a:t>0001H</a:t>
            </a:r>
            <a:r>
              <a:rPr kumimoji="0" lang="zh-CN" altLang="en-US" b="1" u="none">
                <a:solidFill>
                  <a:srgbClr val="FF0000"/>
                </a:solidFill>
                <a:latin typeface="Arial" panose="020B0604020202020204" pitchFamily="34" charset="0"/>
              </a:rPr>
              <a:t>）</a:t>
            </a:r>
          </a:p>
        </p:txBody>
      </p:sp>
      <p:sp>
        <p:nvSpPr>
          <p:cNvPr id="742406" name="Text Box 6">
            <a:extLst>
              <a:ext uri="{FF2B5EF4-FFF2-40B4-BE49-F238E27FC236}">
                <a16:creationId xmlns:a16="http://schemas.microsoft.com/office/drawing/2014/main" id="{FA94AF67-7919-4790-9F7F-8CDFC4E01F2D}"/>
              </a:ext>
            </a:extLst>
          </p:cNvPr>
          <p:cNvSpPr txBox="1">
            <a:spLocks noChangeArrowheads="1"/>
          </p:cNvSpPr>
          <p:nvPr/>
        </p:nvSpPr>
        <p:spPr bwMode="auto">
          <a:xfrm>
            <a:off x="3851275" y="5876925"/>
            <a:ext cx="3384550" cy="457200"/>
          </a:xfrm>
          <a:prstGeom prst="rect">
            <a:avLst/>
          </a:prstGeom>
          <a:noFill/>
          <a:ln>
            <a:noFill/>
          </a:ln>
          <a:effectLst/>
          <a:extLst>
            <a:ext uri="{909E8E84-426E-40DD-AFC4-6F175D3DCCD1}">
              <a14:hiddenFill xmlns:a14="http://schemas.microsoft.com/office/drawing/2010/main">
                <a:gradFill rotWithShape="0">
                  <a:gsLst>
                    <a:gs pos="0">
                      <a:srgbClr val="47182F"/>
                    </a:gs>
                    <a:gs pos="100000">
                      <a:srgbClr val="993366"/>
                    </a:gs>
                  </a:gsLst>
                  <a:lin ang="5400000" scaled="1"/>
                </a:gradFill>
              </a14:hiddenFill>
            </a:ext>
            <a:ext uri="{91240B29-F687-4F45-9708-019B960494DF}">
              <a14:hiddenLine xmlns:a14="http://schemas.microsoft.com/office/drawing/2010/main" w="9525" algn="ctr">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kumimoji="0" lang="zh-CN" altLang="en-US" b="1" u="none">
                <a:solidFill>
                  <a:srgbClr val="FF0000"/>
                </a:solidFill>
                <a:latin typeface="Arial" panose="020B0604020202020204" pitchFamily="34" charset="0"/>
              </a:rPr>
              <a:t>求一组数据中的最小值</a:t>
            </a:r>
          </a:p>
        </p:txBody>
      </p:sp>
    </p:spTree>
    <p:custDataLst>
      <p:tags r:id="rId1"/>
    </p:custDataLst>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42405"/>
                                        </p:tgtEl>
                                        <p:attrNameLst>
                                          <p:attrName>style.visibility</p:attrName>
                                        </p:attrNameLst>
                                      </p:cBhvr>
                                      <p:to>
                                        <p:strVal val="visible"/>
                                      </p:to>
                                    </p:set>
                                    <p:anim calcmode="lin" valueType="num">
                                      <p:cBhvr additive="base">
                                        <p:cTn id="7" dur="500" fill="hold"/>
                                        <p:tgtEl>
                                          <p:spTgt spid="742405"/>
                                        </p:tgtEl>
                                        <p:attrNameLst>
                                          <p:attrName>ppt_x</p:attrName>
                                        </p:attrNameLst>
                                      </p:cBhvr>
                                      <p:tavLst>
                                        <p:tav tm="0">
                                          <p:val>
                                            <p:strVal val="#ppt_x"/>
                                          </p:val>
                                        </p:tav>
                                        <p:tav tm="100000">
                                          <p:val>
                                            <p:strVal val="#ppt_x"/>
                                          </p:val>
                                        </p:tav>
                                      </p:tavLst>
                                    </p:anim>
                                    <p:anim calcmode="lin" valueType="num">
                                      <p:cBhvr additive="base">
                                        <p:cTn id="8" dur="500" fill="hold"/>
                                        <p:tgtEl>
                                          <p:spTgt spid="742405"/>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42406"/>
                                        </p:tgtEl>
                                        <p:attrNameLst>
                                          <p:attrName>style.visibility</p:attrName>
                                        </p:attrNameLst>
                                      </p:cBhvr>
                                      <p:to>
                                        <p:strVal val="visible"/>
                                      </p:to>
                                    </p:set>
                                    <p:anim calcmode="lin" valueType="num">
                                      <p:cBhvr additive="base">
                                        <p:cTn id="13" dur="500" fill="hold"/>
                                        <p:tgtEl>
                                          <p:spTgt spid="742406"/>
                                        </p:tgtEl>
                                        <p:attrNameLst>
                                          <p:attrName>ppt_x</p:attrName>
                                        </p:attrNameLst>
                                      </p:cBhvr>
                                      <p:tavLst>
                                        <p:tav tm="0">
                                          <p:val>
                                            <p:strVal val="#ppt_x"/>
                                          </p:val>
                                        </p:tav>
                                        <p:tav tm="100000">
                                          <p:val>
                                            <p:strVal val="#ppt_x"/>
                                          </p:val>
                                        </p:tav>
                                      </p:tavLst>
                                    </p:anim>
                                    <p:anim calcmode="lin" valueType="num">
                                      <p:cBhvr additive="base">
                                        <p:cTn id="14" dur="500" fill="hold"/>
                                        <p:tgtEl>
                                          <p:spTgt spid="74240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2405" grpId="0"/>
      <p:bldP spid="742406"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灯片编号占位符 6">
            <a:extLst>
              <a:ext uri="{FF2B5EF4-FFF2-40B4-BE49-F238E27FC236}">
                <a16:creationId xmlns:a16="http://schemas.microsoft.com/office/drawing/2014/main" id="{21F16142-B697-4D83-988C-C281EBB8DE06}"/>
              </a:ext>
            </a:extLst>
          </p:cNvPr>
          <p:cNvSpPr>
            <a:spLocks noGrp="1"/>
          </p:cNvSpPr>
          <p:nvPr>
            <p:ph type="sldNum" sz="quarter" idx="12"/>
          </p:nvPr>
        </p:nvSpPr>
        <p:spPr>
          <a:noFill/>
        </p:spPr>
        <p:txBody>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fld id="{E0768632-20C9-4781-A332-E7E53FA01642}" type="slidenum">
              <a:rPr kumimoji="0" lang="en-US" altLang="zh-CN" sz="1400" u="none" smtClean="0">
                <a:solidFill>
                  <a:srgbClr val="000000"/>
                </a:solidFill>
                <a:latin typeface="Arial" panose="020B0604020202020204" pitchFamily="34" charset="0"/>
              </a:rPr>
              <a:pPr/>
              <a:t>64</a:t>
            </a:fld>
            <a:endParaRPr kumimoji="0" lang="en-US" altLang="zh-CN" sz="1400" u="none">
              <a:solidFill>
                <a:srgbClr val="000000"/>
              </a:solidFill>
              <a:latin typeface="Arial" panose="020B0604020202020204" pitchFamily="34" charset="0"/>
            </a:endParaRPr>
          </a:p>
        </p:txBody>
      </p:sp>
      <p:sp>
        <p:nvSpPr>
          <p:cNvPr id="71683" name="Rectangle 4">
            <a:extLst>
              <a:ext uri="{FF2B5EF4-FFF2-40B4-BE49-F238E27FC236}">
                <a16:creationId xmlns:a16="http://schemas.microsoft.com/office/drawing/2014/main" id="{D3C06874-26BD-4FAA-9D55-351F93348016}"/>
              </a:ext>
            </a:extLst>
          </p:cNvPr>
          <p:cNvSpPr>
            <a:spLocks noChangeArrowheads="1"/>
          </p:cNvSpPr>
          <p:nvPr/>
        </p:nvSpPr>
        <p:spPr bwMode="auto">
          <a:xfrm>
            <a:off x="1187450" y="525463"/>
            <a:ext cx="7856538" cy="4156075"/>
          </a:xfrm>
          <a:prstGeom prst="rect">
            <a:avLst/>
          </a:prstGeom>
          <a:noFill/>
          <a:ln>
            <a:noFill/>
          </a:ln>
          <a:effectLst/>
          <a:extLst>
            <a:ext uri="{909E8E84-426E-40DD-AFC4-6F175D3DCCD1}">
              <a14:hiddenFill xmlns:a14="http://schemas.microsoft.com/office/drawing/2010/main">
                <a:gradFill rotWithShape="0">
                  <a:gsLst>
                    <a:gs pos="0">
                      <a:srgbClr val="47182F"/>
                    </a:gs>
                    <a:gs pos="100000">
                      <a:srgbClr val="993366"/>
                    </a:gs>
                  </a:gsLst>
                  <a:lin ang="5400000" scaled="1"/>
                </a:gradFill>
              </a14:hiddenFill>
            </a:ext>
            <a:ext uri="{91240B29-F687-4F45-9708-019B960494DF}">
              <a14:hiddenLine xmlns:a14="http://schemas.microsoft.com/office/drawing/2010/main" w="9525" algn="ctr">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eaLnBrk="1" hangingPunct="1"/>
            <a:r>
              <a:rPr kumimoji="0" lang="en-US" altLang="zh-CN" b="1" u="none" dirty="0">
                <a:solidFill>
                  <a:srgbClr val="FF0000"/>
                </a:solidFill>
                <a:latin typeface="宋体" panose="02010600030101010101" pitchFamily="2" charset="-122"/>
              </a:rPr>
              <a:t>2025-2</a:t>
            </a:r>
            <a:r>
              <a:rPr kumimoji="0" lang="zh-CN" altLang="en-US" b="1" u="none" dirty="0">
                <a:solidFill>
                  <a:srgbClr val="000000"/>
                </a:solidFill>
                <a:latin typeface="宋体" panose="02010600030101010101" pitchFamily="2" charset="-122"/>
              </a:rPr>
              <a:t>．有程序段如下： </a:t>
            </a:r>
            <a:br>
              <a:rPr kumimoji="0" lang="zh-CN" altLang="en-US" b="1" u="none" dirty="0">
                <a:solidFill>
                  <a:srgbClr val="000000"/>
                </a:solidFill>
                <a:latin typeface="宋体" panose="02010600030101010101" pitchFamily="2" charset="-122"/>
              </a:rPr>
            </a:br>
            <a:r>
              <a:rPr kumimoji="0" lang="zh-CN" altLang="en-US" b="1" u="none" dirty="0">
                <a:solidFill>
                  <a:srgbClr val="000000"/>
                </a:solidFill>
                <a:latin typeface="宋体" panose="02010600030101010101" pitchFamily="2" charset="-122"/>
              </a:rPr>
              <a:t>          </a:t>
            </a:r>
            <a:r>
              <a:rPr kumimoji="0" lang="en-US" altLang="zh-CN" b="1" u="none" dirty="0">
                <a:solidFill>
                  <a:srgbClr val="000000"/>
                </a:solidFill>
                <a:latin typeface="宋体" panose="02010600030101010101" pitchFamily="2" charset="-122"/>
              </a:rPr>
              <a:t>MOV   AL</a:t>
            </a:r>
            <a:r>
              <a:rPr kumimoji="0" lang="zh-CN" altLang="en-US" b="1" u="none" dirty="0">
                <a:solidFill>
                  <a:srgbClr val="000000"/>
                </a:solidFill>
                <a:latin typeface="宋体" panose="02010600030101010101" pitchFamily="2" charset="-122"/>
              </a:rPr>
              <a:t>，</a:t>
            </a:r>
            <a:r>
              <a:rPr kumimoji="0" lang="en-US" altLang="zh-CN" b="1" u="none" dirty="0">
                <a:solidFill>
                  <a:srgbClr val="000000"/>
                </a:solidFill>
                <a:latin typeface="宋体" panose="02010600030101010101" pitchFamily="2" charset="-122"/>
              </a:rPr>
              <a:t>96H</a:t>
            </a:r>
          </a:p>
          <a:p>
            <a:pPr eaLnBrk="1" hangingPunct="1"/>
            <a:r>
              <a:rPr kumimoji="0" lang="en-US" altLang="zh-CN" b="1" u="none" dirty="0">
                <a:solidFill>
                  <a:srgbClr val="000000"/>
                </a:solidFill>
                <a:latin typeface="宋体" panose="02010600030101010101" pitchFamily="2" charset="-122"/>
              </a:rPr>
              <a:t>          MOV   DL</a:t>
            </a:r>
            <a:r>
              <a:rPr kumimoji="0" lang="zh-CN" altLang="en-US" b="1" u="none" dirty="0">
                <a:solidFill>
                  <a:srgbClr val="000000"/>
                </a:solidFill>
                <a:latin typeface="宋体" panose="02010600030101010101" pitchFamily="2" charset="-122"/>
              </a:rPr>
              <a:t>，</a:t>
            </a:r>
            <a:r>
              <a:rPr kumimoji="0" lang="en-US" altLang="zh-CN" b="1" u="none" dirty="0">
                <a:solidFill>
                  <a:srgbClr val="000000"/>
                </a:solidFill>
                <a:latin typeface="宋体" panose="02010600030101010101" pitchFamily="2" charset="-122"/>
              </a:rPr>
              <a:t>AL</a:t>
            </a:r>
          </a:p>
          <a:p>
            <a:pPr eaLnBrk="1" hangingPunct="1"/>
            <a:r>
              <a:rPr kumimoji="0" lang="en-US" altLang="zh-CN" b="1" u="none" dirty="0">
                <a:solidFill>
                  <a:srgbClr val="000000"/>
                </a:solidFill>
                <a:latin typeface="宋体" panose="02010600030101010101" pitchFamily="2" charset="-122"/>
              </a:rPr>
              <a:t>          MOV   DH</a:t>
            </a:r>
            <a:r>
              <a:rPr kumimoji="0" lang="zh-CN" altLang="en-US" b="1" u="none" dirty="0">
                <a:solidFill>
                  <a:srgbClr val="000000"/>
                </a:solidFill>
                <a:latin typeface="宋体" panose="02010600030101010101" pitchFamily="2" charset="-122"/>
              </a:rPr>
              <a:t>，</a:t>
            </a:r>
            <a:r>
              <a:rPr kumimoji="0" lang="en-US" altLang="zh-CN" b="1" u="none" dirty="0">
                <a:solidFill>
                  <a:srgbClr val="000000"/>
                </a:solidFill>
                <a:latin typeface="宋体" panose="02010600030101010101" pitchFamily="2" charset="-122"/>
              </a:rPr>
              <a:t>AL</a:t>
            </a:r>
          </a:p>
          <a:p>
            <a:pPr eaLnBrk="1" hangingPunct="1"/>
            <a:r>
              <a:rPr kumimoji="0" lang="en-US" altLang="zh-CN" b="1" u="none" dirty="0">
                <a:solidFill>
                  <a:srgbClr val="000000"/>
                </a:solidFill>
                <a:latin typeface="宋体" panose="02010600030101010101" pitchFamily="2" charset="-122"/>
              </a:rPr>
              <a:t>          AND   DL</a:t>
            </a:r>
            <a:r>
              <a:rPr kumimoji="0" lang="zh-CN" altLang="en-US" b="1" u="none" dirty="0">
                <a:solidFill>
                  <a:srgbClr val="000000"/>
                </a:solidFill>
                <a:latin typeface="宋体" panose="02010600030101010101" pitchFamily="2" charset="-122"/>
              </a:rPr>
              <a:t>，</a:t>
            </a:r>
            <a:r>
              <a:rPr kumimoji="0" lang="en-US" altLang="zh-CN" b="1" u="none" dirty="0">
                <a:solidFill>
                  <a:srgbClr val="000000"/>
                </a:solidFill>
                <a:latin typeface="宋体" panose="02010600030101010101" pitchFamily="2" charset="-122"/>
              </a:rPr>
              <a:t>0FH</a:t>
            </a:r>
          </a:p>
          <a:p>
            <a:pPr eaLnBrk="1" hangingPunct="1"/>
            <a:r>
              <a:rPr kumimoji="0" lang="en-US" altLang="zh-CN" b="1" u="none" dirty="0">
                <a:solidFill>
                  <a:srgbClr val="000000"/>
                </a:solidFill>
                <a:latin typeface="宋体" panose="02010600030101010101" pitchFamily="2" charset="-122"/>
              </a:rPr>
              <a:t>          MOV   CL</a:t>
            </a:r>
            <a:r>
              <a:rPr kumimoji="0" lang="zh-CN" altLang="en-US" b="1" u="none" dirty="0">
                <a:solidFill>
                  <a:srgbClr val="000000"/>
                </a:solidFill>
                <a:latin typeface="宋体" panose="02010600030101010101" pitchFamily="2" charset="-122"/>
              </a:rPr>
              <a:t>，</a:t>
            </a:r>
            <a:r>
              <a:rPr kumimoji="0" lang="en-US" altLang="zh-CN" b="1" u="none" dirty="0">
                <a:solidFill>
                  <a:srgbClr val="000000"/>
                </a:solidFill>
                <a:latin typeface="宋体" panose="02010600030101010101" pitchFamily="2" charset="-122"/>
              </a:rPr>
              <a:t>4</a:t>
            </a:r>
          </a:p>
          <a:p>
            <a:pPr eaLnBrk="1" hangingPunct="1"/>
            <a:r>
              <a:rPr kumimoji="0" lang="en-US" altLang="zh-CN" b="1" u="none" dirty="0">
                <a:solidFill>
                  <a:srgbClr val="000000"/>
                </a:solidFill>
                <a:latin typeface="宋体" panose="02010600030101010101" pitchFamily="2" charset="-122"/>
              </a:rPr>
              <a:t>          SHR   DH</a:t>
            </a:r>
            <a:r>
              <a:rPr kumimoji="0" lang="zh-CN" altLang="en-US" b="1" u="none" dirty="0">
                <a:solidFill>
                  <a:srgbClr val="000000"/>
                </a:solidFill>
                <a:latin typeface="宋体" panose="02010600030101010101" pitchFamily="2" charset="-122"/>
              </a:rPr>
              <a:t>，</a:t>
            </a:r>
            <a:r>
              <a:rPr kumimoji="0" lang="en-US" altLang="zh-CN" b="1" u="none" dirty="0">
                <a:solidFill>
                  <a:srgbClr val="000000"/>
                </a:solidFill>
                <a:latin typeface="宋体" panose="02010600030101010101" pitchFamily="2" charset="-122"/>
              </a:rPr>
              <a:t>CL</a:t>
            </a:r>
            <a:br>
              <a:rPr kumimoji="0" lang="en-US" altLang="zh-CN" b="1" u="none" dirty="0">
                <a:solidFill>
                  <a:srgbClr val="000000"/>
                </a:solidFill>
                <a:latin typeface="宋体" panose="02010600030101010101" pitchFamily="2" charset="-122"/>
              </a:rPr>
            </a:br>
            <a:endParaRPr kumimoji="0" lang="en-US" altLang="zh-CN" b="1" u="none" dirty="0">
              <a:solidFill>
                <a:srgbClr val="000000"/>
              </a:solidFill>
              <a:latin typeface="宋体" panose="02010600030101010101" pitchFamily="2" charset="-122"/>
            </a:endParaRPr>
          </a:p>
          <a:p>
            <a:pPr eaLnBrk="1" hangingPunct="1"/>
            <a:r>
              <a:rPr kumimoji="0" lang="zh-CN" altLang="en-US" b="1" u="none" dirty="0">
                <a:solidFill>
                  <a:srgbClr val="000000"/>
                </a:solidFill>
                <a:latin typeface="宋体" panose="02010600030101010101" pitchFamily="2" charset="-122"/>
              </a:rPr>
              <a:t>程序执行后</a:t>
            </a:r>
            <a:r>
              <a:rPr kumimoji="0" lang="en-US" altLang="zh-CN" b="1" u="none" dirty="0">
                <a:solidFill>
                  <a:srgbClr val="000000"/>
                </a:solidFill>
                <a:latin typeface="宋体" panose="02010600030101010101" pitchFamily="2" charset="-122"/>
              </a:rPr>
              <a:t>DH=</a:t>
            </a:r>
            <a:r>
              <a:rPr kumimoji="0" lang="en-US" altLang="zh-CN" sz="2000" b="1" u="none" dirty="0">
                <a:solidFill>
                  <a:srgbClr val="000000"/>
                </a:solidFill>
                <a:latin typeface="Arial" panose="020B0604020202020204" pitchFamily="34" charset="0"/>
              </a:rPr>
              <a:t>________________</a:t>
            </a:r>
            <a:r>
              <a:rPr kumimoji="0" lang="zh-CN" altLang="en-US" b="1" u="none" dirty="0">
                <a:solidFill>
                  <a:srgbClr val="000000"/>
                </a:solidFill>
                <a:latin typeface="宋体" panose="02010600030101010101" pitchFamily="2" charset="-122"/>
              </a:rPr>
              <a:t>，</a:t>
            </a:r>
            <a:r>
              <a:rPr kumimoji="0" lang="en-US" altLang="zh-CN" b="1" u="none" dirty="0">
                <a:solidFill>
                  <a:srgbClr val="000000"/>
                </a:solidFill>
                <a:latin typeface="宋体" panose="02010600030101010101" pitchFamily="2" charset="-122"/>
              </a:rPr>
              <a:t>DL= </a:t>
            </a:r>
            <a:r>
              <a:rPr kumimoji="0" lang="en-US" altLang="zh-CN" sz="2000" b="1" u="none" dirty="0">
                <a:solidFill>
                  <a:srgbClr val="000000"/>
                </a:solidFill>
                <a:latin typeface="Arial" panose="020B0604020202020204" pitchFamily="34" charset="0"/>
              </a:rPr>
              <a:t>____________</a:t>
            </a:r>
            <a:r>
              <a:rPr kumimoji="0" lang="zh-CN" altLang="en-US" b="1" u="none" dirty="0">
                <a:solidFill>
                  <a:srgbClr val="000000"/>
                </a:solidFill>
                <a:latin typeface="宋体" panose="02010600030101010101" pitchFamily="2" charset="-122"/>
              </a:rPr>
              <a:t>，</a:t>
            </a:r>
          </a:p>
          <a:p>
            <a:pPr eaLnBrk="1" hangingPunct="1"/>
            <a:endParaRPr kumimoji="0" lang="zh-CN" altLang="en-US" b="1" u="none" dirty="0">
              <a:solidFill>
                <a:srgbClr val="000000"/>
              </a:solidFill>
              <a:latin typeface="宋体" panose="02010600030101010101" pitchFamily="2" charset="-122"/>
            </a:endParaRPr>
          </a:p>
          <a:p>
            <a:pPr eaLnBrk="1" hangingPunct="1"/>
            <a:r>
              <a:rPr kumimoji="0" lang="zh-CN" altLang="en-US" b="1" u="none" dirty="0">
                <a:solidFill>
                  <a:srgbClr val="000000"/>
                </a:solidFill>
                <a:latin typeface="宋体" panose="02010600030101010101" pitchFamily="2" charset="-122"/>
              </a:rPr>
              <a:t>          </a:t>
            </a:r>
            <a:r>
              <a:rPr kumimoji="0" lang="en-US" altLang="zh-CN" b="1" u="none" dirty="0">
                <a:solidFill>
                  <a:srgbClr val="000000"/>
                </a:solidFill>
                <a:latin typeface="宋体" panose="02010600030101010101" pitchFamily="2" charset="-122"/>
              </a:rPr>
              <a:t>AL=</a:t>
            </a:r>
            <a:r>
              <a:rPr kumimoji="0" lang="en-US" altLang="zh-CN" sz="2000" b="1" u="none" dirty="0">
                <a:solidFill>
                  <a:srgbClr val="000000"/>
                </a:solidFill>
                <a:latin typeface="Arial" panose="020B0604020202020204" pitchFamily="34" charset="0"/>
              </a:rPr>
              <a:t>________________</a:t>
            </a:r>
            <a:r>
              <a:rPr kumimoji="0" lang="zh-CN" altLang="en-US" b="1" u="none" dirty="0">
                <a:solidFill>
                  <a:srgbClr val="000000"/>
                </a:solidFill>
                <a:latin typeface="宋体" panose="02010600030101010101" pitchFamily="2" charset="-122"/>
              </a:rPr>
              <a:t>，</a:t>
            </a:r>
            <a:r>
              <a:rPr kumimoji="0" lang="en-US" altLang="zh-CN" b="1" u="none" dirty="0">
                <a:solidFill>
                  <a:srgbClr val="000000"/>
                </a:solidFill>
                <a:latin typeface="宋体" panose="02010600030101010101" pitchFamily="2" charset="-122"/>
              </a:rPr>
              <a:t>CL=</a:t>
            </a:r>
            <a:r>
              <a:rPr kumimoji="0" lang="en-US" altLang="zh-CN" sz="2000" b="1" u="none" dirty="0">
                <a:solidFill>
                  <a:srgbClr val="000000"/>
                </a:solidFill>
                <a:latin typeface="Arial" panose="020B0604020202020204" pitchFamily="34" charset="0"/>
              </a:rPr>
              <a:t>________________</a:t>
            </a:r>
            <a:r>
              <a:rPr kumimoji="0" lang="zh-CN" altLang="en-US" b="1" u="none" dirty="0">
                <a:solidFill>
                  <a:srgbClr val="000000"/>
                </a:solidFill>
                <a:latin typeface="宋体" panose="02010600030101010101" pitchFamily="2" charset="-122"/>
              </a:rPr>
              <a:t>。</a:t>
            </a:r>
          </a:p>
        </p:txBody>
      </p:sp>
      <p:sp>
        <p:nvSpPr>
          <p:cNvPr id="743429" name="Text Box 5">
            <a:extLst>
              <a:ext uri="{FF2B5EF4-FFF2-40B4-BE49-F238E27FC236}">
                <a16:creationId xmlns:a16="http://schemas.microsoft.com/office/drawing/2014/main" id="{ED0790F0-DDE6-4123-82A4-D6B1ACDD224D}"/>
              </a:ext>
            </a:extLst>
          </p:cNvPr>
          <p:cNvSpPr txBox="1">
            <a:spLocks noChangeArrowheads="1"/>
          </p:cNvSpPr>
          <p:nvPr/>
        </p:nvSpPr>
        <p:spPr bwMode="auto">
          <a:xfrm>
            <a:off x="3348038" y="3429000"/>
            <a:ext cx="2232025" cy="457200"/>
          </a:xfrm>
          <a:prstGeom prst="rect">
            <a:avLst/>
          </a:prstGeom>
          <a:noFill/>
          <a:ln>
            <a:noFill/>
          </a:ln>
          <a:effectLst/>
          <a:extLst>
            <a:ext uri="{909E8E84-426E-40DD-AFC4-6F175D3DCCD1}">
              <a14:hiddenFill xmlns:a14="http://schemas.microsoft.com/office/drawing/2010/main">
                <a:gradFill rotWithShape="0">
                  <a:gsLst>
                    <a:gs pos="0">
                      <a:srgbClr val="47182F"/>
                    </a:gs>
                    <a:gs pos="100000">
                      <a:srgbClr val="993366"/>
                    </a:gs>
                  </a:gsLst>
                  <a:lin ang="5400000" scaled="1"/>
                </a:gradFill>
              </a14:hiddenFill>
            </a:ext>
            <a:ext uri="{91240B29-F687-4F45-9708-019B960494DF}">
              <a14:hiddenLine xmlns:a14="http://schemas.microsoft.com/office/drawing/2010/main" w="9525" algn="ctr">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kumimoji="0" lang="en-US" altLang="zh-CN" b="1" u="none">
                <a:solidFill>
                  <a:srgbClr val="FF0000"/>
                </a:solidFill>
                <a:latin typeface="Arial" panose="020B0604020202020204" pitchFamily="34" charset="0"/>
              </a:rPr>
              <a:t>9</a:t>
            </a:r>
            <a:r>
              <a:rPr kumimoji="0" lang="zh-CN" altLang="en-US" b="1" u="none">
                <a:solidFill>
                  <a:srgbClr val="FF0000"/>
                </a:solidFill>
                <a:latin typeface="Arial" panose="020B0604020202020204" pitchFamily="34" charset="0"/>
              </a:rPr>
              <a:t>（或</a:t>
            </a:r>
            <a:r>
              <a:rPr kumimoji="0" lang="en-US" altLang="zh-CN" b="1" u="none">
                <a:solidFill>
                  <a:srgbClr val="FF0000"/>
                </a:solidFill>
                <a:latin typeface="Arial" panose="020B0604020202020204" pitchFamily="34" charset="0"/>
              </a:rPr>
              <a:t>9H</a:t>
            </a:r>
            <a:r>
              <a:rPr kumimoji="0" lang="zh-CN" altLang="en-US" b="1" u="none">
                <a:solidFill>
                  <a:srgbClr val="FF0000"/>
                </a:solidFill>
                <a:latin typeface="Arial" panose="020B0604020202020204" pitchFamily="34" charset="0"/>
              </a:rPr>
              <a:t>）</a:t>
            </a:r>
          </a:p>
        </p:txBody>
      </p:sp>
      <p:sp>
        <p:nvSpPr>
          <p:cNvPr id="743430" name="Text Box 6">
            <a:extLst>
              <a:ext uri="{FF2B5EF4-FFF2-40B4-BE49-F238E27FC236}">
                <a16:creationId xmlns:a16="http://schemas.microsoft.com/office/drawing/2014/main" id="{59E3CBA3-D795-4A65-9E3E-D21470A2FE75}"/>
              </a:ext>
            </a:extLst>
          </p:cNvPr>
          <p:cNvSpPr txBox="1">
            <a:spLocks noChangeArrowheads="1"/>
          </p:cNvSpPr>
          <p:nvPr/>
        </p:nvSpPr>
        <p:spPr bwMode="auto">
          <a:xfrm>
            <a:off x="6227763" y="3429000"/>
            <a:ext cx="2232025" cy="457200"/>
          </a:xfrm>
          <a:prstGeom prst="rect">
            <a:avLst/>
          </a:prstGeom>
          <a:noFill/>
          <a:ln>
            <a:noFill/>
          </a:ln>
          <a:effectLst/>
          <a:extLst>
            <a:ext uri="{909E8E84-426E-40DD-AFC4-6F175D3DCCD1}">
              <a14:hiddenFill xmlns:a14="http://schemas.microsoft.com/office/drawing/2010/main">
                <a:gradFill rotWithShape="0">
                  <a:gsLst>
                    <a:gs pos="0">
                      <a:srgbClr val="47182F"/>
                    </a:gs>
                    <a:gs pos="100000">
                      <a:srgbClr val="993366"/>
                    </a:gs>
                  </a:gsLst>
                  <a:lin ang="5400000" scaled="1"/>
                </a:gradFill>
              </a14:hiddenFill>
            </a:ext>
            <a:ext uri="{91240B29-F687-4F45-9708-019B960494DF}">
              <a14:hiddenLine xmlns:a14="http://schemas.microsoft.com/office/drawing/2010/main" w="9525" algn="ctr">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kumimoji="0" lang="en-US" altLang="zh-CN" b="1" u="none">
                <a:solidFill>
                  <a:srgbClr val="FF0000"/>
                </a:solidFill>
                <a:latin typeface="Arial" panose="020B0604020202020204" pitchFamily="34" charset="0"/>
              </a:rPr>
              <a:t>6</a:t>
            </a:r>
            <a:r>
              <a:rPr kumimoji="0" lang="zh-CN" altLang="en-US" b="1" u="none">
                <a:solidFill>
                  <a:srgbClr val="FF0000"/>
                </a:solidFill>
                <a:latin typeface="Arial" panose="020B0604020202020204" pitchFamily="34" charset="0"/>
              </a:rPr>
              <a:t>（或</a:t>
            </a:r>
            <a:r>
              <a:rPr kumimoji="0" lang="en-US" altLang="zh-CN" b="1" u="none">
                <a:solidFill>
                  <a:srgbClr val="FF0000"/>
                </a:solidFill>
                <a:latin typeface="Arial" panose="020B0604020202020204" pitchFamily="34" charset="0"/>
              </a:rPr>
              <a:t>6H</a:t>
            </a:r>
            <a:r>
              <a:rPr kumimoji="0" lang="zh-CN" altLang="en-US" b="1" u="none">
                <a:solidFill>
                  <a:srgbClr val="FF0000"/>
                </a:solidFill>
                <a:latin typeface="Arial" panose="020B0604020202020204" pitchFamily="34" charset="0"/>
              </a:rPr>
              <a:t>）</a:t>
            </a:r>
          </a:p>
        </p:txBody>
      </p:sp>
      <p:sp>
        <p:nvSpPr>
          <p:cNvPr id="743431" name="Text Box 7">
            <a:extLst>
              <a:ext uri="{FF2B5EF4-FFF2-40B4-BE49-F238E27FC236}">
                <a16:creationId xmlns:a16="http://schemas.microsoft.com/office/drawing/2014/main" id="{ACE844C4-E0FD-4E92-B05E-B4856D8C5471}"/>
              </a:ext>
            </a:extLst>
          </p:cNvPr>
          <p:cNvSpPr txBox="1">
            <a:spLocks noChangeArrowheads="1"/>
          </p:cNvSpPr>
          <p:nvPr/>
        </p:nvSpPr>
        <p:spPr bwMode="auto">
          <a:xfrm>
            <a:off x="3203575" y="4149725"/>
            <a:ext cx="2232025" cy="457200"/>
          </a:xfrm>
          <a:prstGeom prst="rect">
            <a:avLst/>
          </a:prstGeom>
          <a:noFill/>
          <a:ln>
            <a:noFill/>
          </a:ln>
          <a:effectLst/>
          <a:extLst>
            <a:ext uri="{909E8E84-426E-40DD-AFC4-6F175D3DCCD1}">
              <a14:hiddenFill xmlns:a14="http://schemas.microsoft.com/office/drawing/2010/main">
                <a:gradFill rotWithShape="0">
                  <a:gsLst>
                    <a:gs pos="0">
                      <a:srgbClr val="47182F"/>
                    </a:gs>
                    <a:gs pos="100000">
                      <a:srgbClr val="993366"/>
                    </a:gs>
                  </a:gsLst>
                  <a:lin ang="5400000" scaled="1"/>
                </a:gradFill>
              </a14:hiddenFill>
            </a:ext>
            <a:ext uri="{91240B29-F687-4F45-9708-019B960494DF}">
              <a14:hiddenLine xmlns:a14="http://schemas.microsoft.com/office/drawing/2010/main" w="9525" algn="ctr">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kumimoji="0" lang="en-US" altLang="zh-CN" b="1" u="none">
                <a:solidFill>
                  <a:srgbClr val="FF0000"/>
                </a:solidFill>
                <a:latin typeface="Arial" panose="020B0604020202020204" pitchFamily="34" charset="0"/>
              </a:rPr>
              <a:t>96H</a:t>
            </a:r>
          </a:p>
        </p:txBody>
      </p:sp>
      <p:sp>
        <p:nvSpPr>
          <p:cNvPr id="743432" name="Text Box 8">
            <a:extLst>
              <a:ext uri="{FF2B5EF4-FFF2-40B4-BE49-F238E27FC236}">
                <a16:creationId xmlns:a16="http://schemas.microsoft.com/office/drawing/2014/main" id="{8B0A94CE-699D-41BF-ADBB-503E6120C3F3}"/>
              </a:ext>
            </a:extLst>
          </p:cNvPr>
          <p:cNvSpPr txBox="1">
            <a:spLocks noChangeArrowheads="1"/>
          </p:cNvSpPr>
          <p:nvPr/>
        </p:nvSpPr>
        <p:spPr bwMode="auto">
          <a:xfrm>
            <a:off x="6300788" y="4149725"/>
            <a:ext cx="2232025" cy="457200"/>
          </a:xfrm>
          <a:prstGeom prst="rect">
            <a:avLst/>
          </a:prstGeom>
          <a:noFill/>
          <a:ln>
            <a:noFill/>
          </a:ln>
          <a:effectLst/>
          <a:extLst>
            <a:ext uri="{909E8E84-426E-40DD-AFC4-6F175D3DCCD1}">
              <a14:hiddenFill xmlns:a14="http://schemas.microsoft.com/office/drawing/2010/main">
                <a:gradFill rotWithShape="0">
                  <a:gsLst>
                    <a:gs pos="0">
                      <a:srgbClr val="47182F"/>
                    </a:gs>
                    <a:gs pos="100000">
                      <a:srgbClr val="993366"/>
                    </a:gs>
                  </a:gsLst>
                  <a:lin ang="5400000" scaled="1"/>
                </a:gradFill>
              </a14:hiddenFill>
            </a:ext>
            <a:ext uri="{91240B29-F687-4F45-9708-019B960494DF}">
              <a14:hiddenLine xmlns:a14="http://schemas.microsoft.com/office/drawing/2010/main" w="9525" algn="ctr">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kumimoji="0" lang="en-US" altLang="zh-CN" b="1" u="none">
                <a:solidFill>
                  <a:srgbClr val="FF0000"/>
                </a:solidFill>
                <a:latin typeface="Arial" panose="020B0604020202020204" pitchFamily="34" charset="0"/>
              </a:rPr>
              <a:t>4</a:t>
            </a:r>
            <a:r>
              <a:rPr kumimoji="0" lang="zh-CN" altLang="en-US" b="1" u="none">
                <a:solidFill>
                  <a:srgbClr val="FF0000"/>
                </a:solidFill>
                <a:latin typeface="Arial" panose="020B0604020202020204" pitchFamily="34" charset="0"/>
              </a:rPr>
              <a:t>（或</a:t>
            </a:r>
            <a:r>
              <a:rPr kumimoji="0" lang="en-US" altLang="zh-CN" b="1" u="none">
                <a:solidFill>
                  <a:srgbClr val="FF0000"/>
                </a:solidFill>
                <a:latin typeface="Arial" panose="020B0604020202020204" pitchFamily="34" charset="0"/>
              </a:rPr>
              <a:t>4H</a:t>
            </a:r>
            <a:r>
              <a:rPr kumimoji="0" lang="zh-CN" altLang="en-US" b="1" u="none">
                <a:solidFill>
                  <a:srgbClr val="FF0000"/>
                </a:solidFill>
                <a:latin typeface="Arial" panose="020B0604020202020204" pitchFamily="34" charset="0"/>
              </a:rPr>
              <a:t>）</a:t>
            </a:r>
          </a:p>
        </p:txBody>
      </p:sp>
    </p:spTree>
    <p:custDataLst>
      <p:tags r:id="rId1"/>
    </p:custDataLst>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43429"/>
                                        </p:tgtEl>
                                        <p:attrNameLst>
                                          <p:attrName>style.visibility</p:attrName>
                                        </p:attrNameLst>
                                      </p:cBhvr>
                                      <p:to>
                                        <p:strVal val="visible"/>
                                      </p:to>
                                    </p:set>
                                    <p:anim calcmode="lin" valueType="num">
                                      <p:cBhvr additive="base">
                                        <p:cTn id="7" dur="500" fill="hold"/>
                                        <p:tgtEl>
                                          <p:spTgt spid="743429"/>
                                        </p:tgtEl>
                                        <p:attrNameLst>
                                          <p:attrName>ppt_x</p:attrName>
                                        </p:attrNameLst>
                                      </p:cBhvr>
                                      <p:tavLst>
                                        <p:tav tm="0">
                                          <p:val>
                                            <p:strVal val="#ppt_x"/>
                                          </p:val>
                                        </p:tav>
                                        <p:tav tm="100000">
                                          <p:val>
                                            <p:strVal val="#ppt_x"/>
                                          </p:val>
                                        </p:tav>
                                      </p:tavLst>
                                    </p:anim>
                                    <p:anim calcmode="lin" valueType="num">
                                      <p:cBhvr additive="base">
                                        <p:cTn id="8" dur="500" fill="hold"/>
                                        <p:tgtEl>
                                          <p:spTgt spid="743429"/>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43430"/>
                                        </p:tgtEl>
                                        <p:attrNameLst>
                                          <p:attrName>style.visibility</p:attrName>
                                        </p:attrNameLst>
                                      </p:cBhvr>
                                      <p:to>
                                        <p:strVal val="visible"/>
                                      </p:to>
                                    </p:set>
                                    <p:anim calcmode="lin" valueType="num">
                                      <p:cBhvr additive="base">
                                        <p:cTn id="13" dur="500" fill="hold"/>
                                        <p:tgtEl>
                                          <p:spTgt spid="743430"/>
                                        </p:tgtEl>
                                        <p:attrNameLst>
                                          <p:attrName>ppt_x</p:attrName>
                                        </p:attrNameLst>
                                      </p:cBhvr>
                                      <p:tavLst>
                                        <p:tav tm="0">
                                          <p:val>
                                            <p:strVal val="#ppt_x"/>
                                          </p:val>
                                        </p:tav>
                                        <p:tav tm="100000">
                                          <p:val>
                                            <p:strVal val="#ppt_x"/>
                                          </p:val>
                                        </p:tav>
                                      </p:tavLst>
                                    </p:anim>
                                    <p:anim calcmode="lin" valueType="num">
                                      <p:cBhvr additive="base">
                                        <p:cTn id="14" dur="500" fill="hold"/>
                                        <p:tgtEl>
                                          <p:spTgt spid="743430"/>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43431"/>
                                        </p:tgtEl>
                                        <p:attrNameLst>
                                          <p:attrName>style.visibility</p:attrName>
                                        </p:attrNameLst>
                                      </p:cBhvr>
                                      <p:to>
                                        <p:strVal val="visible"/>
                                      </p:to>
                                    </p:set>
                                    <p:anim calcmode="lin" valueType="num">
                                      <p:cBhvr additive="base">
                                        <p:cTn id="19" dur="500" fill="hold"/>
                                        <p:tgtEl>
                                          <p:spTgt spid="743431"/>
                                        </p:tgtEl>
                                        <p:attrNameLst>
                                          <p:attrName>ppt_x</p:attrName>
                                        </p:attrNameLst>
                                      </p:cBhvr>
                                      <p:tavLst>
                                        <p:tav tm="0">
                                          <p:val>
                                            <p:strVal val="#ppt_x"/>
                                          </p:val>
                                        </p:tav>
                                        <p:tav tm="100000">
                                          <p:val>
                                            <p:strVal val="#ppt_x"/>
                                          </p:val>
                                        </p:tav>
                                      </p:tavLst>
                                    </p:anim>
                                    <p:anim calcmode="lin" valueType="num">
                                      <p:cBhvr additive="base">
                                        <p:cTn id="20" dur="500" fill="hold"/>
                                        <p:tgtEl>
                                          <p:spTgt spid="743431"/>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43432"/>
                                        </p:tgtEl>
                                        <p:attrNameLst>
                                          <p:attrName>style.visibility</p:attrName>
                                        </p:attrNameLst>
                                      </p:cBhvr>
                                      <p:to>
                                        <p:strVal val="visible"/>
                                      </p:to>
                                    </p:set>
                                    <p:anim calcmode="lin" valueType="num">
                                      <p:cBhvr additive="base">
                                        <p:cTn id="25" dur="500" fill="hold"/>
                                        <p:tgtEl>
                                          <p:spTgt spid="743432"/>
                                        </p:tgtEl>
                                        <p:attrNameLst>
                                          <p:attrName>ppt_x</p:attrName>
                                        </p:attrNameLst>
                                      </p:cBhvr>
                                      <p:tavLst>
                                        <p:tav tm="0">
                                          <p:val>
                                            <p:strVal val="#ppt_x"/>
                                          </p:val>
                                        </p:tav>
                                        <p:tav tm="100000">
                                          <p:val>
                                            <p:strVal val="#ppt_x"/>
                                          </p:val>
                                        </p:tav>
                                      </p:tavLst>
                                    </p:anim>
                                    <p:anim calcmode="lin" valueType="num">
                                      <p:cBhvr additive="base">
                                        <p:cTn id="26" dur="500" fill="hold"/>
                                        <p:tgtEl>
                                          <p:spTgt spid="74343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3429" grpId="0"/>
      <p:bldP spid="743430" grpId="0"/>
      <p:bldP spid="743431" grpId="0"/>
      <p:bldP spid="743432"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灯片编号占位符 6">
            <a:extLst>
              <a:ext uri="{FF2B5EF4-FFF2-40B4-BE49-F238E27FC236}">
                <a16:creationId xmlns:a16="http://schemas.microsoft.com/office/drawing/2014/main" id="{EF19D378-7543-46DE-B8C2-7E111D887C42}"/>
              </a:ext>
            </a:extLst>
          </p:cNvPr>
          <p:cNvSpPr>
            <a:spLocks noGrp="1"/>
          </p:cNvSpPr>
          <p:nvPr>
            <p:ph type="sldNum" sz="quarter" idx="12"/>
          </p:nvPr>
        </p:nvSpPr>
        <p:spPr>
          <a:noFill/>
        </p:spPr>
        <p:txBody>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fld id="{F8A8ECE4-063F-4723-A25C-E3F93CBBC5D0}" type="slidenum">
              <a:rPr kumimoji="0" lang="en-US" altLang="zh-CN" sz="1400" u="none" smtClean="0">
                <a:solidFill>
                  <a:srgbClr val="000000"/>
                </a:solidFill>
                <a:latin typeface="Arial" panose="020B0604020202020204" pitchFamily="34" charset="0"/>
              </a:rPr>
              <a:pPr/>
              <a:t>65</a:t>
            </a:fld>
            <a:endParaRPr kumimoji="0" lang="en-US" altLang="zh-CN" sz="1400" u="none">
              <a:solidFill>
                <a:srgbClr val="000000"/>
              </a:solidFill>
              <a:latin typeface="Arial" panose="020B0604020202020204" pitchFamily="34" charset="0"/>
            </a:endParaRPr>
          </a:p>
        </p:txBody>
      </p:sp>
      <p:sp>
        <p:nvSpPr>
          <p:cNvPr id="72707" name="Rectangle 2">
            <a:extLst>
              <a:ext uri="{FF2B5EF4-FFF2-40B4-BE49-F238E27FC236}">
                <a16:creationId xmlns:a16="http://schemas.microsoft.com/office/drawing/2014/main" id="{5523C0B1-3447-4F99-82BF-FDCCFCCE050B}"/>
              </a:ext>
            </a:extLst>
          </p:cNvPr>
          <p:cNvSpPr>
            <a:spLocks noChangeArrowheads="1"/>
          </p:cNvSpPr>
          <p:nvPr/>
        </p:nvSpPr>
        <p:spPr bwMode="auto">
          <a:xfrm>
            <a:off x="1331913" y="882650"/>
            <a:ext cx="7586662" cy="4524375"/>
          </a:xfrm>
          <a:prstGeom prst="rect">
            <a:avLst/>
          </a:prstGeom>
          <a:noFill/>
          <a:ln>
            <a:noFill/>
          </a:ln>
          <a:effectLst/>
          <a:extLst>
            <a:ext uri="{909E8E84-426E-40DD-AFC4-6F175D3DCCD1}">
              <a14:hiddenFill xmlns:a14="http://schemas.microsoft.com/office/drawing/2010/main">
                <a:gradFill rotWithShape="0">
                  <a:gsLst>
                    <a:gs pos="0">
                      <a:srgbClr val="47182F"/>
                    </a:gs>
                    <a:gs pos="100000">
                      <a:srgbClr val="993366"/>
                    </a:gs>
                  </a:gsLst>
                  <a:lin ang="5400000" scaled="1"/>
                </a:gradFill>
              </a14:hiddenFill>
            </a:ext>
            <a:ext uri="{91240B29-F687-4F45-9708-019B960494DF}">
              <a14:hiddenLine xmlns:a14="http://schemas.microsoft.com/office/drawing/2010/main" w="9525" algn="ctr">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eaLnBrk="1" hangingPunct="1"/>
            <a:r>
              <a:rPr kumimoji="0" lang="en-US" altLang="zh-CN" b="1" u="none" dirty="0">
                <a:solidFill>
                  <a:srgbClr val="FF0000"/>
                </a:solidFill>
                <a:latin typeface="宋体" panose="02010600030101010101" pitchFamily="2" charset="-122"/>
              </a:rPr>
              <a:t>2025-3</a:t>
            </a:r>
            <a:r>
              <a:rPr kumimoji="0" lang="zh-CN" altLang="en-US" b="1" u="none" dirty="0">
                <a:solidFill>
                  <a:srgbClr val="000000"/>
                </a:solidFill>
                <a:latin typeface="宋体" panose="02010600030101010101" pitchFamily="2" charset="-122"/>
              </a:rPr>
              <a:t>． </a:t>
            </a:r>
            <a:r>
              <a:rPr kumimoji="0" lang="zh-CN" altLang="es-ES" b="1" u="none" dirty="0">
                <a:solidFill>
                  <a:srgbClr val="000000"/>
                </a:solidFill>
                <a:latin typeface="宋体" panose="02010600030101010101" pitchFamily="2" charset="-122"/>
              </a:rPr>
              <a:t>有程序如下：</a:t>
            </a:r>
            <a:br>
              <a:rPr kumimoji="0" lang="zh-CN" altLang="en-US" b="1" u="none" dirty="0">
                <a:solidFill>
                  <a:srgbClr val="000000"/>
                </a:solidFill>
                <a:latin typeface="宋体" panose="02010600030101010101" pitchFamily="2" charset="-122"/>
              </a:rPr>
            </a:br>
            <a:r>
              <a:rPr kumimoji="0" lang="zh-CN" altLang="en-US" b="1" u="none" dirty="0">
                <a:solidFill>
                  <a:srgbClr val="000000"/>
                </a:solidFill>
                <a:latin typeface="宋体" panose="02010600030101010101" pitchFamily="2" charset="-122"/>
              </a:rPr>
              <a:t>          </a:t>
            </a:r>
            <a:r>
              <a:rPr kumimoji="0" lang="en-US" altLang="zh-CN" b="1" u="none" dirty="0">
                <a:solidFill>
                  <a:srgbClr val="000000"/>
                </a:solidFill>
                <a:latin typeface="宋体" panose="02010600030101010101" pitchFamily="2" charset="-122"/>
              </a:rPr>
              <a:t>MOV   AH</a:t>
            </a:r>
            <a:r>
              <a:rPr kumimoji="0" lang="zh-CN" altLang="en-US" b="1" u="none" dirty="0">
                <a:solidFill>
                  <a:srgbClr val="000000"/>
                </a:solidFill>
                <a:latin typeface="宋体" panose="02010600030101010101" pitchFamily="2" charset="-122"/>
              </a:rPr>
              <a:t>，</a:t>
            </a:r>
            <a:r>
              <a:rPr kumimoji="0" lang="en-US" altLang="zh-CN" b="1" u="none" dirty="0">
                <a:solidFill>
                  <a:srgbClr val="000000"/>
                </a:solidFill>
                <a:latin typeface="宋体" panose="02010600030101010101" pitchFamily="2" charset="-122"/>
              </a:rPr>
              <a:t>0F0H</a:t>
            </a:r>
          </a:p>
          <a:p>
            <a:pPr eaLnBrk="1" hangingPunct="1"/>
            <a:r>
              <a:rPr kumimoji="0" lang="en-US" altLang="zh-CN" b="1" u="none" dirty="0">
                <a:solidFill>
                  <a:srgbClr val="000000"/>
                </a:solidFill>
                <a:latin typeface="宋体" panose="02010600030101010101" pitchFamily="2" charset="-122"/>
              </a:rPr>
              <a:t>          MOV   AL</a:t>
            </a:r>
            <a:r>
              <a:rPr kumimoji="0" lang="zh-CN" altLang="en-US" b="1" u="none" dirty="0">
                <a:solidFill>
                  <a:srgbClr val="000000"/>
                </a:solidFill>
                <a:latin typeface="宋体" panose="02010600030101010101" pitchFamily="2" charset="-122"/>
              </a:rPr>
              <a:t>，</a:t>
            </a:r>
            <a:r>
              <a:rPr kumimoji="0" lang="en-US" altLang="zh-CN" b="1" u="none" dirty="0">
                <a:solidFill>
                  <a:srgbClr val="000000"/>
                </a:solidFill>
                <a:latin typeface="宋体" panose="02010600030101010101" pitchFamily="2" charset="-122"/>
              </a:rPr>
              <a:t>0</a:t>
            </a:r>
          </a:p>
          <a:p>
            <a:pPr eaLnBrk="1" hangingPunct="1"/>
            <a:r>
              <a:rPr kumimoji="0" lang="en-US" altLang="zh-CN" b="1" u="none" dirty="0">
                <a:solidFill>
                  <a:srgbClr val="000000"/>
                </a:solidFill>
                <a:latin typeface="宋体" panose="02010600030101010101" pitchFamily="2" charset="-122"/>
              </a:rPr>
              <a:t>          CMP   AH</a:t>
            </a:r>
            <a:r>
              <a:rPr kumimoji="0" lang="zh-CN" altLang="en-US" b="1" u="none" dirty="0">
                <a:solidFill>
                  <a:srgbClr val="000000"/>
                </a:solidFill>
                <a:latin typeface="宋体" panose="02010600030101010101" pitchFamily="2" charset="-122"/>
              </a:rPr>
              <a:t>，</a:t>
            </a:r>
            <a:r>
              <a:rPr kumimoji="0" lang="en-US" altLang="zh-CN" b="1" u="none" dirty="0">
                <a:solidFill>
                  <a:srgbClr val="000000"/>
                </a:solidFill>
                <a:latin typeface="宋体" panose="02010600030101010101" pitchFamily="2" charset="-122"/>
              </a:rPr>
              <a:t>AL</a:t>
            </a:r>
          </a:p>
          <a:p>
            <a:pPr eaLnBrk="1" hangingPunct="1"/>
            <a:r>
              <a:rPr kumimoji="0" lang="da-DK" altLang="zh-CN" b="1" u="none" dirty="0">
                <a:solidFill>
                  <a:srgbClr val="000000"/>
                </a:solidFill>
                <a:latin typeface="宋体" panose="02010600030101010101" pitchFamily="2" charset="-122"/>
              </a:rPr>
              <a:t>          JL    MINUS</a:t>
            </a:r>
          </a:p>
          <a:p>
            <a:pPr eaLnBrk="1" hangingPunct="1"/>
            <a:r>
              <a:rPr kumimoji="0" lang="da-DK" altLang="zh-CN" b="1" u="none" dirty="0">
                <a:solidFill>
                  <a:srgbClr val="000000"/>
                </a:solidFill>
                <a:latin typeface="宋体" panose="02010600030101010101" pitchFamily="2" charset="-122"/>
              </a:rPr>
              <a:t>          MOV   DH</a:t>
            </a:r>
            <a:r>
              <a:rPr kumimoji="0" lang="zh-CN" altLang="da-DK" b="1" u="none" dirty="0">
                <a:solidFill>
                  <a:srgbClr val="000000"/>
                </a:solidFill>
                <a:latin typeface="宋体" panose="02010600030101010101" pitchFamily="2" charset="-122"/>
              </a:rPr>
              <a:t>，</a:t>
            </a:r>
            <a:r>
              <a:rPr kumimoji="0" lang="da-DK" altLang="zh-CN" b="1" u="none" dirty="0">
                <a:solidFill>
                  <a:srgbClr val="000000"/>
                </a:solidFill>
                <a:latin typeface="宋体" panose="02010600030101010101" pitchFamily="2" charset="-122"/>
              </a:rPr>
              <a:t>1</a:t>
            </a:r>
          </a:p>
          <a:p>
            <a:pPr eaLnBrk="1" hangingPunct="1"/>
            <a:r>
              <a:rPr kumimoji="0" lang="en-US" altLang="zh-CN" b="1" u="none" dirty="0">
                <a:solidFill>
                  <a:srgbClr val="000000"/>
                </a:solidFill>
                <a:latin typeface="宋体" panose="02010600030101010101" pitchFamily="2" charset="-122"/>
              </a:rPr>
              <a:t>          JMP   FINISH</a:t>
            </a:r>
          </a:p>
          <a:p>
            <a:pPr eaLnBrk="1" hangingPunct="1"/>
            <a:r>
              <a:rPr kumimoji="0" lang="en-US" altLang="zh-CN" b="1" u="none" dirty="0">
                <a:solidFill>
                  <a:srgbClr val="000000"/>
                </a:solidFill>
                <a:latin typeface="宋体" panose="02010600030101010101" pitchFamily="2" charset="-122"/>
              </a:rPr>
              <a:t>   MINUS: MOV   DH</a:t>
            </a:r>
            <a:r>
              <a:rPr kumimoji="0" lang="zh-CN" altLang="en-US" b="1" u="none" dirty="0">
                <a:solidFill>
                  <a:srgbClr val="000000"/>
                </a:solidFill>
                <a:latin typeface="宋体" panose="02010600030101010101" pitchFamily="2" charset="-122"/>
              </a:rPr>
              <a:t>，</a:t>
            </a:r>
            <a:r>
              <a:rPr kumimoji="0" lang="en-US" altLang="zh-CN" b="1" u="none" dirty="0">
                <a:solidFill>
                  <a:srgbClr val="000000"/>
                </a:solidFill>
                <a:latin typeface="宋体" panose="02010600030101010101" pitchFamily="2" charset="-122"/>
              </a:rPr>
              <a:t>0FFH</a:t>
            </a:r>
          </a:p>
          <a:p>
            <a:pPr eaLnBrk="1" hangingPunct="1"/>
            <a:r>
              <a:rPr kumimoji="0" lang="en-US" altLang="zh-CN" b="1" u="none" dirty="0">
                <a:solidFill>
                  <a:srgbClr val="000000"/>
                </a:solidFill>
                <a:latin typeface="宋体" panose="02010600030101010101" pitchFamily="2" charset="-122"/>
              </a:rPr>
              <a:t>   FINISH:</a:t>
            </a:r>
            <a:br>
              <a:rPr kumimoji="0" lang="en-US" altLang="zh-CN" b="1" u="none" dirty="0">
                <a:solidFill>
                  <a:srgbClr val="000000"/>
                </a:solidFill>
                <a:latin typeface="宋体" panose="02010600030101010101" pitchFamily="2" charset="-122"/>
              </a:rPr>
            </a:br>
            <a:r>
              <a:rPr kumimoji="0" lang="zh-CN" altLang="en-US" b="1" u="none" dirty="0">
                <a:solidFill>
                  <a:srgbClr val="000000"/>
                </a:solidFill>
                <a:latin typeface="宋体" panose="02010600030101010101" pitchFamily="2" charset="-122"/>
              </a:rPr>
              <a:t>程序执行后，</a:t>
            </a:r>
            <a:r>
              <a:rPr kumimoji="0" lang="en-US" altLang="zh-CN" b="1" u="none" dirty="0">
                <a:solidFill>
                  <a:srgbClr val="000000"/>
                </a:solidFill>
                <a:latin typeface="宋体" panose="02010600030101010101" pitchFamily="2" charset="-122"/>
              </a:rPr>
              <a:t>AH=</a:t>
            </a:r>
            <a:r>
              <a:rPr kumimoji="0" lang="en-US" altLang="zh-CN" sz="2000" b="1" u="none" dirty="0">
                <a:solidFill>
                  <a:srgbClr val="000000"/>
                </a:solidFill>
                <a:latin typeface="Arial" panose="020B0604020202020204" pitchFamily="34" charset="0"/>
              </a:rPr>
              <a:t>______________</a:t>
            </a:r>
            <a:r>
              <a:rPr kumimoji="0" lang="zh-CN" altLang="en-US" b="1" u="none" dirty="0">
                <a:solidFill>
                  <a:srgbClr val="000000"/>
                </a:solidFill>
                <a:latin typeface="宋体" panose="02010600030101010101" pitchFamily="2" charset="-122"/>
              </a:rPr>
              <a:t>，</a:t>
            </a:r>
            <a:r>
              <a:rPr kumimoji="0" lang="en-US" altLang="zh-CN" b="1" u="none" dirty="0">
                <a:solidFill>
                  <a:srgbClr val="000000"/>
                </a:solidFill>
                <a:latin typeface="宋体" panose="02010600030101010101" pitchFamily="2" charset="-122"/>
              </a:rPr>
              <a:t>AL=</a:t>
            </a:r>
            <a:r>
              <a:rPr kumimoji="0" lang="en-US" altLang="zh-CN" sz="2000" b="1" u="none" dirty="0">
                <a:solidFill>
                  <a:srgbClr val="000000"/>
                </a:solidFill>
                <a:latin typeface="Arial" panose="020B0604020202020204" pitchFamily="34" charset="0"/>
              </a:rPr>
              <a:t>______________</a:t>
            </a:r>
            <a:r>
              <a:rPr kumimoji="0" lang="zh-CN" altLang="en-US" b="1" u="none" dirty="0">
                <a:solidFill>
                  <a:srgbClr val="000000"/>
                </a:solidFill>
                <a:latin typeface="宋体" panose="02010600030101010101" pitchFamily="2" charset="-122"/>
              </a:rPr>
              <a:t>，</a:t>
            </a:r>
          </a:p>
          <a:p>
            <a:pPr eaLnBrk="1" hangingPunct="1"/>
            <a:endParaRPr kumimoji="0" lang="zh-CN" altLang="en-US" b="1" u="none" dirty="0">
              <a:solidFill>
                <a:srgbClr val="000000"/>
              </a:solidFill>
              <a:latin typeface="宋体" panose="02010600030101010101" pitchFamily="2" charset="-122"/>
            </a:endParaRPr>
          </a:p>
          <a:p>
            <a:pPr eaLnBrk="1" hangingPunct="1"/>
            <a:r>
              <a:rPr kumimoji="0" lang="zh-CN" altLang="en-US" b="1" u="none" dirty="0">
                <a:solidFill>
                  <a:srgbClr val="000000"/>
                </a:solidFill>
                <a:latin typeface="宋体" panose="02010600030101010101" pitchFamily="2" charset="-122"/>
              </a:rPr>
              <a:t>            </a:t>
            </a:r>
            <a:r>
              <a:rPr kumimoji="0" lang="en-US" altLang="zh-CN" b="1" u="none" dirty="0">
                <a:solidFill>
                  <a:srgbClr val="000000"/>
                </a:solidFill>
                <a:latin typeface="宋体" panose="02010600030101010101" pitchFamily="2" charset="-122"/>
              </a:rPr>
              <a:t>DH=</a:t>
            </a:r>
            <a:r>
              <a:rPr kumimoji="0" lang="en-US" altLang="zh-CN" sz="2000" b="1" u="none" dirty="0">
                <a:solidFill>
                  <a:srgbClr val="000000"/>
                </a:solidFill>
                <a:latin typeface="Arial" panose="020B0604020202020204" pitchFamily="34" charset="0"/>
              </a:rPr>
              <a:t>______________</a:t>
            </a:r>
            <a:r>
              <a:rPr kumimoji="0" lang="zh-CN" altLang="en-US" b="1" u="none" dirty="0">
                <a:solidFill>
                  <a:srgbClr val="000000"/>
                </a:solidFill>
                <a:latin typeface="宋体" panose="02010600030101010101" pitchFamily="2" charset="-122"/>
              </a:rPr>
              <a:t>，</a:t>
            </a:r>
            <a:r>
              <a:rPr kumimoji="0" lang="en-US" altLang="zh-CN" b="1" u="none" dirty="0">
                <a:solidFill>
                  <a:srgbClr val="000000"/>
                </a:solidFill>
                <a:latin typeface="宋体" panose="02010600030101010101" pitchFamily="2" charset="-122"/>
              </a:rPr>
              <a:t>ZF=</a:t>
            </a:r>
            <a:r>
              <a:rPr kumimoji="0" lang="en-US" altLang="zh-CN" sz="2000" b="1" u="none" dirty="0">
                <a:solidFill>
                  <a:srgbClr val="000000"/>
                </a:solidFill>
                <a:latin typeface="Arial" panose="020B0604020202020204" pitchFamily="34" charset="0"/>
              </a:rPr>
              <a:t>______________.</a:t>
            </a:r>
            <a:endParaRPr kumimoji="0" lang="en-US" altLang="zh-CN" b="1" u="none" dirty="0">
              <a:solidFill>
                <a:srgbClr val="000000"/>
              </a:solidFill>
              <a:latin typeface="宋体" panose="02010600030101010101" pitchFamily="2" charset="-122"/>
            </a:endParaRPr>
          </a:p>
        </p:txBody>
      </p:sp>
      <p:sp>
        <p:nvSpPr>
          <p:cNvPr id="744451" name="Text Box 3">
            <a:extLst>
              <a:ext uri="{FF2B5EF4-FFF2-40B4-BE49-F238E27FC236}">
                <a16:creationId xmlns:a16="http://schemas.microsoft.com/office/drawing/2014/main" id="{A4D7A731-9F41-40AB-BF1F-0DB261727164}"/>
              </a:ext>
            </a:extLst>
          </p:cNvPr>
          <p:cNvSpPr txBox="1">
            <a:spLocks noChangeArrowheads="1"/>
          </p:cNvSpPr>
          <p:nvPr/>
        </p:nvSpPr>
        <p:spPr bwMode="auto">
          <a:xfrm>
            <a:off x="3708400" y="4149725"/>
            <a:ext cx="2232025" cy="457200"/>
          </a:xfrm>
          <a:prstGeom prst="rect">
            <a:avLst/>
          </a:prstGeom>
          <a:noFill/>
          <a:ln>
            <a:noFill/>
          </a:ln>
          <a:effectLst/>
          <a:extLst>
            <a:ext uri="{909E8E84-426E-40DD-AFC4-6F175D3DCCD1}">
              <a14:hiddenFill xmlns:a14="http://schemas.microsoft.com/office/drawing/2010/main">
                <a:gradFill rotWithShape="0">
                  <a:gsLst>
                    <a:gs pos="0">
                      <a:srgbClr val="47182F"/>
                    </a:gs>
                    <a:gs pos="100000">
                      <a:srgbClr val="993366"/>
                    </a:gs>
                  </a:gsLst>
                  <a:lin ang="5400000" scaled="1"/>
                </a:gradFill>
              </a14:hiddenFill>
            </a:ext>
            <a:ext uri="{91240B29-F687-4F45-9708-019B960494DF}">
              <a14:hiddenLine xmlns:a14="http://schemas.microsoft.com/office/drawing/2010/main" w="9525" algn="ctr">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kumimoji="0" lang="en-US" altLang="zh-CN" b="1" u="none">
                <a:solidFill>
                  <a:srgbClr val="FF0000"/>
                </a:solidFill>
                <a:latin typeface="Arial" panose="020B0604020202020204" pitchFamily="34" charset="0"/>
              </a:rPr>
              <a:t>F0H</a:t>
            </a:r>
          </a:p>
        </p:txBody>
      </p:sp>
      <p:sp>
        <p:nvSpPr>
          <p:cNvPr id="744452" name="Text Box 4">
            <a:extLst>
              <a:ext uri="{FF2B5EF4-FFF2-40B4-BE49-F238E27FC236}">
                <a16:creationId xmlns:a16="http://schemas.microsoft.com/office/drawing/2014/main" id="{A21E6B39-2E2E-4838-B579-5EA7AC9D1506}"/>
              </a:ext>
            </a:extLst>
          </p:cNvPr>
          <p:cNvSpPr txBox="1">
            <a:spLocks noChangeArrowheads="1"/>
          </p:cNvSpPr>
          <p:nvPr/>
        </p:nvSpPr>
        <p:spPr bwMode="auto">
          <a:xfrm>
            <a:off x="6516688" y="4149725"/>
            <a:ext cx="2232025" cy="457200"/>
          </a:xfrm>
          <a:prstGeom prst="rect">
            <a:avLst/>
          </a:prstGeom>
          <a:noFill/>
          <a:ln>
            <a:noFill/>
          </a:ln>
          <a:effectLst/>
          <a:extLst>
            <a:ext uri="{909E8E84-426E-40DD-AFC4-6F175D3DCCD1}">
              <a14:hiddenFill xmlns:a14="http://schemas.microsoft.com/office/drawing/2010/main">
                <a:gradFill rotWithShape="0">
                  <a:gsLst>
                    <a:gs pos="0">
                      <a:srgbClr val="47182F"/>
                    </a:gs>
                    <a:gs pos="100000">
                      <a:srgbClr val="993366"/>
                    </a:gs>
                  </a:gsLst>
                  <a:lin ang="5400000" scaled="1"/>
                </a:gradFill>
              </a14:hiddenFill>
            </a:ext>
            <a:ext uri="{91240B29-F687-4F45-9708-019B960494DF}">
              <a14:hiddenLine xmlns:a14="http://schemas.microsoft.com/office/drawing/2010/main" w="9525" algn="ctr">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kumimoji="0" lang="en-US" altLang="zh-CN" b="1" u="none">
                <a:solidFill>
                  <a:srgbClr val="FF0000"/>
                </a:solidFill>
                <a:latin typeface="Arial" panose="020B0604020202020204" pitchFamily="34" charset="0"/>
              </a:rPr>
              <a:t>0H</a:t>
            </a:r>
            <a:r>
              <a:rPr kumimoji="0" lang="zh-CN" altLang="en-US" b="1" u="none">
                <a:solidFill>
                  <a:srgbClr val="FF0000"/>
                </a:solidFill>
                <a:latin typeface="Arial" panose="020B0604020202020204" pitchFamily="34" charset="0"/>
              </a:rPr>
              <a:t>（或</a:t>
            </a:r>
            <a:r>
              <a:rPr kumimoji="0" lang="en-US" altLang="zh-CN" b="1" u="none">
                <a:solidFill>
                  <a:srgbClr val="FF0000"/>
                </a:solidFill>
                <a:latin typeface="Arial" panose="020B0604020202020204" pitchFamily="34" charset="0"/>
              </a:rPr>
              <a:t>0</a:t>
            </a:r>
            <a:r>
              <a:rPr kumimoji="0" lang="zh-CN" altLang="en-US" b="1" u="none">
                <a:solidFill>
                  <a:srgbClr val="FF0000"/>
                </a:solidFill>
                <a:latin typeface="Arial" panose="020B0604020202020204" pitchFamily="34" charset="0"/>
              </a:rPr>
              <a:t>）</a:t>
            </a:r>
          </a:p>
        </p:txBody>
      </p:sp>
      <p:sp>
        <p:nvSpPr>
          <p:cNvPr id="744453" name="Text Box 5">
            <a:extLst>
              <a:ext uri="{FF2B5EF4-FFF2-40B4-BE49-F238E27FC236}">
                <a16:creationId xmlns:a16="http://schemas.microsoft.com/office/drawing/2014/main" id="{9CD90037-152D-4648-AFAC-8520C5C00369}"/>
              </a:ext>
            </a:extLst>
          </p:cNvPr>
          <p:cNvSpPr txBox="1">
            <a:spLocks noChangeArrowheads="1"/>
          </p:cNvSpPr>
          <p:nvPr/>
        </p:nvSpPr>
        <p:spPr bwMode="auto">
          <a:xfrm>
            <a:off x="3708400" y="4797425"/>
            <a:ext cx="2232025" cy="457200"/>
          </a:xfrm>
          <a:prstGeom prst="rect">
            <a:avLst/>
          </a:prstGeom>
          <a:noFill/>
          <a:ln>
            <a:noFill/>
          </a:ln>
          <a:effectLst/>
          <a:extLst>
            <a:ext uri="{909E8E84-426E-40DD-AFC4-6F175D3DCCD1}">
              <a14:hiddenFill xmlns:a14="http://schemas.microsoft.com/office/drawing/2010/main">
                <a:gradFill rotWithShape="0">
                  <a:gsLst>
                    <a:gs pos="0">
                      <a:srgbClr val="47182F"/>
                    </a:gs>
                    <a:gs pos="100000">
                      <a:srgbClr val="993366"/>
                    </a:gs>
                  </a:gsLst>
                  <a:lin ang="5400000" scaled="1"/>
                </a:gradFill>
              </a14:hiddenFill>
            </a:ext>
            <a:ext uri="{91240B29-F687-4F45-9708-019B960494DF}">
              <a14:hiddenLine xmlns:a14="http://schemas.microsoft.com/office/drawing/2010/main" w="9525" algn="ctr">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kumimoji="0" lang="en-US" altLang="zh-CN" b="1" u="none">
                <a:solidFill>
                  <a:srgbClr val="FF0000"/>
                </a:solidFill>
                <a:latin typeface="Arial" panose="020B0604020202020204" pitchFamily="34" charset="0"/>
              </a:rPr>
              <a:t>FFH</a:t>
            </a:r>
          </a:p>
        </p:txBody>
      </p:sp>
      <p:sp>
        <p:nvSpPr>
          <p:cNvPr id="744458" name="Text Box 10">
            <a:extLst>
              <a:ext uri="{FF2B5EF4-FFF2-40B4-BE49-F238E27FC236}">
                <a16:creationId xmlns:a16="http://schemas.microsoft.com/office/drawing/2014/main" id="{3CFE7E4E-C1BB-4DF3-ACD3-F1875A684BD6}"/>
              </a:ext>
            </a:extLst>
          </p:cNvPr>
          <p:cNvSpPr txBox="1">
            <a:spLocks noChangeArrowheads="1"/>
          </p:cNvSpPr>
          <p:nvPr/>
        </p:nvSpPr>
        <p:spPr bwMode="auto">
          <a:xfrm>
            <a:off x="6300788" y="4868863"/>
            <a:ext cx="2232025" cy="457200"/>
          </a:xfrm>
          <a:prstGeom prst="rect">
            <a:avLst/>
          </a:prstGeom>
          <a:noFill/>
          <a:ln>
            <a:noFill/>
          </a:ln>
          <a:effectLst/>
          <a:extLst>
            <a:ext uri="{909E8E84-426E-40DD-AFC4-6F175D3DCCD1}">
              <a14:hiddenFill xmlns:a14="http://schemas.microsoft.com/office/drawing/2010/main">
                <a:gradFill rotWithShape="0">
                  <a:gsLst>
                    <a:gs pos="0">
                      <a:srgbClr val="47182F"/>
                    </a:gs>
                    <a:gs pos="100000">
                      <a:srgbClr val="993366"/>
                    </a:gs>
                  </a:gsLst>
                  <a:lin ang="5400000" scaled="1"/>
                </a:gradFill>
              </a14:hiddenFill>
            </a:ext>
            <a:ext uri="{91240B29-F687-4F45-9708-019B960494DF}">
              <a14:hiddenLine xmlns:a14="http://schemas.microsoft.com/office/drawing/2010/main" w="9525" algn="ctr">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kumimoji="0" lang="en-US" altLang="zh-CN" b="1" u="none">
                <a:solidFill>
                  <a:srgbClr val="FF0000"/>
                </a:solidFill>
                <a:latin typeface="Arial" panose="020B0604020202020204" pitchFamily="34" charset="0"/>
              </a:rPr>
              <a:t>0</a:t>
            </a:r>
          </a:p>
        </p:txBody>
      </p:sp>
    </p:spTree>
    <p:custDataLst>
      <p:tags r:id="rId1"/>
    </p:custDataLst>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44451"/>
                                        </p:tgtEl>
                                        <p:attrNameLst>
                                          <p:attrName>style.visibility</p:attrName>
                                        </p:attrNameLst>
                                      </p:cBhvr>
                                      <p:to>
                                        <p:strVal val="visible"/>
                                      </p:to>
                                    </p:set>
                                    <p:anim calcmode="lin" valueType="num">
                                      <p:cBhvr additive="base">
                                        <p:cTn id="7" dur="500" fill="hold"/>
                                        <p:tgtEl>
                                          <p:spTgt spid="744451"/>
                                        </p:tgtEl>
                                        <p:attrNameLst>
                                          <p:attrName>ppt_x</p:attrName>
                                        </p:attrNameLst>
                                      </p:cBhvr>
                                      <p:tavLst>
                                        <p:tav tm="0">
                                          <p:val>
                                            <p:strVal val="#ppt_x"/>
                                          </p:val>
                                        </p:tav>
                                        <p:tav tm="100000">
                                          <p:val>
                                            <p:strVal val="#ppt_x"/>
                                          </p:val>
                                        </p:tav>
                                      </p:tavLst>
                                    </p:anim>
                                    <p:anim calcmode="lin" valueType="num">
                                      <p:cBhvr additive="base">
                                        <p:cTn id="8" dur="500" fill="hold"/>
                                        <p:tgtEl>
                                          <p:spTgt spid="744451"/>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44452"/>
                                        </p:tgtEl>
                                        <p:attrNameLst>
                                          <p:attrName>style.visibility</p:attrName>
                                        </p:attrNameLst>
                                      </p:cBhvr>
                                      <p:to>
                                        <p:strVal val="visible"/>
                                      </p:to>
                                    </p:set>
                                    <p:anim calcmode="lin" valueType="num">
                                      <p:cBhvr additive="base">
                                        <p:cTn id="13" dur="500" fill="hold"/>
                                        <p:tgtEl>
                                          <p:spTgt spid="744452"/>
                                        </p:tgtEl>
                                        <p:attrNameLst>
                                          <p:attrName>ppt_x</p:attrName>
                                        </p:attrNameLst>
                                      </p:cBhvr>
                                      <p:tavLst>
                                        <p:tav tm="0">
                                          <p:val>
                                            <p:strVal val="#ppt_x"/>
                                          </p:val>
                                        </p:tav>
                                        <p:tav tm="100000">
                                          <p:val>
                                            <p:strVal val="#ppt_x"/>
                                          </p:val>
                                        </p:tav>
                                      </p:tavLst>
                                    </p:anim>
                                    <p:anim calcmode="lin" valueType="num">
                                      <p:cBhvr additive="base">
                                        <p:cTn id="14" dur="500" fill="hold"/>
                                        <p:tgtEl>
                                          <p:spTgt spid="744452"/>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44453"/>
                                        </p:tgtEl>
                                        <p:attrNameLst>
                                          <p:attrName>style.visibility</p:attrName>
                                        </p:attrNameLst>
                                      </p:cBhvr>
                                      <p:to>
                                        <p:strVal val="visible"/>
                                      </p:to>
                                    </p:set>
                                    <p:anim calcmode="lin" valueType="num">
                                      <p:cBhvr additive="base">
                                        <p:cTn id="19" dur="500" fill="hold"/>
                                        <p:tgtEl>
                                          <p:spTgt spid="744453"/>
                                        </p:tgtEl>
                                        <p:attrNameLst>
                                          <p:attrName>ppt_x</p:attrName>
                                        </p:attrNameLst>
                                      </p:cBhvr>
                                      <p:tavLst>
                                        <p:tav tm="0">
                                          <p:val>
                                            <p:strVal val="#ppt_x"/>
                                          </p:val>
                                        </p:tav>
                                        <p:tav tm="100000">
                                          <p:val>
                                            <p:strVal val="#ppt_x"/>
                                          </p:val>
                                        </p:tav>
                                      </p:tavLst>
                                    </p:anim>
                                    <p:anim calcmode="lin" valueType="num">
                                      <p:cBhvr additive="base">
                                        <p:cTn id="20" dur="500" fill="hold"/>
                                        <p:tgtEl>
                                          <p:spTgt spid="744453"/>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44458"/>
                                        </p:tgtEl>
                                        <p:attrNameLst>
                                          <p:attrName>style.visibility</p:attrName>
                                        </p:attrNameLst>
                                      </p:cBhvr>
                                      <p:to>
                                        <p:strVal val="visible"/>
                                      </p:to>
                                    </p:set>
                                    <p:anim calcmode="lin" valueType="num">
                                      <p:cBhvr additive="base">
                                        <p:cTn id="25" dur="500" fill="hold"/>
                                        <p:tgtEl>
                                          <p:spTgt spid="744458"/>
                                        </p:tgtEl>
                                        <p:attrNameLst>
                                          <p:attrName>ppt_x</p:attrName>
                                        </p:attrNameLst>
                                      </p:cBhvr>
                                      <p:tavLst>
                                        <p:tav tm="0">
                                          <p:val>
                                            <p:strVal val="#ppt_x"/>
                                          </p:val>
                                        </p:tav>
                                        <p:tav tm="100000">
                                          <p:val>
                                            <p:strVal val="#ppt_x"/>
                                          </p:val>
                                        </p:tav>
                                      </p:tavLst>
                                    </p:anim>
                                    <p:anim calcmode="lin" valueType="num">
                                      <p:cBhvr additive="base">
                                        <p:cTn id="26" dur="500" fill="hold"/>
                                        <p:tgtEl>
                                          <p:spTgt spid="74445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4451" grpId="0"/>
      <p:bldP spid="744452" grpId="0"/>
      <p:bldP spid="744453" grpId="0"/>
      <p:bldP spid="744458"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灯片编号占位符 6">
            <a:extLst>
              <a:ext uri="{FF2B5EF4-FFF2-40B4-BE49-F238E27FC236}">
                <a16:creationId xmlns:a16="http://schemas.microsoft.com/office/drawing/2014/main" id="{A30FBEA4-8EB2-4668-9EBD-AFECE5BEC794}"/>
              </a:ext>
            </a:extLst>
          </p:cNvPr>
          <p:cNvSpPr>
            <a:spLocks noGrp="1"/>
          </p:cNvSpPr>
          <p:nvPr>
            <p:ph type="sldNum" sz="quarter" idx="12"/>
          </p:nvPr>
        </p:nvSpPr>
        <p:spPr>
          <a:noFill/>
        </p:spPr>
        <p:txBody>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fld id="{F5692ED0-1820-4995-93E7-2F365018E88B}" type="slidenum">
              <a:rPr kumimoji="0" lang="en-US" altLang="zh-CN" sz="1400" u="none" smtClean="0">
                <a:solidFill>
                  <a:srgbClr val="000000"/>
                </a:solidFill>
                <a:latin typeface="Arial" panose="020B0604020202020204" pitchFamily="34" charset="0"/>
              </a:rPr>
              <a:pPr/>
              <a:t>66</a:t>
            </a:fld>
            <a:endParaRPr kumimoji="0" lang="en-US" altLang="zh-CN" sz="1400" u="none">
              <a:solidFill>
                <a:srgbClr val="000000"/>
              </a:solidFill>
              <a:latin typeface="Arial" panose="020B0604020202020204" pitchFamily="34" charset="0"/>
            </a:endParaRPr>
          </a:p>
        </p:txBody>
      </p:sp>
      <p:sp>
        <p:nvSpPr>
          <p:cNvPr id="73731" name="Rectangle 2">
            <a:extLst>
              <a:ext uri="{FF2B5EF4-FFF2-40B4-BE49-F238E27FC236}">
                <a16:creationId xmlns:a16="http://schemas.microsoft.com/office/drawing/2014/main" id="{1DBF126C-E24A-43F4-AFBC-95AEE2B56F49}"/>
              </a:ext>
            </a:extLst>
          </p:cNvPr>
          <p:cNvSpPr>
            <a:spLocks noChangeArrowheads="1"/>
          </p:cNvSpPr>
          <p:nvPr/>
        </p:nvSpPr>
        <p:spPr bwMode="auto">
          <a:xfrm>
            <a:off x="1331913" y="630238"/>
            <a:ext cx="7720012" cy="4156075"/>
          </a:xfrm>
          <a:prstGeom prst="rect">
            <a:avLst/>
          </a:prstGeom>
          <a:noFill/>
          <a:ln>
            <a:noFill/>
          </a:ln>
          <a:effectLst/>
          <a:extLst>
            <a:ext uri="{909E8E84-426E-40DD-AFC4-6F175D3DCCD1}">
              <a14:hiddenFill xmlns:a14="http://schemas.microsoft.com/office/drawing/2010/main">
                <a:gradFill rotWithShape="0">
                  <a:gsLst>
                    <a:gs pos="0">
                      <a:srgbClr val="47182F"/>
                    </a:gs>
                    <a:gs pos="100000">
                      <a:srgbClr val="993366"/>
                    </a:gs>
                  </a:gsLst>
                  <a:lin ang="5400000" scaled="1"/>
                </a:gradFill>
              </a14:hiddenFill>
            </a:ext>
            <a:ext uri="{91240B29-F687-4F45-9708-019B960494DF}">
              <a14:hiddenLine xmlns:a14="http://schemas.microsoft.com/office/drawing/2010/main" w="9525" algn="ctr">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eaLnBrk="1" hangingPunct="1"/>
            <a:r>
              <a:rPr kumimoji="0" lang="en-US" altLang="zh-CN" b="1" u="none" dirty="0">
                <a:solidFill>
                  <a:srgbClr val="FF0000"/>
                </a:solidFill>
                <a:latin typeface="宋体" panose="02010600030101010101" pitchFamily="2" charset="-122"/>
              </a:rPr>
              <a:t>2025-4</a:t>
            </a:r>
            <a:r>
              <a:rPr kumimoji="0" lang="en-US" altLang="zh-CN" b="1" u="none" dirty="0">
                <a:solidFill>
                  <a:srgbClr val="000000"/>
                </a:solidFill>
                <a:latin typeface="宋体" panose="02010600030101010101" pitchFamily="2" charset="-122"/>
              </a:rPr>
              <a:t>.</a:t>
            </a:r>
            <a:r>
              <a:rPr kumimoji="0" lang="zh-CN" altLang="en-US" b="1" u="none" dirty="0">
                <a:solidFill>
                  <a:srgbClr val="000000"/>
                </a:solidFill>
                <a:latin typeface="宋体" panose="02010600030101010101" pitchFamily="2" charset="-122"/>
              </a:rPr>
              <a:t>有程序段如下：</a:t>
            </a:r>
          </a:p>
          <a:p>
            <a:pPr eaLnBrk="1" hangingPunct="1"/>
            <a:r>
              <a:rPr kumimoji="0" lang="es-ES" altLang="zh-CN" b="1" u="none" dirty="0">
                <a:solidFill>
                  <a:srgbClr val="000000"/>
                </a:solidFill>
                <a:latin typeface="宋体" panose="02010600030101010101" pitchFamily="2" charset="-122"/>
              </a:rPr>
              <a:t>        X     DB    ?</a:t>
            </a:r>
          </a:p>
          <a:p>
            <a:pPr eaLnBrk="1" hangingPunct="1"/>
            <a:r>
              <a:rPr kumimoji="0" lang="es-ES" altLang="zh-CN" b="1" u="none" dirty="0">
                <a:solidFill>
                  <a:srgbClr val="000000"/>
                </a:solidFill>
                <a:latin typeface="宋体" panose="02010600030101010101" pitchFamily="2" charset="-122"/>
              </a:rPr>
              <a:t>        Y     DB    ?</a:t>
            </a:r>
          </a:p>
          <a:p>
            <a:pPr eaLnBrk="1" hangingPunct="1"/>
            <a:r>
              <a:rPr kumimoji="0" lang="en-US" altLang="zh-CN" b="1" u="none" dirty="0">
                <a:solidFill>
                  <a:srgbClr val="000000"/>
                </a:solidFill>
                <a:latin typeface="宋体" panose="02010600030101010101" pitchFamily="2" charset="-122"/>
              </a:rPr>
              <a:t>        MOV   AX</a:t>
            </a:r>
            <a:r>
              <a:rPr kumimoji="0" lang="zh-CN" altLang="en-US" b="1" u="none" dirty="0">
                <a:solidFill>
                  <a:srgbClr val="000000"/>
                </a:solidFill>
                <a:latin typeface="宋体" panose="02010600030101010101" pitchFamily="2" charset="-122"/>
              </a:rPr>
              <a:t>，</a:t>
            </a:r>
            <a:r>
              <a:rPr kumimoji="0" lang="en-US" altLang="zh-CN" b="1" u="none" dirty="0">
                <a:solidFill>
                  <a:srgbClr val="000000"/>
                </a:solidFill>
                <a:latin typeface="宋体" panose="02010600030101010101" pitchFamily="2" charset="-122"/>
              </a:rPr>
              <a:t>0102H</a:t>
            </a:r>
          </a:p>
          <a:p>
            <a:pPr eaLnBrk="1" hangingPunct="1"/>
            <a:r>
              <a:rPr kumimoji="0" lang="en-US" altLang="zh-CN" b="1" u="none" dirty="0">
                <a:solidFill>
                  <a:srgbClr val="000000"/>
                </a:solidFill>
                <a:latin typeface="宋体" panose="02010600030101010101" pitchFamily="2" charset="-122"/>
              </a:rPr>
              <a:t>        MOV   WORD PTR X</a:t>
            </a:r>
            <a:r>
              <a:rPr kumimoji="0" lang="zh-CN" altLang="en-US" b="1" u="none" dirty="0">
                <a:solidFill>
                  <a:srgbClr val="000000"/>
                </a:solidFill>
                <a:latin typeface="宋体" panose="02010600030101010101" pitchFamily="2" charset="-122"/>
              </a:rPr>
              <a:t>，</a:t>
            </a:r>
            <a:r>
              <a:rPr kumimoji="0" lang="en-US" altLang="zh-CN" b="1" u="none" dirty="0">
                <a:solidFill>
                  <a:srgbClr val="000000"/>
                </a:solidFill>
                <a:latin typeface="宋体" panose="02010600030101010101" pitchFamily="2" charset="-122"/>
              </a:rPr>
              <a:t>AX</a:t>
            </a:r>
          </a:p>
          <a:p>
            <a:pPr eaLnBrk="1" hangingPunct="1"/>
            <a:r>
              <a:rPr kumimoji="0" lang="en-US" altLang="zh-CN" b="1" u="none" dirty="0">
                <a:solidFill>
                  <a:srgbClr val="000000"/>
                </a:solidFill>
                <a:latin typeface="宋体" panose="02010600030101010101" pitchFamily="2" charset="-122"/>
              </a:rPr>
              <a:t>        MOV   BH</a:t>
            </a:r>
            <a:r>
              <a:rPr kumimoji="0" lang="zh-CN" altLang="en-US" b="1" u="none" dirty="0">
                <a:solidFill>
                  <a:srgbClr val="000000"/>
                </a:solidFill>
                <a:latin typeface="宋体" panose="02010600030101010101" pitchFamily="2" charset="-122"/>
              </a:rPr>
              <a:t>，</a:t>
            </a:r>
            <a:r>
              <a:rPr kumimoji="0" lang="en-US" altLang="zh-CN" b="1" u="none" dirty="0">
                <a:solidFill>
                  <a:srgbClr val="000000"/>
                </a:solidFill>
                <a:latin typeface="宋体" panose="02010600030101010101" pitchFamily="2" charset="-122"/>
              </a:rPr>
              <a:t>X</a:t>
            </a:r>
          </a:p>
          <a:p>
            <a:pPr eaLnBrk="1" hangingPunct="1"/>
            <a:r>
              <a:rPr kumimoji="0" lang="en-US" altLang="zh-CN" b="1" u="none" dirty="0">
                <a:solidFill>
                  <a:srgbClr val="000000"/>
                </a:solidFill>
                <a:latin typeface="宋体" panose="02010600030101010101" pitchFamily="2" charset="-122"/>
              </a:rPr>
              <a:t>        MOV   BL</a:t>
            </a:r>
            <a:r>
              <a:rPr kumimoji="0" lang="zh-CN" altLang="en-US" b="1" u="none" dirty="0">
                <a:solidFill>
                  <a:srgbClr val="000000"/>
                </a:solidFill>
                <a:latin typeface="宋体" panose="02010600030101010101" pitchFamily="2" charset="-122"/>
              </a:rPr>
              <a:t>，</a:t>
            </a:r>
            <a:r>
              <a:rPr kumimoji="0" lang="en-US" altLang="zh-CN" b="1" u="none" dirty="0">
                <a:solidFill>
                  <a:srgbClr val="000000"/>
                </a:solidFill>
                <a:latin typeface="宋体" panose="02010600030101010101" pitchFamily="2" charset="-122"/>
              </a:rPr>
              <a:t>Y</a:t>
            </a:r>
          </a:p>
          <a:p>
            <a:pPr eaLnBrk="1" hangingPunct="1"/>
            <a:endParaRPr kumimoji="0" lang="en-US" altLang="zh-CN" b="1" u="none" dirty="0">
              <a:solidFill>
                <a:srgbClr val="000000"/>
              </a:solidFill>
              <a:latin typeface="宋体" panose="02010600030101010101" pitchFamily="2" charset="-122"/>
            </a:endParaRPr>
          </a:p>
          <a:p>
            <a:pPr eaLnBrk="1" hangingPunct="1"/>
            <a:r>
              <a:rPr kumimoji="0" lang="zh-CN" altLang="en-US" b="1" u="none" dirty="0">
                <a:solidFill>
                  <a:srgbClr val="000000"/>
                </a:solidFill>
                <a:latin typeface="宋体" panose="02010600030101010101" pitchFamily="2" charset="-122"/>
              </a:rPr>
              <a:t>程序运行后，</a:t>
            </a:r>
            <a:r>
              <a:rPr kumimoji="0" lang="en-US" altLang="zh-CN" b="1" u="none" dirty="0">
                <a:solidFill>
                  <a:srgbClr val="000000"/>
                </a:solidFill>
                <a:latin typeface="宋体" panose="02010600030101010101" pitchFamily="2" charset="-122"/>
              </a:rPr>
              <a:t>AH= </a:t>
            </a:r>
            <a:r>
              <a:rPr kumimoji="0" lang="en-US" altLang="zh-CN" sz="2000" b="1" u="none" dirty="0">
                <a:solidFill>
                  <a:srgbClr val="000000"/>
                </a:solidFill>
                <a:latin typeface="Arial" panose="020B0604020202020204" pitchFamily="34" charset="0"/>
              </a:rPr>
              <a:t>_______________</a:t>
            </a:r>
            <a:r>
              <a:rPr kumimoji="0" lang="en-US" altLang="zh-CN" b="1" u="none" dirty="0">
                <a:solidFill>
                  <a:srgbClr val="000000"/>
                </a:solidFill>
                <a:latin typeface="宋体" panose="02010600030101010101" pitchFamily="2" charset="-122"/>
              </a:rPr>
              <a:t> AL=</a:t>
            </a:r>
            <a:r>
              <a:rPr kumimoji="0" lang="en-US" altLang="zh-CN" sz="2000" b="1" u="none" dirty="0">
                <a:solidFill>
                  <a:srgbClr val="000000"/>
                </a:solidFill>
                <a:latin typeface="Arial" panose="020B0604020202020204" pitchFamily="34" charset="0"/>
              </a:rPr>
              <a:t>_______________</a:t>
            </a:r>
            <a:r>
              <a:rPr kumimoji="0" lang="en-US" altLang="zh-CN" b="1" u="none" dirty="0">
                <a:solidFill>
                  <a:srgbClr val="000000"/>
                </a:solidFill>
                <a:latin typeface="宋体" panose="02010600030101010101" pitchFamily="2" charset="-122"/>
              </a:rPr>
              <a:t> </a:t>
            </a:r>
          </a:p>
          <a:p>
            <a:pPr eaLnBrk="1" hangingPunct="1"/>
            <a:endParaRPr kumimoji="0" lang="en-US" altLang="zh-CN" b="1" u="none" dirty="0">
              <a:solidFill>
                <a:srgbClr val="000000"/>
              </a:solidFill>
              <a:latin typeface="宋体" panose="02010600030101010101" pitchFamily="2" charset="-122"/>
            </a:endParaRPr>
          </a:p>
          <a:p>
            <a:pPr eaLnBrk="1" hangingPunct="1"/>
            <a:r>
              <a:rPr kumimoji="0" lang="en-US" altLang="zh-CN" b="1" u="none" dirty="0">
                <a:solidFill>
                  <a:srgbClr val="000000"/>
                </a:solidFill>
                <a:latin typeface="宋体" panose="02010600030101010101" pitchFamily="2" charset="-122"/>
              </a:rPr>
              <a:t>            BH= </a:t>
            </a:r>
            <a:r>
              <a:rPr kumimoji="0" lang="en-US" altLang="zh-CN" sz="2000" b="1" u="none" dirty="0">
                <a:solidFill>
                  <a:srgbClr val="000000"/>
                </a:solidFill>
                <a:latin typeface="Arial" panose="020B0604020202020204" pitchFamily="34" charset="0"/>
              </a:rPr>
              <a:t>_______________</a:t>
            </a:r>
            <a:r>
              <a:rPr kumimoji="0" lang="en-US" altLang="zh-CN" b="1" u="none" dirty="0">
                <a:solidFill>
                  <a:srgbClr val="000000"/>
                </a:solidFill>
                <a:latin typeface="宋体" panose="02010600030101010101" pitchFamily="2" charset="-122"/>
              </a:rPr>
              <a:t> BL=</a:t>
            </a:r>
            <a:r>
              <a:rPr kumimoji="0" lang="en-US" altLang="zh-CN" sz="2000" b="1" u="none" dirty="0">
                <a:solidFill>
                  <a:srgbClr val="000000"/>
                </a:solidFill>
                <a:latin typeface="Arial" panose="020B0604020202020204" pitchFamily="34" charset="0"/>
              </a:rPr>
              <a:t>_______________</a:t>
            </a:r>
          </a:p>
        </p:txBody>
      </p:sp>
      <p:sp>
        <p:nvSpPr>
          <p:cNvPr id="745475" name="Text Box 3">
            <a:extLst>
              <a:ext uri="{FF2B5EF4-FFF2-40B4-BE49-F238E27FC236}">
                <a16:creationId xmlns:a16="http://schemas.microsoft.com/office/drawing/2014/main" id="{05B7D0EF-AE80-40C3-8DFC-1A65AAC05FD9}"/>
              </a:ext>
            </a:extLst>
          </p:cNvPr>
          <p:cNvSpPr txBox="1">
            <a:spLocks noChangeArrowheads="1"/>
          </p:cNvSpPr>
          <p:nvPr/>
        </p:nvSpPr>
        <p:spPr bwMode="auto">
          <a:xfrm>
            <a:off x="3779838" y="3500438"/>
            <a:ext cx="2232025" cy="457200"/>
          </a:xfrm>
          <a:prstGeom prst="rect">
            <a:avLst/>
          </a:prstGeom>
          <a:noFill/>
          <a:ln>
            <a:noFill/>
          </a:ln>
          <a:effectLst/>
          <a:extLst>
            <a:ext uri="{909E8E84-426E-40DD-AFC4-6F175D3DCCD1}">
              <a14:hiddenFill xmlns:a14="http://schemas.microsoft.com/office/drawing/2010/main">
                <a:gradFill rotWithShape="0">
                  <a:gsLst>
                    <a:gs pos="0">
                      <a:srgbClr val="47182F"/>
                    </a:gs>
                    <a:gs pos="100000">
                      <a:srgbClr val="993366"/>
                    </a:gs>
                  </a:gsLst>
                  <a:lin ang="5400000" scaled="1"/>
                </a:gradFill>
              </a14:hiddenFill>
            </a:ext>
            <a:ext uri="{91240B29-F687-4F45-9708-019B960494DF}">
              <a14:hiddenLine xmlns:a14="http://schemas.microsoft.com/office/drawing/2010/main" w="9525" algn="ctr">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kumimoji="0" lang="en-US" altLang="zh-CN" b="1" u="none">
                <a:solidFill>
                  <a:srgbClr val="FF0000"/>
                </a:solidFill>
                <a:latin typeface="Arial" panose="020B0604020202020204" pitchFamily="34" charset="0"/>
              </a:rPr>
              <a:t>01H</a:t>
            </a:r>
            <a:r>
              <a:rPr kumimoji="0" lang="zh-CN" altLang="en-US" b="1" u="none">
                <a:solidFill>
                  <a:srgbClr val="FF0000"/>
                </a:solidFill>
                <a:latin typeface="Arial" panose="020B0604020202020204" pitchFamily="34" charset="0"/>
              </a:rPr>
              <a:t>（或</a:t>
            </a:r>
            <a:r>
              <a:rPr kumimoji="0" lang="en-US" altLang="zh-CN" b="1" u="none">
                <a:solidFill>
                  <a:srgbClr val="FF0000"/>
                </a:solidFill>
                <a:latin typeface="Arial" panose="020B0604020202020204" pitchFamily="34" charset="0"/>
              </a:rPr>
              <a:t>1</a:t>
            </a:r>
            <a:r>
              <a:rPr kumimoji="0" lang="zh-CN" altLang="en-US" b="1" u="none">
                <a:solidFill>
                  <a:srgbClr val="FF0000"/>
                </a:solidFill>
                <a:latin typeface="Arial" panose="020B0604020202020204" pitchFamily="34" charset="0"/>
              </a:rPr>
              <a:t>）</a:t>
            </a:r>
          </a:p>
        </p:txBody>
      </p:sp>
      <p:sp>
        <p:nvSpPr>
          <p:cNvPr id="745476" name="Text Box 4">
            <a:extLst>
              <a:ext uri="{FF2B5EF4-FFF2-40B4-BE49-F238E27FC236}">
                <a16:creationId xmlns:a16="http://schemas.microsoft.com/office/drawing/2014/main" id="{819F3A47-3362-44EE-B375-6B24D2214BDB}"/>
              </a:ext>
            </a:extLst>
          </p:cNvPr>
          <p:cNvSpPr txBox="1">
            <a:spLocks noChangeArrowheads="1"/>
          </p:cNvSpPr>
          <p:nvPr/>
        </p:nvSpPr>
        <p:spPr bwMode="auto">
          <a:xfrm>
            <a:off x="6588125" y="3500438"/>
            <a:ext cx="2232025" cy="457200"/>
          </a:xfrm>
          <a:prstGeom prst="rect">
            <a:avLst/>
          </a:prstGeom>
          <a:noFill/>
          <a:ln>
            <a:noFill/>
          </a:ln>
          <a:effectLst/>
          <a:extLst>
            <a:ext uri="{909E8E84-426E-40DD-AFC4-6F175D3DCCD1}">
              <a14:hiddenFill xmlns:a14="http://schemas.microsoft.com/office/drawing/2010/main">
                <a:gradFill rotWithShape="0">
                  <a:gsLst>
                    <a:gs pos="0">
                      <a:srgbClr val="47182F"/>
                    </a:gs>
                    <a:gs pos="100000">
                      <a:srgbClr val="993366"/>
                    </a:gs>
                  </a:gsLst>
                  <a:lin ang="5400000" scaled="1"/>
                </a:gradFill>
              </a14:hiddenFill>
            </a:ext>
            <a:ext uri="{91240B29-F687-4F45-9708-019B960494DF}">
              <a14:hiddenLine xmlns:a14="http://schemas.microsoft.com/office/drawing/2010/main" w="9525" algn="ctr">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kumimoji="0" lang="en-US" altLang="zh-CN" b="1" u="none">
                <a:solidFill>
                  <a:srgbClr val="FF0000"/>
                </a:solidFill>
                <a:latin typeface="Arial" panose="020B0604020202020204" pitchFamily="34" charset="0"/>
              </a:rPr>
              <a:t>02H</a:t>
            </a:r>
            <a:r>
              <a:rPr kumimoji="0" lang="zh-CN" altLang="en-US" b="1" u="none">
                <a:solidFill>
                  <a:srgbClr val="FF0000"/>
                </a:solidFill>
                <a:latin typeface="Arial" panose="020B0604020202020204" pitchFamily="34" charset="0"/>
              </a:rPr>
              <a:t>（或</a:t>
            </a:r>
            <a:r>
              <a:rPr kumimoji="0" lang="en-US" altLang="zh-CN" b="1" u="none">
                <a:solidFill>
                  <a:srgbClr val="FF0000"/>
                </a:solidFill>
                <a:latin typeface="Arial" panose="020B0604020202020204" pitchFamily="34" charset="0"/>
              </a:rPr>
              <a:t>2</a:t>
            </a:r>
            <a:r>
              <a:rPr kumimoji="0" lang="zh-CN" altLang="en-US" b="1" u="none">
                <a:solidFill>
                  <a:srgbClr val="FF0000"/>
                </a:solidFill>
                <a:latin typeface="Arial" panose="020B0604020202020204" pitchFamily="34" charset="0"/>
              </a:rPr>
              <a:t>）</a:t>
            </a:r>
          </a:p>
        </p:txBody>
      </p:sp>
      <p:sp>
        <p:nvSpPr>
          <p:cNvPr id="745477" name="Text Box 5">
            <a:extLst>
              <a:ext uri="{FF2B5EF4-FFF2-40B4-BE49-F238E27FC236}">
                <a16:creationId xmlns:a16="http://schemas.microsoft.com/office/drawing/2014/main" id="{A967DDF9-D7DE-4D89-BB00-D4D67FDA5CB5}"/>
              </a:ext>
            </a:extLst>
          </p:cNvPr>
          <p:cNvSpPr txBox="1">
            <a:spLocks noChangeArrowheads="1"/>
          </p:cNvSpPr>
          <p:nvPr/>
        </p:nvSpPr>
        <p:spPr bwMode="auto">
          <a:xfrm>
            <a:off x="3851275" y="4221163"/>
            <a:ext cx="2232025" cy="457200"/>
          </a:xfrm>
          <a:prstGeom prst="rect">
            <a:avLst/>
          </a:prstGeom>
          <a:noFill/>
          <a:ln>
            <a:noFill/>
          </a:ln>
          <a:effectLst/>
          <a:extLst>
            <a:ext uri="{909E8E84-426E-40DD-AFC4-6F175D3DCCD1}">
              <a14:hiddenFill xmlns:a14="http://schemas.microsoft.com/office/drawing/2010/main">
                <a:gradFill rotWithShape="0">
                  <a:gsLst>
                    <a:gs pos="0">
                      <a:srgbClr val="47182F"/>
                    </a:gs>
                    <a:gs pos="100000">
                      <a:srgbClr val="993366"/>
                    </a:gs>
                  </a:gsLst>
                  <a:lin ang="5400000" scaled="1"/>
                </a:gradFill>
              </a14:hiddenFill>
            </a:ext>
            <a:ext uri="{91240B29-F687-4F45-9708-019B960494DF}">
              <a14:hiddenLine xmlns:a14="http://schemas.microsoft.com/office/drawing/2010/main" w="9525" algn="ctr">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kumimoji="0" lang="en-US" altLang="zh-CN" b="1" u="none">
                <a:solidFill>
                  <a:srgbClr val="FF0000"/>
                </a:solidFill>
                <a:latin typeface="Arial" panose="020B0604020202020204" pitchFamily="34" charset="0"/>
              </a:rPr>
              <a:t>02H</a:t>
            </a:r>
            <a:r>
              <a:rPr kumimoji="0" lang="zh-CN" altLang="en-US" b="1" u="none">
                <a:solidFill>
                  <a:srgbClr val="FF0000"/>
                </a:solidFill>
                <a:latin typeface="Arial" panose="020B0604020202020204" pitchFamily="34" charset="0"/>
              </a:rPr>
              <a:t>（或</a:t>
            </a:r>
            <a:r>
              <a:rPr kumimoji="0" lang="en-US" altLang="zh-CN" b="1" u="none">
                <a:solidFill>
                  <a:srgbClr val="FF0000"/>
                </a:solidFill>
                <a:latin typeface="Arial" panose="020B0604020202020204" pitchFamily="34" charset="0"/>
              </a:rPr>
              <a:t>2</a:t>
            </a:r>
            <a:r>
              <a:rPr kumimoji="0" lang="zh-CN" altLang="en-US" b="1" u="none">
                <a:solidFill>
                  <a:srgbClr val="FF0000"/>
                </a:solidFill>
                <a:latin typeface="Arial" panose="020B0604020202020204" pitchFamily="34" charset="0"/>
              </a:rPr>
              <a:t>）</a:t>
            </a:r>
          </a:p>
        </p:txBody>
      </p:sp>
      <p:sp>
        <p:nvSpPr>
          <p:cNvPr id="745478" name="Text Box 6">
            <a:extLst>
              <a:ext uri="{FF2B5EF4-FFF2-40B4-BE49-F238E27FC236}">
                <a16:creationId xmlns:a16="http://schemas.microsoft.com/office/drawing/2014/main" id="{A2E0B027-433D-4681-ACF3-D653BA6DE6DA}"/>
              </a:ext>
            </a:extLst>
          </p:cNvPr>
          <p:cNvSpPr txBox="1">
            <a:spLocks noChangeArrowheads="1"/>
          </p:cNvSpPr>
          <p:nvPr/>
        </p:nvSpPr>
        <p:spPr bwMode="auto">
          <a:xfrm>
            <a:off x="6659563" y="4221163"/>
            <a:ext cx="2232025" cy="457200"/>
          </a:xfrm>
          <a:prstGeom prst="rect">
            <a:avLst/>
          </a:prstGeom>
          <a:noFill/>
          <a:ln>
            <a:noFill/>
          </a:ln>
          <a:effectLst/>
          <a:extLst>
            <a:ext uri="{909E8E84-426E-40DD-AFC4-6F175D3DCCD1}">
              <a14:hiddenFill xmlns:a14="http://schemas.microsoft.com/office/drawing/2010/main">
                <a:gradFill rotWithShape="0">
                  <a:gsLst>
                    <a:gs pos="0">
                      <a:srgbClr val="47182F"/>
                    </a:gs>
                    <a:gs pos="100000">
                      <a:srgbClr val="993366"/>
                    </a:gs>
                  </a:gsLst>
                  <a:lin ang="5400000" scaled="1"/>
                </a:gradFill>
              </a14:hiddenFill>
            </a:ext>
            <a:ext uri="{91240B29-F687-4F45-9708-019B960494DF}">
              <a14:hiddenLine xmlns:a14="http://schemas.microsoft.com/office/drawing/2010/main" w="9525" algn="ctr">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kumimoji="0" lang="en-US" altLang="zh-CN" b="1" u="none">
                <a:solidFill>
                  <a:srgbClr val="FF0000"/>
                </a:solidFill>
                <a:latin typeface="Arial" panose="020B0604020202020204" pitchFamily="34" charset="0"/>
              </a:rPr>
              <a:t>01H</a:t>
            </a:r>
            <a:r>
              <a:rPr kumimoji="0" lang="zh-CN" altLang="en-US" b="1" u="none">
                <a:solidFill>
                  <a:srgbClr val="FF0000"/>
                </a:solidFill>
                <a:latin typeface="Arial" panose="020B0604020202020204" pitchFamily="34" charset="0"/>
              </a:rPr>
              <a:t>（或</a:t>
            </a:r>
            <a:r>
              <a:rPr kumimoji="0" lang="en-US" altLang="zh-CN" b="1" u="none">
                <a:solidFill>
                  <a:srgbClr val="FF0000"/>
                </a:solidFill>
                <a:latin typeface="Arial" panose="020B0604020202020204" pitchFamily="34" charset="0"/>
              </a:rPr>
              <a:t>1</a:t>
            </a:r>
            <a:r>
              <a:rPr kumimoji="0" lang="zh-CN" altLang="en-US" b="1" u="none">
                <a:solidFill>
                  <a:srgbClr val="FF0000"/>
                </a:solidFill>
                <a:latin typeface="Arial" panose="020B0604020202020204" pitchFamily="34" charset="0"/>
              </a:rPr>
              <a:t>）</a:t>
            </a:r>
          </a:p>
        </p:txBody>
      </p:sp>
    </p:spTree>
    <p:custDataLst>
      <p:tags r:id="rId1"/>
    </p:custDataLst>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45475"/>
                                        </p:tgtEl>
                                        <p:attrNameLst>
                                          <p:attrName>style.visibility</p:attrName>
                                        </p:attrNameLst>
                                      </p:cBhvr>
                                      <p:to>
                                        <p:strVal val="visible"/>
                                      </p:to>
                                    </p:set>
                                    <p:anim calcmode="lin" valueType="num">
                                      <p:cBhvr additive="base">
                                        <p:cTn id="7" dur="500" fill="hold"/>
                                        <p:tgtEl>
                                          <p:spTgt spid="745475"/>
                                        </p:tgtEl>
                                        <p:attrNameLst>
                                          <p:attrName>ppt_x</p:attrName>
                                        </p:attrNameLst>
                                      </p:cBhvr>
                                      <p:tavLst>
                                        <p:tav tm="0">
                                          <p:val>
                                            <p:strVal val="#ppt_x"/>
                                          </p:val>
                                        </p:tav>
                                        <p:tav tm="100000">
                                          <p:val>
                                            <p:strVal val="#ppt_x"/>
                                          </p:val>
                                        </p:tav>
                                      </p:tavLst>
                                    </p:anim>
                                    <p:anim calcmode="lin" valueType="num">
                                      <p:cBhvr additive="base">
                                        <p:cTn id="8" dur="500" fill="hold"/>
                                        <p:tgtEl>
                                          <p:spTgt spid="745475"/>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45476"/>
                                        </p:tgtEl>
                                        <p:attrNameLst>
                                          <p:attrName>style.visibility</p:attrName>
                                        </p:attrNameLst>
                                      </p:cBhvr>
                                      <p:to>
                                        <p:strVal val="visible"/>
                                      </p:to>
                                    </p:set>
                                    <p:anim calcmode="lin" valueType="num">
                                      <p:cBhvr additive="base">
                                        <p:cTn id="13" dur="500" fill="hold"/>
                                        <p:tgtEl>
                                          <p:spTgt spid="745476"/>
                                        </p:tgtEl>
                                        <p:attrNameLst>
                                          <p:attrName>ppt_x</p:attrName>
                                        </p:attrNameLst>
                                      </p:cBhvr>
                                      <p:tavLst>
                                        <p:tav tm="0">
                                          <p:val>
                                            <p:strVal val="#ppt_x"/>
                                          </p:val>
                                        </p:tav>
                                        <p:tav tm="100000">
                                          <p:val>
                                            <p:strVal val="#ppt_x"/>
                                          </p:val>
                                        </p:tav>
                                      </p:tavLst>
                                    </p:anim>
                                    <p:anim calcmode="lin" valueType="num">
                                      <p:cBhvr additive="base">
                                        <p:cTn id="14" dur="500" fill="hold"/>
                                        <p:tgtEl>
                                          <p:spTgt spid="745476"/>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45477"/>
                                        </p:tgtEl>
                                        <p:attrNameLst>
                                          <p:attrName>style.visibility</p:attrName>
                                        </p:attrNameLst>
                                      </p:cBhvr>
                                      <p:to>
                                        <p:strVal val="visible"/>
                                      </p:to>
                                    </p:set>
                                    <p:anim calcmode="lin" valueType="num">
                                      <p:cBhvr additive="base">
                                        <p:cTn id="19" dur="500" fill="hold"/>
                                        <p:tgtEl>
                                          <p:spTgt spid="745477"/>
                                        </p:tgtEl>
                                        <p:attrNameLst>
                                          <p:attrName>ppt_x</p:attrName>
                                        </p:attrNameLst>
                                      </p:cBhvr>
                                      <p:tavLst>
                                        <p:tav tm="0">
                                          <p:val>
                                            <p:strVal val="#ppt_x"/>
                                          </p:val>
                                        </p:tav>
                                        <p:tav tm="100000">
                                          <p:val>
                                            <p:strVal val="#ppt_x"/>
                                          </p:val>
                                        </p:tav>
                                      </p:tavLst>
                                    </p:anim>
                                    <p:anim calcmode="lin" valueType="num">
                                      <p:cBhvr additive="base">
                                        <p:cTn id="20" dur="500" fill="hold"/>
                                        <p:tgtEl>
                                          <p:spTgt spid="745477"/>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45478"/>
                                        </p:tgtEl>
                                        <p:attrNameLst>
                                          <p:attrName>style.visibility</p:attrName>
                                        </p:attrNameLst>
                                      </p:cBhvr>
                                      <p:to>
                                        <p:strVal val="visible"/>
                                      </p:to>
                                    </p:set>
                                    <p:anim calcmode="lin" valueType="num">
                                      <p:cBhvr additive="base">
                                        <p:cTn id="25" dur="500" fill="hold"/>
                                        <p:tgtEl>
                                          <p:spTgt spid="745478"/>
                                        </p:tgtEl>
                                        <p:attrNameLst>
                                          <p:attrName>ppt_x</p:attrName>
                                        </p:attrNameLst>
                                      </p:cBhvr>
                                      <p:tavLst>
                                        <p:tav tm="0">
                                          <p:val>
                                            <p:strVal val="#ppt_x"/>
                                          </p:val>
                                        </p:tav>
                                        <p:tav tm="100000">
                                          <p:val>
                                            <p:strVal val="#ppt_x"/>
                                          </p:val>
                                        </p:tav>
                                      </p:tavLst>
                                    </p:anim>
                                    <p:anim calcmode="lin" valueType="num">
                                      <p:cBhvr additive="base">
                                        <p:cTn id="26" dur="500" fill="hold"/>
                                        <p:tgtEl>
                                          <p:spTgt spid="74547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5475" grpId="0"/>
      <p:bldP spid="745476" grpId="0"/>
      <p:bldP spid="745477" grpId="0"/>
      <p:bldP spid="745478"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灯片编号占位符 4">
            <a:extLst>
              <a:ext uri="{FF2B5EF4-FFF2-40B4-BE49-F238E27FC236}">
                <a16:creationId xmlns:a16="http://schemas.microsoft.com/office/drawing/2014/main" id="{3D6A8BC6-9184-4F14-A9E3-459B93CA3615}"/>
              </a:ext>
            </a:extLst>
          </p:cNvPr>
          <p:cNvSpPr>
            <a:spLocks noGrp="1"/>
          </p:cNvSpPr>
          <p:nvPr>
            <p:ph type="sldNum" sz="quarter" idx="12"/>
          </p:nvPr>
        </p:nvSpPr>
        <p:spPr>
          <a:noFill/>
        </p:spPr>
        <p:txBody>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fld id="{7ACF91F9-DFEA-4E7E-B52C-1DAB76CF9C17}" type="slidenum">
              <a:rPr kumimoji="0" lang="en-US" altLang="zh-CN" sz="1400" u="none" smtClean="0">
                <a:solidFill>
                  <a:srgbClr val="000000"/>
                </a:solidFill>
                <a:latin typeface="Arial" panose="020B0604020202020204" pitchFamily="34" charset="0"/>
              </a:rPr>
              <a:pPr/>
              <a:t>67</a:t>
            </a:fld>
            <a:endParaRPr kumimoji="0" lang="en-US" altLang="zh-CN" sz="1400" u="none">
              <a:solidFill>
                <a:srgbClr val="000000"/>
              </a:solidFill>
              <a:latin typeface="Arial" panose="020B0604020202020204" pitchFamily="34" charset="0"/>
            </a:endParaRPr>
          </a:p>
        </p:txBody>
      </p:sp>
      <p:sp>
        <p:nvSpPr>
          <p:cNvPr id="74755" name="Rectangle 2">
            <a:extLst>
              <a:ext uri="{FF2B5EF4-FFF2-40B4-BE49-F238E27FC236}">
                <a16:creationId xmlns:a16="http://schemas.microsoft.com/office/drawing/2014/main" id="{DFADD062-117E-4AA2-BA1A-5CC31BD537A9}"/>
              </a:ext>
            </a:extLst>
          </p:cNvPr>
          <p:cNvSpPr>
            <a:spLocks noChangeArrowheads="1"/>
          </p:cNvSpPr>
          <p:nvPr/>
        </p:nvSpPr>
        <p:spPr bwMode="auto">
          <a:xfrm>
            <a:off x="1258888" y="809625"/>
            <a:ext cx="6545262" cy="4892675"/>
          </a:xfrm>
          <a:prstGeom prst="rect">
            <a:avLst/>
          </a:prstGeom>
          <a:noFill/>
          <a:ln>
            <a:noFill/>
          </a:ln>
          <a:effectLst/>
          <a:extLst>
            <a:ext uri="{909E8E84-426E-40DD-AFC4-6F175D3DCCD1}">
              <a14:hiddenFill xmlns:a14="http://schemas.microsoft.com/office/drawing/2010/main">
                <a:gradFill rotWithShape="0">
                  <a:gsLst>
                    <a:gs pos="0">
                      <a:srgbClr val="47182F"/>
                    </a:gs>
                    <a:gs pos="100000">
                      <a:srgbClr val="993366"/>
                    </a:gs>
                  </a:gsLst>
                  <a:lin ang="5400000" scaled="1"/>
                </a:gradFill>
              </a14:hiddenFill>
            </a:ext>
            <a:ext uri="{91240B29-F687-4F45-9708-019B960494DF}">
              <a14:hiddenLine xmlns:a14="http://schemas.microsoft.com/office/drawing/2010/main" w="9525" algn="ctr">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eaLnBrk="1" hangingPunct="1"/>
            <a:r>
              <a:rPr kumimoji="0" lang="en-US" altLang="zh-CN" b="1" u="none" dirty="0">
                <a:solidFill>
                  <a:srgbClr val="FF0000"/>
                </a:solidFill>
                <a:latin typeface="宋体" panose="02010600030101010101" pitchFamily="2" charset="-122"/>
              </a:rPr>
              <a:t>2025-5</a:t>
            </a:r>
            <a:r>
              <a:rPr kumimoji="0" lang="en-US" altLang="zh-CN" b="1" u="none" dirty="0">
                <a:solidFill>
                  <a:srgbClr val="000000"/>
                </a:solidFill>
                <a:latin typeface="宋体" panose="02010600030101010101" pitchFamily="2" charset="-122"/>
              </a:rPr>
              <a:t>. </a:t>
            </a:r>
            <a:r>
              <a:rPr kumimoji="0" lang="zh-CN" altLang="en-US" b="1" u="none" dirty="0">
                <a:solidFill>
                  <a:srgbClr val="000000"/>
                </a:solidFill>
                <a:latin typeface="宋体" panose="02010600030101010101" pitchFamily="2" charset="-122"/>
              </a:rPr>
              <a:t>有程序如下：</a:t>
            </a:r>
            <a:br>
              <a:rPr kumimoji="0" lang="zh-CN" altLang="en-US" b="1" u="none" dirty="0">
                <a:solidFill>
                  <a:srgbClr val="000000"/>
                </a:solidFill>
                <a:latin typeface="宋体" panose="02010600030101010101" pitchFamily="2" charset="-122"/>
              </a:rPr>
            </a:br>
            <a:r>
              <a:rPr kumimoji="0" lang="en-US" altLang="zh-CN" b="1" u="none" dirty="0">
                <a:solidFill>
                  <a:srgbClr val="000000"/>
                </a:solidFill>
                <a:latin typeface="宋体" panose="02010600030101010101" pitchFamily="2" charset="-122"/>
              </a:rPr>
              <a:t>ARRAY  DB    0</a:t>
            </a:r>
            <a:r>
              <a:rPr kumimoji="0" lang="zh-CN" altLang="en-US" b="1" u="none" dirty="0">
                <a:solidFill>
                  <a:srgbClr val="000000"/>
                </a:solidFill>
                <a:latin typeface="宋体" panose="02010600030101010101" pitchFamily="2" charset="-122"/>
              </a:rPr>
              <a:t>，</a:t>
            </a:r>
            <a:r>
              <a:rPr kumimoji="0" lang="en-US" altLang="zh-CN" b="1" u="none" dirty="0">
                <a:solidFill>
                  <a:srgbClr val="000000"/>
                </a:solidFill>
                <a:latin typeface="宋体" panose="02010600030101010101" pitchFamily="2" charset="-122"/>
              </a:rPr>
              <a:t>1</a:t>
            </a:r>
            <a:r>
              <a:rPr kumimoji="0" lang="zh-CN" altLang="en-US" b="1" u="none" dirty="0">
                <a:solidFill>
                  <a:srgbClr val="000000"/>
                </a:solidFill>
                <a:latin typeface="宋体" panose="02010600030101010101" pitchFamily="2" charset="-122"/>
              </a:rPr>
              <a:t>，</a:t>
            </a:r>
            <a:r>
              <a:rPr kumimoji="0" lang="en-US" altLang="zh-CN" b="1" u="none" dirty="0">
                <a:solidFill>
                  <a:srgbClr val="000000"/>
                </a:solidFill>
                <a:latin typeface="宋体" panose="02010600030101010101" pitchFamily="2" charset="-122"/>
              </a:rPr>
              <a:t>2</a:t>
            </a:r>
            <a:r>
              <a:rPr kumimoji="0" lang="zh-CN" altLang="en-US" b="1" u="none" dirty="0">
                <a:solidFill>
                  <a:srgbClr val="000000"/>
                </a:solidFill>
                <a:latin typeface="宋体" panose="02010600030101010101" pitchFamily="2" charset="-122"/>
              </a:rPr>
              <a:t>，</a:t>
            </a:r>
            <a:r>
              <a:rPr kumimoji="0" lang="en-US" altLang="zh-CN" b="1" u="none" dirty="0">
                <a:solidFill>
                  <a:srgbClr val="000000"/>
                </a:solidFill>
                <a:latin typeface="宋体" panose="02010600030101010101" pitchFamily="2" charset="-122"/>
              </a:rPr>
              <a:t>3</a:t>
            </a:r>
            <a:r>
              <a:rPr kumimoji="0" lang="zh-CN" altLang="en-US" b="1" u="none" dirty="0">
                <a:solidFill>
                  <a:srgbClr val="000000"/>
                </a:solidFill>
                <a:latin typeface="宋体" panose="02010600030101010101" pitchFamily="2" charset="-122"/>
              </a:rPr>
              <a:t>，</a:t>
            </a:r>
            <a:r>
              <a:rPr kumimoji="0" lang="en-US" altLang="zh-CN" b="1" u="none" dirty="0">
                <a:solidFill>
                  <a:srgbClr val="000000"/>
                </a:solidFill>
                <a:latin typeface="宋体" panose="02010600030101010101" pitchFamily="2" charset="-122"/>
              </a:rPr>
              <a:t>4</a:t>
            </a:r>
            <a:r>
              <a:rPr kumimoji="0" lang="zh-CN" altLang="en-US" b="1" u="none" dirty="0">
                <a:solidFill>
                  <a:srgbClr val="000000"/>
                </a:solidFill>
                <a:latin typeface="宋体" panose="02010600030101010101" pitchFamily="2" charset="-122"/>
              </a:rPr>
              <a:t>，</a:t>
            </a:r>
            <a:r>
              <a:rPr kumimoji="0" lang="en-US" altLang="zh-CN" b="1" u="none" dirty="0">
                <a:solidFill>
                  <a:srgbClr val="000000"/>
                </a:solidFill>
                <a:latin typeface="宋体" panose="02010600030101010101" pitchFamily="2" charset="-122"/>
              </a:rPr>
              <a:t>5</a:t>
            </a:r>
            <a:r>
              <a:rPr kumimoji="0" lang="zh-CN" altLang="en-US" b="1" u="none" dirty="0">
                <a:solidFill>
                  <a:srgbClr val="000000"/>
                </a:solidFill>
                <a:latin typeface="宋体" panose="02010600030101010101" pitchFamily="2" charset="-122"/>
              </a:rPr>
              <a:t>，</a:t>
            </a:r>
            <a:r>
              <a:rPr kumimoji="0" lang="en-US" altLang="zh-CN" b="1" u="none" dirty="0">
                <a:solidFill>
                  <a:srgbClr val="000000"/>
                </a:solidFill>
                <a:latin typeface="宋体" panose="02010600030101010101" pitchFamily="2" charset="-122"/>
              </a:rPr>
              <a:t>6</a:t>
            </a:r>
            <a:r>
              <a:rPr kumimoji="0" lang="zh-CN" altLang="en-US" b="1" u="none" dirty="0">
                <a:solidFill>
                  <a:srgbClr val="000000"/>
                </a:solidFill>
                <a:latin typeface="宋体" panose="02010600030101010101" pitchFamily="2" charset="-122"/>
              </a:rPr>
              <a:t>，</a:t>
            </a:r>
            <a:r>
              <a:rPr kumimoji="0" lang="en-US" altLang="zh-CN" b="1" u="none" dirty="0">
                <a:solidFill>
                  <a:srgbClr val="000000"/>
                </a:solidFill>
                <a:latin typeface="宋体" panose="02010600030101010101" pitchFamily="2" charset="-122"/>
              </a:rPr>
              <a:t>7</a:t>
            </a:r>
            <a:r>
              <a:rPr kumimoji="0" lang="zh-CN" altLang="en-US" b="1" u="none" dirty="0">
                <a:solidFill>
                  <a:srgbClr val="000000"/>
                </a:solidFill>
                <a:latin typeface="宋体" panose="02010600030101010101" pitchFamily="2" charset="-122"/>
              </a:rPr>
              <a:t>，</a:t>
            </a:r>
            <a:r>
              <a:rPr kumimoji="0" lang="en-US" altLang="zh-CN" b="1" u="none" dirty="0">
                <a:solidFill>
                  <a:srgbClr val="000000"/>
                </a:solidFill>
                <a:latin typeface="宋体" panose="02010600030101010101" pitchFamily="2" charset="-122"/>
              </a:rPr>
              <a:t>8</a:t>
            </a:r>
            <a:r>
              <a:rPr kumimoji="0" lang="zh-CN" altLang="en-US" b="1" u="none" dirty="0">
                <a:solidFill>
                  <a:srgbClr val="000000"/>
                </a:solidFill>
                <a:latin typeface="宋体" panose="02010600030101010101" pitchFamily="2" charset="-122"/>
              </a:rPr>
              <a:t>，</a:t>
            </a:r>
            <a:r>
              <a:rPr kumimoji="0" lang="en-US" altLang="zh-CN" b="1" u="none" dirty="0">
                <a:solidFill>
                  <a:srgbClr val="000000"/>
                </a:solidFill>
                <a:latin typeface="宋体" panose="02010600030101010101" pitchFamily="2" charset="-122"/>
              </a:rPr>
              <a:t>9</a:t>
            </a:r>
          </a:p>
          <a:p>
            <a:pPr eaLnBrk="1" hangingPunct="1"/>
            <a:r>
              <a:rPr kumimoji="0" lang="en-US" altLang="zh-CN" b="1" u="none" dirty="0">
                <a:solidFill>
                  <a:srgbClr val="000000"/>
                </a:solidFill>
                <a:latin typeface="宋体" panose="02010600030101010101" pitchFamily="2" charset="-122"/>
              </a:rPr>
              <a:t>SUM    DB    ?</a:t>
            </a:r>
          </a:p>
          <a:p>
            <a:pPr eaLnBrk="1" hangingPunct="1"/>
            <a:r>
              <a:rPr kumimoji="0" lang="en-US" altLang="zh-CN" b="1" u="none" dirty="0">
                <a:solidFill>
                  <a:srgbClr val="000000"/>
                </a:solidFill>
                <a:latin typeface="宋体" panose="02010600030101010101" pitchFamily="2" charset="-122"/>
              </a:rPr>
              <a:t>COUNT  EQU   10</a:t>
            </a:r>
          </a:p>
          <a:p>
            <a:pPr eaLnBrk="1" hangingPunct="1"/>
            <a:r>
              <a:rPr kumimoji="0" lang="en-US" altLang="zh-CN" b="1" u="none" dirty="0">
                <a:solidFill>
                  <a:srgbClr val="000000"/>
                </a:solidFill>
                <a:latin typeface="宋体" panose="02010600030101010101" pitchFamily="2" charset="-122"/>
              </a:rPr>
              <a:t>       MOV   SI</a:t>
            </a:r>
            <a:r>
              <a:rPr kumimoji="0" lang="zh-CN" altLang="en-US" b="1" u="none" dirty="0">
                <a:solidFill>
                  <a:srgbClr val="000000"/>
                </a:solidFill>
                <a:latin typeface="宋体" panose="02010600030101010101" pitchFamily="2" charset="-122"/>
              </a:rPr>
              <a:t>，</a:t>
            </a:r>
            <a:r>
              <a:rPr kumimoji="0" lang="en-US" altLang="zh-CN" b="1" u="none" dirty="0">
                <a:solidFill>
                  <a:srgbClr val="000000"/>
                </a:solidFill>
                <a:latin typeface="宋体" panose="02010600030101010101" pitchFamily="2" charset="-122"/>
              </a:rPr>
              <a:t>OFFSET ARRAY</a:t>
            </a:r>
          </a:p>
          <a:p>
            <a:pPr eaLnBrk="1" hangingPunct="1"/>
            <a:r>
              <a:rPr kumimoji="0" lang="en-US" altLang="zh-CN" b="1" u="none" dirty="0">
                <a:solidFill>
                  <a:srgbClr val="000000"/>
                </a:solidFill>
                <a:latin typeface="宋体" panose="02010600030101010101" pitchFamily="2" charset="-122"/>
              </a:rPr>
              <a:t>       MOV   CX</a:t>
            </a:r>
            <a:r>
              <a:rPr kumimoji="0" lang="zh-CN" altLang="en-US" b="1" u="none" dirty="0">
                <a:solidFill>
                  <a:srgbClr val="000000"/>
                </a:solidFill>
                <a:latin typeface="宋体" panose="02010600030101010101" pitchFamily="2" charset="-122"/>
              </a:rPr>
              <a:t>，</a:t>
            </a:r>
            <a:r>
              <a:rPr kumimoji="0" lang="en-US" altLang="zh-CN" b="1" u="none" dirty="0">
                <a:solidFill>
                  <a:srgbClr val="000000"/>
                </a:solidFill>
                <a:latin typeface="宋体" panose="02010600030101010101" pitchFamily="2" charset="-122"/>
              </a:rPr>
              <a:t>COUNT</a:t>
            </a:r>
          </a:p>
          <a:p>
            <a:pPr eaLnBrk="1" hangingPunct="1"/>
            <a:r>
              <a:rPr kumimoji="0" lang="en-US" altLang="zh-CN" b="1" u="none" dirty="0">
                <a:solidFill>
                  <a:srgbClr val="000000"/>
                </a:solidFill>
                <a:latin typeface="宋体" panose="02010600030101010101" pitchFamily="2" charset="-122"/>
              </a:rPr>
              <a:t>       XOR   DL</a:t>
            </a:r>
            <a:r>
              <a:rPr kumimoji="0" lang="zh-CN" altLang="en-US" b="1" u="none" dirty="0">
                <a:solidFill>
                  <a:srgbClr val="000000"/>
                </a:solidFill>
                <a:latin typeface="宋体" panose="02010600030101010101" pitchFamily="2" charset="-122"/>
              </a:rPr>
              <a:t>，</a:t>
            </a:r>
            <a:r>
              <a:rPr kumimoji="0" lang="en-US" altLang="zh-CN" b="1" u="none" dirty="0">
                <a:solidFill>
                  <a:srgbClr val="000000"/>
                </a:solidFill>
                <a:latin typeface="宋体" panose="02010600030101010101" pitchFamily="2" charset="-122"/>
              </a:rPr>
              <a:t>DL</a:t>
            </a:r>
          </a:p>
          <a:p>
            <a:pPr eaLnBrk="1" hangingPunct="1"/>
            <a:r>
              <a:rPr kumimoji="0" lang="en-US" altLang="zh-CN" b="1" u="none" dirty="0">
                <a:solidFill>
                  <a:srgbClr val="000000"/>
                </a:solidFill>
                <a:latin typeface="宋体" panose="02010600030101010101" pitchFamily="2" charset="-122"/>
              </a:rPr>
              <a:t>NEXT:  ADD   DL</a:t>
            </a:r>
            <a:r>
              <a:rPr kumimoji="0" lang="zh-CN" altLang="en-US" b="1" u="none" dirty="0">
                <a:solidFill>
                  <a:srgbClr val="000000"/>
                </a:solidFill>
                <a:latin typeface="宋体" panose="02010600030101010101" pitchFamily="2" charset="-122"/>
              </a:rPr>
              <a:t>，</a:t>
            </a:r>
            <a:r>
              <a:rPr kumimoji="0" lang="en-US" altLang="zh-CN" b="1" u="none" dirty="0">
                <a:solidFill>
                  <a:srgbClr val="000000"/>
                </a:solidFill>
                <a:latin typeface="宋体" panose="02010600030101010101" pitchFamily="2" charset="-122"/>
              </a:rPr>
              <a:t>[SI]</a:t>
            </a:r>
          </a:p>
          <a:p>
            <a:pPr eaLnBrk="1" hangingPunct="1"/>
            <a:r>
              <a:rPr kumimoji="0" lang="en-US" altLang="zh-CN" b="1" u="none" dirty="0">
                <a:solidFill>
                  <a:srgbClr val="000000"/>
                </a:solidFill>
                <a:latin typeface="宋体" panose="02010600030101010101" pitchFamily="2" charset="-122"/>
              </a:rPr>
              <a:t>       INC   SI</a:t>
            </a:r>
          </a:p>
          <a:p>
            <a:pPr eaLnBrk="1" hangingPunct="1"/>
            <a:r>
              <a:rPr kumimoji="0" lang="en-US" altLang="zh-CN" b="1" u="none" dirty="0">
                <a:solidFill>
                  <a:srgbClr val="000000"/>
                </a:solidFill>
                <a:latin typeface="宋体" panose="02010600030101010101" pitchFamily="2" charset="-122"/>
              </a:rPr>
              <a:t>       LOOP  NEXT</a:t>
            </a:r>
          </a:p>
          <a:p>
            <a:pPr eaLnBrk="1" hangingPunct="1"/>
            <a:r>
              <a:rPr kumimoji="0" lang="en-US" altLang="zh-CN" b="1" u="none" dirty="0">
                <a:solidFill>
                  <a:srgbClr val="000000"/>
                </a:solidFill>
                <a:latin typeface="宋体" panose="02010600030101010101" pitchFamily="2" charset="-122"/>
              </a:rPr>
              <a:t>       MOV   SUM</a:t>
            </a:r>
            <a:r>
              <a:rPr kumimoji="0" lang="zh-CN" altLang="en-US" b="1" u="none" dirty="0">
                <a:solidFill>
                  <a:srgbClr val="000000"/>
                </a:solidFill>
                <a:latin typeface="宋体" panose="02010600030101010101" pitchFamily="2" charset="-122"/>
              </a:rPr>
              <a:t>，</a:t>
            </a:r>
            <a:r>
              <a:rPr kumimoji="0" lang="en-US" altLang="zh-CN" b="1" u="none" dirty="0">
                <a:solidFill>
                  <a:srgbClr val="000000"/>
                </a:solidFill>
                <a:latin typeface="宋体" panose="02010600030101010101" pitchFamily="2" charset="-122"/>
              </a:rPr>
              <a:t>DL</a:t>
            </a:r>
          </a:p>
          <a:p>
            <a:pPr eaLnBrk="1" hangingPunct="1"/>
            <a:br>
              <a:rPr kumimoji="0" lang="en-US" altLang="zh-CN" b="1" u="none" dirty="0">
                <a:solidFill>
                  <a:srgbClr val="000000"/>
                </a:solidFill>
                <a:latin typeface="宋体" panose="02010600030101010101" pitchFamily="2" charset="-122"/>
              </a:rPr>
            </a:br>
            <a:r>
              <a:rPr kumimoji="0" lang="zh-CN" altLang="en-US" b="1" u="none" dirty="0">
                <a:solidFill>
                  <a:srgbClr val="000000"/>
                </a:solidFill>
                <a:latin typeface="宋体" panose="02010600030101010101" pitchFamily="2" charset="-122"/>
              </a:rPr>
              <a:t>程序执行后，</a:t>
            </a:r>
            <a:r>
              <a:rPr kumimoji="0" lang="en-US" altLang="zh-CN" b="1" u="none" dirty="0">
                <a:solidFill>
                  <a:srgbClr val="000000"/>
                </a:solidFill>
                <a:latin typeface="宋体" panose="02010600030101010101" pitchFamily="2" charset="-122"/>
              </a:rPr>
              <a:t>SUM= </a:t>
            </a:r>
            <a:r>
              <a:rPr kumimoji="0" lang="en-US" altLang="zh-CN" sz="2000" b="1" u="none" dirty="0">
                <a:solidFill>
                  <a:srgbClr val="000000"/>
                </a:solidFill>
                <a:latin typeface="Arial" panose="020B0604020202020204" pitchFamily="34" charset="0"/>
              </a:rPr>
              <a:t>____________</a:t>
            </a:r>
            <a:r>
              <a:rPr kumimoji="0" lang="en-US" altLang="zh-CN" b="1" u="none" dirty="0">
                <a:solidFill>
                  <a:srgbClr val="000000"/>
                </a:solidFill>
                <a:latin typeface="宋体" panose="02010600030101010101" pitchFamily="2" charset="-122"/>
              </a:rPr>
              <a:t>,CX= </a:t>
            </a:r>
            <a:r>
              <a:rPr kumimoji="0" lang="en-US" altLang="zh-CN" sz="2000" b="1" u="none" dirty="0">
                <a:solidFill>
                  <a:srgbClr val="000000"/>
                </a:solidFill>
                <a:latin typeface="Arial" panose="020B0604020202020204" pitchFamily="34" charset="0"/>
              </a:rPr>
              <a:t>________</a:t>
            </a:r>
          </a:p>
        </p:txBody>
      </p:sp>
      <p:sp>
        <p:nvSpPr>
          <p:cNvPr id="746499" name="Text Box 3">
            <a:extLst>
              <a:ext uri="{FF2B5EF4-FFF2-40B4-BE49-F238E27FC236}">
                <a16:creationId xmlns:a16="http://schemas.microsoft.com/office/drawing/2014/main" id="{46B5E8CE-EE25-497C-8556-91989382F21C}"/>
              </a:ext>
            </a:extLst>
          </p:cNvPr>
          <p:cNvSpPr txBox="1">
            <a:spLocks noChangeArrowheads="1"/>
          </p:cNvSpPr>
          <p:nvPr/>
        </p:nvSpPr>
        <p:spPr bwMode="auto">
          <a:xfrm>
            <a:off x="3779838" y="5157788"/>
            <a:ext cx="2232025" cy="457200"/>
          </a:xfrm>
          <a:prstGeom prst="rect">
            <a:avLst/>
          </a:prstGeom>
          <a:noFill/>
          <a:ln>
            <a:noFill/>
          </a:ln>
          <a:effectLst/>
          <a:extLst>
            <a:ext uri="{909E8E84-426E-40DD-AFC4-6F175D3DCCD1}">
              <a14:hiddenFill xmlns:a14="http://schemas.microsoft.com/office/drawing/2010/main">
                <a:gradFill rotWithShape="0">
                  <a:gsLst>
                    <a:gs pos="0">
                      <a:srgbClr val="47182F"/>
                    </a:gs>
                    <a:gs pos="100000">
                      <a:srgbClr val="993366"/>
                    </a:gs>
                  </a:gsLst>
                  <a:lin ang="5400000" scaled="1"/>
                </a:gradFill>
              </a14:hiddenFill>
            </a:ext>
            <a:ext uri="{91240B29-F687-4F45-9708-019B960494DF}">
              <a14:hiddenLine xmlns:a14="http://schemas.microsoft.com/office/drawing/2010/main" w="9525" algn="ctr">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kumimoji="0" lang="en-US" altLang="zh-CN" b="1" u="none">
                <a:solidFill>
                  <a:srgbClr val="FF0000"/>
                </a:solidFill>
                <a:latin typeface="Arial" panose="020B0604020202020204" pitchFamily="34" charset="0"/>
              </a:rPr>
              <a:t>45</a:t>
            </a:r>
            <a:r>
              <a:rPr kumimoji="0" lang="zh-CN" altLang="en-US" b="1" u="none">
                <a:solidFill>
                  <a:srgbClr val="FF0000"/>
                </a:solidFill>
                <a:latin typeface="Arial" panose="020B0604020202020204" pitchFamily="34" charset="0"/>
              </a:rPr>
              <a:t>（或</a:t>
            </a:r>
            <a:r>
              <a:rPr kumimoji="0" lang="en-US" altLang="zh-CN" b="1" u="none">
                <a:solidFill>
                  <a:srgbClr val="FF0000"/>
                </a:solidFill>
                <a:latin typeface="Arial" panose="020B0604020202020204" pitchFamily="34" charset="0"/>
              </a:rPr>
              <a:t>2DH</a:t>
            </a:r>
            <a:r>
              <a:rPr kumimoji="0" lang="zh-CN" altLang="en-US" b="1" u="none">
                <a:solidFill>
                  <a:srgbClr val="FF0000"/>
                </a:solidFill>
                <a:latin typeface="Arial" panose="020B0604020202020204" pitchFamily="34" charset="0"/>
              </a:rPr>
              <a:t>）</a:t>
            </a:r>
          </a:p>
        </p:txBody>
      </p:sp>
      <p:sp>
        <p:nvSpPr>
          <p:cNvPr id="746500" name="Text Box 4">
            <a:extLst>
              <a:ext uri="{FF2B5EF4-FFF2-40B4-BE49-F238E27FC236}">
                <a16:creationId xmlns:a16="http://schemas.microsoft.com/office/drawing/2014/main" id="{49D9C9AF-832A-4E30-AAD5-146CCB4589C0}"/>
              </a:ext>
            </a:extLst>
          </p:cNvPr>
          <p:cNvSpPr txBox="1">
            <a:spLocks noChangeArrowheads="1"/>
          </p:cNvSpPr>
          <p:nvPr/>
        </p:nvSpPr>
        <p:spPr bwMode="auto">
          <a:xfrm>
            <a:off x="6084888" y="5157788"/>
            <a:ext cx="2232025" cy="457200"/>
          </a:xfrm>
          <a:prstGeom prst="rect">
            <a:avLst/>
          </a:prstGeom>
          <a:noFill/>
          <a:ln>
            <a:noFill/>
          </a:ln>
          <a:effectLst/>
          <a:extLst>
            <a:ext uri="{909E8E84-426E-40DD-AFC4-6F175D3DCCD1}">
              <a14:hiddenFill xmlns:a14="http://schemas.microsoft.com/office/drawing/2010/main">
                <a:gradFill rotWithShape="0">
                  <a:gsLst>
                    <a:gs pos="0">
                      <a:srgbClr val="47182F"/>
                    </a:gs>
                    <a:gs pos="100000">
                      <a:srgbClr val="993366"/>
                    </a:gs>
                  </a:gsLst>
                  <a:lin ang="5400000" scaled="1"/>
                </a:gradFill>
              </a14:hiddenFill>
            </a:ext>
            <a:ext uri="{91240B29-F687-4F45-9708-019B960494DF}">
              <a14:hiddenLine xmlns:a14="http://schemas.microsoft.com/office/drawing/2010/main" w="9525" algn="ctr">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kumimoji="0" lang="en-US" altLang="zh-CN" b="1" u="none">
                <a:solidFill>
                  <a:srgbClr val="FF0000"/>
                </a:solidFill>
                <a:latin typeface="Arial" panose="020B0604020202020204" pitchFamily="34" charset="0"/>
              </a:rPr>
              <a:t>0H</a:t>
            </a:r>
            <a:r>
              <a:rPr kumimoji="0" lang="zh-CN" altLang="en-US" b="1" u="none">
                <a:solidFill>
                  <a:srgbClr val="FF0000"/>
                </a:solidFill>
                <a:latin typeface="Arial" panose="020B0604020202020204" pitchFamily="34" charset="0"/>
              </a:rPr>
              <a:t>（或</a:t>
            </a:r>
            <a:r>
              <a:rPr kumimoji="0" lang="en-US" altLang="zh-CN" b="1" u="none">
                <a:solidFill>
                  <a:srgbClr val="FF0000"/>
                </a:solidFill>
                <a:latin typeface="Arial" panose="020B0604020202020204" pitchFamily="34" charset="0"/>
              </a:rPr>
              <a:t>0</a:t>
            </a:r>
            <a:r>
              <a:rPr kumimoji="0" lang="zh-CN" altLang="en-US" b="1" u="none">
                <a:solidFill>
                  <a:srgbClr val="FF0000"/>
                </a:solidFill>
                <a:latin typeface="Arial" panose="020B0604020202020204" pitchFamily="34" charset="0"/>
              </a:rPr>
              <a:t>）</a:t>
            </a:r>
          </a:p>
        </p:txBody>
      </p:sp>
    </p:spTree>
    <p:custDataLst>
      <p:tags r:id="rId1"/>
    </p:custDataLst>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46499"/>
                                        </p:tgtEl>
                                        <p:attrNameLst>
                                          <p:attrName>style.visibility</p:attrName>
                                        </p:attrNameLst>
                                      </p:cBhvr>
                                      <p:to>
                                        <p:strVal val="visible"/>
                                      </p:to>
                                    </p:set>
                                    <p:anim calcmode="lin" valueType="num">
                                      <p:cBhvr additive="base">
                                        <p:cTn id="7" dur="500" fill="hold"/>
                                        <p:tgtEl>
                                          <p:spTgt spid="746499"/>
                                        </p:tgtEl>
                                        <p:attrNameLst>
                                          <p:attrName>ppt_x</p:attrName>
                                        </p:attrNameLst>
                                      </p:cBhvr>
                                      <p:tavLst>
                                        <p:tav tm="0">
                                          <p:val>
                                            <p:strVal val="#ppt_x"/>
                                          </p:val>
                                        </p:tav>
                                        <p:tav tm="100000">
                                          <p:val>
                                            <p:strVal val="#ppt_x"/>
                                          </p:val>
                                        </p:tav>
                                      </p:tavLst>
                                    </p:anim>
                                    <p:anim calcmode="lin" valueType="num">
                                      <p:cBhvr additive="base">
                                        <p:cTn id="8" dur="500" fill="hold"/>
                                        <p:tgtEl>
                                          <p:spTgt spid="746499"/>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46500"/>
                                        </p:tgtEl>
                                        <p:attrNameLst>
                                          <p:attrName>style.visibility</p:attrName>
                                        </p:attrNameLst>
                                      </p:cBhvr>
                                      <p:to>
                                        <p:strVal val="visible"/>
                                      </p:to>
                                    </p:set>
                                    <p:anim calcmode="lin" valueType="num">
                                      <p:cBhvr additive="base">
                                        <p:cTn id="13" dur="500" fill="hold"/>
                                        <p:tgtEl>
                                          <p:spTgt spid="746500"/>
                                        </p:tgtEl>
                                        <p:attrNameLst>
                                          <p:attrName>ppt_x</p:attrName>
                                        </p:attrNameLst>
                                      </p:cBhvr>
                                      <p:tavLst>
                                        <p:tav tm="0">
                                          <p:val>
                                            <p:strVal val="#ppt_x"/>
                                          </p:val>
                                        </p:tav>
                                        <p:tav tm="100000">
                                          <p:val>
                                            <p:strVal val="#ppt_x"/>
                                          </p:val>
                                        </p:tav>
                                      </p:tavLst>
                                    </p:anim>
                                    <p:anim calcmode="lin" valueType="num">
                                      <p:cBhvr additive="base">
                                        <p:cTn id="14" dur="500" fill="hold"/>
                                        <p:tgtEl>
                                          <p:spTgt spid="74650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6499" grpId="0"/>
      <p:bldP spid="746500"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灯片编号占位符 6">
            <a:extLst>
              <a:ext uri="{FF2B5EF4-FFF2-40B4-BE49-F238E27FC236}">
                <a16:creationId xmlns:a16="http://schemas.microsoft.com/office/drawing/2014/main" id="{2094ADFD-2C48-4945-8236-4BC9C26793EE}"/>
              </a:ext>
            </a:extLst>
          </p:cNvPr>
          <p:cNvSpPr>
            <a:spLocks noGrp="1"/>
          </p:cNvSpPr>
          <p:nvPr>
            <p:ph type="sldNum" sz="quarter" idx="12"/>
          </p:nvPr>
        </p:nvSpPr>
        <p:spPr>
          <a:noFill/>
        </p:spPr>
        <p:txBody>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fld id="{8FBC2426-DA36-4C3D-8FBD-11919B22E1A8}" type="slidenum">
              <a:rPr kumimoji="0" lang="en-US" altLang="zh-CN" sz="1400" u="none" smtClean="0">
                <a:solidFill>
                  <a:srgbClr val="000000"/>
                </a:solidFill>
                <a:latin typeface="Arial" panose="020B0604020202020204" pitchFamily="34" charset="0"/>
              </a:rPr>
              <a:pPr/>
              <a:t>68</a:t>
            </a:fld>
            <a:endParaRPr kumimoji="0" lang="en-US" altLang="zh-CN" sz="1400" u="none">
              <a:solidFill>
                <a:srgbClr val="000000"/>
              </a:solidFill>
              <a:latin typeface="Arial" panose="020B0604020202020204" pitchFamily="34" charset="0"/>
            </a:endParaRPr>
          </a:p>
        </p:txBody>
      </p:sp>
      <p:sp>
        <p:nvSpPr>
          <p:cNvPr id="75779" name="Rectangle 2">
            <a:extLst>
              <a:ext uri="{FF2B5EF4-FFF2-40B4-BE49-F238E27FC236}">
                <a16:creationId xmlns:a16="http://schemas.microsoft.com/office/drawing/2014/main" id="{25E47996-7E0C-4739-AEC2-49D1845DA80F}"/>
              </a:ext>
            </a:extLst>
          </p:cNvPr>
          <p:cNvSpPr>
            <a:spLocks noChangeArrowheads="1"/>
          </p:cNvSpPr>
          <p:nvPr/>
        </p:nvSpPr>
        <p:spPr bwMode="auto">
          <a:xfrm>
            <a:off x="1116013" y="1362075"/>
            <a:ext cx="7434262" cy="3048000"/>
          </a:xfrm>
          <a:prstGeom prst="rect">
            <a:avLst/>
          </a:prstGeom>
          <a:noFill/>
          <a:ln>
            <a:noFill/>
          </a:ln>
          <a:effectLst/>
          <a:extLst>
            <a:ext uri="{909E8E84-426E-40DD-AFC4-6F175D3DCCD1}">
              <a14:hiddenFill xmlns:a14="http://schemas.microsoft.com/office/drawing/2010/main">
                <a:gradFill rotWithShape="0">
                  <a:gsLst>
                    <a:gs pos="0">
                      <a:srgbClr val="47182F"/>
                    </a:gs>
                    <a:gs pos="100000">
                      <a:srgbClr val="993366"/>
                    </a:gs>
                  </a:gsLst>
                  <a:lin ang="5400000" scaled="1"/>
                </a:gradFill>
              </a14:hiddenFill>
            </a:ext>
            <a:ext uri="{91240B29-F687-4F45-9708-019B960494DF}">
              <a14:hiddenLine xmlns:a14="http://schemas.microsoft.com/office/drawing/2010/main" w="9525" algn="ctr">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eaLnBrk="1" hangingPunct="1"/>
            <a:r>
              <a:rPr kumimoji="0" lang="en-US" altLang="zh-CN" b="1" u="none" dirty="0">
                <a:solidFill>
                  <a:srgbClr val="FF0000"/>
                </a:solidFill>
                <a:latin typeface="宋体" panose="02010600030101010101" pitchFamily="2" charset="-122"/>
              </a:rPr>
              <a:t>2025-6</a:t>
            </a:r>
            <a:r>
              <a:rPr kumimoji="0" lang="en-US" altLang="zh-CN" b="1" u="none" dirty="0">
                <a:solidFill>
                  <a:srgbClr val="000000"/>
                </a:solidFill>
                <a:latin typeface="宋体" panose="02010600030101010101" pitchFamily="2" charset="-122"/>
              </a:rPr>
              <a:t>. </a:t>
            </a:r>
            <a:r>
              <a:rPr kumimoji="0" lang="zh-CN" altLang="en-US" b="1" u="none" dirty="0">
                <a:solidFill>
                  <a:srgbClr val="000000"/>
                </a:solidFill>
                <a:latin typeface="宋体" panose="02010600030101010101" pitchFamily="2" charset="-122"/>
              </a:rPr>
              <a:t>有程序如下：</a:t>
            </a:r>
          </a:p>
          <a:p>
            <a:pPr eaLnBrk="1" hangingPunct="1"/>
            <a:r>
              <a:rPr kumimoji="0" lang="zh-CN" altLang="en-US" b="1" u="none" dirty="0">
                <a:solidFill>
                  <a:srgbClr val="000000"/>
                </a:solidFill>
                <a:latin typeface="宋体" panose="02010600030101010101" pitchFamily="2" charset="-122"/>
              </a:rPr>
              <a:t>         </a:t>
            </a:r>
            <a:r>
              <a:rPr kumimoji="0" lang="en-US" altLang="zh-CN" b="1" u="none" dirty="0">
                <a:solidFill>
                  <a:srgbClr val="000000"/>
                </a:solidFill>
                <a:latin typeface="宋体" panose="02010600030101010101" pitchFamily="2" charset="-122"/>
              </a:rPr>
              <a:t>MOV  AL</a:t>
            </a:r>
            <a:r>
              <a:rPr kumimoji="0" lang="zh-CN" altLang="en-US" b="1" u="none" dirty="0">
                <a:solidFill>
                  <a:srgbClr val="000000"/>
                </a:solidFill>
                <a:latin typeface="宋体" panose="02010600030101010101" pitchFamily="2" charset="-122"/>
              </a:rPr>
              <a:t>，</a:t>
            </a:r>
            <a:r>
              <a:rPr kumimoji="0" lang="en-US" altLang="zh-CN" b="1" u="none" dirty="0">
                <a:solidFill>
                  <a:srgbClr val="000000"/>
                </a:solidFill>
                <a:latin typeface="宋体" panose="02010600030101010101" pitchFamily="2" charset="-122"/>
              </a:rPr>
              <a:t>7EH</a:t>
            </a:r>
          </a:p>
          <a:p>
            <a:pPr eaLnBrk="1" hangingPunct="1"/>
            <a:r>
              <a:rPr kumimoji="0" lang="en-US" altLang="zh-CN" b="1" u="none" dirty="0">
                <a:solidFill>
                  <a:srgbClr val="000000"/>
                </a:solidFill>
                <a:latin typeface="宋体" panose="02010600030101010101" pitchFamily="2" charset="-122"/>
              </a:rPr>
              <a:t>         MOV  BL</a:t>
            </a:r>
            <a:r>
              <a:rPr kumimoji="0" lang="zh-CN" altLang="en-US" b="1" u="none" dirty="0">
                <a:solidFill>
                  <a:srgbClr val="000000"/>
                </a:solidFill>
                <a:latin typeface="宋体" panose="02010600030101010101" pitchFamily="2" charset="-122"/>
              </a:rPr>
              <a:t>，</a:t>
            </a:r>
            <a:r>
              <a:rPr kumimoji="0" lang="en-US" altLang="zh-CN" b="1" u="none" dirty="0">
                <a:solidFill>
                  <a:srgbClr val="000000"/>
                </a:solidFill>
                <a:latin typeface="宋体" panose="02010600030101010101" pitchFamily="2" charset="-122"/>
              </a:rPr>
              <a:t>5BH</a:t>
            </a:r>
          </a:p>
          <a:p>
            <a:pPr eaLnBrk="1" hangingPunct="1"/>
            <a:r>
              <a:rPr kumimoji="0" lang="en-US" altLang="zh-CN" b="1" u="none" dirty="0">
                <a:solidFill>
                  <a:srgbClr val="000000"/>
                </a:solidFill>
                <a:latin typeface="宋体" panose="02010600030101010101" pitchFamily="2" charset="-122"/>
              </a:rPr>
              <a:t>         ADD  AL</a:t>
            </a:r>
            <a:r>
              <a:rPr kumimoji="0" lang="zh-CN" altLang="en-US" b="1" u="none" dirty="0">
                <a:solidFill>
                  <a:srgbClr val="000000"/>
                </a:solidFill>
                <a:latin typeface="宋体" panose="02010600030101010101" pitchFamily="2" charset="-122"/>
              </a:rPr>
              <a:t>，</a:t>
            </a:r>
            <a:r>
              <a:rPr kumimoji="0" lang="en-US" altLang="zh-CN" b="1" u="none" dirty="0">
                <a:solidFill>
                  <a:srgbClr val="000000"/>
                </a:solidFill>
                <a:latin typeface="宋体" panose="02010600030101010101" pitchFamily="2" charset="-122"/>
              </a:rPr>
              <a:t>BL</a:t>
            </a:r>
          </a:p>
          <a:p>
            <a:pPr eaLnBrk="1" hangingPunct="1"/>
            <a:endParaRPr kumimoji="0" lang="en-US" altLang="zh-CN" b="1" u="none" dirty="0">
              <a:solidFill>
                <a:srgbClr val="000000"/>
              </a:solidFill>
              <a:latin typeface="宋体" panose="02010600030101010101" pitchFamily="2" charset="-122"/>
            </a:endParaRPr>
          </a:p>
          <a:p>
            <a:pPr eaLnBrk="1" hangingPunct="1"/>
            <a:r>
              <a:rPr kumimoji="0" lang="zh-CN" altLang="en-US" b="1" u="none" dirty="0">
                <a:solidFill>
                  <a:srgbClr val="000000"/>
                </a:solidFill>
                <a:latin typeface="宋体" panose="02010600030101010101" pitchFamily="2" charset="-122"/>
              </a:rPr>
              <a:t>程序运行后，</a:t>
            </a:r>
            <a:r>
              <a:rPr kumimoji="0" lang="en-US" altLang="zh-CN" b="1" u="none" dirty="0">
                <a:solidFill>
                  <a:srgbClr val="000000"/>
                </a:solidFill>
                <a:latin typeface="宋体" panose="02010600030101010101" pitchFamily="2" charset="-122"/>
              </a:rPr>
              <a:t>AL= </a:t>
            </a:r>
            <a:r>
              <a:rPr kumimoji="0" lang="en-US" altLang="zh-CN" sz="2000" b="1" u="none" dirty="0">
                <a:solidFill>
                  <a:srgbClr val="000000"/>
                </a:solidFill>
                <a:latin typeface="Arial" panose="020B0604020202020204" pitchFamily="34" charset="0"/>
              </a:rPr>
              <a:t>______________</a:t>
            </a:r>
            <a:r>
              <a:rPr kumimoji="0" lang="en-US" altLang="zh-CN" b="1" u="none" dirty="0">
                <a:solidFill>
                  <a:srgbClr val="000000"/>
                </a:solidFill>
                <a:latin typeface="宋体" panose="02010600030101010101" pitchFamily="2" charset="-122"/>
              </a:rPr>
              <a:t> OF=</a:t>
            </a:r>
            <a:r>
              <a:rPr kumimoji="0" lang="en-US" altLang="zh-CN" sz="2000" b="1" u="none" dirty="0">
                <a:solidFill>
                  <a:srgbClr val="000000"/>
                </a:solidFill>
                <a:latin typeface="Arial" panose="020B0604020202020204" pitchFamily="34" charset="0"/>
              </a:rPr>
              <a:t>______________</a:t>
            </a:r>
            <a:r>
              <a:rPr kumimoji="0" lang="en-US" altLang="zh-CN" b="1" u="none" dirty="0">
                <a:solidFill>
                  <a:srgbClr val="000000"/>
                </a:solidFill>
                <a:latin typeface="宋体" panose="02010600030101010101" pitchFamily="2" charset="-122"/>
              </a:rPr>
              <a:t> </a:t>
            </a:r>
          </a:p>
          <a:p>
            <a:pPr eaLnBrk="1" hangingPunct="1"/>
            <a:endParaRPr kumimoji="0" lang="en-US" altLang="zh-CN" b="1" u="none" dirty="0">
              <a:solidFill>
                <a:srgbClr val="000000"/>
              </a:solidFill>
              <a:latin typeface="宋体" panose="02010600030101010101" pitchFamily="2" charset="-122"/>
            </a:endParaRPr>
          </a:p>
          <a:p>
            <a:pPr eaLnBrk="1" hangingPunct="1"/>
            <a:r>
              <a:rPr kumimoji="0" lang="en-US" altLang="zh-CN" b="1" u="none" dirty="0">
                <a:solidFill>
                  <a:srgbClr val="000000"/>
                </a:solidFill>
                <a:latin typeface="宋体" panose="02010600030101010101" pitchFamily="2" charset="-122"/>
              </a:rPr>
              <a:t>            SF= </a:t>
            </a:r>
            <a:r>
              <a:rPr kumimoji="0" lang="en-US" altLang="zh-CN" sz="2000" b="1" u="none" dirty="0">
                <a:solidFill>
                  <a:srgbClr val="000000"/>
                </a:solidFill>
                <a:latin typeface="Arial" panose="020B0604020202020204" pitchFamily="34" charset="0"/>
              </a:rPr>
              <a:t>______________</a:t>
            </a:r>
            <a:r>
              <a:rPr kumimoji="0" lang="en-US" altLang="zh-CN" b="1" u="none" dirty="0">
                <a:solidFill>
                  <a:srgbClr val="000000"/>
                </a:solidFill>
                <a:latin typeface="宋体" panose="02010600030101010101" pitchFamily="2" charset="-122"/>
              </a:rPr>
              <a:t> CF=</a:t>
            </a:r>
            <a:r>
              <a:rPr kumimoji="0" lang="en-US" altLang="zh-CN" sz="2000" b="1" u="none" dirty="0">
                <a:solidFill>
                  <a:srgbClr val="000000"/>
                </a:solidFill>
                <a:latin typeface="Arial" panose="020B0604020202020204" pitchFamily="34" charset="0"/>
              </a:rPr>
              <a:t>______________</a:t>
            </a:r>
          </a:p>
        </p:txBody>
      </p:sp>
      <p:sp>
        <p:nvSpPr>
          <p:cNvPr id="747523" name="Text Box 3">
            <a:extLst>
              <a:ext uri="{FF2B5EF4-FFF2-40B4-BE49-F238E27FC236}">
                <a16:creationId xmlns:a16="http://schemas.microsoft.com/office/drawing/2014/main" id="{37CA7D91-E4F5-4EC0-9B77-8C1FEFB5DB4B}"/>
              </a:ext>
            </a:extLst>
          </p:cNvPr>
          <p:cNvSpPr txBox="1">
            <a:spLocks noChangeArrowheads="1"/>
          </p:cNvSpPr>
          <p:nvPr/>
        </p:nvSpPr>
        <p:spPr bwMode="auto">
          <a:xfrm>
            <a:off x="3563938" y="3141663"/>
            <a:ext cx="2232025" cy="457200"/>
          </a:xfrm>
          <a:prstGeom prst="rect">
            <a:avLst/>
          </a:prstGeom>
          <a:noFill/>
          <a:ln>
            <a:noFill/>
          </a:ln>
          <a:effectLst/>
          <a:extLst>
            <a:ext uri="{909E8E84-426E-40DD-AFC4-6F175D3DCCD1}">
              <a14:hiddenFill xmlns:a14="http://schemas.microsoft.com/office/drawing/2010/main">
                <a:gradFill rotWithShape="0">
                  <a:gsLst>
                    <a:gs pos="0">
                      <a:srgbClr val="47182F"/>
                    </a:gs>
                    <a:gs pos="100000">
                      <a:srgbClr val="993366"/>
                    </a:gs>
                  </a:gsLst>
                  <a:lin ang="5400000" scaled="1"/>
                </a:gradFill>
              </a14:hiddenFill>
            </a:ext>
            <a:ext uri="{91240B29-F687-4F45-9708-019B960494DF}">
              <a14:hiddenLine xmlns:a14="http://schemas.microsoft.com/office/drawing/2010/main" w="9525" algn="ctr">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kumimoji="0" lang="en-US" altLang="zh-CN" b="1" u="none">
                <a:solidFill>
                  <a:srgbClr val="FF0000"/>
                </a:solidFill>
                <a:latin typeface="Arial" panose="020B0604020202020204" pitchFamily="34" charset="0"/>
              </a:rPr>
              <a:t>D9H</a:t>
            </a:r>
          </a:p>
        </p:txBody>
      </p:sp>
      <p:sp>
        <p:nvSpPr>
          <p:cNvPr id="747524" name="Text Box 4">
            <a:extLst>
              <a:ext uri="{FF2B5EF4-FFF2-40B4-BE49-F238E27FC236}">
                <a16:creationId xmlns:a16="http://schemas.microsoft.com/office/drawing/2014/main" id="{5240940E-24AF-4F4C-A357-22EC4E28647E}"/>
              </a:ext>
            </a:extLst>
          </p:cNvPr>
          <p:cNvSpPr txBox="1">
            <a:spLocks noChangeArrowheads="1"/>
          </p:cNvSpPr>
          <p:nvPr/>
        </p:nvSpPr>
        <p:spPr bwMode="auto">
          <a:xfrm>
            <a:off x="6156325" y="3141663"/>
            <a:ext cx="2232025" cy="457200"/>
          </a:xfrm>
          <a:prstGeom prst="rect">
            <a:avLst/>
          </a:prstGeom>
          <a:noFill/>
          <a:ln>
            <a:noFill/>
          </a:ln>
          <a:effectLst/>
          <a:extLst>
            <a:ext uri="{909E8E84-426E-40DD-AFC4-6F175D3DCCD1}">
              <a14:hiddenFill xmlns:a14="http://schemas.microsoft.com/office/drawing/2010/main">
                <a:gradFill rotWithShape="0">
                  <a:gsLst>
                    <a:gs pos="0">
                      <a:srgbClr val="47182F"/>
                    </a:gs>
                    <a:gs pos="100000">
                      <a:srgbClr val="993366"/>
                    </a:gs>
                  </a:gsLst>
                  <a:lin ang="5400000" scaled="1"/>
                </a:gradFill>
              </a14:hiddenFill>
            </a:ext>
            <a:ext uri="{91240B29-F687-4F45-9708-019B960494DF}">
              <a14:hiddenLine xmlns:a14="http://schemas.microsoft.com/office/drawing/2010/main" w="9525" algn="ctr">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kumimoji="0" lang="en-US" altLang="zh-CN" b="1" u="none">
                <a:solidFill>
                  <a:srgbClr val="FF0000"/>
                </a:solidFill>
                <a:latin typeface="Arial" panose="020B0604020202020204" pitchFamily="34" charset="0"/>
              </a:rPr>
              <a:t>1</a:t>
            </a:r>
          </a:p>
        </p:txBody>
      </p:sp>
      <p:sp>
        <p:nvSpPr>
          <p:cNvPr id="747525" name="Text Box 5">
            <a:extLst>
              <a:ext uri="{FF2B5EF4-FFF2-40B4-BE49-F238E27FC236}">
                <a16:creationId xmlns:a16="http://schemas.microsoft.com/office/drawing/2014/main" id="{285BF9EA-E95A-42E3-99A9-7C3C376C9176}"/>
              </a:ext>
            </a:extLst>
          </p:cNvPr>
          <p:cNvSpPr txBox="1">
            <a:spLocks noChangeArrowheads="1"/>
          </p:cNvSpPr>
          <p:nvPr/>
        </p:nvSpPr>
        <p:spPr bwMode="auto">
          <a:xfrm>
            <a:off x="3492500" y="3860800"/>
            <a:ext cx="2232025" cy="457200"/>
          </a:xfrm>
          <a:prstGeom prst="rect">
            <a:avLst/>
          </a:prstGeom>
          <a:noFill/>
          <a:ln>
            <a:noFill/>
          </a:ln>
          <a:effectLst/>
          <a:extLst>
            <a:ext uri="{909E8E84-426E-40DD-AFC4-6F175D3DCCD1}">
              <a14:hiddenFill xmlns:a14="http://schemas.microsoft.com/office/drawing/2010/main">
                <a:gradFill rotWithShape="0">
                  <a:gsLst>
                    <a:gs pos="0">
                      <a:srgbClr val="47182F"/>
                    </a:gs>
                    <a:gs pos="100000">
                      <a:srgbClr val="993366"/>
                    </a:gs>
                  </a:gsLst>
                  <a:lin ang="5400000" scaled="1"/>
                </a:gradFill>
              </a14:hiddenFill>
            </a:ext>
            <a:ext uri="{91240B29-F687-4F45-9708-019B960494DF}">
              <a14:hiddenLine xmlns:a14="http://schemas.microsoft.com/office/drawing/2010/main" w="9525" algn="ctr">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kumimoji="0" lang="en-US" altLang="zh-CN" b="1" u="none">
                <a:solidFill>
                  <a:srgbClr val="FF0000"/>
                </a:solidFill>
                <a:latin typeface="Arial" panose="020B0604020202020204" pitchFamily="34" charset="0"/>
              </a:rPr>
              <a:t>1</a:t>
            </a:r>
          </a:p>
        </p:txBody>
      </p:sp>
      <p:sp>
        <p:nvSpPr>
          <p:cNvPr id="747526" name="Text Box 6">
            <a:extLst>
              <a:ext uri="{FF2B5EF4-FFF2-40B4-BE49-F238E27FC236}">
                <a16:creationId xmlns:a16="http://schemas.microsoft.com/office/drawing/2014/main" id="{F0001411-C41B-4213-88FE-9D1215C9EAFA}"/>
              </a:ext>
            </a:extLst>
          </p:cNvPr>
          <p:cNvSpPr txBox="1">
            <a:spLocks noChangeArrowheads="1"/>
          </p:cNvSpPr>
          <p:nvPr/>
        </p:nvSpPr>
        <p:spPr bwMode="auto">
          <a:xfrm>
            <a:off x="6156325" y="3860800"/>
            <a:ext cx="2232025" cy="457200"/>
          </a:xfrm>
          <a:prstGeom prst="rect">
            <a:avLst/>
          </a:prstGeom>
          <a:noFill/>
          <a:ln>
            <a:noFill/>
          </a:ln>
          <a:effectLst/>
          <a:extLst>
            <a:ext uri="{909E8E84-426E-40DD-AFC4-6F175D3DCCD1}">
              <a14:hiddenFill xmlns:a14="http://schemas.microsoft.com/office/drawing/2010/main">
                <a:gradFill rotWithShape="0">
                  <a:gsLst>
                    <a:gs pos="0">
                      <a:srgbClr val="47182F"/>
                    </a:gs>
                    <a:gs pos="100000">
                      <a:srgbClr val="993366"/>
                    </a:gs>
                  </a:gsLst>
                  <a:lin ang="5400000" scaled="1"/>
                </a:gradFill>
              </a14:hiddenFill>
            </a:ext>
            <a:ext uri="{91240B29-F687-4F45-9708-019B960494DF}">
              <a14:hiddenLine xmlns:a14="http://schemas.microsoft.com/office/drawing/2010/main" w="9525" algn="ctr">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kumimoji="0" lang="en-US" altLang="zh-CN" b="1" u="none">
                <a:solidFill>
                  <a:srgbClr val="FF0000"/>
                </a:solidFill>
                <a:latin typeface="Arial" panose="020B0604020202020204" pitchFamily="34" charset="0"/>
              </a:rPr>
              <a:t>0</a:t>
            </a:r>
          </a:p>
        </p:txBody>
      </p:sp>
    </p:spTree>
    <p:custDataLst>
      <p:tags r:id="rId1"/>
    </p:custDataLst>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47523"/>
                                        </p:tgtEl>
                                        <p:attrNameLst>
                                          <p:attrName>style.visibility</p:attrName>
                                        </p:attrNameLst>
                                      </p:cBhvr>
                                      <p:to>
                                        <p:strVal val="visible"/>
                                      </p:to>
                                    </p:set>
                                    <p:anim calcmode="lin" valueType="num">
                                      <p:cBhvr additive="base">
                                        <p:cTn id="7" dur="500" fill="hold"/>
                                        <p:tgtEl>
                                          <p:spTgt spid="747523"/>
                                        </p:tgtEl>
                                        <p:attrNameLst>
                                          <p:attrName>ppt_x</p:attrName>
                                        </p:attrNameLst>
                                      </p:cBhvr>
                                      <p:tavLst>
                                        <p:tav tm="0">
                                          <p:val>
                                            <p:strVal val="#ppt_x"/>
                                          </p:val>
                                        </p:tav>
                                        <p:tav tm="100000">
                                          <p:val>
                                            <p:strVal val="#ppt_x"/>
                                          </p:val>
                                        </p:tav>
                                      </p:tavLst>
                                    </p:anim>
                                    <p:anim calcmode="lin" valueType="num">
                                      <p:cBhvr additive="base">
                                        <p:cTn id="8" dur="500" fill="hold"/>
                                        <p:tgtEl>
                                          <p:spTgt spid="747523"/>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47524"/>
                                        </p:tgtEl>
                                        <p:attrNameLst>
                                          <p:attrName>style.visibility</p:attrName>
                                        </p:attrNameLst>
                                      </p:cBhvr>
                                      <p:to>
                                        <p:strVal val="visible"/>
                                      </p:to>
                                    </p:set>
                                    <p:anim calcmode="lin" valueType="num">
                                      <p:cBhvr additive="base">
                                        <p:cTn id="13" dur="500" fill="hold"/>
                                        <p:tgtEl>
                                          <p:spTgt spid="747524"/>
                                        </p:tgtEl>
                                        <p:attrNameLst>
                                          <p:attrName>ppt_x</p:attrName>
                                        </p:attrNameLst>
                                      </p:cBhvr>
                                      <p:tavLst>
                                        <p:tav tm="0">
                                          <p:val>
                                            <p:strVal val="#ppt_x"/>
                                          </p:val>
                                        </p:tav>
                                        <p:tav tm="100000">
                                          <p:val>
                                            <p:strVal val="#ppt_x"/>
                                          </p:val>
                                        </p:tav>
                                      </p:tavLst>
                                    </p:anim>
                                    <p:anim calcmode="lin" valueType="num">
                                      <p:cBhvr additive="base">
                                        <p:cTn id="14" dur="500" fill="hold"/>
                                        <p:tgtEl>
                                          <p:spTgt spid="747524"/>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47525"/>
                                        </p:tgtEl>
                                        <p:attrNameLst>
                                          <p:attrName>style.visibility</p:attrName>
                                        </p:attrNameLst>
                                      </p:cBhvr>
                                      <p:to>
                                        <p:strVal val="visible"/>
                                      </p:to>
                                    </p:set>
                                    <p:anim calcmode="lin" valueType="num">
                                      <p:cBhvr additive="base">
                                        <p:cTn id="19" dur="500" fill="hold"/>
                                        <p:tgtEl>
                                          <p:spTgt spid="747525"/>
                                        </p:tgtEl>
                                        <p:attrNameLst>
                                          <p:attrName>ppt_x</p:attrName>
                                        </p:attrNameLst>
                                      </p:cBhvr>
                                      <p:tavLst>
                                        <p:tav tm="0">
                                          <p:val>
                                            <p:strVal val="#ppt_x"/>
                                          </p:val>
                                        </p:tav>
                                        <p:tav tm="100000">
                                          <p:val>
                                            <p:strVal val="#ppt_x"/>
                                          </p:val>
                                        </p:tav>
                                      </p:tavLst>
                                    </p:anim>
                                    <p:anim calcmode="lin" valueType="num">
                                      <p:cBhvr additive="base">
                                        <p:cTn id="20" dur="500" fill="hold"/>
                                        <p:tgtEl>
                                          <p:spTgt spid="747525"/>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47526"/>
                                        </p:tgtEl>
                                        <p:attrNameLst>
                                          <p:attrName>style.visibility</p:attrName>
                                        </p:attrNameLst>
                                      </p:cBhvr>
                                      <p:to>
                                        <p:strVal val="visible"/>
                                      </p:to>
                                    </p:set>
                                    <p:anim calcmode="lin" valueType="num">
                                      <p:cBhvr additive="base">
                                        <p:cTn id="25" dur="500" fill="hold"/>
                                        <p:tgtEl>
                                          <p:spTgt spid="747526"/>
                                        </p:tgtEl>
                                        <p:attrNameLst>
                                          <p:attrName>ppt_x</p:attrName>
                                        </p:attrNameLst>
                                      </p:cBhvr>
                                      <p:tavLst>
                                        <p:tav tm="0">
                                          <p:val>
                                            <p:strVal val="#ppt_x"/>
                                          </p:val>
                                        </p:tav>
                                        <p:tav tm="100000">
                                          <p:val>
                                            <p:strVal val="#ppt_x"/>
                                          </p:val>
                                        </p:tav>
                                      </p:tavLst>
                                    </p:anim>
                                    <p:anim calcmode="lin" valueType="num">
                                      <p:cBhvr additive="base">
                                        <p:cTn id="26" dur="500" fill="hold"/>
                                        <p:tgtEl>
                                          <p:spTgt spid="7475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523" grpId="0"/>
      <p:bldP spid="747524" grpId="0"/>
      <p:bldP spid="747525" grpId="0"/>
      <p:bldP spid="747526"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灯片编号占位符 2">
            <a:extLst>
              <a:ext uri="{FF2B5EF4-FFF2-40B4-BE49-F238E27FC236}">
                <a16:creationId xmlns:a16="http://schemas.microsoft.com/office/drawing/2014/main" id="{CF2ED6F5-BE2E-4FAB-9A8E-7434FFF5968E}"/>
              </a:ext>
            </a:extLst>
          </p:cNvPr>
          <p:cNvSpPr>
            <a:spLocks noGrp="1"/>
          </p:cNvSpPr>
          <p:nvPr>
            <p:ph type="sldNum" sz="quarter" idx="12"/>
          </p:nvPr>
        </p:nvSpPr>
        <p:spPr>
          <a:noFill/>
        </p:spPr>
        <p:txBody>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fld id="{02AD39E4-9094-4993-88BB-B6E88F2AECC4}" type="slidenum">
              <a:rPr kumimoji="0" lang="en-US" altLang="zh-CN" sz="1400" u="none" smtClean="0">
                <a:solidFill>
                  <a:srgbClr val="000000"/>
                </a:solidFill>
                <a:latin typeface="Arial" panose="020B0604020202020204" pitchFamily="34" charset="0"/>
              </a:rPr>
              <a:pPr/>
              <a:t>69</a:t>
            </a:fld>
            <a:endParaRPr kumimoji="0" lang="en-US" altLang="zh-CN" sz="1400" u="none">
              <a:solidFill>
                <a:srgbClr val="000000"/>
              </a:solidFill>
              <a:latin typeface="Arial" panose="020B0604020202020204" pitchFamily="34" charset="0"/>
            </a:endParaRPr>
          </a:p>
        </p:txBody>
      </p:sp>
      <p:sp>
        <p:nvSpPr>
          <p:cNvPr id="76803" name="Rectangle 2">
            <a:extLst>
              <a:ext uri="{FF2B5EF4-FFF2-40B4-BE49-F238E27FC236}">
                <a16:creationId xmlns:a16="http://schemas.microsoft.com/office/drawing/2014/main" id="{6D8E5841-7AB7-44AD-B2EF-784DE0A8064C}"/>
              </a:ext>
            </a:extLst>
          </p:cNvPr>
          <p:cNvSpPr>
            <a:spLocks noChangeArrowheads="1"/>
          </p:cNvSpPr>
          <p:nvPr/>
        </p:nvSpPr>
        <p:spPr bwMode="auto">
          <a:xfrm>
            <a:off x="250825" y="811213"/>
            <a:ext cx="8383588" cy="4524375"/>
          </a:xfrm>
          <a:prstGeom prst="rect">
            <a:avLst/>
          </a:prstGeom>
          <a:noFill/>
          <a:ln>
            <a:noFill/>
          </a:ln>
          <a:effectLst/>
          <a:extLst>
            <a:ext uri="{909E8E84-426E-40DD-AFC4-6F175D3DCCD1}">
              <a14:hiddenFill xmlns:a14="http://schemas.microsoft.com/office/drawing/2010/main">
                <a:gradFill rotWithShape="0">
                  <a:gsLst>
                    <a:gs pos="0">
                      <a:srgbClr val="47182F"/>
                    </a:gs>
                    <a:gs pos="100000">
                      <a:srgbClr val="993366"/>
                    </a:gs>
                  </a:gsLst>
                  <a:lin ang="5400000" scaled="1"/>
                </a:gradFill>
              </a14:hiddenFill>
            </a:ext>
            <a:ext uri="{91240B29-F687-4F45-9708-019B960494DF}">
              <a14:hiddenLine xmlns:a14="http://schemas.microsoft.com/office/drawing/2010/main" w="9525" algn="ctr">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eaLnBrk="1" hangingPunct="1"/>
            <a:r>
              <a:rPr kumimoji="0" lang="en-US" altLang="zh-CN" b="1" u="none" dirty="0">
                <a:solidFill>
                  <a:srgbClr val="FF0000"/>
                </a:solidFill>
                <a:latin typeface="宋体" panose="02010600030101010101" pitchFamily="2" charset="-122"/>
              </a:rPr>
              <a:t>2025-7</a:t>
            </a:r>
            <a:r>
              <a:rPr kumimoji="0" lang="en-US" altLang="zh-CN" b="1" u="none" dirty="0">
                <a:solidFill>
                  <a:srgbClr val="000000"/>
                </a:solidFill>
                <a:latin typeface="宋体" panose="02010600030101010101" pitchFamily="2" charset="-122"/>
              </a:rPr>
              <a:t>.</a:t>
            </a:r>
            <a:r>
              <a:rPr kumimoji="0" lang="zh-CN" altLang="en-US" b="1" u="none" dirty="0">
                <a:solidFill>
                  <a:srgbClr val="000000"/>
                </a:solidFill>
                <a:latin typeface="宋体" panose="02010600030101010101" pitchFamily="2" charset="-122"/>
              </a:rPr>
              <a:t>设有一字符串‘</a:t>
            </a:r>
            <a:r>
              <a:rPr kumimoji="0" lang="en-US" altLang="zh-CN" b="1" u="none" dirty="0">
                <a:solidFill>
                  <a:srgbClr val="000000"/>
                </a:solidFill>
                <a:latin typeface="宋体" panose="02010600030101010101" pitchFamily="2" charset="-122"/>
              </a:rPr>
              <a:t>scanning for the letter X’</a:t>
            </a:r>
            <a:r>
              <a:rPr kumimoji="0" lang="zh-CN" altLang="en-US" b="1" u="none" dirty="0">
                <a:solidFill>
                  <a:srgbClr val="000000"/>
                </a:solidFill>
                <a:latin typeface="宋体" panose="02010600030101010101" pitchFamily="2" charset="-122"/>
              </a:rPr>
              <a:t>，</a:t>
            </a:r>
          </a:p>
          <a:p>
            <a:pPr eaLnBrk="1" hangingPunct="1"/>
            <a:r>
              <a:rPr kumimoji="0" lang="zh-CN" altLang="en-US" b="1" u="none" dirty="0">
                <a:solidFill>
                  <a:srgbClr val="000000"/>
                </a:solidFill>
                <a:latin typeface="宋体" panose="02010600030101010101" pitchFamily="2" charset="-122"/>
              </a:rPr>
              <a:t>要寻找字符‘</a:t>
            </a:r>
            <a:r>
              <a:rPr kumimoji="0" lang="en-US" altLang="zh-CN" b="1" u="none" dirty="0">
                <a:solidFill>
                  <a:srgbClr val="000000"/>
                </a:solidFill>
                <a:latin typeface="宋体" panose="02010600030101010101" pitchFamily="2" charset="-122"/>
              </a:rPr>
              <a:t>X’</a:t>
            </a:r>
            <a:r>
              <a:rPr kumimoji="0" lang="zh-CN" altLang="en-US" b="1" u="none" dirty="0">
                <a:solidFill>
                  <a:srgbClr val="000000"/>
                </a:solidFill>
                <a:latin typeface="宋体" panose="02010600030101010101" pitchFamily="2" charset="-122"/>
              </a:rPr>
              <a:t>所在的位置，填写下列程序完成上述功能。</a:t>
            </a:r>
          </a:p>
          <a:p>
            <a:pPr eaLnBrk="1" hangingPunct="1"/>
            <a:endParaRPr kumimoji="0" lang="zh-CN" altLang="en-US" b="1" u="none" dirty="0">
              <a:solidFill>
                <a:srgbClr val="000000"/>
              </a:solidFill>
              <a:latin typeface="宋体" panose="02010600030101010101" pitchFamily="2" charset="-122"/>
            </a:endParaRPr>
          </a:p>
          <a:p>
            <a:pPr eaLnBrk="1" hangingPunct="1"/>
            <a:r>
              <a:rPr kumimoji="0" lang="en-US" altLang="zh-CN" b="1" u="none" dirty="0">
                <a:solidFill>
                  <a:srgbClr val="000000"/>
                </a:solidFill>
                <a:latin typeface="宋体" panose="02010600030101010101" pitchFamily="2" charset="-122"/>
              </a:rPr>
              <a:t>DTS    SEGMENT</a:t>
            </a:r>
          </a:p>
          <a:p>
            <a:pPr eaLnBrk="1" hangingPunct="1"/>
            <a:r>
              <a:rPr kumimoji="0" lang="en-US" altLang="zh-CN" b="1" u="none" dirty="0">
                <a:solidFill>
                  <a:srgbClr val="000000"/>
                </a:solidFill>
                <a:latin typeface="宋体" panose="02010600030101010101" pitchFamily="2" charset="-122"/>
              </a:rPr>
              <a:t>STR    DB   ‘scanning for the letter X’</a:t>
            </a:r>
          </a:p>
          <a:p>
            <a:pPr eaLnBrk="1" hangingPunct="1"/>
            <a:r>
              <a:rPr kumimoji="0" lang="es-ES" altLang="zh-CN" b="1" u="none" dirty="0">
                <a:solidFill>
                  <a:srgbClr val="000000"/>
                </a:solidFill>
                <a:latin typeface="宋体" panose="02010600030101010101" pitchFamily="2" charset="-122"/>
              </a:rPr>
              <a:t>LEN    EQU  $-STR            </a:t>
            </a:r>
            <a:r>
              <a:rPr kumimoji="0" lang="zh-CN" altLang="es-ES" b="1" u="none" dirty="0">
                <a:solidFill>
                  <a:srgbClr val="000000"/>
                </a:solidFill>
                <a:latin typeface="宋体" panose="02010600030101010101" pitchFamily="2" charset="-122"/>
              </a:rPr>
              <a:t>；字符串长度</a:t>
            </a:r>
          </a:p>
          <a:p>
            <a:pPr eaLnBrk="1" hangingPunct="1"/>
            <a:r>
              <a:rPr kumimoji="0" lang="es-ES" altLang="zh-CN" b="1" u="none" dirty="0">
                <a:solidFill>
                  <a:srgbClr val="000000"/>
                </a:solidFill>
                <a:latin typeface="宋体" panose="02010600030101010101" pitchFamily="2" charset="-122"/>
              </a:rPr>
              <a:t>POS    DB   0                </a:t>
            </a:r>
            <a:r>
              <a:rPr kumimoji="0" lang="zh-CN" altLang="es-ES" b="1" u="none" dirty="0">
                <a:solidFill>
                  <a:srgbClr val="000000"/>
                </a:solidFill>
                <a:latin typeface="宋体" panose="02010600030101010101" pitchFamily="2" charset="-122"/>
              </a:rPr>
              <a:t>；存放字符‘</a:t>
            </a:r>
            <a:r>
              <a:rPr kumimoji="0" lang="es-ES" altLang="zh-CN" b="1" u="none" dirty="0">
                <a:solidFill>
                  <a:srgbClr val="000000"/>
                </a:solidFill>
                <a:latin typeface="宋体" panose="02010600030101010101" pitchFamily="2" charset="-122"/>
              </a:rPr>
              <a:t>X’</a:t>
            </a:r>
            <a:r>
              <a:rPr kumimoji="0" lang="zh-CN" altLang="es-ES" b="1" u="none" dirty="0">
                <a:solidFill>
                  <a:srgbClr val="000000"/>
                </a:solidFill>
                <a:latin typeface="宋体" panose="02010600030101010101" pitchFamily="2" charset="-122"/>
              </a:rPr>
              <a:t>所在位置</a:t>
            </a:r>
          </a:p>
          <a:p>
            <a:pPr eaLnBrk="1" hangingPunct="1"/>
            <a:r>
              <a:rPr kumimoji="0" lang="en-US" altLang="zh-CN" b="1" u="none" dirty="0">
                <a:solidFill>
                  <a:srgbClr val="000000"/>
                </a:solidFill>
                <a:latin typeface="宋体" panose="02010600030101010101" pitchFamily="2" charset="-122"/>
              </a:rPr>
              <a:t>DTS    ENDS</a:t>
            </a:r>
          </a:p>
          <a:p>
            <a:pPr eaLnBrk="1" hangingPunct="1"/>
            <a:endParaRPr kumimoji="0" lang="en-US" altLang="zh-CN" b="1" u="none" dirty="0">
              <a:solidFill>
                <a:srgbClr val="000000"/>
              </a:solidFill>
              <a:latin typeface="宋体" panose="02010600030101010101" pitchFamily="2" charset="-122"/>
            </a:endParaRPr>
          </a:p>
          <a:p>
            <a:pPr eaLnBrk="1" hangingPunct="1"/>
            <a:r>
              <a:rPr kumimoji="0" lang="en-US" altLang="zh-CN" b="1" u="none" dirty="0">
                <a:solidFill>
                  <a:srgbClr val="000000"/>
                </a:solidFill>
                <a:latin typeface="宋体" panose="02010600030101010101" pitchFamily="2" charset="-122"/>
              </a:rPr>
              <a:t>STS   SEGMENT STACK</a:t>
            </a:r>
          </a:p>
          <a:p>
            <a:pPr eaLnBrk="1" hangingPunct="1"/>
            <a:r>
              <a:rPr kumimoji="0" lang="en-US" altLang="zh-CN" b="1" u="none" dirty="0">
                <a:solidFill>
                  <a:srgbClr val="000000"/>
                </a:solidFill>
                <a:latin typeface="宋体" panose="02010600030101010101" pitchFamily="2" charset="-122"/>
              </a:rPr>
              <a:t>      DB 100 DUP(?)</a:t>
            </a:r>
          </a:p>
          <a:p>
            <a:pPr eaLnBrk="1" hangingPunct="1"/>
            <a:r>
              <a:rPr kumimoji="0" lang="en-US" altLang="zh-CN" b="1" u="none" dirty="0">
                <a:solidFill>
                  <a:srgbClr val="000000"/>
                </a:solidFill>
                <a:latin typeface="宋体" panose="02010600030101010101" pitchFamily="2" charset="-122"/>
              </a:rPr>
              <a:t>STS   ENDS</a:t>
            </a:r>
          </a:p>
        </p:txBody>
      </p:sp>
    </p:spTree>
    <p:custDataLst>
      <p:tags r:id="rId1"/>
    </p:custDataLst>
  </p:cSld>
  <p:clrMapOvr>
    <a:masterClrMapping/>
  </p:clrMapOvr>
  <p:transition>
    <p:zoom/>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灯片编号占位符 10">
            <a:extLst>
              <a:ext uri="{FF2B5EF4-FFF2-40B4-BE49-F238E27FC236}">
                <a16:creationId xmlns:a16="http://schemas.microsoft.com/office/drawing/2014/main" id="{41D6D062-75FD-4DD4-90BC-1092C0ED07A6}"/>
              </a:ext>
            </a:extLst>
          </p:cNvPr>
          <p:cNvSpPr>
            <a:spLocks noGrp="1"/>
          </p:cNvSpPr>
          <p:nvPr>
            <p:ph type="sldNum" sz="quarter" idx="12"/>
          </p:nvPr>
        </p:nvSpPr>
        <p:spPr>
          <a:noFill/>
        </p:spPr>
        <p:txBody>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fld id="{E7D7E19D-46A9-412B-8D10-7C26334E8531}" type="slidenum">
              <a:rPr kumimoji="0" lang="en-US" altLang="zh-CN" sz="1400" u="none" smtClean="0">
                <a:solidFill>
                  <a:srgbClr val="000000"/>
                </a:solidFill>
                <a:latin typeface="Arial" panose="020B0604020202020204" pitchFamily="34" charset="0"/>
              </a:rPr>
              <a:pPr/>
              <a:t>70</a:t>
            </a:fld>
            <a:endParaRPr kumimoji="0" lang="en-US" altLang="zh-CN" sz="1400" u="none">
              <a:solidFill>
                <a:srgbClr val="000000"/>
              </a:solidFill>
              <a:latin typeface="Arial" panose="020B0604020202020204" pitchFamily="34" charset="0"/>
            </a:endParaRPr>
          </a:p>
        </p:txBody>
      </p:sp>
      <p:sp>
        <p:nvSpPr>
          <p:cNvPr id="77827" name="Rectangle 2">
            <a:extLst>
              <a:ext uri="{FF2B5EF4-FFF2-40B4-BE49-F238E27FC236}">
                <a16:creationId xmlns:a16="http://schemas.microsoft.com/office/drawing/2014/main" id="{4A83C035-5DC3-4B33-AD62-A5915AE93B5B}"/>
              </a:ext>
            </a:extLst>
          </p:cNvPr>
          <p:cNvSpPr>
            <a:spLocks noChangeArrowheads="1"/>
          </p:cNvSpPr>
          <p:nvPr/>
        </p:nvSpPr>
        <p:spPr bwMode="auto">
          <a:xfrm>
            <a:off x="323850" y="549275"/>
            <a:ext cx="8569325" cy="5578475"/>
          </a:xfrm>
          <a:prstGeom prst="rect">
            <a:avLst/>
          </a:prstGeom>
          <a:noFill/>
          <a:ln>
            <a:noFill/>
          </a:ln>
          <a:effectLst/>
          <a:extLst>
            <a:ext uri="{909E8E84-426E-40DD-AFC4-6F175D3DCCD1}">
              <a14:hiddenFill xmlns:a14="http://schemas.microsoft.com/office/drawing/2010/main">
                <a:gradFill rotWithShape="0">
                  <a:gsLst>
                    <a:gs pos="0">
                      <a:srgbClr val="47182F"/>
                    </a:gs>
                    <a:gs pos="100000">
                      <a:srgbClr val="993366"/>
                    </a:gs>
                  </a:gsLst>
                  <a:lin ang="5400000" scaled="1"/>
                </a:gradFill>
              </a14:hiddenFill>
            </a:ext>
            <a:ext uri="{91240B29-F687-4F45-9708-019B960494DF}">
              <a14:hiddenLine xmlns:a14="http://schemas.microsoft.com/office/drawing/2010/main" w="9525" algn="ctr">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eaLnBrk="1" hangingPunct="1"/>
            <a:r>
              <a:rPr kumimoji="0" lang="en-US" altLang="zh-CN" sz="2000" b="1" u="none">
                <a:solidFill>
                  <a:srgbClr val="000000"/>
                </a:solidFill>
                <a:latin typeface="宋体" panose="02010600030101010101" pitchFamily="2" charset="-122"/>
              </a:rPr>
              <a:t>CDS   SEGMENT </a:t>
            </a:r>
          </a:p>
          <a:p>
            <a:pPr eaLnBrk="1" hangingPunct="1"/>
            <a:r>
              <a:rPr kumimoji="0" lang="en-US" altLang="zh-CN" sz="2000" b="1" u="none">
                <a:solidFill>
                  <a:srgbClr val="000000"/>
                </a:solidFill>
                <a:latin typeface="宋体" panose="02010600030101010101" pitchFamily="2" charset="-122"/>
              </a:rPr>
              <a:t>       ASSUME CS:CDS</a:t>
            </a:r>
            <a:r>
              <a:rPr kumimoji="0" lang="zh-CN" altLang="en-US" sz="2000" b="1" u="none">
                <a:solidFill>
                  <a:srgbClr val="000000"/>
                </a:solidFill>
                <a:latin typeface="宋体" panose="02010600030101010101" pitchFamily="2" charset="-122"/>
              </a:rPr>
              <a:t>，</a:t>
            </a:r>
            <a:r>
              <a:rPr kumimoji="0" lang="en-US" altLang="zh-CN" sz="2000" b="1" u="none">
                <a:solidFill>
                  <a:srgbClr val="000000"/>
                </a:solidFill>
                <a:latin typeface="宋体" panose="02010600030101010101" pitchFamily="2" charset="-122"/>
              </a:rPr>
              <a:t>DS:DTS</a:t>
            </a:r>
            <a:r>
              <a:rPr kumimoji="0" lang="zh-CN" altLang="en-US" sz="2000" b="1" u="none">
                <a:solidFill>
                  <a:srgbClr val="000000"/>
                </a:solidFill>
                <a:latin typeface="宋体" panose="02010600030101010101" pitchFamily="2" charset="-122"/>
              </a:rPr>
              <a:t>，</a:t>
            </a:r>
            <a:r>
              <a:rPr kumimoji="0" lang="en-US" altLang="zh-CN" sz="2000" b="1" u="none">
                <a:solidFill>
                  <a:srgbClr val="000000"/>
                </a:solidFill>
                <a:latin typeface="宋体" panose="02010600030101010101" pitchFamily="2" charset="-122"/>
              </a:rPr>
              <a:t>SS:STS</a:t>
            </a:r>
          </a:p>
          <a:p>
            <a:pPr eaLnBrk="1" hangingPunct="1"/>
            <a:r>
              <a:rPr kumimoji="0" lang="en-US" altLang="zh-CN" sz="2000" b="1" u="none">
                <a:solidFill>
                  <a:srgbClr val="000000"/>
                </a:solidFill>
                <a:latin typeface="宋体" panose="02010600030101010101" pitchFamily="2" charset="-122"/>
              </a:rPr>
              <a:t>MAIN:  MOV   AX</a:t>
            </a:r>
            <a:r>
              <a:rPr kumimoji="0" lang="zh-CN" altLang="en-US" sz="2000" b="1" u="none">
                <a:solidFill>
                  <a:srgbClr val="000000"/>
                </a:solidFill>
                <a:latin typeface="宋体" panose="02010600030101010101" pitchFamily="2" charset="-122"/>
              </a:rPr>
              <a:t>，</a:t>
            </a:r>
            <a:r>
              <a:rPr kumimoji="0" lang="en-US" altLang="zh-CN" sz="2000" b="1" u="none">
                <a:solidFill>
                  <a:srgbClr val="000000"/>
                </a:solidFill>
                <a:latin typeface="宋体" panose="02010600030101010101" pitchFamily="2" charset="-122"/>
              </a:rPr>
              <a:t>DTS</a:t>
            </a:r>
          </a:p>
          <a:p>
            <a:pPr eaLnBrk="1" hangingPunct="1"/>
            <a:r>
              <a:rPr kumimoji="0" lang="en-US" altLang="zh-CN" sz="2000" b="1" u="none">
                <a:solidFill>
                  <a:srgbClr val="000000"/>
                </a:solidFill>
                <a:latin typeface="宋体" panose="02010600030101010101" pitchFamily="2" charset="-122"/>
              </a:rPr>
              <a:t>       MOV   </a:t>
            </a:r>
            <a:r>
              <a:rPr kumimoji="0" lang="en-US" altLang="zh-CN" sz="2000" b="1" u="none">
                <a:solidFill>
                  <a:srgbClr val="000000"/>
                </a:solidFill>
                <a:latin typeface="Arial" panose="020B0604020202020204" pitchFamily="34" charset="0"/>
              </a:rPr>
              <a:t>________</a:t>
            </a:r>
            <a:r>
              <a:rPr kumimoji="0" lang="en-US" altLang="zh-CN" sz="2000" b="1" u="none">
                <a:solidFill>
                  <a:srgbClr val="000000"/>
                </a:solidFill>
                <a:latin typeface="宋体" panose="02010600030101010101" pitchFamily="2" charset="-122"/>
              </a:rPr>
              <a:t> </a:t>
            </a:r>
            <a:r>
              <a:rPr kumimoji="0" lang="zh-CN" altLang="en-US" sz="2000" b="1" u="none">
                <a:solidFill>
                  <a:srgbClr val="000000"/>
                </a:solidFill>
                <a:latin typeface="宋体" panose="02010600030101010101" pitchFamily="2" charset="-122"/>
              </a:rPr>
              <a:t>，</a:t>
            </a:r>
            <a:r>
              <a:rPr kumimoji="0" lang="en-US" altLang="zh-CN" sz="2000" b="1" u="none">
                <a:solidFill>
                  <a:srgbClr val="000000"/>
                </a:solidFill>
                <a:latin typeface="宋体" panose="02010600030101010101" pitchFamily="2" charset="-122"/>
              </a:rPr>
              <a:t>AX</a:t>
            </a:r>
          </a:p>
          <a:p>
            <a:pPr eaLnBrk="1" hangingPunct="1"/>
            <a:r>
              <a:rPr kumimoji="0" lang="en-US" altLang="zh-CN" sz="2000" b="1" u="none">
                <a:solidFill>
                  <a:srgbClr val="000000"/>
                </a:solidFill>
                <a:latin typeface="宋体" panose="02010600030101010101" pitchFamily="2" charset="-122"/>
              </a:rPr>
              <a:t>       MOV   SI</a:t>
            </a:r>
            <a:r>
              <a:rPr kumimoji="0" lang="zh-CN" altLang="en-US" sz="2000" b="1" u="none">
                <a:solidFill>
                  <a:srgbClr val="000000"/>
                </a:solidFill>
                <a:latin typeface="宋体" panose="02010600030101010101" pitchFamily="2" charset="-122"/>
              </a:rPr>
              <a:t>，</a:t>
            </a:r>
            <a:r>
              <a:rPr kumimoji="0" lang="en-US" altLang="zh-CN" sz="2000" b="1" u="none">
                <a:solidFill>
                  <a:srgbClr val="000000"/>
                </a:solidFill>
                <a:latin typeface="宋体" panose="02010600030101010101" pitchFamily="2" charset="-122"/>
              </a:rPr>
              <a:t>OFFSET  </a:t>
            </a:r>
            <a:r>
              <a:rPr kumimoji="0" lang="en-US" altLang="zh-CN" sz="2000" b="1" u="none">
                <a:solidFill>
                  <a:srgbClr val="000000"/>
                </a:solidFill>
                <a:latin typeface="Arial" panose="020B0604020202020204" pitchFamily="34" charset="0"/>
              </a:rPr>
              <a:t>________</a:t>
            </a:r>
            <a:r>
              <a:rPr kumimoji="0" lang="en-US" altLang="zh-CN" sz="2000" b="1" u="none">
                <a:solidFill>
                  <a:srgbClr val="000000"/>
                </a:solidFill>
                <a:latin typeface="宋体" panose="02010600030101010101" pitchFamily="2" charset="-122"/>
              </a:rPr>
              <a:t> </a:t>
            </a:r>
            <a:r>
              <a:rPr kumimoji="0" lang="zh-CN" altLang="en-US" sz="2000" b="1" u="none">
                <a:solidFill>
                  <a:srgbClr val="000000"/>
                </a:solidFill>
                <a:latin typeface="宋体" panose="02010600030101010101" pitchFamily="2" charset="-122"/>
              </a:rPr>
              <a:t>；</a:t>
            </a:r>
            <a:r>
              <a:rPr kumimoji="0" lang="en-US" altLang="zh-CN" sz="2000" b="1" u="none">
                <a:solidFill>
                  <a:srgbClr val="000000"/>
                </a:solidFill>
                <a:latin typeface="宋体" panose="02010600030101010101" pitchFamily="2" charset="-122"/>
              </a:rPr>
              <a:t>SI</a:t>
            </a:r>
            <a:r>
              <a:rPr kumimoji="0" lang="zh-CN" altLang="en-US" sz="2000" b="1" u="none">
                <a:solidFill>
                  <a:srgbClr val="000000"/>
                </a:solidFill>
                <a:latin typeface="宋体" panose="02010600030101010101" pitchFamily="2" charset="-122"/>
              </a:rPr>
              <a:t>指向字符串首地址</a:t>
            </a:r>
          </a:p>
          <a:p>
            <a:pPr eaLnBrk="1" hangingPunct="1"/>
            <a:r>
              <a:rPr kumimoji="0" lang="zh-CN" altLang="en-US" sz="2000" b="1" u="none">
                <a:solidFill>
                  <a:srgbClr val="000000"/>
                </a:solidFill>
                <a:latin typeface="宋体" panose="02010600030101010101" pitchFamily="2" charset="-122"/>
              </a:rPr>
              <a:t>       </a:t>
            </a:r>
            <a:r>
              <a:rPr kumimoji="0" lang="en-US" altLang="zh-CN" sz="2000" b="1" u="none">
                <a:solidFill>
                  <a:srgbClr val="000000"/>
                </a:solidFill>
                <a:latin typeface="宋体" panose="02010600030101010101" pitchFamily="2" charset="-122"/>
              </a:rPr>
              <a:t>MOV   CX</a:t>
            </a:r>
            <a:r>
              <a:rPr kumimoji="0" lang="zh-CN" altLang="en-US" sz="2000" b="1" u="none">
                <a:solidFill>
                  <a:srgbClr val="000000"/>
                </a:solidFill>
                <a:latin typeface="宋体" panose="02010600030101010101" pitchFamily="2" charset="-122"/>
              </a:rPr>
              <a:t>， </a:t>
            </a:r>
            <a:r>
              <a:rPr kumimoji="0" lang="en-US" altLang="zh-CN" sz="2000" b="1" u="none">
                <a:solidFill>
                  <a:srgbClr val="000000"/>
                </a:solidFill>
                <a:latin typeface="Arial" panose="020B0604020202020204" pitchFamily="34" charset="0"/>
              </a:rPr>
              <a:t>________</a:t>
            </a:r>
            <a:r>
              <a:rPr kumimoji="0" lang="en-US" altLang="zh-CN" sz="2000" b="1" u="none">
                <a:solidFill>
                  <a:srgbClr val="000000"/>
                </a:solidFill>
                <a:latin typeface="宋体" panose="02010600030101010101" pitchFamily="2" charset="-122"/>
              </a:rPr>
              <a:t> </a:t>
            </a:r>
            <a:r>
              <a:rPr kumimoji="0" lang="zh-CN" altLang="en-US" sz="2000" b="1" u="none">
                <a:solidFill>
                  <a:srgbClr val="000000"/>
                </a:solidFill>
                <a:latin typeface="宋体" panose="02010600030101010101" pitchFamily="2" charset="-122"/>
              </a:rPr>
              <a:t>；置</a:t>
            </a:r>
            <a:r>
              <a:rPr kumimoji="0" lang="en-US" altLang="zh-CN" sz="2000" b="1" u="none">
                <a:solidFill>
                  <a:srgbClr val="000000"/>
                </a:solidFill>
                <a:latin typeface="宋体" panose="02010600030101010101" pitchFamily="2" charset="-122"/>
              </a:rPr>
              <a:t>CX</a:t>
            </a:r>
            <a:r>
              <a:rPr kumimoji="0" lang="zh-CN" altLang="en-US" sz="2000" b="1" u="none">
                <a:solidFill>
                  <a:srgbClr val="000000"/>
                </a:solidFill>
                <a:latin typeface="宋体" panose="02010600030101010101" pitchFamily="2" charset="-122"/>
              </a:rPr>
              <a:t>为字符串长度</a:t>
            </a:r>
          </a:p>
          <a:p>
            <a:pPr eaLnBrk="1" hangingPunct="1"/>
            <a:r>
              <a:rPr kumimoji="0" lang="zh-CN" altLang="en-US" sz="2000" b="1" u="none">
                <a:solidFill>
                  <a:srgbClr val="000000"/>
                </a:solidFill>
                <a:latin typeface="宋体" panose="02010600030101010101" pitchFamily="2" charset="-122"/>
              </a:rPr>
              <a:t>       </a:t>
            </a:r>
            <a:r>
              <a:rPr kumimoji="0" lang="en-US" altLang="zh-CN" sz="2000" b="1" u="none">
                <a:solidFill>
                  <a:srgbClr val="000000"/>
                </a:solidFill>
                <a:latin typeface="宋体" panose="02010600030101010101" pitchFamily="2" charset="-122"/>
              </a:rPr>
              <a:t>MOV   AL</a:t>
            </a:r>
            <a:r>
              <a:rPr kumimoji="0" lang="zh-CN" altLang="en-US" sz="2000" b="1" u="none">
                <a:solidFill>
                  <a:srgbClr val="000000"/>
                </a:solidFill>
                <a:latin typeface="宋体" panose="02010600030101010101" pitchFamily="2" charset="-122"/>
              </a:rPr>
              <a:t>，’</a:t>
            </a:r>
            <a:r>
              <a:rPr kumimoji="0" lang="en-US" altLang="zh-CN" sz="2000" b="1" u="none">
                <a:solidFill>
                  <a:srgbClr val="000000"/>
                </a:solidFill>
                <a:latin typeface="宋体" panose="02010600030101010101" pitchFamily="2" charset="-122"/>
              </a:rPr>
              <a:t>X’       </a:t>
            </a:r>
            <a:r>
              <a:rPr kumimoji="0" lang="zh-CN" altLang="en-US" sz="2000" b="1" u="none">
                <a:solidFill>
                  <a:srgbClr val="000000"/>
                </a:solidFill>
                <a:latin typeface="宋体" panose="02010600030101010101" pitchFamily="2" charset="-122"/>
              </a:rPr>
              <a:t>；置</a:t>
            </a:r>
            <a:r>
              <a:rPr kumimoji="0" lang="en-US" altLang="zh-CN" sz="2000" b="1" u="none">
                <a:solidFill>
                  <a:srgbClr val="000000"/>
                </a:solidFill>
                <a:latin typeface="宋体" panose="02010600030101010101" pitchFamily="2" charset="-122"/>
              </a:rPr>
              <a:t>AL</a:t>
            </a:r>
            <a:r>
              <a:rPr kumimoji="0" lang="zh-CN" altLang="en-US" sz="2000" b="1" u="none">
                <a:solidFill>
                  <a:srgbClr val="000000"/>
                </a:solidFill>
                <a:latin typeface="宋体" panose="02010600030101010101" pitchFamily="2" charset="-122"/>
              </a:rPr>
              <a:t>为待查找的字符‘</a:t>
            </a:r>
            <a:r>
              <a:rPr kumimoji="0" lang="en-US" altLang="zh-CN" sz="2000" b="1" u="none">
                <a:solidFill>
                  <a:srgbClr val="000000"/>
                </a:solidFill>
                <a:latin typeface="宋体" panose="02010600030101010101" pitchFamily="2" charset="-122"/>
              </a:rPr>
              <a:t>X’</a:t>
            </a:r>
          </a:p>
          <a:p>
            <a:pPr eaLnBrk="1" hangingPunct="1"/>
            <a:r>
              <a:rPr kumimoji="0" lang="en-US" altLang="zh-CN" sz="2000" b="1" u="none">
                <a:solidFill>
                  <a:srgbClr val="000000"/>
                </a:solidFill>
                <a:latin typeface="宋体" panose="02010600030101010101" pitchFamily="2" charset="-122"/>
              </a:rPr>
              <a:t>       MOV   AH</a:t>
            </a:r>
            <a:r>
              <a:rPr kumimoji="0" lang="zh-CN" altLang="en-US" sz="2000" b="1" u="none">
                <a:solidFill>
                  <a:srgbClr val="000000"/>
                </a:solidFill>
                <a:latin typeface="宋体" panose="02010600030101010101" pitchFamily="2" charset="-122"/>
              </a:rPr>
              <a:t>，</a:t>
            </a:r>
            <a:r>
              <a:rPr kumimoji="0" lang="en-US" altLang="zh-CN" sz="2000" b="1" u="none">
                <a:solidFill>
                  <a:srgbClr val="000000"/>
                </a:solidFill>
                <a:latin typeface="宋体" panose="02010600030101010101" pitchFamily="2" charset="-122"/>
              </a:rPr>
              <a:t>0           </a:t>
            </a:r>
            <a:r>
              <a:rPr kumimoji="0" lang="zh-CN" altLang="en-US" sz="2000" b="1" u="none">
                <a:solidFill>
                  <a:srgbClr val="000000"/>
                </a:solidFill>
                <a:latin typeface="宋体" panose="02010600030101010101" pitchFamily="2" charset="-122"/>
              </a:rPr>
              <a:t>；置</a:t>
            </a:r>
            <a:r>
              <a:rPr kumimoji="0" lang="en-US" altLang="zh-CN" sz="2000" b="1" u="none">
                <a:solidFill>
                  <a:srgbClr val="000000"/>
                </a:solidFill>
                <a:latin typeface="宋体" panose="02010600030101010101" pitchFamily="2" charset="-122"/>
              </a:rPr>
              <a:t>AH</a:t>
            </a:r>
            <a:r>
              <a:rPr kumimoji="0" lang="zh-CN" altLang="en-US" sz="2000" b="1" u="none">
                <a:solidFill>
                  <a:srgbClr val="000000"/>
                </a:solidFill>
                <a:latin typeface="宋体" panose="02010600030101010101" pitchFamily="2" charset="-122"/>
              </a:rPr>
              <a:t>为待查找字符所在位置，初始为</a:t>
            </a:r>
            <a:r>
              <a:rPr kumimoji="0" lang="en-US" altLang="zh-CN" sz="2000" b="1" u="none">
                <a:solidFill>
                  <a:srgbClr val="000000"/>
                </a:solidFill>
                <a:latin typeface="宋体" panose="02010600030101010101" pitchFamily="2" charset="-122"/>
              </a:rPr>
              <a:t>0</a:t>
            </a:r>
          </a:p>
          <a:p>
            <a:pPr eaLnBrk="1" hangingPunct="1"/>
            <a:r>
              <a:rPr kumimoji="0" lang="en-US" altLang="zh-CN" sz="2000" b="1" u="none">
                <a:solidFill>
                  <a:srgbClr val="000000"/>
                </a:solidFill>
                <a:latin typeface="宋体" panose="02010600030101010101" pitchFamily="2" charset="-122"/>
              </a:rPr>
              <a:t>NEXT:  CMP   </a:t>
            </a:r>
            <a:r>
              <a:rPr kumimoji="0" lang="en-US" altLang="zh-CN" sz="2000" b="1" u="none">
                <a:solidFill>
                  <a:srgbClr val="000000"/>
                </a:solidFill>
                <a:latin typeface="Arial" panose="020B0604020202020204" pitchFamily="34" charset="0"/>
              </a:rPr>
              <a:t>________ </a:t>
            </a:r>
            <a:r>
              <a:rPr kumimoji="0" lang="zh-CN" altLang="en-US" sz="2000" b="1" u="none">
                <a:solidFill>
                  <a:srgbClr val="000000"/>
                </a:solidFill>
                <a:latin typeface="宋体" panose="02010600030101010101" pitchFamily="2" charset="-122"/>
              </a:rPr>
              <a:t>，</a:t>
            </a:r>
            <a:r>
              <a:rPr kumimoji="0" lang="en-US" altLang="zh-CN" sz="2000" b="1" u="none">
                <a:solidFill>
                  <a:srgbClr val="000000"/>
                </a:solidFill>
                <a:latin typeface="宋体" panose="02010600030101010101" pitchFamily="2" charset="-122"/>
              </a:rPr>
              <a:t>AL      </a:t>
            </a:r>
            <a:r>
              <a:rPr kumimoji="0" lang="zh-CN" altLang="en-US" sz="2000" b="1" u="none">
                <a:solidFill>
                  <a:srgbClr val="000000"/>
                </a:solidFill>
                <a:latin typeface="宋体" panose="02010600030101010101" pitchFamily="2" charset="-122"/>
              </a:rPr>
              <a:t>；所取的字符是否为‘</a:t>
            </a:r>
            <a:r>
              <a:rPr kumimoji="0" lang="en-US" altLang="zh-CN" sz="2000" b="1" u="none">
                <a:solidFill>
                  <a:srgbClr val="000000"/>
                </a:solidFill>
                <a:latin typeface="宋体" panose="02010600030101010101" pitchFamily="2" charset="-122"/>
              </a:rPr>
              <a:t>X’</a:t>
            </a:r>
          </a:p>
          <a:p>
            <a:pPr eaLnBrk="1" hangingPunct="1"/>
            <a:r>
              <a:rPr kumimoji="0" lang="en-US" altLang="zh-CN" sz="2000" b="1" u="none">
                <a:solidFill>
                  <a:srgbClr val="000000"/>
                </a:solidFill>
                <a:latin typeface="宋体" panose="02010600030101010101" pitchFamily="2" charset="-122"/>
              </a:rPr>
              <a:t>       JE    </a:t>
            </a:r>
            <a:r>
              <a:rPr kumimoji="0" lang="en-US" altLang="zh-CN" sz="2000" b="1" u="none">
                <a:solidFill>
                  <a:srgbClr val="000000"/>
                </a:solidFill>
                <a:latin typeface="Arial" panose="020B0604020202020204" pitchFamily="34" charset="0"/>
              </a:rPr>
              <a:t>________</a:t>
            </a:r>
            <a:r>
              <a:rPr kumimoji="0" lang="en-US" altLang="zh-CN" sz="2000" b="1" u="none">
                <a:solidFill>
                  <a:srgbClr val="000000"/>
                </a:solidFill>
                <a:latin typeface="宋体" panose="02010600030101010101" pitchFamily="2" charset="-122"/>
              </a:rPr>
              <a:t> </a:t>
            </a:r>
            <a:r>
              <a:rPr kumimoji="0" lang="zh-CN" altLang="en-US" sz="2000" b="1" u="none">
                <a:solidFill>
                  <a:srgbClr val="000000"/>
                </a:solidFill>
                <a:latin typeface="宋体" panose="02010600030101010101" pitchFamily="2" charset="-122"/>
              </a:rPr>
              <a:t>；是，则退出循环</a:t>
            </a:r>
          </a:p>
          <a:p>
            <a:pPr eaLnBrk="1" hangingPunct="1"/>
            <a:r>
              <a:rPr kumimoji="0" lang="zh-CN" altLang="en-US" sz="2000" b="1" u="none">
                <a:solidFill>
                  <a:srgbClr val="000000"/>
                </a:solidFill>
                <a:latin typeface="宋体" panose="02010600030101010101" pitchFamily="2" charset="-122"/>
              </a:rPr>
              <a:t>       </a:t>
            </a:r>
            <a:r>
              <a:rPr kumimoji="0" lang="en-US" altLang="zh-CN" sz="2000" b="1" u="none">
                <a:solidFill>
                  <a:srgbClr val="000000"/>
                </a:solidFill>
                <a:latin typeface="宋体" panose="02010600030101010101" pitchFamily="2" charset="-122"/>
              </a:rPr>
              <a:t>INC   </a:t>
            </a:r>
            <a:r>
              <a:rPr kumimoji="0" lang="en-US" altLang="zh-CN" sz="2000" b="1" u="none">
                <a:solidFill>
                  <a:srgbClr val="000000"/>
                </a:solidFill>
                <a:latin typeface="Arial" panose="020B0604020202020204" pitchFamily="34" charset="0"/>
              </a:rPr>
              <a:t>________</a:t>
            </a:r>
            <a:r>
              <a:rPr kumimoji="0" lang="en-US" altLang="zh-CN" sz="2000" b="1" u="none">
                <a:solidFill>
                  <a:srgbClr val="000000"/>
                </a:solidFill>
                <a:latin typeface="宋体" panose="02010600030101010101" pitchFamily="2" charset="-122"/>
              </a:rPr>
              <a:t> </a:t>
            </a:r>
            <a:r>
              <a:rPr kumimoji="0" lang="zh-CN" altLang="en-US" sz="2000" b="1" u="none">
                <a:solidFill>
                  <a:srgbClr val="000000"/>
                </a:solidFill>
                <a:latin typeface="宋体" panose="02010600030101010101" pitchFamily="2" charset="-122"/>
              </a:rPr>
              <a:t>；；更新待查找字符所在位置</a:t>
            </a:r>
          </a:p>
          <a:p>
            <a:pPr eaLnBrk="1" hangingPunct="1"/>
            <a:r>
              <a:rPr kumimoji="0" lang="zh-CN" altLang="en-US" sz="2000" b="1" u="none">
                <a:solidFill>
                  <a:srgbClr val="000000"/>
                </a:solidFill>
                <a:latin typeface="宋体" panose="02010600030101010101" pitchFamily="2" charset="-122"/>
              </a:rPr>
              <a:t>       </a:t>
            </a:r>
            <a:r>
              <a:rPr kumimoji="0" lang="en-US" altLang="zh-CN" sz="2000" b="1" u="none">
                <a:solidFill>
                  <a:srgbClr val="000000"/>
                </a:solidFill>
                <a:latin typeface="宋体" panose="02010600030101010101" pitchFamily="2" charset="-122"/>
              </a:rPr>
              <a:t>LOOP   NEXT</a:t>
            </a:r>
            <a:r>
              <a:rPr kumimoji="0" lang="zh-CN" altLang="en-US" sz="2000" b="1" u="none">
                <a:solidFill>
                  <a:srgbClr val="000000"/>
                </a:solidFill>
                <a:latin typeface="宋体" panose="02010600030101010101" pitchFamily="2" charset="-122"/>
              </a:rPr>
              <a:t>否则，</a:t>
            </a:r>
            <a:r>
              <a:rPr kumimoji="0" lang="en-US" altLang="zh-CN" sz="2000" b="1" u="none">
                <a:solidFill>
                  <a:srgbClr val="000000"/>
                </a:solidFill>
                <a:latin typeface="宋体" panose="02010600030101010101" pitchFamily="2" charset="-122"/>
              </a:rPr>
              <a:t>SI</a:t>
            </a:r>
            <a:r>
              <a:rPr kumimoji="0" lang="zh-CN" altLang="en-US" sz="2000" b="1" u="none">
                <a:solidFill>
                  <a:srgbClr val="000000"/>
                </a:solidFill>
                <a:latin typeface="宋体" panose="02010600030101010101" pitchFamily="2" charset="-122"/>
              </a:rPr>
              <a:t>指向下一个字符</a:t>
            </a:r>
          </a:p>
          <a:p>
            <a:pPr eaLnBrk="1" hangingPunct="1"/>
            <a:r>
              <a:rPr kumimoji="0" lang="zh-CN" altLang="en-US" sz="2000" b="1" u="none">
                <a:solidFill>
                  <a:srgbClr val="000000"/>
                </a:solidFill>
                <a:latin typeface="宋体" panose="02010600030101010101" pitchFamily="2" charset="-122"/>
              </a:rPr>
              <a:t>       </a:t>
            </a:r>
            <a:r>
              <a:rPr kumimoji="0" lang="en-US" altLang="zh-CN" sz="2000" b="1" u="none">
                <a:solidFill>
                  <a:srgbClr val="000000"/>
                </a:solidFill>
                <a:latin typeface="宋体" panose="02010600030101010101" pitchFamily="2" charset="-122"/>
              </a:rPr>
              <a:t>INC     AH </a:t>
            </a:r>
            <a:r>
              <a:rPr kumimoji="0" lang="zh-CN" altLang="en-US" sz="2000" b="1" u="none">
                <a:solidFill>
                  <a:srgbClr val="000000"/>
                </a:solidFill>
                <a:latin typeface="宋体" panose="02010600030101010101" pitchFamily="2" charset="-122"/>
              </a:rPr>
              <a:t>；未处理完，则继续</a:t>
            </a:r>
          </a:p>
          <a:p>
            <a:pPr eaLnBrk="1" hangingPunct="1"/>
            <a:r>
              <a:rPr kumimoji="0" lang="en-US" altLang="zh-CN" sz="2000" b="1" u="none">
                <a:solidFill>
                  <a:srgbClr val="000000"/>
                </a:solidFill>
                <a:latin typeface="宋体" panose="02010600030101010101" pitchFamily="2" charset="-122"/>
              </a:rPr>
              <a:t>FOUND: MOV   </a:t>
            </a:r>
            <a:r>
              <a:rPr kumimoji="0" lang="en-US" altLang="zh-CN" sz="2000" b="1" u="none">
                <a:solidFill>
                  <a:srgbClr val="000000"/>
                </a:solidFill>
                <a:latin typeface="Arial" panose="020B0604020202020204" pitchFamily="34" charset="0"/>
              </a:rPr>
              <a:t>________ </a:t>
            </a:r>
            <a:r>
              <a:rPr kumimoji="0" lang="zh-CN" altLang="en-US" sz="2000" b="1" u="none">
                <a:solidFill>
                  <a:srgbClr val="000000"/>
                </a:solidFill>
                <a:latin typeface="宋体" panose="02010600030101010101" pitchFamily="2" charset="-122"/>
              </a:rPr>
              <a:t>，</a:t>
            </a:r>
            <a:r>
              <a:rPr kumimoji="0" lang="en-US" altLang="zh-CN" sz="2000" b="1" u="none">
                <a:solidFill>
                  <a:srgbClr val="000000"/>
                </a:solidFill>
                <a:latin typeface="宋体" panose="02010600030101010101" pitchFamily="2" charset="-122"/>
              </a:rPr>
              <a:t>AH       </a:t>
            </a:r>
            <a:r>
              <a:rPr kumimoji="0" lang="zh-CN" altLang="en-US" sz="2000" b="1" u="none">
                <a:solidFill>
                  <a:srgbClr val="000000"/>
                </a:solidFill>
                <a:latin typeface="宋体" panose="02010600030101010101" pitchFamily="2" charset="-122"/>
              </a:rPr>
              <a:t>；保存待查找字符所在位置</a:t>
            </a:r>
          </a:p>
          <a:p>
            <a:pPr eaLnBrk="1" hangingPunct="1"/>
            <a:r>
              <a:rPr kumimoji="0" lang="zh-CN" altLang="en-US" sz="2000" b="1" u="none">
                <a:solidFill>
                  <a:srgbClr val="000000"/>
                </a:solidFill>
                <a:latin typeface="宋体" panose="02010600030101010101" pitchFamily="2" charset="-122"/>
              </a:rPr>
              <a:t>       </a:t>
            </a:r>
            <a:r>
              <a:rPr kumimoji="0" lang="en-US" altLang="zh-CN" sz="2000" b="1" u="none">
                <a:solidFill>
                  <a:srgbClr val="000000"/>
                </a:solidFill>
                <a:latin typeface="宋体" panose="02010600030101010101" pitchFamily="2" charset="-122"/>
              </a:rPr>
              <a:t>MOV   AH</a:t>
            </a:r>
            <a:r>
              <a:rPr kumimoji="0" lang="zh-CN" altLang="en-US" sz="2000" b="1" u="none">
                <a:solidFill>
                  <a:srgbClr val="000000"/>
                </a:solidFill>
                <a:latin typeface="宋体" panose="02010600030101010101" pitchFamily="2" charset="-122"/>
              </a:rPr>
              <a:t>，</a:t>
            </a:r>
            <a:r>
              <a:rPr kumimoji="0" lang="en-US" altLang="zh-CN" sz="2000" b="1" u="none">
                <a:solidFill>
                  <a:srgbClr val="000000"/>
                </a:solidFill>
                <a:latin typeface="宋体" panose="02010600030101010101" pitchFamily="2" charset="-122"/>
              </a:rPr>
              <a:t>4CH         </a:t>
            </a:r>
            <a:r>
              <a:rPr kumimoji="0" lang="zh-CN" altLang="en-US" sz="2000" b="1" u="none">
                <a:solidFill>
                  <a:srgbClr val="000000"/>
                </a:solidFill>
                <a:latin typeface="宋体" panose="02010600030101010101" pitchFamily="2" charset="-122"/>
              </a:rPr>
              <a:t>；返回系统</a:t>
            </a:r>
          </a:p>
          <a:p>
            <a:pPr eaLnBrk="1" hangingPunct="1"/>
            <a:r>
              <a:rPr kumimoji="0" lang="zh-CN" altLang="en-US" sz="2000" b="1" u="none">
                <a:solidFill>
                  <a:srgbClr val="000000"/>
                </a:solidFill>
                <a:latin typeface="宋体" panose="02010600030101010101" pitchFamily="2" charset="-122"/>
              </a:rPr>
              <a:t>       </a:t>
            </a:r>
            <a:r>
              <a:rPr kumimoji="0" lang="en-US" altLang="zh-CN" sz="2000" b="1" u="none">
                <a:solidFill>
                  <a:srgbClr val="000000"/>
                </a:solidFill>
                <a:latin typeface="宋体" panose="02010600030101010101" pitchFamily="2" charset="-122"/>
              </a:rPr>
              <a:t>INT    21H</a:t>
            </a:r>
          </a:p>
          <a:p>
            <a:pPr eaLnBrk="1" hangingPunct="1"/>
            <a:r>
              <a:rPr kumimoji="0" lang="da-DK" altLang="zh-CN" sz="2000" b="1" u="none">
                <a:solidFill>
                  <a:srgbClr val="000000"/>
                </a:solidFill>
                <a:latin typeface="宋体" panose="02010600030101010101" pitchFamily="2" charset="-122"/>
              </a:rPr>
              <a:t>CDS    ENDS</a:t>
            </a:r>
          </a:p>
          <a:p>
            <a:pPr eaLnBrk="1" hangingPunct="1"/>
            <a:r>
              <a:rPr kumimoji="0" lang="da-DK" altLang="zh-CN" sz="2000" b="1" u="none">
                <a:solidFill>
                  <a:srgbClr val="000000"/>
                </a:solidFill>
                <a:latin typeface="宋体" panose="02010600030101010101" pitchFamily="2" charset="-122"/>
              </a:rPr>
              <a:t>END    </a:t>
            </a:r>
            <a:r>
              <a:rPr kumimoji="0" lang="en-US" altLang="zh-CN" sz="2000" b="1" u="none">
                <a:solidFill>
                  <a:srgbClr val="000000"/>
                </a:solidFill>
                <a:latin typeface="Arial" panose="020B0604020202020204" pitchFamily="34" charset="0"/>
              </a:rPr>
              <a:t>________</a:t>
            </a:r>
            <a:r>
              <a:rPr kumimoji="0" lang="da-DK" altLang="zh-CN" sz="2000" b="1" u="none">
                <a:solidFill>
                  <a:srgbClr val="000000"/>
                </a:solidFill>
                <a:latin typeface="宋体" panose="02010600030101010101" pitchFamily="2" charset="-122"/>
              </a:rPr>
              <a:t> </a:t>
            </a:r>
            <a:r>
              <a:rPr kumimoji="0" lang="zh-CN" altLang="en-US" sz="2000" b="1" u="none">
                <a:solidFill>
                  <a:srgbClr val="000000"/>
                </a:solidFill>
                <a:latin typeface="宋体" panose="02010600030101010101" pitchFamily="2" charset="-122"/>
              </a:rPr>
              <a:t>；指明程序入口，结束汇编 </a:t>
            </a:r>
          </a:p>
        </p:txBody>
      </p:sp>
      <p:sp>
        <p:nvSpPr>
          <p:cNvPr id="749571" name="Text Box 3">
            <a:extLst>
              <a:ext uri="{FF2B5EF4-FFF2-40B4-BE49-F238E27FC236}">
                <a16:creationId xmlns:a16="http://schemas.microsoft.com/office/drawing/2014/main" id="{B0A6C962-9FD9-4F98-B36A-FEA48F9FFC98}"/>
              </a:ext>
            </a:extLst>
          </p:cNvPr>
          <p:cNvSpPr txBox="1">
            <a:spLocks noChangeArrowheads="1"/>
          </p:cNvSpPr>
          <p:nvPr/>
        </p:nvSpPr>
        <p:spPr bwMode="auto">
          <a:xfrm>
            <a:off x="2124075" y="1484313"/>
            <a:ext cx="720725" cy="396875"/>
          </a:xfrm>
          <a:prstGeom prst="rect">
            <a:avLst/>
          </a:prstGeom>
          <a:noFill/>
          <a:ln>
            <a:noFill/>
          </a:ln>
          <a:effectLst/>
          <a:extLst>
            <a:ext uri="{909E8E84-426E-40DD-AFC4-6F175D3DCCD1}">
              <a14:hiddenFill xmlns:a14="http://schemas.microsoft.com/office/drawing/2010/main">
                <a:gradFill rotWithShape="0">
                  <a:gsLst>
                    <a:gs pos="0">
                      <a:srgbClr val="47182F"/>
                    </a:gs>
                    <a:gs pos="100000">
                      <a:srgbClr val="993366"/>
                    </a:gs>
                  </a:gsLst>
                  <a:lin ang="5400000" scaled="1"/>
                </a:gradFill>
              </a14:hiddenFill>
            </a:ext>
            <a:ext uri="{91240B29-F687-4F45-9708-019B960494DF}">
              <a14:hiddenLine xmlns:a14="http://schemas.microsoft.com/office/drawing/2010/main" w="9525" algn="ctr">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kumimoji="0" lang="en-US" altLang="zh-CN" sz="2000" b="1" u="none">
                <a:solidFill>
                  <a:srgbClr val="FF0000"/>
                </a:solidFill>
                <a:latin typeface="Arial" panose="020B0604020202020204" pitchFamily="34" charset="0"/>
              </a:rPr>
              <a:t>DS</a:t>
            </a:r>
          </a:p>
        </p:txBody>
      </p:sp>
      <p:sp>
        <p:nvSpPr>
          <p:cNvPr id="749572" name="Text Box 4">
            <a:extLst>
              <a:ext uri="{FF2B5EF4-FFF2-40B4-BE49-F238E27FC236}">
                <a16:creationId xmlns:a16="http://schemas.microsoft.com/office/drawing/2014/main" id="{DBF5FB46-4C99-4710-B438-E766C235E831}"/>
              </a:ext>
            </a:extLst>
          </p:cNvPr>
          <p:cNvSpPr txBox="1">
            <a:spLocks noChangeArrowheads="1"/>
          </p:cNvSpPr>
          <p:nvPr/>
        </p:nvSpPr>
        <p:spPr bwMode="auto">
          <a:xfrm>
            <a:off x="3563938" y="1773238"/>
            <a:ext cx="1223962" cy="396875"/>
          </a:xfrm>
          <a:prstGeom prst="rect">
            <a:avLst/>
          </a:prstGeom>
          <a:noFill/>
          <a:ln>
            <a:noFill/>
          </a:ln>
          <a:effectLst/>
          <a:extLst>
            <a:ext uri="{909E8E84-426E-40DD-AFC4-6F175D3DCCD1}">
              <a14:hiddenFill xmlns:a14="http://schemas.microsoft.com/office/drawing/2010/main">
                <a:gradFill rotWithShape="0">
                  <a:gsLst>
                    <a:gs pos="0">
                      <a:srgbClr val="47182F"/>
                    </a:gs>
                    <a:gs pos="100000">
                      <a:srgbClr val="993366"/>
                    </a:gs>
                  </a:gsLst>
                  <a:lin ang="5400000" scaled="1"/>
                </a:gradFill>
              </a14:hiddenFill>
            </a:ext>
            <a:ext uri="{91240B29-F687-4F45-9708-019B960494DF}">
              <a14:hiddenLine xmlns:a14="http://schemas.microsoft.com/office/drawing/2010/main" w="9525" algn="ctr">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kumimoji="0" lang="en-US" altLang="zh-CN" sz="2000" b="1" u="none">
                <a:solidFill>
                  <a:srgbClr val="FF0000"/>
                </a:solidFill>
                <a:latin typeface="Arial" panose="020B0604020202020204" pitchFamily="34" charset="0"/>
              </a:rPr>
              <a:t>STR</a:t>
            </a:r>
          </a:p>
        </p:txBody>
      </p:sp>
      <p:sp>
        <p:nvSpPr>
          <p:cNvPr id="749573" name="Text Box 5">
            <a:extLst>
              <a:ext uri="{FF2B5EF4-FFF2-40B4-BE49-F238E27FC236}">
                <a16:creationId xmlns:a16="http://schemas.microsoft.com/office/drawing/2014/main" id="{8038176F-6F35-472F-B0C4-D680597D3687}"/>
              </a:ext>
            </a:extLst>
          </p:cNvPr>
          <p:cNvSpPr txBox="1">
            <a:spLocks noChangeArrowheads="1"/>
          </p:cNvSpPr>
          <p:nvPr/>
        </p:nvSpPr>
        <p:spPr bwMode="auto">
          <a:xfrm>
            <a:off x="2700338" y="2060575"/>
            <a:ext cx="1152525" cy="396875"/>
          </a:xfrm>
          <a:prstGeom prst="rect">
            <a:avLst/>
          </a:prstGeom>
          <a:noFill/>
          <a:ln>
            <a:noFill/>
          </a:ln>
          <a:effectLst/>
          <a:extLst>
            <a:ext uri="{909E8E84-426E-40DD-AFC4-6F175D3DCCD1}">
              <a14:hiddenFill xmlns:a14="http://schemas.microsoft.com/office/drawing/2010/main">
                <a:gradFill rotWithShape="0">
                  <a:gsLst>
                    <a:gs pos="0">
                      <a:srgbClr val="47182F"/>
                    </a:gs>
                    <a:gs pos="100000">
                      <a:srgbClr val="993366"/>
                    </a:gs>
                  </a:gsLst>
                  <a:lin ang="5400000" scaled="1"/>
                </a:gradFill>
              </a14:hiddenFill>
            </a:ext>
            <a:ext uri="{91240B29-F687-4F45-9708-019B960494DF}">
              <a14:hiddenLine xmlns:a14="http://schemas.microsoft.com/office/drawing/2010/main" w="9525" algn="ctr">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kumimoji="0" lang="en-US" altLang="zh-CN" sz="2000" b="1" u="none">
                <a:solidFill>
                  <a:srgbClr val="FF0000"/>
                </a:solidFill>
                <a:latin typeface="Arial" panose="020B0604020202020204" pitchFamily="34" charset="0"/>
              </a:rPr>
              <a:t>LEN</a:t>
            </a:r>
          </a:p>
        </p:txBody>
      </p:sp>
      <p:sp>
        <p:nvSpPr>
          <p:cNvPr id="749576" name="Text Box 8">
            <a:extLst>
              <a:ext uri="{FF2B5EF4-FFF2-40B4-BE49-F238E27FC236}">
                <a16:creationId xmlns:a16="http://schemas.microsoft.com/office/drawing/2014/main" id="{6C89619E-BA59-4B95-8A8A-84CF53B20C81}"/>
              </a:ext>
            </a:extLst>
          </p:cNvPr>
          <p:cNvSpPr txBox="1">
            <a:spLocks noChangeArrowheads="1"/>
          </p:cNvSpPr>
          <p:nvPr/>
        </p:nvSpPr>
        <p:spPr bwMode="auto">
          <a:xfrm>
            <a:off x="2051050" y="2924175"/>
            <a:ext cx="1152525" cy="396875"/>
          </a:xfrm>
          <a:prstGeom prst="rect">
            <a:avLst/>
          </a:prstGeom>
          <a:noFill/>
          <a:ln>
            <a:noFill/>
          </a:ln>
          <a:effectLst/>
          <a:extLst>
            <a:ext uri="{909E8E84-426E-40DD-AFC4-6F175D3DCCD1}">
              <a14:hiddenFill xmlns:a14="http://schemas.microsoft.com/office/drawing/2010/main">
                <a:gradFill rotWithShape="0">
                  <a:gsLst>
                    <a:gs pos="0">
                      <a:srgbClr val="47182F"/>
                    </a:gs>
                    <a:gs pos="100000">
                      <a:srgbClr val="993366"/>
                    </a:gs>
                  </a:gsLst>
                  <a:lin ang="5400000" scaled="1"/>
                </a:gradFill>
              </a14:hiddenFill>
            </a:ext>
            <a:ext uri="{91240B29-F687-4F45-9708-019B960494DF}">
              <a14:hiddenLine xmlns:a14="http://schemas.microsoft.com/office/drawing/2010/main" w="9525" algn="ctr">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kumimoji="0" lang="en-US" altLang="zh-CN" sz="2000" b="1" u="none">
                <a:solidFill>
                  <a:srgbClr val="FF0000"/>
                </a:solidFill>
                <a:latin typeface="Arial" panose="020B0604020202020204" pitchFamily="34" charset="0"/>
              </a:rPr>
              <a:t>[SI]</a:t>
            </a:r>
          </a:p>
        </p:txBody>
      </p:sp>
      <p:sp>
        <p:nvSpPr>
          <p:cNvPr id="749577" name="Text Box 9">
            <a:extLst>
              <a:ext uri="{FF2B5EF4-FFF2-40B4-BE49-F238E27FC236}">
                <a16:creationId xmlns:a16="http://schemas.microsoft.com/office/drawing/2014/main" id="{0E88369B-CF4B-483A-9322-90B35896CF77}"/>
              </a:ext>
            </a:extLst>
          </p:cNvPr>
          <p:cNvSpPr txBox="1">
            <a:spLocks noChangeArrowheads="1"/>
          </p:cNvSpPr>
          <p:nvPr/>
        </p:nvSpPr>
        <p:spPr bwMode="auto">
          <a:xfrm>
            <a:off x="1763713" y="3284538"/>
            <a:ext cx="1657350" cy="396875"/>
          </a:xfrm>
          <a:prstGeom prst="rect">
            <a:avLst/>
          </a:prstGeom>
          <a:noFill/>
          <a:ln>
            <a:noFill/>
          </a:ln>
          <a:effectLst/>
          <a:extLst>
            <a:ext uri="{909E8E84-426E-40DD-AFC4-6F175D3DCCD1}">
              <a14:hiddenFill xmlns:a14="http://schemas.microsoft.com/office/drawing/2010/main">
                <a:gradFill rotWithShape="0">
                  <a:gsLst>
                    <a:gs pos="0">
                      <a:srgbClr val="47182F"/>
                    </a:gs>
                    <a:gs pos="100000">
                      <a:srgbClr val="993366"/>
                    </a:gs>
                  </a:gsLst>
                  <a:lin ang="5400000" scaled="1"/>
                </a:gradFill>
              </a14:hiddenFill>
            </a:ext>
            <a:ext uri="{91240B29-F687-4F45-9708-019B960494DF}">
              <a14:hiddenLine xmlns:a14="http://schemas.microsoft.com/office/drawing/2010/main" w="9525" algn="ctr">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kumimoji="0" lang="en-US" altLang="zh-CN" sz="2000" b="1" u="none">
                <a:solidFill>
                  <a:srgbClr val="FF0000"/>
                </a:solidFill>
                <a:latin typeface="Arial" panose="020B0604020202020204" pitchFamily="34" charset="0"/>
              </a:rPr>
              <a:t>FOUND</a:t>
            </a:r>
          </a:p>
        </p:txBody>
      </p:sp>
      <p:sp>
        <p:nvSpPr>
          <p:cNvPr id="749579" name="Text Box 11">
            <a:extLst>
              <a:ext uri="{FF2B5EF4-FFF2-40B4-BE49-F238E27FC236}">
                <a16:creationId xmlns:a16="http://schemas.microsoft.com/office/drawing/2014/main" id="{9BFD9526-A193-47B0-B80D-D5DC82908221}"/>
              </a:ext>
            </a:extLst>
          </p:cNvPr>
          <p:cNvSpPr txBox="1">
            <a:spLocks noChangeArrowheads="1"/>
          </p:cNvSpPr>
          <p:nvPr/>
        </p:nvSpPr>
        <p:spPr bwMode="auto">
          <a:xfrm>
            <a:off x="2124075" y="3573463"/>
            <a:ext cx="936625" cy="396875"/>
          </a:xfrm>
          <a:prstGeom prst="rect">
            <a:avLst/>
          </a:prstGeom>
          <a:noFill/>
          <a:ln>
            <a:noFill/>
          </a:ln>
          <a:effectLst/>
          <a:extLst>
            <a:ext uri="{909E8E84-426E-40DD-AFC4-6F175D3DCCD1}">
              <a14:hiddenFill xmlns:a14="http://schemas.microsoft.com/office/drawing/2010/main">
                <a:gradFill rotWithShape="0">
                  <a:gsLst>
                    <a:gs pos="0">
                      <a:srgbClr val="47182F"/>
                    </a:gs>
                    <a:gs pos="100000">
                      <a:srgbClr val="993366"/>
                    </a:gs>
                  </a:gsLst>
                  <a:lin ang="5400000" scaled="1"/>
                </a:gradFill>
              </a14:hiddenFill>
            </a:ext>
            <a:ext uri="{91240B29-F687-4F45-9708-019B960494DF}">
              <a14:hiddenLine xmlns:a14="http://schemas.microsoft.com/office/drawing/2010/main" w="9525" algn="ctr">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kumimoji="0" lang="en-US" altLang="zh-CN" sz="2000" b="1" u="none">
                <a:solidFill>
                  <a:srgbClr val="FF0000"/>
                </a:solidFill>
                <a:latin typeface="Arial" panose="020B0604020202020204" pitchFamily="34" charset="0"/>
              </a:rPr>
              <a:t>SI</a:t>
            </a:r>
          </a:p>
        </p:txBody>
      </p:sp>
      <p:sp>
        <p:nvSpPr>
          <p:cNvPr id="749580" name="Text Box 12">
            <a:extLst>
              <a:ext uri="{FF2B5EF4-FFF2-40B4-BE49-F238E27FC236}">
                <a16:creationId xmlns:a16="http://schemas.microsoft.com/office/drawing/2014/main" id="{F2D269C3-D898-4D1E-A219-9290D7B40324}"/>
              </a:ext>
            </a:extLst>
          </p:cNvPr>
          <p:cNvSpPr txBox="1">
            <a:spLocks noChangeArrowheads="1"/>
          </p:cNvSpPr>
          <p:nvPr/>
        </p:nvSpPr>
        <p:spPr bwMode="auto">
          <a:xfrm>
            <a:off x="2051050" y="4508500"/>
            <a:ext cx="1079500" cy="396875"/>
          </a:xfrm>
          <a:prstGeom prst="rect">
            <a:avLst/>
          </a:prstGeom>
          <a:noFill/>
          <a:ln>
            <a:noFill/>
          </a:ln>
          <a:effectLst/>
          <a:extLst>
            <a:ext uri="{909E8E84-426E-40DD-AFC4-6F175D3DCCD1}">
              <a14:hiddenFill xmlns:a14="http://schemas.microsoft.com/office/drawing/2010/main">
                <a:gradFill rotWithShape="0">
                  <a:gsLst>
                    <a:gs pos="0">
                      <a:srgbClr val="47182F"/>
                    </a:gs>
                    <a:gs pos="100000">
                      <a:srgbClr val="993366"/>
                    </a:gs>
                  </a:gsLst>
                  <a:lin ang="5400000" scaled="1"/>
                </a:gradFill>
              </a14:hiddenFill>
            </a:ext>
            <a:ext uri="{91240B29-F687-4F45-9708-019B960494DF}">
              <a14:hiddenLine xmlns:a14="http://schemas.microsoft.com/office/drawing/2010/main" w="9525" algn="ctr">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kumimoji="0" lang="en-US" altLang="zh-CN" sz="2000" b="1" u="none">
                <a:solidFill>
                  <a:srgbClr val="FF0000"/>
                </a:solidFill>
                <a:latin typeface="Arial" panose="020B0604020202020204" pitchFamily="34" charset="0"/>
              </a:rPr>
              <a:t>POS</a:t>
            </a:r>
          </a:p>
        </p:txBody>
      </p:sp>
      <p:sp>
        <p:nvSpPr>
          <p:cNvPr id="749581" name="Text Box 13">
            <a:extLst>
              <a:ext uri="{FF2B5EF4-FFF2-40B4-BE49-F238E27FC236}">
                <a16:creationId xmlns:a16="http://schemas.microsoft.com/office/drawing/2014/main" id="{9F76DE13-D252-4C11-B6DA-96E4B9087A6D}"/>
              </a:ext>
            </a:extLst>
          </p:cNvPr>
          <p:cNvSpPr txBox="1">
            <a:spLocks noChangeArrowheads="1"/>
          </p:cNvSpPr>
          <p:nvPr/>
        </p:nvSpPr>
        <p:spPr bwMode="auto">
          <a:xfrm>
            <a:off x="1331913" y="5734050"/>
            <a:ext cx="1008062" cy="396875"/>
          </a:xfrm>
          <a:prstGeom prst="rect">
            <a:avLst/>
          </a:prstGeom>
          <a:noFill/>
          <a:ln>
            <a:noFill/>
          </a:ln>
          <a:effectLst/>
          <a:extLst>
            <a:ext uri="{909E8E84-426E-40DD-AFC4-6F175D3DCCD1}">
              <a14:hiddenFill xmlns:a14="http://schemas.microsoft.com/office/drawing/2010/main">
                <a:gradFill rotWithShape="0">
                  <a:gsLst>
                    <a:gs pos="0">
                      <a:srgbClr val="47182F"/>
                    </a:gs>
                    <a:gs pos="100000">
                      <a:srgbClr val="993366"/>
                    </a:gs>
                  </a:gsLst>
                  <a:lin ang="5400000" scaled="1"/>
                </a:gradFill>
              </a14:hiddenFill>
            </a:ext>
            <a:ext uri="{91240B29-F687-4F45-9708-019B960494DF}">
              <a14:hiddenLine xmlns:a14="http://schemas.microsoft.com/office/drawing/2010/main" w="9525" algn="ctr">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kumimoji="0" lang="en-US" altLang="zh-CN" sz="2000" b="1" u="none">
                <a:solidFill>
                  <a:srgbClr val="FF0000"/>
                </a:solidFill>
                <a:latin typeface="Arial" panose="020B0604020202020204" pitchFamily="34" charset="0"/>
              </a:rPr>
              <a:t>MAIN</a:t>
            </a:r>
          </a:p>
        </p:txBody>
      </p:sp>
    </p:spTree>
    <p:custDataLst>
      <p:tags r:id="rId1"/>
    </p:custDataLst>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49571"/>
                                        </p:tgtEl>
                                        <p:attrNameLst>
                                          <p:attrName>style.visibility</p:attrName>
                                        </p:attrNameLst>
                                      </p:cBhvr>
                                      <p:to>
                                        <p:strVal val="visible"/>
                                      </p:to>
                                    </p:set>
                                    <p:anim calcmode="lin" valueType="num">
                                      <p:cBhvr additive="base">
                                        <p:cTn id="7" dur="500" fill="hold"/>
                                        <p:tgtEl>
                                          <p:spTgt spid="749571"/>
                                        </p:tgtEl>
                                        <p:attrNameLst>
                                          <p:attrName>ppt_x</p:attrName>
                                        </p:attrNameLst>
                                      </p:cBhvr>
                                      <p:tavLst>
                                        <p:tav tm="0">
                                          <p:val>
                                            <p:strVal val="#ppt_x"/>
                                          </p:val>
                                        </p:tav>
                                        <p:tav tm="100000">
                                          <p:val>
                                            <p:strVal val="#ppt_x"/>
                                          </p:val>
                                        </p:tav>
                                      </p:tavLst>
                                    </p:anim>
                                    <p:anim calcmode="lin" valueType="num">
                                      <p:cBhvr additive="base">
                                        <p:cTn id="8" dur="500" fill="hold"/>
                                        <p:tgtEl>
                                          <p:spTgt spid="749571"/>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49572"/>
                                        </p:tgtEl>
                                        <p:attrNameLst>
                                          <p:attrName>style.visibility</p:attrName>
                                        </p:attrNameLst>
                                      </p:cBhvr>
                                      <p:to>
                                        <p:strVal val="visible"/>
                                      </p:to>
                                    </p:set>
                                    <p:anim calcmode="lin" valueType="num">
                                      <p:cBhvr additive="base">
                                        <p:cTn id="13" dur="500" fill="hold"/>
                                        <p:tgtEl>
                                          <p:spTgt spid="749572"/>
                                        </p:tgtEl>
                                        <p:attrNameLst>
                                          <p:attrName>ppt_x</p:attrName>
                                        </p:attrNameLst>
                                      </p:cBhvr>
                                      <p:tavLst>
                                        <p:tav tm="0">
                                          <p:val>
                                            <p:strVal val="#ppt_x"/>
                                          </p:val>
                                        </p:tav>
                                        <p:tav tm="100000">
                                          <p:val>
                                            <p:strVal val="#ppt_x"/>
                                          </p:val>
                                        </p:tav>
                                      </p:tavLst>
                                    </p:anim>
                                    <p:anim calcmode="lin" valueType="num">
                                      <p:cBhvr additive="base">
                                        <p:cTn id="14" dur="500" fill="hold"/>
                                        <p:tgtEl>
                                          <p:spTgt spid="749572"/>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49573"/>
                                        </p:tgtEl>
                                        <p:attrNameLst>
                                          <p:attrName>style.visibility</p:attrName>
                                        </p:attrNameLst>
                                      </p:cBhvr>
                                      <p:to>
                                        <p:strVal val="visible"/>
                                      </p:to>
                                    </p:set>
                                    <p:anim calcmode="lin" valueType="num">
                                      <p:cBhvr additive="base">
                                        <p:cTn id="19" dur="500" fill="hold"/>
                                        <p:tgtEl>
                                          <p:spTgt spid="749573"/>
                                        </p:tgtEl>
                                        <p:attrNameLst>
                                          <p:attrName>ppt_x</p:attrName>
                                        </p:attrNameLst>
                                      </p:cBhvr>
                                      <p:tavLst>
                                        <p:tav tm="0">
                                          <p:val>
                                            <p:strVal val="#ppt_x"/>
                                          </p:val>
                                        </p:tav>
                                        <p:tav tm="100000">
                                          <p:val>
                                            <p:strVal val="#ppt_x"/>
                                          </p:val>
                                        </p:tav>
                                      </p:tavLst>
                                    </p:anim>
                                    <p:anim calcmode="lin" valueType="num">
                                      <p:cBhvr additive="base">
                                        <p:cTn id="20" dur="500" fill="hold"/>
                                        <p:tgtEl>
                                          <p:spTgt spid="749573"/>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49576"/>
                                        </p:tgtEl>
                                        <p:attrNameLst>
                                          <p:attrName>style.visibility</p:attrName>
                                        </p:attrNameLst>
                                      </p:cBhvr>
                                      <p:to>
                                        <p:strVal val="visible"/>
                                      </p:to>
                                    </p:set>
                                    <p:anim calcmode="lin" valueType="num">
                                      <p:cBhvr additive="base">
                                        <p:cTn id="25" dur="500" fill="hold"/>
                                        <p:tgtEl>
                                          <p:spTgt spid="749576"/>
                                        </p:tgtEl>
                                        <p:attrNameLst>
                                          <p:attrName>ppt_x</p:attrName>
                                        </p:attrNameLst>
                                      </p:cBhvr>
                                      <p:tavLst>
                                        <p:tav tm="0">
                                          <p:val>
                                            <p:strVal val="#ppt_x"/>
                                          </p:val>
                                        </p:tav>
                                        <p:tav tm="100000">
                                          <p:val>
                                            <p:strVal val="#ppt_x"/>
                                          </p:val>
                                        </p:tav>
                                      </p:tavLst>
                                    </p:anim>
                                    <p:anim calcmode="lin" valueType="num">
                                      <p:cBhvr additive="base">
                                        <p:cTn id="26" dur="500" fill="hold"/>
                                        <p:tgtEl>
                                          <p:spTgt spid="749576"/>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749577"/>
                                        </p:tgtEl>
                                        <p:attrNameLst>
                                          <p:attrName>style.visibility</p:attrName>
                                        </p:attrNameLst>
                                      </p:cBhvr>
                                      <p:to>
                                        <p:strVal val="visible"/>
                                      </p:to>
                                    </p:set>
                                    <p:anim calcmode="lin" valueType="num">
                                      <p:cBhvr additive="base">
                                        <p:cTn id="31" dur="500" fill="hold"/>
                                        <p:tgtEl>
                                          <p:spTgt spid="749577"/>
                                        </p:tgtEl>
                                        <p:attrNameLst>
                                          <p:attrName>ppt_x</p:attrName>
                                        </p:attrNameLst>
                                      </p:cBhvr>
                                      <p:tavLst>
                                        <p:tav tm="0">
                                          <p:val>
                                            <p:strVal val="#ppt_x"/>
                                          </p:val>
                                        </p:tav>
                                        <p:tav tm="100000">
                                          <p:val>
                                            <p:strVal val="#ppt_x"/>
                                          </p:val>
                                        </p:tav>
                                      </p:tavLst>
                                    </p:anim>
                                    <p:anim calcmode="lin" valueType="num">
                                      <p:cBhvr additive="base">
                                        <p:cTn id="32" dur="500" fill="hold"/>
                                        <p:tgtEl>
                                          <p:spTgt spid="749577"/>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749579"/>
                                        </p:tgtEl>
                                        <p:attrNameLst>
                                          <p:attrName>style.visibility</p:attrName>
                                        </p:attrNameLst>
                                      </p:cBhvr>
                                      <p:to>
                                        <p:strVal val="visible"/>
                                      </p:to>
                                    </p:set>
                                    <p:anim calcmode="lin" valueType="num">
                                      <p:cBhvr additive="base">
                                        <p:cTn id="37" dur="500" fill="hold"/>
                                        <p:tgtEl>
                                          <p:spTgt spid="749579"/>
                                        </p:tgtEl>
                                        <p:attrNameLst>
                                          <p:attrName>ppt_x</p:attrName>
                                        </p:attrNameLst>
                                      </p:cBhvr>
                                      <p:tavLst>
                                        <p:tav tm="0">
                                          <p:val>
                                            <p:strVal val="#ppt_x"/>
                                          </p:val>
                                        </p:tav>
                                        <p:tav tm="100000">
                                          <p:val>
                                            <p:strVal val="#ppt_x"/>
                                          </p:val>
                                        </p:tav>
                                      </p:tavLst>
                                    </p:anim>
                                    <p:anim calcmode="lin" valueType="num">
                                      <p:cBhvr additive="base">
                                        <p:cTn id="38" dur="500" fill="hold"/>
                                        <p:tgtEl>
                                          <p:spTgt spid="749579"/>
                                        </p:tgtEl>
                                        <p:attrNameLst>
                                          <p:attrName>ppt_y</p:attrName>
                                        </p:attrNameLst>
                                      </p:cBhvr>
                                      <p:tavLst>
                                        <p:tav tm="0">
                                          <p:val>
                                            <p:strVal val="1+#ppt_h/2"/>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749580"/>
                                        </p:tgtEl>
                                        <p:attrNameLst>
                                          <p:attrName>style.visibility</p:attrName>
                                        </p:attrNameLst>
                                      </p:cBhvr>
                                      <p:to>
                                        <p:strVal val="visible"/>
                                      </p:to>
                                    </p:set>
                                    <p:anim calcmode="lin" valueType="num">
                                      <p:cBhvr additive="base">
                                        <p:cTn id="43" dur="500" fill="hold"/>
                                        <p:tgtEl>
                                          <p:spTgt spid="749580"/>
                                        </p:tgtEl>
                                        <p:attrNameLst>
                                          <p:attrName>ppt_x</p:attrName>
                                        </p:attrNameLst>
                                      </p:cBhvr>
                                      <p:tavLst>
                                        <p:tav tm="0">
                                          <p:val>
                                            <p:strVal val="#ppt_x"/>
                                          </p:val>
                                        </p:tav>
                                        <p:tav tm="100000">
                                          <p:val>
                                            <p:strVal val="#ppt_x"/>
                                          </p:val>
                                        </p:tav>
                                      </p:tavLst>
                                    </p:anim>
                                    <p:anim calcmode="lin" valueType="num">
                                      <p:cBhvr additive="base">
                                        <p:cTn id="44" dur="500" fill="hold"/>
                                        <p:tgtEl>
                                          <p:spTgt spid="749580"/>
                                        </p:tgtEl>
                                        <p:attrNameLst>
                                          <p:attrName>ppt_y</p:attrName>
                                        </p:attrNameLst>
                                      </p:cBhvr>
                                      <p:tavLst>
                                        <p:tav tm="0">
                                          <p:val>
                                            <p:strVal val="1+#ppt_h/2"/>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749581"/>
                                        </p:tgtEl>
                                        <p:attrNameLst>
                                          <p:attrName>style.visibility</p:attrName>
                                        </p:attrNameLst>
                                      </p:cBhvr>
                                      <p:to>
                                        <p:strVal val="visible"/>
                                      </p:to>
                                    </p:set>
                                    <p:anim calcmode="lin" valueType="num">
                                      <p:cBhvr additive="base">
                                        <p:cTn id="49" dur="500" fill="hold"/>
                                        <p:tgtEl>
                                          <p:spTgt spid="749581"/>
                                        </p:tgtEl>
                                        <p:attrNameLst>
                                          <p:attrName>ppt_x</p:attrName>
                                        </p:attrNameLst>
                                      </p:cBhvr>
                                      <p:tavLst>
                                        <p:tav tm="0">
                                          <p:val>
                                            <p:strVal val="#ppt_x"/>
                                          </p:val>
                                        </p:tav>
                                        <p:tav tm="100000">
                                          <p:val>
                                            <p:strVal val="#ppt_x"/>
                                          </p:val>
                                        </p:tav>
                                      </p:tavLst>
                                    </p:anim>
                                    <p:anim calcmode="lin" valueType="num">
                                      <p:cBhvr additive="base">
                                        <p:cTn id="50" dur="500" fill="hold"/>
                                        <p:tgtEl>
                                          <p:spTgt spid="74958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9571" grpId="0"/>
      <p:bldP spid="749572" grpId="0"/>
      <p:bldP spid="749573" grpId="0"/>
      <p:bldP spid="749576" grpId="0"/>
      <p:bldP spid="749577" grpId="0"/>
      <p:bldP spid="749579" grpId="0"/>
      <p:bldP spid="749580" grpId="0"/>
      <p:bldP spid="749581"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灯片编号占位符 6">
            <a:extLst>
              <a:ext uri="{FF2B5EF4-FFF2-40B4-BE49-F238E27FC236}">
                <a16:creationId xmlns:a16="http://schemas.microsoft.com/office/drawing/2014/main" id="{EF45CB39-5AA4-414D-93E1-805E74BE7549}"/>
              </a:ext>
            </a:extLst>
          </p:cNvPr>
          <p:cNvSpPr>
            <a:spLocks noGrp="1"/>
          </p:cNvSpPr>
          <p:nvPr>
            <p:ph type="sldNum" sz="quarter" idx="12"/>
          </p:nvPr>
        </p:nvSpPr>
        <p:spPr>
          <a:noFill/>
        </p:spPr>
        <p:txBody>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fld id="{79A77592-2C75-4E4C-9D40-0BD19E3F5934}" type="slidenum">
              <a:rPr kumimoji="0" lang="en-US" altLang="zh-CN" sz="1400" u="none" smtClean="0">
                <a:solidFill>
                  <a:srgbClr val="000000"/>
                </a:solidFill>
                <a:latin typeface="Arial" panose="020B0604020202020204" pitchFamily="34" charset="0"/>
              </a:rPr>
              <a:pPr/>
              <a:t>71</a:t>
            </a:fld>
            <a:endParaRPr kumimoji="0" lang="en-US" altLang="zh-CN" sz="1400" u="none">
              <a:solidFill>
                <a:srgbClr val="000000"/>
              </a:solidFill>
              <a:latin typeface="Arial" panose="020B0604020202020204" pitchFamily="34" charset="0"/>
            </a:endParaRPr>
          </a:p>
        </p:txBody>
      </p:sp>
      <p:sp>
        <p:nvSpPr>
          <p:cNvPr id="78851" name="Rectangle 2">
            <a:extLst>
              <a:ext uri="{FF2B5EF4-FFF2-40B4-BE49-F238E27FC236}">
                <a16:creationId xmlns:a16="http://schemas.microsoft.com/office/drawing/2014/main" id="{23D11F59-F2A1-4E81-9EC3-6407A17E3878}"/>
              </a:ext>
            </a:extLst>
          </p:cNvPr>
          <p:cNvSpPr>
            <a:spLocks noChangeArrowheads="1"/>
          </p:cNvSpPr>
          <p:nvPr/>
        </p:nvSpPr>
        <p:spPr bwMode="auto">
          <a:xfrm>
            <a:off x="1331913" y="735598"/>
            <a:ext cx="6353021" cy="5262979"/>
          </a:xfrm>
          <a:prstGeom prst="rect">
            <a:avLst/>
          </a:prstGeom>
          <a:noFill/>
          <a:ln>
            <a:noFill/>
          </a:ln>
          <a:effectLst/>
          <a:extLst>
            <a:ext uri="{909E8E84-426E-40DD-AFC4-6F175D3DCCD1}">
              <a14:hiddenFill xmlns:a14="http://schemas.microsoft.com/office/drawing/2010/main">
                <a:gradFill rotWithShape="0">
                  <a:gsLst>
                    <a:gs pos="0">
                      <a:srgbClr val="47182F"/>
                    </a:gs>
                    <a:gs pos="100000">
                      <a:srgbClr val="993366"/>
                    </a:gs>
                  </a:gsLst>
                  <a:lin ang="5400000" scaled="1"/>
                </a:gradFill>
              </a14:hiddenFill>
            </a:ext>
            <a:ext uri="{91240B29-F687-4F45-9708-019B960494DF}">
              <a14:hiddenLine xmlns:a14="http://schemas.microsoft.com/office/drawing/2010/main" w="9525" algn="ctr">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eaLnBrk="1" hangingPunct="1"/>
            <a:r>
              <a:rPr kumimoji="0" lang="en-US" altLang="zh-CN" b="1" u="none" dirty="0">
                <a:solidFill>
                  <a:srgbClr val="FF0000"/>
                </a:solidFill>
                <a:latin typeface="宋体" panose="02010600030101010101" pitchFamily="2" charset="-122"/>
              </a:rPr>
              <a:t>2025-31</a:t>
            </a:r>
            <a:r>
              <a:rPr kumimoji="0" lang="en-US" altLang="zh-CN" b="1" u="none" dirty="0">
                <a:solidFill>
                  <a:srgbClr val="000000"/>
                </a:solidFill>
                <a:latin typeface="宋体" panose="02010600030101010101" pitchFamily="2" charset="-122"/>
              </a:rPr>
              <a:t>. </a:t>
            </a:r>
            <a:r>
              <a:rPr kumimoji="0" lang="zh-CN" altLang="en-US" b="1" u="none" dirty="0">
                <a:solidFill>
                  <a:srgbClr val="000000"/>
                </a:solidFill>
                <a:latin typeface="宋体" panose="02010600030101010101" pitchFamily="2" charset="-122"/>
              </a:rPr>
              <a:t>有程序段如下：</a:t>
            </a:r>
            <a:br>
              <a:rPr kumimoji="0" lang="zh-CN" altLang="en-US" b="1" u="none" dirty="0">
                <a:solidFill>
                  <a:srgbClr val="000000"/>
                </a:solidFill>
                <a:latin typeface="宋体" panose="02010600030101010101" pitchFamily="2" charset="-122"/>
              </a:rPr>
            </a:br>
            <a:r>
              <a:rPr kumimoji="0" lang="zh-CN" altLang="en-US" b="1" u="none" dirty="0">
                <a:solidFill>
                  <a:srgbClr val="000000"/>
                </a:solidFill>
                <a:latin typeface="宋体" panose="02010600030101010101" pitchFamily="2" charset="-122"/>
              </a:rPr>
              <a:t>    </a:t>
            </a:r>
            <a:r>
              <a:rPr kumimoji="0" lang="en-US" altLang="zh-CN" b="1" u="none" dirty="0">
                <a:solidFill>
                  <a:srgbClr val="000000"/>
                </a:solidFill>
                <a:latin typeface="宋体" panose="02010600030101010101" pitchFamily="2" charset="-122"/>
              </a:rPr>
              <a:t>MOV BX</a:t>
            </a:r>
            <a:r>
              <a:rPr kumimoji="0" lang="zh-CN" altLang="en-US" b="1" u="none" dirty="0">
                <a:solidFill>
                  <a:srgbClr val="000000"/>
                </a:solidFill>
                <a:latin typeface="宋体" panose="02010600030101010101" pitchFamily="2" charset="-122"/>
              </a:rPr>
              <a:t>，</a:t>
            </a:r>
            <a:r>
              <a:rPr kumimoji="0" lang="en-US" altLang="zh-CN" b="1" u="none" dirty="0">
                <a:solidFill>
                  <a:srgbClr val="000000"/>
                </a:solidFill>
                <a:latin typeface="宋体" panose="02010600030101010101" pitchFamily="2" charset="-122"/>
              </a:rPr>
              <a:t>OFFSET X</a:t>
            </a:r>
          </a:p>
          <a:p>
            <a:pPr eaLnBrk="1" hangingPunct="1"/>
            <a:r>
              <a:rPr kumimoji="0" lang="en-US" altLang="zh-CN" b="1" u="none" dirty="0">
                <a:solidFill>
                  <a:srgbClr val="000000"/>
                </a:solidFill>
                <a:latin typeface="宋体" panose="02010600030101010101" pitchFamily="2" charset="-122"/>
              </a:rPr>
              <a:t>    MOV AL</a:t>
            </a:r>
            <a:r>
              <a:rPr kumimoji="0" lang="zh-CN" altLang="en-US" b="1" u="none" dirty="0">
                <a:solidFill>
                  <a:srgbClr val="000000"/>
                </a:solidFill>
                <a:latin typeface="宋体" panose="02010600030101010101" pitchFamily="2" charset="-122"/>
              </a:rPr>
              <a:t>，</a:t>
            </a:r>
            <a:r>
              <a:rPr kumimoji="0" lang="en-US" altLang="zh-CN" b="1" u="none" dirty="0">
                <a:solidFill>
                  <a:srgbClr val="000000"/>
                </a:solidFill>
                <a:latin typeface="宋体" panose="02010600030101010101" pitchFamily="2" charset="-122"/>
              </a:rPr>
              <a:t>[BX][6]</a:t>
            </a:r>
          </a:p>
          <a:p>
            <a:pPr eaLnBrk="1" hangingPunct="1"/>
            <a:r>
              <a:rPr kumimoji="0" lang="en-US" altLang="zh-CN" b="1" u="none" dirty="0">
                <a:solidFill>
                  <a:srgbClr val="000000"/>
                </a:solidFill>
                <a:latin typeface="宋体" panose="02010600030101010101" pitchFamily="2" charset="-122"/>
              </a:rPr>
              <a:t>    MOV AH</a:t>
            </a:r>
            <a:r>
              <a:rPr kumimoji="0" lang="zh-CN" altLang="en-US" b="1" u="none" dirty="0">
                <a:solidFill>
                  <a:srgbClr val="000000"/>
                </a:solidFill>
                <a:latin typeface="宋体" panose="02010600030101010101" pitchFamily="2" charset="-122"/>
              </a:rPr>
              <a:t>，</a:t>
            </a:r>
            <a:r>
              <a:rPr kumimoji="0" lang="en-US" altLang="zh-CN" b="1" u="none" dirty="0">
                <a:solidFill>
                  <a:srgbClr val="000000"/>
                </a:solidFill>
                <a:latin typeface="宋体" panose="02010600030101010101" pitchFamily="2" charset="-122"/>
              </a:rPr>
              <a:t>[BX][7]</a:t>
            </a:r>
          </a:p>
          <a:p>
            <a:pPr eaLnBrk="1" hangingPunct="1"/>
            <a:r>
              <a:rPr kumimoji="0" lang="en-US" altLang="zh-CN" b="1" u="none" dirty="0">
                <a:solidFill>
                  <a:srgbClr val="000000"/>
                </a:solidFill>
                <a:latin typeface="宋体" panose="02010600030101010101" pitchFamily="2" charset="-122"/>
              </a:rPr>
              <a:t>    MOV SI</a:t>
            </a:r>
            <a:r>
              <a:rPr kumimoji="0" lang="zh-CN" altLang="en-US" b="1" u="none" dirty="0">
                <a:solidFill>
                  <a:srgbClr val="000000"/>
                </a:solidFill>
                <a:latin typeface="宋体" panose="02010600030101010101" pitchFamily="2" charset="-122"/>
              </a:rPr>
              <a:t>，</a:t>
            </a:r>
            <a:r>
              <a:rPr kumimoji="0" lang="en-US" altLang="zh-CN" b="1" u="none" dirty="0">
                <a:solidFill>
                  <a:srgbClr val="000000"/>
                </a:solidFill>
                <a:latin typeface="宋体" panose="02010600030101010101" pitchFamily="2" charset="-122"/>
              </a:rPr>
              <a:t>4</a:t>
            </a:r>
          </a:p>
          <a:p>
            <a:pPr eaLnBrk="1" hangingPunct="1"/>
            <a:r>
              <a:rPr kumimoji="0" lang="en-US" altLang="zh-CN" b="1" u="none" dirty="0">
                <a:solidFill>
                  <a:srgbClr val="000000"/>
                </a:solidFill>
                <a:latin typeface="宋体" panose="02010600030101010101" pitchFamily="2" charset="-122"/>
              </a:rPr>
              <a:t>    MOV DL</a:t>
            </a:r>
            <a:r>
              <a:rPr kumimoji="0" lang="zh-CN" altLang="en-US" b="1" u="none" dirty="0">
                <a:solidFill>
                  <a:srgbClr val="000000"/>
                </a:solidFill>
                <a:latin typeface="宋体" panose="02010600030101010101" pitchFamily="2" charset="-122"/>
              </a:rPr>
              <a:t>，</a:t>
            </a:r>
            <a:r>
              <a:rPr kumimoji="0" lang="en-US" altLang="zh-CN" b="1" u="none" dirty="0">
                <a:solidFill>
                  <a:srgbClr val="000000"/>
                </a:solidFill>
                <a:latin typeface="宋体" panose="02010600030101010101" pitchFamily="2" charset="-122"/>
              </a:rPr>
              <a:t>[BX][SI][2]</a:t>
            </a:r>
          </a:p>
          <a:p>
            <a:pPr eaLnBrk="1" hangingPunct="1"/>
            <a:r>
              <a:rPr kumimoji="0" lang="es-ES" altLang="zh-CN" b="1" u="none" dirty="0">
                <a:solidFill>
                  <a:srgbClr val="000000"/>
                </a:solidFill>
                <a:latin typeface="宋体" panose="02010600030101010101" pitchFamily="2" charset="-122"/>
              </a:rPr>
              <a:t>    MOV DH</a:t>
            </a:r>
            <a:r>
              <a:rPr kumimoji="0" lang="zh-CN" altLang="es-ES" b="1" u="none" dirty="0">
                <a:solidFill>
                  <a:srgbClr val="000000"/>
                </a:solidFill>
                <a:latin typeface="宋体" panose="02010600030101010101" pitchFamily="2" charset="-122"/>
              </a:rPr>
              <a:t>，</a:t>
            </a:r>
            <a:r>
              <a:rPr kumimoji="0" lang="es-ES" altLang="zh-CN" b="1" u="none" dirty="0">
                <a:solidFill>
                  <a:srgbClr val="000000"/>
                </a:solidFill>
                <a:latin typeface="宋体" panose="02010600030101010101" pitchFamily="2" charset="-122"/>
              </a:rPr>
              <a:t>[BX][SI][3]</a:t>
            </a:r>
          </a:p>
          <a:p>
            <a:pPr eaLnBrk="1" hangingPunct="1"/>
            <a:r>
              <a:rPr kumimoji="0" lang="es-ES" altLang="zh-CN" b="1" u="none" dirty="0">
                <a:solidFill>
                  <a:srgbClr val="000000"/>
                </a:solidFill>
                <a:latin typeface="宋体" panose="02010600030101010101" pitchFamily="2" charset="-122"/>
              </a:rPr>
              <a:t>X   DB  1</a:t>
            </a:r>
            <a:r>
              <a:rPr kumimoji="0" lang="zh-CN" altLang="es-ES" b="1" u="none" dirty="0">
                <a:solidFill>
                  <a:srgbClr val="000000"/>
                </a:solidFill>
                <a:latin typeface="宋体" panose="02010600030101010101" pitchFamily="2" charset="-122"/>
              </a:rPr>
              <a:t>，</a:t>
            </a:r>
            <a:r>
              <a:rPr kumimoji="0" lang="es-ES" altLang="zh-CN" b="1" u="none" dirty="0">
                <a:solidFill>
                  <a:srgbClr val="000000"/>
                </a:solidFill>
                <a:latin typeface="宋体" panose="02010600030101010101" pitchFamily="2" charset="-122"/>
              </a:rPr>
              <a:t>2</a:t>
            </a:r>
            <a:r>
              <a:rPr kumimoji="0" lang="zh-CN" altLang="es-ES" b="1" u="none" dirty="0">
                <a:solidFill>
                  <a:srgbClr val="000000"/>
                </a:solidFill>
                <a:latin typeface="宋体" panose="02010600030101010101" pitchFamily="2" charset="-122"/>
              </a:rPr>
              <a:t>，</a:t>
            </a:r>
            <a:r>
              <a:rPr kumimoji="0" lang="es-ES" altLang="zh-CN" b="1" u="none" dirty="0">
                <a:solidFill>
                  <a:srgbClr val="000000"/>
                </a:solidFill>
                <a:latin typeface="宋体" panose="02010600030101010101" pitchFamily="2" charset="-122"/>
              </a:rPr>
              <a:t>3</a:t>
            </a:r>
            <a:r>
              <a:rPr kumimoji="0" lang="zh-CN" altLang="es-ES" b="1" u="none" dirty="0">
                <a:solidFill>
                  <a:srgbClr val="000000"/>
                </a:solidFill>
                <a:latin typeface="宋体" panose="02010600030101010101" pitchFamily="2" charset="-122"/>
              </a:rPr>
              <a:t>，</a:t>
            </a:r>
            <a:r>
              <a:rPr kumimoji="0" lang="es-ES" altLang="zh-CN" b="1" u="none" dirty="0">
                <a:solidFill>
                  <a:srgbClr val="000000"/>
                </a:solidFill>
                <a:latin typeface="宋体" panose="02010600030101010101" pitchFamily="2" charset="-122"/>
              </a:rPr>
              <a:t>4</a:t>
            </a:r>
            <a:r>
              <a:rPr kumimoji="0" lang="zh-CN" altLang="es-ES" b="1" u="none" dirty="0">
                <a:solidFill>
                  <a:srgbClr val="000000"/>
                </a:solidFill>
                <a:latin typeface="宋体" panose="02010600030101010101" pitchFamily="2" charset="-122"/>
              </a:rPr>
              <a:t>，</a:t>
            </a:r>
            <a:r>
              <a:rPr kumimoji="0" lang="es-ES" altLang="zh-CN" b="1" u="none" dirty="0">
                <a:solidFill>
                  <a:srgbClr val="000000"/>
                </a:solidFill>
                <a:latin typeface="宋体" panose="02010600030101010101" pitchFamily="2" charset="-122"/>
              </a:rPr>
              <a:t>5</a:t>
            </a:r>
            <a:r>
              <a:rPr kumimoji="0" lang="zh-CN" altLang="es-ES" b="1" u="none" dirty="0">
                <a:solidFill>
                  <a:srgbClr val="000000"/>
                </a:solidFill>
                <a:latin typeface="宋体" panose="02010600030101010101" pitchFamily="2" charset="-122"/>
              </a:rPr>
              <a:t>，</a:t>
            </a:r>
            <a:r>
              <a:rPr kumimoji="0" lang="es-ES" altLang="zh-CN" b="1" u="none" dirty="0">
                <a:solidFill>
                  <a:srgbClr val="000000"/>
                </a:solidFill>
                <a:latin typeface="宋体" panose="02010600030101010101" pitchFamily="2" charset="-122"/>
              </a:rPr>
              <a:t>6</a:t>
            </a:r>
            <a:r>
              <a:rPr kumimoji="0" lang="zh-CN" altLang="es-ES" b="1" u="none" dirty="0">
                <a:solidFill>
                  <a:srgbClr val="000000"/>
                </a:solidFill>
                <a:latin typeface="宋体" panose="02010600030101010101" pitchFamily="2" charset="-122"/>
              </a:rPr>
              <a:t>，</a:t>
            </a:r>
            <a:r>
              <a:rPr kumimoji="0" lang="es-ES" altLang="zh-CN" b="1" u="none" dirty="0">
                <a:solidFill>
                  <a:srgbClr val="000000"/>
                </a:solidFill>
                <a:latin typeface="宋体" panose="02010600030101010101" pitchFamily="2" charset="-122"/>
              </a:rPr>
              <a:t>7</a:t>
            </a:r>
            <a:r>
              <a:rPr kumimoji="0" lang="zh-CN" altLang="es-ES" b="1" u="none" dirty="0">
                <a:solidFill>
                  <a:srgbClr val="000000"/>
                </a:solidFill>
                <a:latin typeface="宋体" panose="02010600030101010101" pitchFamily="2" charset="-122"/>
              </a:rPr>
              <a:t>，</a:t>
            </a:r>
            <a:r>
              <a:rPr kumimoji="0" lang="es-ES" altLang="zh-CN" b="1" u="none" dirty="0">
                <a:solidFill>
                  <a:srgbClr val="000000"/>
                </a:solidFill>
                <a:latin typeface="宋体" panose="02010600030101010101" pitchFamily="2" charset="-122"/>
              </a:rPr>
              <a:t>8</a:t>
            </a:r>
          </a:p>
          <a:p>
            <a:pPr eaLnBrk="1" hangingPunct="1"/>
            <a:endParaRPr kumimoji="0" lang="zh-CN" altLang="es-ES" b="1" u="none" dirty="0">
              <a:solidFill>
                <a:srgbClr val="000000"/>
              </a:solidFill>
              <a:latin typeface="宋体" panose="02010600030101010101" pitchFamily="2" charset="-122"/>
            </a:endParaRPr>
          </a:p>
          <a:p>
            <a:pPr eaLnBrk="1" hangingPunct="1"/>
            <a:r>
              <a:rPr kumimoji="0" lang="zh-CN" altLang="es-ES" b="1" u="none" dirty="0">
                <a:solidFill>
                  <a:srgbClr val="000000"/>
                </a:solidFill>
                <a:latin typeface="宋体" panose="02010600030101010101" pitchFamily="2" charset="-122"/>
              </a:rPr>
              <a:t>执行该程序段后，</a:t>
            </a:r>
          </a:p>
          <a:p>
            <a:pPr eaLnBrk="1" hangingPunct="1"/>
            <a:endParaRPr kumimoji="0" lang="es-ES" altLang="zh-CN" b="1" u="none" dirty="0">
              <a:solidFill>
                <a:srgbClr val="000000"/>
              </a:solidFill>
              <a:latin typeface="宋体" panose="02010600030101010101" pitchFamily="2" charset="-122"/>
            </a:endParaRPr>
          </a:p>
          <a:p>
            <a:pPr eaLnBrk="1" hangingPunct="1"/>
            <a:r>
              <a:rPr kumimoji="0" lang="es-ES" altLang="zh-CN" b="1" u="none" dirty="0">
                <a:solidFill>
                  <a:srgbClr val="000000"/>
                </a:solidFill>
                <a:latin typeface="宋体" panose="02010600030101010101" pitchFamily="2" charset="-122"/>
              </a:rPr>
              <a:t>AL =</a:t>
            </a:r>
            <a:r>
              <a:rPr kumimoji="0" lang="en-US" altLang="zh-CN" sz="2000" b="1" u="none" dirty="0">
                <a:solidFill>
                  <a:srgbClr val="000000"/>
                </a:solidFill>
                <a:latin typeface="Arial" panose="020B0604020202020204" pitchFamily="34" charset="0"/>
              </a:rPr>
              <a:t>______________</a:t>
            </a:r>
            <a:r>
              <a:rPr kumimoji="0" lang="es-ES" altLang="zh-CN" b="1" u="none" dirty="0">
                <a:solidFill>
                  <a:srgbClr val="000000"/>
                </a:solidFill>
                <a:latin typeface="宋体" panose="02010600030101010101" pitchFamily="2" charset="-122"/>
              </a:rPr>
              <a:t> </a:t>
            </a:r>
            <a:r>
              <a:rPr kumimoji="0" lang="zh-CN" altLang="es-ES" b="1" u="none" dirty="0">
                <a:solidFill>
                  <a:srgbClr val="000000"/>
                </a:solidFill>
                <a:latin typeface="宋体" panose="02010600030101010101" pitchFamily="2" charset="-122"/>
              </a:rPr>
              <a:t>，</a:t>
            </a:r>
            <a:r>
              <a:rPr kumimoji="0" lang="es-ES" altLang="zh-CN" b="1" u="none" dirty="0">
                <a:solidFill>
                  <a:srgbClr val="000000"/>
                </a:solidFill>
                <a:latin typeface="宋体" panose="02010600030101010101" pitchFamily="2" charset="-122"/>
              </a:rPr>
              <a:t>AH =</a:t>
            </a:r>
            <a:r>
              <a:rPr kumimoji="0" lang="en-US" altLang="zh-CN" sz="2000" b="1" u="none" dirty="0">
                <a:solidFill>
                  <a:srgbClr val="000000"/>
                </a:solidFill>
                <a:latin typeface="Arial" panose="020B0604020202020204" pitchFamily="34" charset="0"/>
              </a:rPr>
              <a:t>______________</a:t>
            </a:r>
            <a:r>
              <a:rPr kumimoji="0" lang="es-ES" altLang="zh-CN" b="1" u="none" dirty="0">
                <a:solidFill>
                  <a:srgbClr val="000000"/>
                </a:solidFill>
                <a:latin typeface="宋体" panose="02010600030101010101" pitchFamily="2" charset="-122"/>
              </a:rPr>
              <a:t> </a:t>
            </a:r>
            <a:r>
              <a:rPr kumimoji="0" lang="zh-CN" altLang="es-ES" b="1" u="none" dirty="0">
                <a:solidFill>
                  <a:srgbClr val="000000"/>
                </a:solidFill>
                <a:latin typeface="宋体" panose="02010600030101010101" pitchFamily="2" charset="-122"/>
              </a:rPr>
              <a:t>，</a:t>
            </a:r>
          </a:p>
          <a:p>
            <a:pPr eaLnBrk="1" hangingPunct="1"/>
            <a:endParaRPr kumimoji="0" lang="es-ES" altLang="zh-CN" b="1" u="none" dirty="0">
              <a:solidFill>
                <a:srgbClr val="000000"/>
              </a:solidFill>
              <a:latin typeface="宋体" panose="02010600030101010101" pitchFamily="2" charset="-122"/>
            </a:endParaRPr>
          </a:p>
          <a:p>
            <a:pPr eaLnBrk="1" hangingPunct="1"/>
            <a:r>
              <a:rPr kumimoji="0" lang="es-ES" altLang="zh-CN" b="1" u="none" dirty="0">
                <a:solidFill>
                  <a:srgbClr val="000000"/>
                </a:solidFill>
                <a:latin typeface="宋体" panose="02010600030101010101" pitchFamily="2" charset="-122"/>
              </a:rPr>
              <a:t>DL =</a:t>
            </a:r>
            <a:r>
              <a:rPr kumimoji="0" lang="en-US" altLang="zh-CN" sz="2000" b="1" u="none" dirty="0">
                <a:solidFill>
                  <a:srgbClr val="000000"/>
                </a:solidFill>
                <a:latin typeface="Arial" panose="020B0604020202020204" pitchFamily="34" charset="0"/>
              </a:rPr>
              <a:t>______________</a:t>
            </a:r>
            <a:r>
              <a:rPr kumimoji="0" lang="es-ES" altLang="zh-CN" b="1" u="none" dirty="0">
                <a:solidFill>
                  <a:srgbClr val="000000"/>
                </a:solidFill>
                <a:latin typeface="宋体" panose="02010600030101010101" pitchFamily="2" charset="-122"/>
              </a:rPr>
              <a:t> </a:t>
            </a:r>
            <a:r>
              <a:rPr kumimoji="0" lang="zh-CN" altLang="es-ES" b="1" u="none" dirty="0">
                <a:solidFill>
                  <a:srgbClr val="000000"/>
                </a:solidFill>
                <a:latin typeface="宋体" panose="02010600030101010101" pitchFamily="2" charset="-122"/>
              </a:rPr>
              <a:t>，</a:t>
            </a:r>
            <a:r>
              <a:rPr kumimoji="0" lang="es-ES" altLang="zh-CN" b="1" u="none" dirty="0">
                <a:solidFill>
                  <a:srgbClr val="000000"/>
                </a:solidFill>
                <a:latin typeface="宋体" panose="02010600030101010101" pitchFamily="2" charset="-122"/>
              </a:rPr>
              <a:t>DH =</a:t>
            </a:r>
            <a:r>
              <a:rPr kumimoji="0" lang="en-US" altLang="zh-CN" sz="2000" b="1" u="none" dirty="0">
                <a:solidFill>
                  <a:srgbClr val="000000"/>
                </a:solidFill>
                <a:latin typeface="Arial" panose="020B0604020202020204" pitchFamily="34" charset="0"/>
              </a:rPr>
              <a:t>______________</a:t>
            </a:r>
            <a:endParaRPr kumimoji="0" lang="es-ES" altLang="zh-CN" sz="2000" b="1" u="none" dirty="0">
              <a:solidFill>
                <a:srgbClr val="000000"/>
              </a:solidFill>
              <a:latin typeface="Arial" panose="020B0604020202020204" pitchFamily="34" charset="0"/>
            </a:endParaRPr>
          </a:p>
        </p:txBody>
      </p:sp>
      <p:sp>
        <p:nvSpPr>
          <p:cNvPr id="750595" name="Text Box 3">
            <a:extLst>
              <a:ext uri="{FF2B5EF4-FFF2-40B4-BE49-F238E27FC236}">
                <a16:creationId xmlns:a16="http://schemas.microsoft.com/office/drawing/2014/main" id="{C5D8B807-753A-47FC-B391-FE33D4C61A9F}"/>
              </a:ext>
            </a:extLst>
          </p:cNvPr>
          <p:cNvSpPr txBox="1">
            <a:spLocks noChangeArrowheads="1"/>
          </p:cNvSpPr>
          <p:nvPr/>
        </p:nvSpPr>
        <p:spPr bwMode="auto">
          <a:xfrm>
            <a:off x="2124075" y="4724400"/>
            <a:ext cx="2232025" cy="457200"/>
          </a:xfrm>
          <a:prstGeom prst="rect">
            <a:avLst/>
          </a:prstGeom>
          <a:noFill/>
          <a:ln>
            <a:noFill/>
          </a:ln>
          <a:effectLst/>
          <a:extLst>
            <a:ext uri="{909E8E84-426E-40DD-AFC4-6F175D3DCCD1}">
              <a14:hiddenFill xmlns:a14="http://schemas.microsoft.com/office/drawing/2010/main">
                <a:gradFill rotWithShape="0">
                  <a:gsLst>
                    <a:gs pos="0">
                      <a:srgbClr val="47182F"/>
                    </a:gs>
                    <a:gs pos="100000">
                      <a:srgbClr val="993366"/>
                    </a:gs>
                  </a:gsLst>
                  <a:lin ang="5400000" scaled="1"/>
                </a:gradFill>
              </a14:hiddenFill>
            </a:ext>
            <a:ext uri="{91240B29-F687-4F45-9708-019B960494DF}">
              <a14:hiddenLine xmlns:a14="http://schemas.microsoft.com/office/drawing/2010/main" w="9525" algn="ctr">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kumimoji="0" lang="en-US" altLang="zh-CN" b="1" u="none">
                <a:solidFill>
                  <a:srgbClr val="FF0000"/>
                </a:solidFill>
                <a:latin typeface="Arial" panose="020B0604020202020204" pitchFamily="34" charset="0"/>
              </a:rPr>
              <a:t>07H</a:t>
            </a:r>
            <a:r>
              <a:rPr kumimoji="0" lang="zh-CN" altLang="en-US" b="1" u="none">
                <a:solidFill>
                  <a:srgbClr val="FF0000"/>
                </a:solidFill>
                <a:latin typeface="Arial" panose="020B0604020202020204" pitchFamily="34" charset="0"/>
              </a:rPr>
              <a:t>（或</a:t>
            </a:r>
            <a:r>
              <a:rPr kumimoji="0" lang="en-US" altLang="zh-CN" b="1" u="none">
                <a:solidFill>
                  <a:srgbClr val="FF0000"/>
                </a:solidFill>
                <a:latin typeface="Arial" panose="020B0604020202020204" pitchFamily="34" charset="0"/>
              </a:rPr>
              <a:t>7</a:t>
            </a:r>
            <a:r>
              <a:rPr kumimoji="0" lang="zh-CN" altLang="en-US" b="1" u="none">
                <a:solidFill>
                  <a:srgbClr val="FF0000"/>
                </a:solidFill>
                <a:latin typeface="Arial" panose="020B0604020202020204" pitchFamily="34" charset="0"/>
              </a:rPr>
              <a:t>）</a:t>
            </a:r>
          </a:p>
        </p:txBody>
      </p:sp>
      <p:sp>
        <p:nvSpPr>
          <p:cNvPr id="750596" name="Text Box 4">
            <a:extLst>
              <a:ext uri="{FF2B5EF4-FFF2-40B4-BE49-F238E27FC236}">
                <a16:creationId xmlns:a16="http://schemas.microsoft.com/office/drawing/2014/main" id="{3DBE7BAB-FE77-4557-892D-153A8DC03CD8}"/>
              </a:ext>
            </a:extLst>
          </p:cNvPr>
          <p:cNvSpPr txBox="1">
            <a:spLocks noChangeArrowheads="1"/>
          </p:cNvSpPr>
          <p:nvPr/>
        </p:nvSpPr>
        <p:spPr bwMode="auto">
          <a:xfrm>
            <a:off x="4932363" y="4724400"/>
            <a:ext cx="2232025" cy="457200"/>
          </a:xfrm>
          <a:prstGeom prst="rect">
            <a:avLst/>
          </a:prstGeom>
          <a:noFill/>
          <a:ln>
            <a:noFill/>
          </a:ln>
          <a:effectLst/>
          <a:extLst>
            <a:ext uri="{909E8E84-426E-40DD-AFC4-6F175D3DCCD1}">
              <a14:hiddenFill xmlns:a14="http://schemas.microsoft.com/office/drawing/2010/main">
                <a:gradFill rotWithShape="0">
                  <a:gsLst>
                    <a:gs pos="0">
                      <a:srgbClr val="47182F"/>
                    </a:gs>
                    <a:gs pos="100000">
                      <a:srgbClr val="993366"/>
                    </a:gs>
                  </a:gsLst>
                  <a:lin ang="5400000" scaled="1"/>
                </a:gradFill>
              </a14:hiddenFill>
            </a:ext>
            <a:ext uri="{91240B29-F687-4F45-9708-019B960494DF}">
              <a14:hiddenLine xmlns:a14="http://schemas.microsoft.com/office/drawing/2010/main" w="9525" algn="ctr">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kumimoji="0" lang="en-US" altLang="zh-CN" b="1" u="none">
                <a:solidFill>
                  <a:srgbClr val="FF0000"/>
                </a:solidFill>
                <a:latin typeface="Arial" panose="020B0604020202020204" pitchFamily="34" charset="0"/>
              </a:rPr>
              <a:t>08H</a:t>
            </a:r>
            <a:r>
              <a:rPr kumimoji="0" lang="zh-CN" altLang="en-US" b="1" u="none">
                <a:solidFill>
                  <a:srgbClr val="FF0000"/>
                </a:solidFill>
                <a:latin typeface="Arial" panose="020B0604020202020204" pitchFamily="34" charset="0"/>
              </a:rPr>
              <a:t>（或</a:t>
            </a:r>
            <a:r>
              <a:rPr kumimoji="0" lang="en-US" altLang="zh-CN" b="1" u="none">
                <a:solidFill>
                  <a:srgbClr val="FF0000"/>
                </a:solidFill>
                <a:latin typeface="Arial" panose="020B0604020202020204" pitchFamily="34" charset="0"/>
              </a:rPr>
              <a:t>8</a:t>
            </a:r>
            <a:r>
              <a:rPr kumimoji="0" lang="zh-CN" altLang="en-US" b="1" u="none">
                <a:solidFill>
                  <a:srgbClr val="FF0000"/>
                </a:solidFill>
                <a:latin typeface="Arial" panose="020B0604020202020204" pitchFamily="34" charset="0"/>
              </a:rPr>
              <a:t>）</a:t>
            </a:r>
          </a:p>
        </p:txBody>
      </p:sp>
      <p:sp>
        <p:nvSpPr>
          <p:cNvPr id="750597" name="Text Box 5">
            <a:extLst>
              <a:ext uri="{FF2B5EF4-FFF2-40B4-BE49-F238E27FC236}">
                <a16:creationId xmlns:a16="http://schemas.microsoft.com/office/drawing/2014/main" id="{F03E070C-8ACE-4819-9ABE-19CC592024E9}"/>
              </a:ext>
            </a:extLst>
          </p:cNvPr>
          <p:cNvSpPr txBox="1">
            <a:spLocks noChangeArrowheads="1"/>
          </p:cNvSpPr>
          <p:nvPr/>
        </p:nvSpPr>
        <p:spPr bwMode="auto">
          <a:xfrm>
            <a:off x="2051050" y="5516563"/>
            <a:ext cx="2232025" cy="457200"/>
          </a:xfrm>
          <a:prstGeom prst="rect">
            <a:avLst/>
          </a:prstGeom>
          <a:noFill/>
          <a:ln>
            <a:noFill/>
          </a:ln>
          <a:effectLst/>
          <a:extLst>
            <a:ext uri="{909E8E84-426E-40DD-AFC4-6F175D3DCCD1}">
              <a14:hiddenFill xmlns:a14="http://schemas.microsoft.com/office/drawing/2010/main">
                <a:gradFill rotWithShape="0">
                  <a:gsLst>
                    <a:gs pos="0">
                      <a:srgbClr val="47182F"/>
                    </a:gs>
                    <a:gs pos="100000">
                      <a:srgbClr val="993366"/>
                    </a:gs>
                  </a:gsLst>
                  <a:lin ang="5400000" scaled="1"/>
                </a:gradFill>
              </a14:hiddenFill>
            </a:ext>
            <a:ext uri="{91240B29-F687-4F45-9708-019B960494DF}">
              <a14:hiddenLine xmlns:a14="http://schemas.microsoft.com/office/drawing/2010/main" w="9525" algn="ctr">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kumimoji="0" lang="en-US" altLang="zh-CN" b="1" u="none">
                <a:solidFill>
                  <a:srgbClr val="FF0000"/>
                </a:solidFill>
                <a:latin typeface="Arial" panose="020B0604020202020204" pitchFamily="34" charset="0"/>
              </a:rPr>
              <a:t>07H</a:t>
            </a:r>
            <a:r>
              <a:rPr kumimoji="0" lang="zh-CN" altLang="en-US" b="1" u="none">
                <a:solidFill>
                  <a:srgbClr val="FF0000"/>
                </a:solidFill>
                <a:latin typeface="Arial" panose="020B0604020202020204" pitchFamily="34" charset="0"/>
              </a:rPr>
              <a:t>（或</a:t>
            </a:r>
            <a:r>
              <a:rPr kumimoji="0" lang="en-US" altLang="zh-CN" b="1" u="none">
                <a:solidFill>
                  <a:srgbClr val="FF0000"/>
                </a:solidFill>
                <a:latin typeface="Arial" panose="020B0604020202020204" pitchFamily="34" charset="0"/>
              </a:rPr>
              <a:t>7</a:t>
            </a:r>
            <a:r>
              <a:rPr kumimoji="0" lang="zh-CN" altLang="en-US" b="1" u="none">
                <a:solidFill>
                  <a:srgbClr val="FF0000"/>
                </a:solidFill>
                <a:latin typeface="Arial" panose="020B0604020202020204" pitchFamily="34" charset="0"/>
              </a:rPr>
              <a:t>）</a:t>
            </a:r>
          </a:p>
        </p:txBody>
      </p:sp>
      <p:sp>
        <p:nvSpPr>
          <p:cNvPr id="750598" name="Text Box 6">
            <a:extLst>
              <a:ext uri="{FF2B5EF4-FFF2-40B4-BE49-F238E27FC236}">
                <a16:creationId xmlns:a16="http://schemas.microsoft.com/office/drawing/2014/main" id="{C0876552-0F37-49C5-AEF5-A7574F49C900}"/>
              </a:ext>
            </a:extLst>
          </p:cNvPr>
          <p:cNvSpPr txBox="1">
            <a:spLocks noChangeArrowheads="1"/>
          </p:cNvSpPr>
          <p:nvPr/>
        </p:nvSpPr>
        <p:spPr bwMode="auto">
          <a:xfrm>
            <a:off x="5076825" y="5445125"/>
            <a:ext cx="2232025" cy="457200"/>
          </a:xfrm>
          <a:prstGeom prst="rect">
            <a:avLst/>
          </a:prstGeom>
          <a:noFill/>
          <a:ln>
            <a:noFill/>
          </a:ln>
          <a:effectLst/>
          <a:extLst>
            <a:ext uri="{909E8E84-426E-40DD-AFC4-6F175D3DCCD1}">
              <a14:hiddenFill xmlns:a14="http://schemas.microsoft.com/office/drawing/2010/main">
                <a:gradFill rotWithShape="0">
                  <a:gsLst>
                    <a:gs pos="0">
                      <a:srgbClr val="47182F"/>
                    </a:gs>
                    <a:gs pos="100000">
                      <a:srgbClr val="993366"/>
                    </a:gs>
                  </a:gsLst>
                  <a:lin ang="5400000" scaled="1"/>
                </a:gradFill>
              </a14:hiddenFill>
            </a:ext>
            <a:ext uri="{91240B29-F687-4F45-9708-019B960494DF}">
              <a14:hiddenLine xmlns:a14="http://schemas.microsoft.com/office/drawing/2010/main" w="9525" algn="ctr">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kumimoji="0" lang="en-US" altLang="zh-CN" b="1" u="none">
                <a:solidFill>
                  <a:srgbClr val="FF0000"/>
                </a:solidFill>
                <a:latin typeface="Arial" panose="020B0604020202020204" pitchFamily="34" charset="0"/>
              </a:rPr>
              <a:t>08H</a:t>
            </a:r>
            <a:r>
              <a:rPr kumimoji="0" lang="zh-CN" altLang="en-US" b="1" u="none">
                <a:solidFill>
                  <a:srgbClr val="FF0000"/>
                </a:solidFill>
                <a:latin typeface="Arial" panose="020B0604020202020204" pitchFamily="34" charset="0"/>
              </a:rPr>
              <a:t>（或</a:t>
            </a:r>
            <a:r>
              <a:rPr kumimoji="0" lang="en-US" altLang="zh-CN" b="1" u="none">
                <a:solidFill>
                  <a:srgbClr val="FF0000"/>
                </a:solidFill>
                <a:latin typeface="Arial" panose="020B0604020202020204" pitchFamily="34" charset="0"/>
              </a:rPr>
              <a:t>8</a:t>
            </a:r>
            <a:r>
              <a:rPr kumimoji="0" lang="zh-CN" altLang="en-US" b="1" u="none">
                <a:solidFill>
                  <a:srgbClr val="FF0000"/>
                </a:solidFill>
                <a:latin typeface="Arial" panose="020B0604020202020204" pitchFamily="34" charset="0"/>
              </a:rPr>
              <a:t>）</a:t>
            </a:r>
          </a:p>
        </p:txBody>
      </p:sp>
    </p:spTree>
    <p:custDataLst>
      <p:tags r:id="rId1"/>
    </p:custDataLst>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50595"/>
                                        </p:tgtEl>
                                        <p:attrNameLst>
                                          <p:attrName>style.visibility</p:attrName>
                                        </p:attrNameLst>
                                      </p:cBhvr>
                                      <p:to>
                                        <p:strVal val="visible"/>
                                      </p:to>
                                    </p:set>
                                    <p:anim calcmode="lin" valueType="num">
                                      <p:cBhvr additive="base">
                                        <p:cTn id="7" dur="500" fill="hold"/>
                                        <p:tgtEl>
                                          <p:spTgt spid="750595"/>
                                        </p:tgtEl>
                                        <p:attrNameLst>
                                          <p:attrName>ppt_x</p:attrName>
                                        </p:attrNameLst>
                                      </p:cBhvr>
                                      <p:tavLst>
                                        <p:tav tm="0">
                                          <p:val>
                                            <p:strVal val="#ppt_x"/>
                                          </p:val>
                                        </p:tav>
                                        <p:tav tm="100000">
                                          <p:val>
                                            <p:strVal val="#ppt_x"/>
                                          </p:val>
                                        </p:tav>
                                      </p:tavLst>
                                    </p:anim>
                                    <p:anim calcmode="lin" valueType="num">
                                      <p:cBhvr additive="base">
                                        <p:cTn id="8" dur="500" fill="hold"/>
                                        <p:tgtEl>
                                          <p:spTgt spid="750595"/>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50596"/>
                                        </p:tgtEl>
                                        <p:attrNameLst>
                                          <p:attrName>style.visibility</p:attrName>
                                        </p:attrNameLst>
                                      </p:cBhvr>
                                      <p:to>
                                        <p:strVal val="visible"/>
                                      </p:to>
                                    </p:set>
                                    <p:anim calcmode="lin" valueType="num">
                                      <p:cBhvr additive="base">
                                        <p:cTn id="13" dur="500" fill="hold"/>
                                        <p:tgtEl>
                                          <p:spTgt spid="750596"/>
                                        </p:tgtEl>
                                        <p:attrNameLst>
                                          <p:attrName>ppt_x</p:attrName>
                                        </p:attrNameLst>
                                      </p:cBhvr>
                                      <p:tavLst>
                                        <p:tav tm="0">
                                          <p:val>
                                            <p:strVal val="#ppt_x"/>
                                          </p:val>
                                        </p:tav>
                                        <p:tav tm="100000">
                                          <p:val>
                                            <p:strVal val="#ppt_x"/>
                                          </p:val>
                                        </p:tav>
                                      </p:tavLst>
                                    </p:anim>
                                    <p:anim calcmode="lin" valueType="num">
                                      <p:cBhvr additive="base">
                                        <p:cTn id="14" dur="500" fill="hold"/>
                                        <p:tgtEl>
                                          <p:spTgt spid="750596"/>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50597"/>
                                        </p:tgtEl>
                                        <p:attrNameLst>
                                          <p:attrName>style.visibility</p:attrName>
                                        </p:attrNameLst>
                                      </p:cBhvr>
                                      <p:to>
                                        <p:strVal val="visible"/>
                                      </p:to>
                                    </p:set>
                                    <p:anim calcmode="lin" valueType="num">
                                      <p:cBhvr additive="base">
                                        <p:cTn id="19" dur="500" fill="hold"/>
                                        <p:tgtEl>
                                          <p:spTgt spid="750597"/>
                                        </p:tgtEl>
                                        <p:attrNameLst>
                                          <p:attrName>ppt_x</p:attrName>
                                        </p:attrNameLst>
                                      </p:cBhvr>
                                      <p:tavLst>
                                        <p:tav tm="0">
                                          <p:val>
                                            <p:strVal val="#ppt_x"/>
                                          </p:val>
                                        </p:tav>
                                        <p:tav tm="100000">
                                          <p:val>
                                            <p:strVal val="#ppt_x"/>
                                          </p:val>
                                        </p:tav>
                                      </p:tavLst>
                                    </p:anim>
                                    <p:anim calcmode="lin" valueType="num">
                                      <p:cBhvr additive="base">
                                        <p:cTn id="20" dur="500" fill="hold"/>
                                        <p:tgtEl>
                                          <p:spTgt spid="750597"/>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50598"/>
                                        </p:tgtEl>
                                        <p:attrNameLst>
                                          <p:attrName>style.visibility</p:attrName>
                                        </p:attrNameLst>
                                      </p:cBhvr>
                                      <p:to>
                                        <p:strVal val="visible"/>
                                      </p:to>
                                    </p:set>
                                    <p:anim calcmode="lin" valueType="num">
                                      <p:cBhvr additive="base">
                                        <p:cTn id="25" dur="500" fill="hold"/>
                                        <p:tgtEl>
                                          <p:spTgt spid="750598"/>
                                        </p:tgtEl>
                                        <p:attrNameLst>
                                          <p:attrName>ppt_x</p:attrName>
                                        </p:attrNameLst>
                                      </p:cBhvr>
                                      <p:tavLst>
                                        <p:tav tm="0">
                                          <p:val>
                                            <p:strVal val="#ppt_x"/>
                                          </p:val>
                                        </p:tav>
                                        <p:tav tm="100000">
                                          <p:val>
                                            <p:strVal val="#ppt_x"/>
                                          </p:val>
                                        </p:tav>
                                      </p:tavLst>
                                    </p:anim>
                                    <p:anim calcmode="lin" valueType="num">
                                      <p:cBhvr additive="base">
                                        <p:cTn id="26" dur="500" fill="hold"/>
                                        <p:tgtEl>
                                          <p:spTgt spid="75059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0595" grpId="0"/>
      <p:bldP spid="750596" grpId="0"/>
      <p:bldP spid="750597" grpId="0"/>
      <p:bldP spid="750598"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灯片编号占位符 4">
            <a:extLst>
              <a:ext uri="{FF2B5EF4-FFF2-40B4-BE49-F238E27FC236}">
                <a16:creationId xmlns:a16="http://schemas.microsoft.com/office/drawing/2014/main" id="{C453BE72-47DF-4C48-A14C-0392B86D736C}"/>
              </a:ext>
            </a:extLst>
          </p:cNvPr>
          <p:cNvSpPr>
            <a:spLocks noGrp="1"/>
          </p:cNvSpPr>
          <p:nvPr>
            <p:ph type="sldNum" sz="quarter" idx="12"/>
          </p:nvPr>
        </p:nvSpPr>
        <p:spPr>
          <a:noFill/>
        </p:spPr>
        <p:txBody>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fld id="{1AE1243B-1D8A-44BE-8A7D-1C16C30D9D61}" type="slidenum">
              <a:rPr kumimoji="0" lang="en-US" altLang="zh-CN" sz="1400" u="none" smtClean="0">
                <a:solidFill>
                  <a:srgbClr val="000000"/>
                </a:solidFill>
                <a:latin typeface="Arial" panose="020B0604020202020204" pitchFamily="34" charset="0"/>
              </a:rPr>
              <a:pPr/>
              <a:t>72</a:t>
            </a:fld>
            <a:endParaRPr kumimoji="0" lang="en-US" altLang="zh-CN" sz="1400" u="none">
              <a:solidFill>
                <a:srgbClr val="000000"/>
              </a:solidFill>
              <a:latin typeface="Arial" panose="020B0604020202020204" pitchFamily="34" charset="0"/>
            </a:endParaRPr>
          </a:p>
        </p:txBody>
      </p:sp>
      <p:sp>
        <p:nvSpPr>
          <p:cNvPr id="79875" name="Rectangle 2">
            <a:extLst>
              <a:ext uri="{FF2B5EF4-FFF2-40B4-BE49-F238E27FC236}">
                <a16:creationId xmlns:a16="http://schemas.microsoft.com/office/drawing/2014/main" id="{7FEC73CB-BBC1-473D-95F7-0D1E018F1953}"/>
              </a:ext>
            </a:extLst>
          </p:cNvPr>
          <p:cNvSpPr>
            <a:spLocks noChangeArrowheads="1"/>
          </p:cNvSpPr>
          <p:nvPr/>
        </p:nvSpPr>
        <p:spPr bwMode="auto">
          <a:xfrm>
            <a:off x="1476375" y="444570"/>
            <a:ext cx="5602816" cy="5632311"/>
          </a:xfrm>
          <a:prstGeom prst="rect">
            <a:avLst/>
          </a:prstGeom>
          <a:noFill/>
          <a:ln>
            <a:noFill/>
          </a:ln>
          <a:effectLst/>
          <a:extLst>
            <a:ext uri="{909E8E84-426E-40DD-AFC4-6F175D3DCCD1}">
              <a14:hiddenFill xmlns:a14="http://schemas.microsoft.com/office/drawing/2010/main">
                <a:gradFill rotWithShape="0">
                  <a:gsLst>
                    <a:gs pos="0">
                      <a:srgbClr val="47182F"/>
                    </a:gs>
                    <a:gs pos="100000">
                      <a:srgbClr val="993366"/>
                    </a:gs>
                  </a:gsLst>
                  <a:lin ang="5400000" scaled="1"/>
                </a:gradFill>
              </a14:hiddenFill>
            </a:ext>
            <a:ext uri="{91240B29-F687-4F45-9708-019B960494DF}">
              <a14:hiddenLine xmlns:a14="http://schemas.microsoft.com/office/drawing/2010/main" w="9525" algn="ctr">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eaLnBrk="1" hangingPunct="1"/>
            <a:r>
              <a:rPr kumimoji="0" lang="es-ES" altLang="zh-CN" b="1" u="none" dirty="0">
                <a:solidFill>
                  <a:srgbClr val="FF0000"/>
                </a:solidFill>
                <a:latin typeface="宋体" panose="02010600030101010101" pitchFamily="2" charset="-122"/>
              </a:rPr>
              <a:t>2025-32</a:t>
            </a:r>
            <a:r>
              <a:rPr kumimoji="0" lang="zh-CN" altLang="es-ES" b="1" u="none" dirty="0">
                <a:solidFill>
                  <a:srgbClr val="000000"/>
                </a:solidFill>
                <a:latin typeface="宋体" panose="02010600030101010101" pitchFamily="2" charset="-122"/>
              </a:rPr>
              <a:t>．有程序段如下：</a:t>
            </a:r>
            <a:br>
              <a:rPr kumimoji="0" lang="zh-CN" altLang="es-ES" b="1" u="none" dirty="0">
                <a:solidFill>
                  <a:srgbClr val="000000"/>
                </a:solidFill>
                <a:latin typeface="宋体" panose="02010600030101010101" pitchFamily="2" charset="-122"/>
              </a:rPr>
            </a:br>
            <a:r>
              <a:rPr kumimoji="0" lang="zh-CN" altLang="es-ES" b="1" u="none" dirty="0">
                <a:solidFill>
                  <a:srgbClr val="000000"/>
                </a:solidFill>
                <a:latin typeface="宋体" panose="02010600030101010101" pitchFamily="2" charset="-122"/>
              </a:rPr>
              <a:t>         </a:t>
            </a:r>
            <a:r>
              <a:rPr kumimoji="0" lang="es-ES" altLang="zh-CN" b="1" u="none" dirty="0">
                <a:solidFill>
                  <a:srgbClr val="000000"/>
                </a:solidFill>
                <a:latin typeface="宋体" panose="02010600030101010101" pitchFamily="2" charset="-122"/>
              </a:rPr>
              <a:t>VAR1  DW   0010H</a:t>
            </a:r>
          </a:p>
          <a:p>
            <a:pPr eaLnBrk="1" hangingPunct="1"/>
            <a:r>
              <a:rPr kumimoji="0" lang="da-DK" altLang="zh-CN" b="1" u="none" dirty="0">
                <a:solidFill>
                  <a:srgbClr val="000000"/>
                </a:solidFill>
                <a:latin typeface="宋体" panose="02010600030101010101" pitchFamily="2" charset="-122"/>
              </a:rPr>
              <a:t>         VAR2  DW   0020H</a:t>
            </a:r>
          </a:p>
          <a:p>
            <a:pPr eaLnBrk="1" hangingPunct="1"/>
            <a:r>
              <a:rPr kumimoji="0" lang="da-DK" altLang="zh-CN" b="1" u="none" dirty="0">
                <a:solidFill>
                  <a:srgbClr val="000000"/>
                </a:solidFill>
                <a:latin typeface="宋体" panose="02010600030101010101" pitchFamily="2" charset="-122"/>
              </a:rPr>
              <a:t>               MOV AX</a:t>
            </a:r>
            <a:r>
              <a:rPr kumimoji="0" lang="zh-CN" altLang="da-DK" b="1" u="none" dirty="0">
                <a:solidFill>
                  <a:srgbClr val="000000"/>
                </a:solidFill>
                <a:latin typeface="宋体" panose="02010600030101010101" pitchFamily="2" charset="-122"/>
              </a:rPr>
              <a:t>，</a:t>
            </a:r>
            <a:r>
              <a:rPr kumimoji="0" lang="da-DK" altLang="zh-CN" b="1" u="none" dirty="0">
                <a:solidFill>
                  <a:srgbClr val="000000"/>
                </a:solidFill>
                <a:latin typeface="宋体" panose="02010600030101010101" pitchFamily="2" charset="-122"/>
              </a:rPr>
              <a:t>VAR1</a:t>
            </a:r>
          </a:p>
          <a:p>
            <a:pPr eaLnBrk="1" hangingPunct="1"/>
            <a:r>
              <a:rPr kumimoji="0" lang="en-US" altLang="zh-CN" b="1" u="none" dirty="0">
                <a:solidFill>
                  <a:srgbClr val="000000"/>
                </a:solidFill>
                <a:latin typeface="宋体" panose="02010600030101010101" pitchFamily="2" charset="-122"/>
              </a:rPr>
              <a:t>               MOV BX</a:t>
            </a:r>
            <a:r>
              <a:rPr kumimoji="0" lang="zh-CN" altLang="en-US" b="1" u="none" dirty="0">
                <a:solidFill>
                  <a:srgbClr val="000000"/>
                </a:solidFill>
                <a:latin typeface="宋体" panose="02010600030101010101" pitchFamily="2" charset="-122"/>
              </a:rPr>
              <a:t>，</a:t>
            </a:r>
            <a:r>
              <a:rPr kumimoji="0" lang="en-US" altLang="zh-CN" b="1" u="none" dirty="0">
                <a:solidFill>
                  <a:srgbClr val="000000"/>
                </a:solidFill>
                <a:latin typeface="宋体" panose="02010600030101010101" pitchFamily="2" charset="-122"/>
              </a:rPr>
              <a:t>VAR2</a:t>
            </a:r>
          </a:p>
          <a:p>
            <a:pPr eaLnBrk="1" hangingPunct="1"/>
            <a:r>
              <a:rPr kumimoji="0" lang="en-US" altLang="zh-CN" b="1" u="none" dirty="0">
                <a:solidFill>
                  <a:srgbClr val="000000"/>
                </a:solidFill>
                <a:latin typeface="宋体" panose="02010600030101010101" pitchFamily="2" charset="-122"/>
              </a:rPr>
              <a:t>               PUSH AX</a:t>
            </a:r>
          </a:p>
          <a:p>
            <a:pPr eaLnBrk="1" hangingPunct="1"/>
            <a:r>
              <a:rPr kumimoji="0" lang="en-US" altLang="zh-CN" b="1" u="none" dirty="0">
                <a:solidFill>
                  <a:srgbClr val="000000"/>
                </a:solidFill>
                <a:latin typeface="宋体" panose="02010600030101010101" pitchFamily="2" charset="-122"/>
              </a:rPr>
              <a:t>               PUSH BX</a:t>
            </a:r>
          </a:p>
          <a:p>
            <a:pPr eaLnBrk="1" hangingPunct="1"/>
            <a:r>
              <a:rPr kumimoji="0" lang="da-DK" altLang="zh-CN" b="1" u="none" dirty="0">
                <a:solidFill>
                  <a:srgbClr val="000000"/>
                </a:solidFill>
                <a:latin typeface="宋体" panose="02010600030101010101" pitchFamily="2" charset="-122"/>
              </a:rPr>
              <a:t>               POP AX</a:t>
            </a:r>
          </a:p>
          <a:p>
            <a:pPr eaLnBrk="1" hangingPunct="1"/>
            <a:r>
              <a:rPr kumimoji="0" lang="da-DK" altLang="zh-CN" b="1" u="none" dirty="0">
                <a:solidFill>
                  <a:srgbClr val="000000"/>
                </a:solidFill>
                <a:latin typeface="宋体" panose="02010600030101010101" pitchFamily="2" charset="-122"/>
              </a:rPr>
              <a:t>               POP BX</a:t>
            </a:r>
          </a:p>
          <a:p>
            <a:pPr eaLnBrk="1" hangingPunct="1"/>
            <a:r>
              <a:rPr kumimoji="0" lang="da-DK" altLang="zh-CN" b="1" u="none" dirty="0">
                <a:solidFill>
                  <a:srgbClr val="000000"/>
                </a:solidFill>
                <a:latin typeface="宋体" panose="02010600030101010101" pitchFamily="2" charset="-122"/>
              </a:rPr>
              <a:t>               MOV VAR1</a:t>
            </a:r>
            <a:r>
              <a:rPr kumimoji="0" lang="zh-CN" altLang="da-DK" b="1" u="none" dirty="0">
                <a:solidFill>
                  <a:srgbClr val="000000"/>
                </a:solidFill>
                <a:latin typeface="宋体" panose="02010600030101010101" pitchFamily="2" charset="-122"/>
              </a:rPr>
              <a:t>，</a:t>
            </a:r>
            <a:r>
              <a:rPr kumimoji="0" lang="da-DK" altLang="zh-CN" b="1" u="none" dirty="0">
                <a:solidFill>
                  <a:srgbClr val="000000"/>
                </a:solidFill>
                <a:latin typeface="宋体" panose="02010600030101010101" pitchFamily="2" charset="-122"/>
              </a:rPr>
              <a:t>AX</a:t>
            </a:r>
          </a:p>
          <a:p>
            <a:pPr eaLnBrk="1" hangingPunct="1"/>
            <a:r>
              <a:rPr kumimoji="0" lang="da-DK" altLang="zh-CN" b="1" u="none" dirty="0">
                <a:solidFill>
                  <a:srgbClr val="000000"/>
                </a:solidFill>
                <a:latin typeface="宋体" panose="02010600030101010101" pitchFamily="2" charset="-122"/>
              </a:rPr>
              <a:t>               MOV VAR2</a:t>
            </a:r>
            <a:r>
              <a:rPr kumimoji="0" lang="zh-CN" altLang="da-DK" b="1" u="none" dirty="0">
                <a:solidFill>
                  <a:srgbClr val="000000"/>
                </a:solidFill>
                <a:latin typeface="宋体" panose="02010600030101010101" pitchFamily="2" charset="-122"/>
              </a:rPr>
              <a:t>，</a:t>
            </a:r>
            <a:r>
              <a:rPr kumimoji="0" lang="da-DK" altLang="zh-CN" b="1" u="none" dirty="0">
                <a:solidFill>
                  <a:srgbClr val="000000"/>
                </a:solidFill>
                <a:latin typeface="宋体" panose="02010600030101010101" pitchFamily="2" charset="-122"/>
              </a:rPr>
              <a:t>BX</a:t>
            </a:r>
          </a:p>
          <a:p>
            <a:pPr eaLnBrk="1" hangingPunct="1"/>
            <a:r>
              <a:rPr kumimoji="0" lang="da-DK" altLang="zh-CN" b="1" u="none" dirty="0">
                <a:solidFill>
                  <a:srgbClr val="000000"/>
                </a:solidFill>
                <a:latin typeface="宋体" panose="02010600030101010101" pitchFamily="2" charset="-122"/>
              </a:rPr>
              <a:t>               ........</a:t>
            </a:r>
          </a:p>
          <a:p>
            <a:pPr eaLnBrk="1" hangingPunct="1"/>
            <a:r>
              <a:rPr kumimoji="0" lang="zh-CN" altLang="da-DK" b="1" u="none" dirty="0">
                <a:solidFill>
                  <a:srgbClr val="000000"/>
                </a:solidFill>
                <a:latin typeface="宋体" panose="02010600030101010101" pitchFamily="2" charset="-122"/>
              </a:rPr>
              <a:t>执行该程序段后，</a:t>
            </a:r>
            <a:r>
              <a:rPr kumimoji="0" lang="da-DK" altLang="zh-CN" b="1" u="none" dirty="0">
                <a:solidFill>
                  <a:srgbClr val="000000"/>
                </a:solidFill>
                <a:latin typeface="宋体" panose="02010600030101010101" pitchFamily="2" charset="-122"/>
              </a:rPr>
              <a:t>VAR1=</a:t>
            </a:r>
            <a:r>
              <a:rPr kumimoji="0" lang="en-US" altLang="zh-CN" sz="2000" b="1" u="none" dirty="0">
                <a:solidFill>
                  <a:srgbClr val="000000"/>
                </a:solidFill>
                <a:latin typeface="Arial" panose="020B0604020202020204" pitchFamily="34" charset="0"/>
              </a:rPr>
              <a:t>______________</a:t>
            </a:r>
            <a:r>
              <a:rPr kumimoji="0" lang="da-DK" altLang="zh-CN" b="1" u="none" dirty="0">
                <a:solidFill>
                  <a:srgbClr val="000000"/>
                </a:solidFill>
                <a:latin typeface="宋体" panose="02010600030101010101" pitchFamily="2" charset="-122"/>
              </a:rPr>
              <a:t>,</a:t>
            </a:r>
          </a:p>
          <a:p>
            <a:pPr eaLnBrk="1" hangingPunct="1"/>
            <a:endParaRPr kumimoji="0" lang="da-DK" altLang="zh-CN" b="1" u="none" dirty="0">
              <a:solidFill>
                <a:srgbClr val="000000"/>
              </a:solidFill>
              <a:latin typeface="宋体" panose="02010600030101010101" pitchFamily="2" charset="-122"/>
            </a:endParaRPr>
          </a:p>
          <a:p>
            <a:pPr eaLnBrk="1" hangingPunct="1"/>
            <a:r>
              <a:rPr kumimoji="0" lang="da-DK" altLang="zh-CN" b="1" u="none" dirty="0">
                <a:solidFill>
                  <a:srgbClr val="000000"/>
                </a:solidFill>
                <a:latin typeface="宋体" panose="02010600030101010101" pitchFamily="2" charset="-122"/>
              </a:rPr>
              <a:t>                VAR2=</a:t>
            </a:r>
            <a:r>
              <a:rPr kumimoji="0" lang="en-US" altLang="zh-CN" sz="2000" b="1" u="none" dirty="0">
                <a:solidFill>
                  <a:srgbClr val="000000"/>
                </a:solidFill>
                <a:latin typeface="Arial" panose="020B0604020202020204" pitchFamily="34" charset="0"/>
              </a:rPr>
              <a:t>______________</a:t>
            </a:r>
            <a:r>
              <a:rPr kumimoji="0" lang="da-DK" altLang="zh-CN" b="1" u="none" dirty="0">
                <a:solidFill>
                  <a:srgbClr val="000000"/>
                </a:solidFill>
                <a:latin typeface="宋体" panose="02010600030101010101" pitchFamily="2" charset="-122"/>
              </a:rPr>
              <a:t> </a:t>
            </a:r>
          </a:p>
        </p:txBody>
      </p:sp>
      <p:sp>
        <p:nvSpPr>
          <p:cNvPr id="751619" name="Text Box 3">
            <a:extLst>
              <a:ext uri="{FF2B5EF4-FFF2-40B4-BE49-F238E27FC236}">
                <a16:creationId xmlns:a16="http://schemas.microsoft.com/office/drawing/2014/main" id="{57BB31E3-5955-4D71-9D2E-8D436E3A099F}"/>
              </a:ext>
            </a:extLst>
          </p:cNvPr>
          <p:cNvSpPr txBox="1">
            <a:spLocks noChangeArrowheads="1"/>
          </p:cNvSpPr>
          <p:nvPr/>
        </p:nvSpPr>
        <p:spPr bwMode="auto">
          <a:xfrm>
            <a:off x="4716463" y="4797425"/>
            <a:ext cx="2232025" cy="457200"/>
          </a:xfrm>
          <a:prstGeom prst="rect">
            <a:avLst/>
          </a:prstGeom>
          <a:noFill/>
          <a:ln>
            <a:noFill/>
          </a:ln>
          <a:effectLst/>
          <a:extLst>
            <a:ext uri="{909E8E84-426E-40DD-AFC4-6F175D3DCCD1}">
              <a14:hiddenFill xmlns:a14="http://schemas.microsoft.com/office/drawing/2010/main">
                <a:gradFill rotWithShape="0">
                  <a:gsLst>
                    <a:gs pos="0">
                      <a:srgbClr val="47182F"/>
                    </a:gs>
                    <a:gs pos="100000">
                      <a:srgbClr val="993366"/>
                    </a:gs>
                  </a:gsLst>
                  <a:lin ang="5400000" scaled="1"/>
                </a:gradFill>
              </a14:hiddenFill>
            </a:ext>
            <a:ext uri="{91240B29-F687-4F45-9708-019B960494DF}">
              <a14:hiddenLine xmlns:a14="http://schemas.microsoft.com/office/drawing/2010/main" w="9525" algn="ctr">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kumimoji="0" lang="en-US" altLang="zh-CN" b="1" u="none">
                <a:solidFill>
                  <a:srgbClr val="FF0000"/>
                </a:solidFill>
                <a:latin typeface="Arial" panose="020B0604020202020204" pitchFamily="34" charset="0"/>
              </a:rPr>
              <a:t>0020H</a:t>
            </a:r>
          </a:p>
        </p:txBody>
      </p:sp>
      <p:sp>
        <p:nvSpPr>
          <p:cNvPr id="751621" name="Text Box 5">
            <a:extLst>
              <a:ext uri="{FF2B5EF4-FFF2-40B4-BE49-F238E27FC236}">
                <a16:creationId xmlns:a16="http://schemas.microsoft.com/office/drawing/2014/main" id="{346452C2-2FAA-4992-9449-C331D3C9E6FD}"/>
              </a:ext>
            </a:extLst>
          </p:cNvPr>
          <p:cNvSpPr txBox="1">
            <a:spLocks noChangeArrowheads="1"/>
          </p:cNvSpPr>
          <p:nvPr/>
        </p:nvSpPr>
        <p:spPr bwMode="auto">
          <a:xfrm>
            <a:off x="4716463" y="5589588"/>
            <a:ext cx="2232025" cy="457200"/>
          </a:xfrm>
          <a:prstGeom prst="rect">
            <a:avLst/>
          </a:prstGeom>
          <a:noFill/>
          <a:ln>
            <a:noFill/>
          </a:ln>
          <a:effectLst/>
          <a:extLst>
            <a:ext uri="{909E8E84-426E-40DD-AFC4-6F175D3DCCD1}">
              <a14:hiddenFill xmlns:a14="http://schemas.microsoft.com/office/drawing/2010/main">
                <a:gradFill rotWithShape="0">
                  <a:gsLst>
                    <a:gs pos="0">
                      <a:srgbClr val="47182F"/>
                    </a:gs>
                    <a:gs pos="100000">
                      <a:srgbClr val="993366"/>
                    </a:gs>
                  </a:gsLst>
                  <a:lin ang="5400000" scaled="1"/>
                </a:gradFill>
              </a14:hiddenFill>
            </a:ext>
            <a:ext uri="{91240B29-F687-4F45-9708-019B960494DF}">
              <a14:hiddenLine xmlns:a14="http://schemas.microsoft.com/office/drawing/2010/main" w="9525" algn="ctr">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kumimoji="0" lang="en-US" altLang="zh-CN" b="1" u="none">
                <a:solidFill>
                  <a:srgbClr val="FF0000"/>
                </a:solidFill>
                <a:latin typeface="Arial" panose="020B0604020202020204" pitchFamily="34" charset="0"/>
              </a:rPr>
              <a:t>0010H</a:t>
            </a:r>
          </a:p>
        </p:txBody>
      </p:sp>
    </p:spTree>
    <p:custDataLst>
      <p:tags r:id="rId1"/>
    </p:custDataLst>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51619"/>
                                        </p:tgtEl>
                                        <p:attrNameLst>
                                          <p:attrName>style.visibility</p:attrName>
                                        </p:attrNameLst>
                                      </p:cBhvr>
                                      <p:to>
                                        <p:strVal val="visible"/>
                                      </p:to>
                                    </p:set>
                                    <p:anim calcmode="lin" valueType="num">
                                      <p:cBhvr additive="base">
                                        <p:cTn id="7" dur="500" fill="hold"/>
                                        <p:tgtEl>
                                          <p:spTgt spid="751619"/>
                                        </p:tgtEl>
                                        <p:attrNameLst>
                                          <p:attrName>ppt_x</p:attrName>
                                        </p:attrNameLst>
                                      </p:cBhvr>
                                      <p:tavLst>
                                        <p:tav tm="0">
                                          <p:val>
                                            <p:strVal val="#ppt_x"/>
                                          </p:val>
                                        </p:tav>
                                        <p:tav tm="100000">
                                          <p:val>
                                            <p:strVal val="#ppt_x"/>
                                          </p:val>
                                        </p:tav>
                                      </p:tavLst>
                                    </p:anim>
                                    <p:anim calcmode="lin" valueType="num">
                                      <p:cBhvr additive="base">
                                        <p:cTn id="8" dur="500" fill="hold"/>
                                        <p:tgtEl>
                                          <p:spTgt spid="751619"/>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51621"/>
                                        </p:tgtEl>
                                        <p:attrNameLst>
                                          <p:attrName>style.visibility</p:attrName>
                                        </p:attrNameLst>
                                      </p:cBhvr>
                                      <p:to>
                                        <p:strVal val="visible"/>
                                      </p:to>
                                    </p:set>
                                    <p:anim calcmode="lin" valueType="num">
                                      <p:cBhvr additive="base">
                                        <p:cTn id="13" dur="500" fill="hold"/>
                                        <p:tgtEl>
                                          <p:spTgt spid="751621"/>
                                        </p:tgtEl>
                                        <p:attrNameLst>
                                          <p:attrName>ppt_x</p:attrName>
                                        </p:attrNameLst>
                                      </p:cBhvr>
                                      <p:tavLst>
                                        <p:tav tm="0">
                                          <p:val>
                                            <p:strVal val="#ppt_x"/>
                                          </p:val>
                                        </p:tav>
                                        <p:tav tm="100000">
                                          <p:val>
                                            <p:strVal val="#ppt_x"/>
                                          </p:val>
                                        </p:tav>
                                      </p:tavLst>
                                    </p:anim>
                                    <p:anim calcmode="lin" valueType="num">
                                      <p:cBhvr additive="base">
                                        <p:cTn id="14" dur="500" fill="hold"/>
                                        <p:tgtEl>
                                          <p:spTgt spid="7516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1619" grpId="0"/>
      <p:bldP spid="751621"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灯片编号占位符 4">
            <a:extLst>
              <a:ext uri="{FF2B5EF4-FFF2-40B4-BE49-F238E27FC236}">
                <a16:creationId xmlns:a16="http://schemas.microsoft.com/office/drawing/2014/main" id="{6C4514CA-647A-46CA-ABB0-3F39C6EBA539}"/>
              </a:ext>
            </a:extLst>
          </p:cNvPr>
          <p:cNvSpPr>
            <a:spLocks noGrp="1"/>
          </p:cNvSpPr>
          <p:nvPr>
            <p:ph type="sldNum" sz="quarter" idx="12"/>
          </p:nvPr>
        </p:nvSpPr>
        <p:spPr>
          <a:noFill/>
        </p:spPr>
        <p:txBody>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fld id="{D3E78217-8D8A-4917-97C7-0E135CFA322C}" type="slidenum">
              <a:rPr kumimoji="0" lang="en-US" altLang="zh-CN" sz="1400" u="none" smtClean="0">
                <a:solidFill>
                  <a:srgbClr val="000000"/>
                </a:solidFill>
                <a:latin typeface="Arial" panose="020B0604020202020204" pitchFamily="34" charset="0"/>
              </a:rPr>
              <a:pPr/>
              <a:t>73</a:t>
            </a:fld>
            <a:endParaRPr kumimoji="0" lang="en-US" altLang="zh-CN" sz="1400" u="none">
              <a:solidFill>
                <a:srgbClr val="000000"/>
              </a:solidFill>
              <a:latin typeface="Arial" panose="020B0604020202020204" pitchFamily="34" charset="0"/>
            </a:endParaRPr>
          </a:p>
        </p:txBody>
      </p:sp>
      <p:sp>
        <p:nvSpPr>
          <p:cNvPr id="80899" name="Rectangle 2">
            <a:extLst>
              <a:ext uri="{FF2B5EF4-FFF2-40B4-BE49-F238E27FC236}">
                <a16:creationId xmlns:a16="http://schemas.microsoft.com/office/drawing/2014/main" id="{A0870FBB-9940-4ED7-A0E4-A146E9C8F82D}"/>
              </a:ext>
            </a:extLst>
          </p:cNvPr>
          <p:cNvSpPr>
            <a:spLocks noChangeArrowheads="1"/>
          </p:cNvSpPr>
          <p:nvPr/>
        </p:nvSpPr>
        <p:spPr bwMode="auto">
          <a:xfrm>
            <a:off x="900113" y="333375"/>
            <a:ext cx="6911975" cy="6188075"/>
          </a:xfrm>
          <a:prstGeom prst="rect">
            <a:avLst/>
          </a:prstGeom>
          <a:noFill/>
          <a:ln>
            <a:noFill/>
          </a:ln>
          <a:effectLst/>
          <a:extLst>
            <a:ext uri="{909E8E84-426E-40DD-AFC4-6F175D3DCCD1}">
              <a14:hiddenFill xmlns:a14="http://schemas.microsoft.com/office/drawing/2010/main">
                <a:gradFill rotWithShape="0">
                  <a:gsLst>
                    <a:gs pos="0">
                      <a:srgbClr val="47182F"/>
                    </a:gs>
                    <a:gs pos="100000">
                      <a:srgbClr val="993366"/>
                    </a:gs>
                  </a:gsLst>
                  <a:lin ang="5400000" scaled="1"/>
                </a:gradFill>
              </a14:hiddenFill>
            </a:ext>
            <a:ext uri="{91240B29-F687-4F45-9708-019B960494DF}">
              <a14:hiddenLine xmlns:a14="http://schemas.microsoft.com/office/drawing/2010/main" w="9525" algn="ctr">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eaLnBrk="1" hangingPunct="1"/>
            <a:r>
              <a:rPr kumimoji="0" lang="da-DK" altLang="zh-CN" sz="2000" b="1" u="none" dirty="0">
                <a:solidFill>
                  <a:srgbClr val="FF0000"/>
                </a:solidFill>
                <a:latin typeface="宋体" panose="02010600030101010101" pitchFamily="2" charset="-122"/>
              </a:rPr>
              <a:t>2025-33</a:t>
            </a:r>
            <a:r>
              <a:rPr kumimoji="0" lang="zh-CN" altLang="da-DK" sz="2000" b="1" u="none" dirty="0">
                <a:solidFill>
                  <a:srgbClr val="000000"/>
                </a:solidFill>
                <a:latin typeface="宋体" panose="02010600030101010101" pitchFamily="2" charset="-122"/>
              </a:rPr>
              <a:t>．有程序段如下：</a:t>
            </a:r>
            <a:br>
              <a:rPr kumimoji="0" lang="zh-CN" altLang="da-DK" sz="2000" b="1" u="none" dirty="0">
                <a:solidFill>
                  <a:srgbClr val="000000"/>
                </a:solidFill>
                <a:latin typeface="宋体" panose="02010600030101010101" pitchFamily="2" charset="-122"/>
              </a:rPr>
            </a:br>
            <a:r>
              <a:rPr kumimoji="0" lang="da-DK" altLang="zh-CN" sz="2000" b="1" u="none" dirty="0">
                <a:solidFill>
                  <a:srgbClr val="000000"/>
                </a:solidFill>
                <a:latin typeface="宋体" panose="02010600030101010101" pitchFamily="2" charset="-122"/>
              </a:rPr>
              <a:t>X   DB   0AH</a:t>
            </a:r>
            <a:r>
              <a:rPr kumimoji="0" lang="zh-CN" altLang="da-DK" sz="2000" b="1" u="none" dirty="0">
                <a:solidFill>
                  <a:srgbClr val="000000"/>
                </a:solidFill>
                <a:latin typeface="宋体" panose="02010600030101010101" pitchFamily="2" charset="-122"/>
              </a:rPr>
              <a:t>，</a:t>
            </a:r>
            <a:r>
              <a:rPr kumimoji="0" lang="da-DK" altLang="zh-CN" sz="2000" b="1" u="none" dirty="0">
                <a:solidFill>
                  <a:srgbClr val="000000"/>
                </a:solidFill>
                <a:latin typeface="宋体" panose="02010600030101010101" pitchFamily="2" charset="-122"/>
              </a:rPr>
              <a:t>0BH</a:t>
            </a:r>
            <a:r>
              <a:rPr kumimoji="0" lang="zh-CN" altLang="da-DK" sz="2000" b="1" u="none" dirty="0">
                <a:solidFill>
                  <a:srgbClr val="000000"/>
                </a:solidFill>
                <a:latin typeface="宋体" panose="02010600030101010101" pitchFamily="2" charset="-122"/>
              </a:rPr>
              <a:t>，</a:t>
            </a:r>
            <a:r>
              <a:rPr kumimoji="0" lang="da-DK" altLang="zh-CN" sz="2000" b="1" u="none" dirty="0">
                <a:solidFill>
                  <a:srgbClr val="000000"/>
                </a:solidFill>
                <a:latin typeface="宋体" panose="02010600030101010101" pitchFamily="2" charset="-122"/>
              </a:rPr>
              <a:t>0CH</a:t>
            </a:r>
            <a:r>
              <a:rPr kumimoji="0" lang="zh-CN" altLang="da-DK" sz="2000" b="1" u="none" dirty="0">
                <a:solidFill>
                  <a:srgbClr val="000000"/>
                </a:solidFill>
                <a:latin typeface="宋体" panose="02010600030101010101" pitchFamily="2" charset="-122"/>
              </a:rPr>
              <a:t>，</a:t>
            </a:r>
            <a:r>
              <a:rPr kumimoji="0" lang="da-DK" altLang="zh-CN" sz="2000" b="1" u="none" dirty="0">
                <a:solidFill>
                  <a:srgbClr val="000000"/>
                </a:solidFill>
                <a:latin typeface="宋体" panose="02010600030101010101" pitchFamily="2" charset="-122"/>
              </a:rPr>
              <a:t>0DH</a:t>
            </a:r>
          </a:p>
          <a:p>
            <a:pPr eaLnBrk="1" hangingPunct="1"/>
            <a:r>
              <a:rPr kumimoji="0" lang="da-DK" altLang="zh-CN" sz="2000" b="1" u="none" dirty="0">
                <a:solidFill>
                  <a:srgbClr val="000000"/>
                </a:solidFill>
                <a:latin typeface="宋体" panose="02010600030101010101" pitchFamily="2" charset="-122"/>
              </a:rPr>
              <a:t>Y   DB   10H</a:t>
            </a:r>
            <a:r>
              <a:rPr kumimoji="0" lang="zh-CN" altLang="da-DK" sz="2000" b="1" u="none" dirty="0">
                <a:solidFill>
                  <a:srgbClr val="000000"/>
                </a:solidFill>
                <a:latin typeface="宋体" panose="02010600030101010101" pitchFamily="2" charset="-122"/>
              </a:rPr>
              <a:t>，</a:t>
            </a:r>
            <a:r>
              <a:rPr kumimoji="0" lang="da-DK" altLang="zh-CN" sz="2000" b="1" u="none" dirty="0">
                <a:solidFill>
                  <a:srgbClr val="000000"/>
                </a:solidFill>
                <a:latin typeface="宋体" panose="02010600030101010101" pitchFamily="2" charset="-122"/>
              </a:rPr>
              <a:t>20H</a:t>
            </a:r>
            <a:r>
              <a:rPr kumimoji="0" lang="zh-CN" altLang="da-DK" sz="2000" b="1" u="none" dirty="0">
                <a:solidFill>
                  <a:srgbClr val="000000"/>
                </a:solidFill>
                <a:latin typeface="宋体" panose="02010600030101010101" pitchFamily="2" charset="-122"/>
              </a:rPr>
              <a:t>，</a:t>
            </a:r>
            <a:r>
              <a:rPr kumimoji="0" lang="da-DK" altLang="zh-CN" sz="2000" b="1" u="none" dirty="0">
                <a:solidFill>
                  <a:srgbClr val="000000"/>
                </a:solidFill>
                <a:latin typeface="宋体" panose="02010600030101010101" pitchFamily="2" charset="-122"/>
              </a:rPr>
              <a:t>30H</a:t>
            </a:r>
            <a:r>
              <a:rPr kumimoji="0" lang="zh-CN" altLang="da-DK" sz="2000" b="1" u="none" dirty="0">
                <a:solidFill>
                  <a:srgbClr val="000000"/>
                </a:solidFill>
                <a:latin typeface="宋体" panose="02010600030101010101" pitchFamily="2" charset="-122"/>
              </a:rPr>
              <a:t>，</a:t>
            </a:r>
            <a:r>
              <a:rPr kumimoji="0" lang="da-DK" altLang="zh-CN" sz="2000" b="1" u="none" dirty="0">
                <a:solidFill>
                  <a:srgbClr val="000000"/>
                </a:solidFill>
                <a:latin typeface="宋体" panose="02010600030101010101" pitchFamily="2" charset="-122"/>
              </a:rPr>
              <a:t>40H</a:t>
            </a:r>
          </a:p>
          <a:p>
            <a:pPr eaLnBrk="1" hangingPunct="1"/>
            <a:r>
              <a:rPr kumimoji="0" lang="da-DK" altLang="zh-CN" sz="2000" b="1" u="none" dirty="0">
                <a:solidFill>
                  <a:srgbClr val="000000"/>
                </a:solidFill>
                <a:latin typeface="宋体" panose="02010600030101010101" pitchFamily="2" charset="-122"/>
              </a:rPr>
              <a:t>Z   DB   4 DUP(?)</a:t>
            </a:r>
          </a:p>
          <a:p>
            <a:pPr eaLnBrk="1" hangingPunct="1"/>
            <a:r>
              <a:rPr kumimoji="0" lang="da-DK" altLang="zh-CN" sz="2000" b="1" u="none" dirty="0">
                <a:solidFill>
                  <a:srgbClr val="000000"/>
                </a:solidFill>
                <a:latin typeface="宋体" panose="02010600030101010101" pitchFamily="2" charset="-122"/>
              </a:rPr>
              <a:t>........</a:t>
            </a:r>
          </a:p>
          <a:p>
            <a:pPr eaLnBrk="1" hangingPunct="1"/>
            <a:r>
              <a:rPr kumimoji="0" lang="da-DK" altLang="zh-CN" sz="2000" b="1" u="none" dirty="0">
                <a:solidFill>
                  <a:srgbClr val="000000"/>
                </a:solidFill>
                <a:latin typeface="宋体" panose="02010600030101010101" pitchFamily="2" charset="-122"/>
              </a:rPr>
              <a:t>    MOV BX</a:t>
            </a:r>
            <a:r>
              <a:rPr kumimoji="0" lang="zh-CN" altLang="da-DK" sz="2000" b="1" u="none" dirty="0">
                <a:solidFill>
                  <a:srgbClr val="000000"/>
                </a:solidFill>
                <a:latin typeface="宋体" panose="02010600030101010101" pitchFamily="2" charset="-122"/>
              </a:rPr>
              <a:t>，</a:t>
            </a:r>
            <a:r>
              <a:rPr kumimoji="0" lang="da-DK" altLang="zh-CN" sz="2000" b="1" u="none" dirty="0">
                <a:solidFill>
                  <a:srgbClr val="000000"/>
                </a:solidFill>
                <a:latin typeface="宋体" panose="02010600030101010101" pitchFamily="2" charset="-122"/>
              </a:rPr>
              <a:t>OFFSET X</a:t>
            </a:r>
          </a:p>
          <a:p>
            <a:pPr eaLnBrk="1" hangingPunct="1"/>
            <a:r>
              <a:rPr kumimoji="0" lang="da-DK" altLang="zh-CN" sz="2000" b="1" u="none" dirty="0">
                <a:solidFill>
                  <a:srgbClr val="000000"/>
                </a:solidFill>
                <a:latin typeface="宋体" panose="02010600030101010101" pitchFamily="2" charset="-122"/>
              </a:rPr>
              <a:t>    MOV SI</a:t>
            </a:r>
            <a:r>
              <a:rPr kumimoji="0" lang="zh-CN" altLang="da-DK" sz="2000" b="1" u="none" dirty="0">
                <a:solidFill>
                  <a:srgbClr val="000000"/>
                </a:solidFill>
                <a:latin typeface="宋体" panose="02010600030101010101" pitchFamily="2" charset="-122"/>
              </a:rPr>
              <a:t>，</a:t>
            </a:r>
            <a:r>
              <a:rPr kumimoji="0" lang="da-DK" altLang="zh-CN" sz="2000" b="1" u="none" dirty="0">
                <a:solidFill>
                  <a:srgbClr val="000000"/>
                </a:solidFill>
                <a:latin typeface="宋体" panose="02010600030101010101" pitchFamily="2" charset="-122"/>
              </a:rPr>
              <a:t>OFFSET Y</a:t>
            </a:r>
          </a:p>
          <a:p>
            <a:pPr eaLnBrk="1" hangingPunct="1"/>
            <a:r>
              <a:rPr kumimoji="0" lang="en-US" altLang="zh-CN" sz="2000" b="1" u="none" dirty="0">
                <a:solidFill>
                  <a:srgbClr val="000000"/>
                </a:solidFill>
                <a:latin typeface="宋体" panose="02010600030101010101" pitchFamily="2" charset="-122"/>
              </a:rPr>
              <a:t>    MOV DI</a:t>
            </a:r>
            <a:r>
              <a:rPr kumimoji="0" lang="zh-CN" altLang="en-US" sz="2000" b="1" u="none" dirty="0">
                <a:solidFill>
                  <a:srgbClr val="000000"/>
                </a:solidFill>
                <a:latin typeface="宋体" panose="02010600030101010101" pitchFamily="2" charset="-122"/>
              </a:rPr>
              <a:t>，</a:t>
            </a:r>
            <a:r>
              <a:rPr kumimoji="0" lang="en-US" altLang="zh-CN" sz="2000" b="1" u="none" dirty="0">
                <a:solidFill>
                  <a:srgbClr val="000000"/>
                </a:solidFill>
                <a:latin typeface="宋体" panose="02010600030101010101" pitchFamily="2" charset="-122"/>
              </a:rPr>
              <a:t>OFFSET Z</a:t>
            </a:r>
          </a:p>
          <a:p>
            <a:pPr eaLnBrk="1" hangingPunct="1"/>
            <a:r>
              <a:rPr kumimoji="0" lang="da-DK" altLang="zh-CN" sz="2000" b="1" u="none" dirty="0">
                <a:solidFill>
                  <a:srgbClr val="000000"/>
                </a:solidFill>
                <a:latin typeface="宋体" panose="02010600030101010101" pitchFamily="2" charset="-122"/>
              </a:rPr>
              <a:t>    MOV CX</a:t>
            </a:r>
            <a:r>
              <a:rPr kumimoji="0" lang="zh-CN" altLang="da-DK" sz="2000" b="1" u="none" dirty="0">
                <a:solidFill>
                  <a:srgbClr val="000000"/>
                </a:solidFill>
                <a:latin typeface="宋体" panose="02010600030101010101" pitchFamily="2" charset="-122"/>
              </a:rPr>
              <a:t>，</a:t>
            </a:r>
            <a:r>
              <a:rPr kumimoji="0" lang="da-DK" altLang="zh-CN" sz="2000" b="1" u="none" dirty="0">
                <a:solidFill>
                  <a:srgbClr val="000000"/>
                </a:solidFill>
                <a:latin typeface="宋体" panose="02010600030101010101" pitchFamily="2" charset="-122"/>
              </a:rPr>
              <a:t>4</a:t>
            </a:r>
          </a:p>
          <a:p>
            <a:pPr eaLnBrk="1" hangingPunct="1"/>
            <a:r>
              <a:rPr kumimoji="0" lang="es-ES" altLang="zh-CN" sz="2000" b="1" u="none" dirty="0">
                <a:solidFill>
                  <a:srgbClr val="000000"/>
                </a:solidFill>
                <a:latin typeface="宋体" panose="02010600030101010101" pitchFamily="2" charset="-122"/>
              </a:rPr>
              <a:t>    CLC</a:t>
            </a:r>
          </a:p>
          <a:p>
            <a:pPr eaLnBrk="1" hangingPunct="1"/>
            <a:r>
              <a:rPr kumimoji="0" lang="da-DK" altLang="zh-CN" sz="2000" b="1" u="none" dirty="0">
                <a:solidFill>
                  <a:srgbClr val="000000"/>
                </a:solidFill>
                <a:latin typeface="宋体" panose="02010600030101010101" pitchFamily="2" charset="-122"/>
              </a:rPr>
              <a:t>L1</a:t>
            </a:r>
            <a:r>
              <a:rPr kumimoji="0" lang="zh-CN" altLang="da-DK" sz="2000" b="1" u="none" dirty="0">
                <a:solidFill>
                  <a:srgbClr val="000000"/>
                </a:solidFill>
                <a:latin typeface="宋体" panose="02010600030101010101" pitchFamily="2" charset="-122"/>
              </a:rPr>
              <a:t>：</a:t>
            </a:r>
            <a:r>
              <a:rPr kumimoji="0" lang="da-DK" altLang="zh-CN" sz="2000" b="1" u="none" dirty="0">
                <a:solidFill>
                  <a:srgbClr val="000000"/>
                </a:solidFill>
                <a:latin typeface="宋体" panose="02010600030101010101" pitchFamily="2" charset="-122"/>
              </a:rPr>
              <a:t>MOV AL</a:t>
            </a:r>
            <a:r>
              <a:rPr kumimoji="0" lang="zh-CN" altLang="da-DK" sz="2000" b="1" u="none" dirty="0">
                <a:solidFill>
                  <a:srgbClr val="000000"/>
                </a:solidFill>
                <a:latin typeface="宋体" panose="02010600030101010101" pitchFamily="2" charset="-122"/>
              </a:rPr>
              <a:t>，</a:t>
            </a:r>
            <a:r>
              <a:rPr kumimoji="0" lang="da-DK" altLang="zh-CN" sz="2000" b="1" u="none" dirty="0">
                <a:solidFill>
                  <a:srgbClr val="000000"/>
                </a:solidFill>
                <a:latin typeface="宋体" panose="02010600030101010101" pitchFamily="2" charset="-122"/>
              </a:rPr>
              <a:t>[BX]</a:t>
            </a:r>
          </a:p>
          <a:p>
            <a:pPr eaLnBrk="1" hangingPunct="1"/>
            <a:r>
              <a:rPr kumimoji="0" lang="es-ES" altLang="zh-CN" sz="2000" b="1" u="none" dirty="0">
                <a:solidFill>
                  <a:srgbClr val="000000"/>
                </a:solidFill>
                <a:latin typeface="宋体" panose="02010600030101010101" pitchFamily="2" charset="-122"/>
              </a:rPr>
              <a:t>    ADC AL</a:t>
            </a:r>
            <a:r>
              <a:rPr kumimoji="0" lang="zh-CN" altLang="es-ES" sz="2000" b="1" u="none" dirty="0">
                <a:solidFill>
                  <a:srgbClr val="000000"/>
                </a:solidFill>
                <a:latin typeface="宋体" panose="02010600030101010101" pitchFamily="2" charset="-122"/>
              </a:rPr>
              <a:t>，</a:t>
            </a:r>
            <a:r>
              <a:rPr kumimoji="0" lang="es-ES" altLang="zh-CN" sz="2000" b="1" u="none" dirty="0">
                <a:solidFill>
                  <a:srgbClr val="000000"/>
                </a:solidFill>
                <a:latin typeface="宋体" panose="02010600030101010101" pitchFamily="2" charset="-122"/>
              </a:rPr>
              <a:t>[SI]</a:t>
            </a:r>
          </a:p>
          <a:p>
            <a:pPr eaLnBrk="1" hangingPunct="1"/>
            <a:r>
              <a:rPr kumimoji="0" lang="es-ES" altLang="zh-CN" sz="2000" b="1" u="none" dirty="0">
                <a:solidFill>
                  <a:srgbClr val="000000"/>
                </a:solidFill>
                <a:latin typeface="宋体" panose="02010600030101010101" pitchFamily="2" charset="-122"/>
              </a:rPr>
              <a:t>    MOV [DI]</a:t>
            </a:r>
            <a:r>
              <a:rPr kumimoji="0" lang="zh-CN" altLang="es-ES" sz="2000" b="1" u="none" dirty="0">
                <a:solidFill>
                  <a:srgbClr val="000000"/>
                </a:solidFill>
                <a:latin typeface="宋体" panose="02010600030101010101" pitchFamily="2" charset="-122"/>
              </a:rPr>
              <a:t>，</a:t>
            </a:r>
            <a:r>
              <a:rPr kumimoji="0" lang="es-ES" altLang="zh-CN" sz="2000" b="1" u="none" dirty="0">
                <a:solidFill>
                  <a:srgbClr val="000000"/>
                </a:solidFill>
                <a:latin typeface="宋体" panose="02010600030101010101" pitchFamily="2" charset="-122"/>
              </a:rPr>
              <a:t>AL</a:t>
            </a:r>
          </a:p>
          <a:p>
            <a:pPr eaLnBrk="1" hangingPunct="1"/>
            <a:r>
              <a:rPr kumimoji="0" lang="es-ES" altLang="zh-CN" sz="2000" b="1" u="none" dirty="0">
                <a:solidFill>
                  <a:srgbClr val="000000"/>
                </a:solidFill>
                <a:latin typeface="宋体" panose="02010600030101010101" pitchFamily="2" charset="-122"/>
              </a:rPr>
              <a:t>    INC BX</a:t>
            </a:r>
          </a:p>
          <a:p>
            <a:pPr eaLnBrk="1" hangingPunct="1"/>
            <a:r>
              <a:rPr kumimoji="0" lang="es-ES" altLang="zh-CN" sz="2000" b="1" u="none" dirty="0">
                <a:solidFill>
                  <a:srgbClr val="000000"/>
                </a:solidFill>
                <a:latin typeface="宋体" panose="02010600030101010101" pitchFamily="2" charset="-122"/>
              </a:rPr>
              <a:t>    INC SI</a:t>
            </a:r>
          </a:p>
          <a:p>
            <a:pPr eaLnBrk="1" hangingPunct="1"/>
            <a:r>
              <a:rPr kumimoji="0" lang="es-ES" altLang="zh-CN" sz="2000" b="1" u="none" dirty="0">
                <a:solidFill>
                  <a:srgbClr val="000000"/>
                </a:solidFill>
                <a:latin typeface="宋体" panose="02010600030101010101" pitchFamily="2" charset="-122"/>
              </a:rPr>
              <a:t>    INC DI</a:t>
            </a:r>
          </a:p>
          <a:p>
            <a:pPr eaLnBrk="1" hangingPunct="1"/>
            <a:r>
              <a:rPr kumimoji="0" lang="es-ES" altLang="zh-CN" sz="2000" b="1" u="none" dirty="0">
                <a:solidFill>
                  <a:srgbClr val="000000"/>
                </a:solidFill>
                <a:latin typeface="宋体" panose="02010600030101010101" pitchFamily="2" charset="-122"/>
              </a:rPr>
              <a:t>    LOOP L1</a:t>
            </a:r>
          </a:p>
          <a:p>
            <a:pPr eaLnBrk="1" hangingPunct="1"/>
            <a:r>
              <a:rPr kumimoji="0" lang="zh-CN" altLang="es-ES" sz="2000" b="1" u="none" dirty="0">
                <a:solidFill>
                  <a:srgbClr val="000000"/>
                </a:solidFill>
                <a:latin typeface="宋体" panose="02010600030101010101" pitchFamily="2" charset="-122"/>
              </a:rPr>
              <a:t>执行该程序段后，变量</a:t>
            </a:r>
            <a:r>
              <a:rPr kumimoji="0" lang="es-ES" altLang="zh-CN" sz="2000" b="1" u="none" dirty="0">
                <a:solidFill>
                  <a:srgbClr val="000000"/>
                </a:solidFill>
                <a:latin typeface="宋体" panose="02010600030101010101" pitchFamily="2" charset="-122"/>
              </a:rPr>
              <a:t>Z</a:t>
            </a:r>
            <a:r>
              <a:rPr kumimoji="0" lang="zh-CN" altLang="es-ES" sz="2000" b="1" u="none" dirty="0">
                <a:solidFill>
                  <a:srgbClr val="000000"/>
                </a:solidFill>
                <a:latin typeface="宋体" panose="02010600030101010101" pitchFamily="2" charset="-122"/>
              </a:rPr>
              <a:t>的首字节为</a:t>
            </a:r>
            <a:r>
              <a:rPr kumimoji="0" lang="en-US" altLang="zh-CN" sz="2000" b="1" u="none" dirty="0">
                <a:solidFill>
                  <a:srgbClr val="000000"/>
                </a:solidFill>
                <a:latin typeface="Arial" panose="020B0604020202020204" pitchFamily="34" charset="0"/>
              </a:rPr>
              <a:t>______________</a:t>
            </a:r>
            <a:r>
              <a:rPr kumimoji="0" lang="zh-CN" altLang="es-ES" sz="2000" b="1" u="none" dirty="0">
                <a:solidFill>
                  <a:srgbClr val="000000"/>
                </a:solidFill>
                <a:latin typeface="宋体" panose="02010600030101010101" pitchFamily="2" charset="-122"/>
              </a:rPr>
              <a:t>，</a:t>
            </a:r>
          </a:p>
          <a:p>
            <a:pPr eaLnBrk="1" hangingPunct="1"/>
            <a:endParaRPr kumimoji="0" lang="zh-CN" altLang="es-ES" sz="2000" b="1" u="none" dirty="0">
              <a:solidFill>
                <a:srgbClr val="000000"/>
              </a:solidFill>
              <a:latin typeface="宋体" panose="02010600030101010101" pitchFamily="2" charset="-122"/>
            </a:endParaRPr>
          </a:p>
          <a:p>
            <a:pPr eaLnBrk="1" hangingPunct="1"/>
            <a:r>
              <a:rPr kumimoji="0" lang="zh-CN" altLang="es-ES" sz="2000" b="1" u="none" dirty="0">
                <a:solidFill>
                  <a:srgbClr val="000000"/>
                </a:solidFill>
                <a:latin typeface="宋体" panose="02010600030101010101" pitchFamily="2" charset="-122"/>
              </a:rPr>
              <a:t>该程序的功能是</a:t>
            </a:r>
            <a:r>
              <a:rPr kumimoji="0" lang="en-US" altLang="zh-CN" sz="2000" b="1" u="none" dirty="0">
                <a:solidFill>
                  <a:srgbClr val="000000"/>
                </a:solidFill>
                <a:latin typeface="Arial" panose="020B0604020202020204" pitchFamily="34" charset="0"/>
              </a:rPr>
              <a:t>____________________________</a:t>
            </a:r>
            <a:r>
              <a:rPr kumimoji="0" lang="zh-CN" altLang="es-ES" sz="2000" b="1" u="none" dirty="0">
                <a:solidFill>
                  <a:srgbClr val="000000"/>
                </a:solidFill>
                <a:latin typeface="宋体" panose="02010600030101010101" pitchFamily="2" charset="-122"/>
              </a:rPr>
              <a:t>。 </a:t>
            </a:r>
          </a:p>
        </p:txBody>
      </p:sp>
      <p:sp>
        <p:nvSpPr>
          <p:cNvPr id="752643" name="Text Box 3">
            <a:extLst>
              <a:ext uri="{FF2B5EF4-FFF2-40B4-BE49-F238E27FC236}">
                <a16:creationId xmlns:a16="http://schemas.microsoft.com/office/drawing/2014/main" id="{6FD981D6-C4D1-4EC6-BE8E-0BA913A0CE6B}"/>
              </a:ext>
            </a:extLst>
          </p:cNvPr>
          <p:cNvSpPr txBox="1">
            <a:spLocks noChangeArrowheads="1"/>
          </p:cNvSpPr>
          <p:nvPr/>
        </p:nvSpPr>
        <p:spPr bwMode="auto">
          <a:xfrm>
            <a:off x="4787900" y="5445125"/>
            <a:ext cx="2232025" cy="457200"/>
          </a:xfrm>
          <a:prstGeom prst="rect">
            <a:avLst/>
          </a:prstGeom>
          <a:noFill/>
          <a:ln>
            <a:noFill/>
          </a:ln>
          <a:effectLst/>
          <a:extLst>
            <a:ext uri="{909E8E84-426E-40DD-AFC4-6F175D3DCCD1}">
              <a14:hiddenFill xmlns:a14="http://schemas.microsoft.com/office/drawing/2010/main">
                <a:gradFill rotWithShape="0">
                  <a:gsLst>
                    <a:gs pos="0">
                      <a:srgbClr val="47182F"/>
                    </a:gs>
                    <a:gs pos="100000">
                      <a:srgbClr val="993366"/>
                    </a:gs>
                  </a:gsLst>
                  <a:lin ang="5400000" scaled="1"/>
                </a:gradFill>
              </a14:hiddenFill>
            </a:ext>
            <a:ext uri="{91240B29-F687-4F45-9708-019B960494DF}">
              <a14:hiddenLine xmlns:a14="http://schemas.microsoft.com/office/drawing/2010/main" w="9525" algn="ctr">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kumimoji="0" lang="en-US" altLang="zh-CN" b="1" u="none">
                <a:solidFill>
                  <a:srgbClr val="FF0000"/>
                </a:solidFill>
                <a:latin typeface="Arial" panose="020B0604020202020204" pitchFamily="34" charset="0"/>
              </a:rPr>
              <a:t>1AH</a:t>
            </a:r>
          </a:p>
        </p:txBody>
      </p:sp>
      <p:sp>
        <p:nvSpPr>
          <p:cNvPr id="752644" name="Text Box 4">
            <a:extLst>
              <a:ext uri="{FF2B5EF4-FFF2-40B4-BE49-F238E27FC236}">
                <a16:creationId xmlns:a16="http://schemas.microsoft.com/office/drawing/2014/main" id="{FA31871F-5DFB-4100-8C70-4CA10D215239}"/>
              </a:ext>
            </a:extLst>
          </p:cNvPr>
          <p:cNvSpPr txBox="1">
            <a:spLocks noChangeArrowheads="1"/>
          </p:cNvSpPr>
          <p:nvPr/>
        </p:nvSpPr>
        <p:spPr bwMode="auto">
          <a:xfrm>
            <a:off x="2627313" y="6021388"/>
            <a:ext cx="4608512" cy="457200"/>
          </a:xfrm>
          <a:prstGeom prst="rect">
            <a:avLst/>
          </a:prstGeom>
          <a:noFill/>
          <a:ln>
            <a:noFill/>
          </a:ln>
          <a:effectLst/>
          <a:extLst>
            <a:ext uri="{909E8E84-426E-40DD-AFC4-6F175D3DCCD1}">
              <a14:hiddenFill xmlns:a14="http://schemas.microsoft.com/office/drawing/2010/main">
                <a:gradFill rotWithShape="0">
                  <a:gsLst>
                    <a:gs pos="0">
                      <a:srgbClr val="47182F"/>
                    </a:gs>
                    <a:gs pos="100000">
                      <a:srgbClr val="993366"/>
                    </a:gs>
                  </a:gsLst>
                  <a:lin ang="5400000" scaled="1"/>
                </a:gradFill>
              </a14:hiddenFill>
            </a:ext>
            <a:ext uri="{91240B29-F687-4F45-9708-019B960494DF}">
              <a14:hiddenLine xmlns:a14="http://schemas.microsoft.com/office/drawing/2010/main" w="9525" algn="ctr">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kumimoji="0" lang="zh-CN" altLang="en-US" b="1" u="none">
                <a:solidFill>
                  <a:srgbClr val="FF0000"/>
                </a:solidFill>
                <a:latin typeface="Arial" panose="020B0604020202020204" pitchFamily="34" charset="0"/>
              </a:rPr>
              <a:t>实现</a:t>
            </a:r>
            <a:r>
              <a:rPr kumimoji="0" lang="en-US" altLang="zh-CN" b="1" u="none">
                <a:solidFill>
                  <a:srgbClr val="FF0000"/>
                </a:solidFill>
                <a:latin typeface="Arial" panose="020B0604020202020204" pitchFamily="34" charset="0"/>
              </a:rPr>
              <a:t>32</a:t>
            </a:r>
            <a:r>
              <a:rPr kumimoji="0" lang="zh-CN" altLang="en-US" b="1" u="none">
                <a:solidFill>
                  <a:srgbClr val="FF0000"/>
                </a:solidFill>
                <a:latin typeface="Arial" panose="020B0604020202020204" pitchFamily="34" charset="0"/>
              </a:rPr>
              <a:t>位加法运算（或</a:t>
            </a:r>
            <a:r>
              <a:rPr kumimoji="0" lang="en-US" altLang="zh-CN" b="1" u="none">
                <a:solidFill>
                  <a:srgbClr val="FF0000"/>
                </a:solidFill>
                <a:latin typeface="Arial" panose="020B0604020202020204" pitchFamily="34" charset="0"/>
              </a:rPr>
              <a:t>Z=X+Y</a:t>
            </a:r>
            <a:r>
              <a:rPr kumimoji="0" lang="zh-CN" altLang="en-US" b="1" u="none">
                <a:solidFill>
                  <a:srgbClr val="FF0000"/>
                </a:solidFill>
                <a:latin typeface="Arial" panose="020B0604020202020204" pitchFamily="34" charset="0"/>
              </a:rPr>
              <a:t>）</a:t>
            </a:r>
          </a:p>
        </p:txBody>
      </p:sp>
    </p:spTree>
    <p:custDataLst>
      <p:tags r:id="rId1"/>
    </p:custDataLst>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52643"/>
                                        </p:tgtEl>
                                        <p:attrNameLst>
                                          <p:attrName>style.visibility</p:attrName>
                                        </p:attrNameLst>
                                      </p:cBhvr>
                                      <p:to>
                                        <p:strVal val="visible"/>
                                      </p:to>
                                    </p:set>
                                    <p:anim calcmode="lin" valueType="num">
                                      <p:cBhvr additive="base">
                                        <p:cTn id="7" dur="500" fill="hold"/>
                                        <p:tgtEl>
                                          <p:spTgt spid="752643"/>
                                        </p:tgtEl>
                                        <p:attrNameLst>
                                          <p:attrName>ppt_x</p:attrName>
                                        </p:attrNameLst>
                                      </p:cBhvr>
                                      <p:tavLst>
                                        <p:tav tm="0">
                                          <p:val>
                                            <p:strVal val="#ppt_x"/>
                                          </p:val>
                                        </p:tav>
                                        <p:tav tm="100000">
                                          <p:val>
                                            <p:strVal val="#ppt_x"/>
                                          </p:val>
                                        </p:tav>
                                      </p:tavLst>
                                    </p:anim>
                                    <p:anim calcmode="lin" valueType="num">
                                      <p:cBhvr additive="base">
                                        <p:cTn id="8" dur="500" fill="hold"/>
                                        <p:tgtEl>
                                          <p:spTgt spid="752643"/>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52644"/>
                                        </p:tgtEl>
                                        <p:attrNameLst>
                                          <p:attrName>style.visibility</p:attrName>
                                        </p:attrNameLst>
                                      </p:cBhvr>
                                      <p:to>
                                        <p:strVal val="visible"/>
                                      </p:to>
                                    </p:set>
                                    <p:anim calcmode="lin" valueType="num">
                                      <p:cBhvr additive="base">
                                        <p:cTn id="13" dur="500" fill="hold"/>
                                        <p:tgtEl>
                                          <p:spTgt spid="752644"/>
                                        </p:tgtEl>
                                        <p:attrNameLst>
                                          <p:attrName>ppt_x</p:attrName>
                                        </p:attrNameLst>
                                      </p:cBhvr>
                                      <p:tavLst>
                                        <p:tav tm="0">
                                          <p:val>
                                            <p:strVal val="#ppt_x"/>
                                          </p:val>
                                        </p:tav>
                                        <p:tav tm="100000">
                                          <p:val>
                                            <p:strVal val="#ppt_x"/>
                                          </p:val>
                                        </p:tav>
                                      </p:tavLst>
                                    </p:anim>
                                    <p:anim calcmode="lin" valueType="num">
                                      <p:cBhvr additive="base">
                                        <p:cTn id="14" dur="500" fill="hold"/>
                                        <p:tgtEl>
                                          <p:spTgt spid="75264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2643" grpId="0"/>
      <p:bldP spid="752644"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灯片编号占位符 4">
            <a:extLst>
              <a:ext uri="{FF2B5EF4-FFF2-40B4-BE49-F238E27FC236}">
                <a16:creationId xmlns:a16="http://schemas.microsoft.com/office/drawing/2014/main" id="{9CC08BD6-A5CA-4675-BFB1-ACFB3C4E8182}"/>
              </a:ext>
            </a:extLst>
          </p:cNvPr>
          <p:cNvSpPr>
            <a:spLocks noGrp="1"/>
          </p:cNvSpPr>
          <p:nvPr>
            <p:ph type="sldNum" sz="quarter" idx="12"/>
          </p:nvPr>
        </p:nvSpPr>
        <p:spPr>
          <a:noFill/>
        </p:spPr>
        <p:txBody>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fld id="{1A45F9A1-BD17-49B4-BDAE-EBE4FE55D5F0}" type="slidenum">
              <a:rPr kumimoji="0" lang="en-US" altLang="zh-CN" sz="1400" u="none" smtClean="0">
                <a:solidFill>
                  <a:srgbClr val="000000"/>
                </a:solidFill>
                <a:latin typeface="Arial" panose="020B0604020202020204" pitchFamily="34" charset="0"/>
              </a:rPr>
              <a:pPr/>
              <a:t>74</a:t>
            </a:fld>
            <a:endParaRPr kumimoji="0" lang="en-US" altLang="zh-CN" sz="1400" u="none">
              <a:solidFill>
                <a:srgbClr val="000000"/>
              </a:solidFill>
              <a:latin typeface="Arial" panose="020B0604020202020204" pitchFamily="34" charset="0"/>
            </a:endParaRPr>
          </a:p>
        </p:txBody>
      </p:sp>
      <p:sp>
        <p:nvSpPr>
          <p:cNvPr id="81923" name="Rectangle 2">
            <a:extLst>
              <a:ext uri="{FF2B5EF4-FFF2-40B4-BE49-F238E27FC236}">
                <a16:creationId xmlns:a16="http://schemas.microsoft.com/office/drawing/2014/main" id="{450E3C4E-3AF4-4137-8062-4B820FE491BA}"/>
              </a:ext>
            </a:extLst>
          </p:cNvPr>
          <p:cNvSpPr>
            <a:spLocks noChangeArrowheads="1"/>
          </p:cNvSpPr>
          <p:nvPr/>
        </p:nvSpPr>
        <p:spPr bwMode="auto">
          <a:xfrm>
            <a:off x="1116013" y="886887"/>
            <a:ext cx="8053808" cy="3785652"/>
          </a:xfrm>
          <a:prstGeom prst="rect">
            <a:avLst/>
          </a:prstGeom>
          <a:noFill/>
          <a:ln>
            <a:noFill/>
          </a:ln>
          <a:effectLst/>
          <a:extLst>
            <a:ext uri="{909E8E84-426E-40DD-AFC4-6F175D3DCCD1}">
              <a14:hiddenFill xmlns:a14="http://schemas.microsoft.com/office/drawing/2010/main">
                <a:gradFill rotWithShape="0">
                  <a:gsLst>
                    <a:gs pos="0">
                      <a:srgbClr val="47182F"/>
                    </a:gs>
                    <a:gs pos="100000">
                      <a:srgbClr val="993366"/>
                    </a:gs>
                  </a:gsLst>
                  <a:lin ang="5400000" scaled="1"/>
                </a:gradFill>
              </a14:hiddenFill>
            </a:ext>
            <a:ext uri="{91240B29-F687-4F45-9708-019B960494DF}">
              <a14:hiddenLine xmlns:a14="http://schemas.microsoft.com/office/drawing/2010/main" w="9525" algn="ctr">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eaLnBrk="1" hangingPunct="1"/>
            <a:r>
              <a:rPr kumimoji="0" lang="en-US" altLang="zh-CN" b="1" u="none" dirty="0">
                <a:solidFill>
                  <a:srgbClr val="FF0000"/>
                </a:solidFill>
                <a:latin typeface="宋体" panose="02010600030101010101" pitchFamily="2" charset="-122"/>
              </a:rPr>
              <a:t>2025-</a:t>
            </a:r>
            <a:r>
              <a:rPr kumimoji="0" lang="es-ES" altLang="zh-CN" b="1" u="none" dirty="0">
                <a:solidFill>
                  <a:srgbClr val="FF0000"/>
                </a:solidFill>
                <a:latin typeface="宋体" panose="02010600030101010101" pitchFamily="2" charset="-122"/>
              </a:rPr>
              <a:t>34</a:t>
            </a:r>
            <a:r>
              <a:rPr kumimoji="0" lang="es-ES" altLang="zh-CN" b="1" u="none" dirty="0">
                <a:solidFill>
                  <a:srgbClr val="000000"/>
                </a:solidFill>
                <a:latin typeface="宋体" panose="02010600030101010101" pitchFamily="2" charset="-122"/>
              </a:rPr>
              <a:t>.</a:t>
            </a:r>
            <a:r>
              <a:rPr kumimoji="0" lang="zh-CN" altLang="es-ES" b="1" u="none" dirty="0">
                <a:solidFill>
                  <a:srgbClr val="000000"/>
                </a:solidFill>
                <a:latin typeface="宋体" panose="02010600030101010101" pitchFamily="2" charset="-122"/>
              </a:rPr>
              <a:t>有程序段如下：</a:t>
            </a:r>
          </a:p>
          <a:p>
            <a:pPr eaLnBrk="1" hangingPunct="1"/>
            <a:r>
              <a:rPr kumimoji="0" lang="es-ES" altLang="zh-CN" b="1" u="none" dirty="0">
                <a:solidFill>
                  <a:srgbClr val="000000"/>
                </a:solidFill>
                <a:latin typeface="宋体" panose="02010600030101010101" pitchFamily="2" charset="-122"/>
              </a:rPr>
              <a:t>         MOV  AL</a:t>
            </a:r>
            <a:r>
              <a:rPr kumimoji="0" lang="zh-CN" altLang="es-ES" b="1" u="none" dirty="0">
                <a:solidFill>
                  <a:srgbClr val="000000"/>
                </a:solidFill>
                <a:latin typeface="宋体" panose="02010600030101010101" pitchFamily="2" charset="-122"/>
              </a:rPr>
              <a:t>，’</a:t>
            </a:r>
            <a:r>
              <a:rPr kumimoji="0" lang="es-ES" altLang="zh-CN" b="1" u="none" dirty="0">
                <a:solidFill>
                  <a:srgbClr val="000000"/>
                </a:solidFill>
                <a:latin typeface="宋体" panose="02010600030101010101" pitchFamily="2" charset="-122"/>
              </a:rPr>
              <a:t>9’</a:t>
            </a:r>
          </a:p>
          <a:p>
            <a:pPr eaLnBrk="1" hangingPunct="1"/>
            <a:r>
              <a:rPr kumimoji="0" lang="es-ES" altLang="zh-CN" b="1" u="none" dirty="0">
                <a:solidFill>
                  <a:srgbClr val="000000"/>
                </a:solidFill>
                <a:latin typeface="宋体" panose="02010600030101010101" pitchFamily="2" charset="-122"/>
              </a:rPr>
              <a:t>         SUB  AL</a:t>
            </a:r>
            <a:r>
              <a:rPr kumimoji="0" lang="zh-CN" altLang="es-ES" b="1" u="none" dirty="0">
                <a:solidFill>
                  <a:srgbClr val="000000"/>
                </a:solidFill>
                <a:latin typeface="宋体" panose="02010600030101010101" pitchFamily="2" charset="-122"/>
              </a:rPr>
              <a:t>，’</a:t>
            </a:r>
            <a:r>
              <a:rPr kumimoji="0" lang="es-ES" altLang="zh-CN" b="1" u="none" dirty="0">
                <a:solidFill>
                  <a:srgbClr val="000000"/>
                </a:solidFill>
                <a:latin typeface="宋体" panose="02010600030101010101" pitchFamily="2" charset="-122"/>
              </a:rPr>
              <a:t>0’</a:t>
            </a:r>
          </a:p>
          <a:p>
            <a:pPr eaLnBrk="1" hangingPunct="1"/>
            <a:r>
              <a:rPr kumimoji="0" lang="en-US" altLang="zh-CN" b="1" u="none" dirty="0">
                <a:solidFill>
                  <a:srgbClr val="000000"/>
                </a:solidFill>
                <a:latin typeface="宋体" panose="02010600030101010101" pitchFamily="2" charset="-122"/>
              </a:rPr>
              <a:t>         MOV  BL</a:t>
            </a:r>
            <a:r>
              <a:rPr kumimoji="0" lang="zh-CN" altLang="en-US" b="1" u="none" dirty="0">
                <a:solidFill>
                  <a:srgbClr val="000000"/>
                </a:solidFill>
                <a:latin typeface="宋体" panose="02010600030101010101" pitchFamily="2" charset="-122"/>
              </a:rPr>
              <a:t>，</a:t>
            </a:r>
            <a:r>
              <a:rPr kumimoji="0" lang="en-US" altLang="zh-CN" b="1" u="none" dirty="0">
                <a:solidFill>
                  <a:srgbClr val="000000"/>
                </a:solidFill>
                <a:latin typeface="宋体" panose="02010600030101010101" pitchFamily="2" charset="-122"/>
              </a:rPr>
              <a:t>35H</a:t>
            </a:r>
          </a:p>
          <a:p>
            <a:pPr eaLnBrk="1" hangingPunct="1"/>
            <a:r>
              <a:rPr kumimoji="0" lang="en-US" altLang="zh-CN" b="1" u="none" dirty="0">
                <a:solidFill>
                  <a:srgbClr val="000000"/>
                </a:solidFill>
                <a:latin typeface="宋体" panose="02010600030101010101" pitchFamily="2" charset="-122"/>
              </a:rPr>
              <a:t>         AND  BL</a:t>
            </a:r>
            <a:r>
              <a:rPr kumimoji="0" lang="zh-CN" altLang="en-US" b="1" u="none" dirty="0">
                <a:solidFill>
                  <a:srgbClr val="000000"/>
                </a:solidFill>
                <a:latin typeface="宋体" panose="02010600030101010101" pitchFamily="2" charset="-122"/>
              </a:rPr>
              <a:t>，</a:t>
            </a:r>
            <a:r>
              <a:rPr kumimoji="0" lang="en-US" altLang="zh-CN" b="1" u="none" dirty="0">
                <a:solidFill>
                  <a:srgbClr val="000000"/>
                </a:solidFill>
                <a:latin typeface="宋体" panose="02010600030101010101" pitchFamily="2" charset="-122"/>
              </a:rPr>
              <a:t>0FH</a:t>
            </a:r>
          </a:p>
          <a:p>
            <a:pPr eaLnBrk="1" hangingPunct="1"/>
            <a:r>
              <a:rPr kumimoji="0" lang="en-US" altLang="zh-CN" b="1" u="none" dirty="0">
                <a:solidFill>
                  <a:srgbClr val="000000"/>
                </a:solidFill>
                <a:latin typeface="宋体" panose="02010600030101010101" pitchFamily="2" charset="-122"/>
              </a:rPr>
              <a:t>         MOV  CL</a:t>
            </a:r>
            <a:r>
              <a:rPr kumimoji="0" lang="zh-CN" altLang="en-US" b="1" u="none" dirty="0">
                <a:solidFill>
                  <a:srgbClr val="000000"/>
                </a:solidFill>
                <a:latin typeface="宋体" panose="02010600030101010101" pitchFamily="2" charset="-122"/>
              </a:rPr>
              <a:t>，</a:t>
            </a:r>
            <a:r>
              <a:rPr kumimoji="0" lang="en-US" altLang="zh-CN" b="1" u="none" dirty="0">
                <a:solidFill>
                  <a:srgbClr val="000000"/>
                </a:solidFill>
                <a:latin typeface="宋体" panose="02010600030101010101" pitchFamily="2" charset="-122"/>
              </a:rPr>
              <a:t>4</a:t>
            </a:r>
          </a:p>
          <a:p>
            <a:pPr eaLnBrk="1" hangingPunct="1"/>
            <a:r>
              <a:rPr kumimoji="0" lang="en-US" altLang="zh-CN" b="1" u="none" dirty="0">
                <a:solidFill>
                  <a:srgbClr val="000000"/>
                </a:solidFill>
                <a:latin typeface="宋体" panose="02010600030101010101" pitchFamily="2" charset="-122"/>
              </a:rPr>
              <a:t>         SHL  AL</a:t>
            </a:r>
            <a:r>
              <a:rPr kumimoji="0" lang="zh-CN" altLang="en-US" b="1" u="none" dirty="0">
                <a:solidFill>
                  <a:srgbClr val="000000"/>
                </a:solidFill>
                <a:latin typeface="宋体" panose="02010600030101010101" pitchFamily="2" charset="-122"/>
              </a:rPr>
              <a:t>，</a:t>
            </a:r>
            <a:r>
              <a:rPr kumimoji="0" lang="en-US" altLang="zh-CN" b="1" u="none" dirty="0">
                <a:solidFill>
                  <a:srgbClr val="000000"/>
                </a:solidFill>
                <a:latin typeface="宋体" panose="02010600030101010101" pitchFamily="2" charset="-122"/>
              </a:rPr>
              <a:t>CL</a:t>
            </a:r>
          </a:p>
          <a:p>
            <a:pPr eaLnBrk="1" hangingPunct="1"/>
            <a:r>
              <a:rPr kumimoji="0" lang="en-US" altLang="zh-CN" b="1" u="none" dirty="0">
                <a:solidFill>
                  <a:srgbClr val="000000"/>
                </a:solidFill>
                <a:latin typeface="宋体" panose="02010600030101010101" pitchFamily="2" charset="-122"/>
              </a:rPr>
              <a:t>         OR   AL</a:t>
            </a:r>
            <a:r>
              <a:rPr kumimoji="0" lang="zh-CN" altLang="en-US" b="1" u="none" dirty="0">
                <a:solidFill>
                  <a:srgbClr val="000000"/>
                </a:solidFill>
                <a:latin typeface="宋体" panose="02010600030101010101" pitchFamily="2" charset="-122"/>
              </a:rPr>
              <a:t>，</a:t>
            </a:r>
            <a:r>
              <a:rPr kumimoji="0" lang="en-US" altLang="zh-CN" b="1" u="none" dirty="0">
                <a:solidFill>
                  <a:srgbClr val="000000"/>
                </a:solidFill>
                <a:latin typeface="宋体" panose="02010600030101010101" pitchFamily="2" charset="-122"/>
              </a:rPr>
              <a:t>BL</a:t>
            </a:r>
          </a:p>
          <a:p>
            <a:pPr eaLnBrk="1" hangingPunct="1"/>
            <a:endParaRPr kumimoji="0" lang="en-US" altLang="zh-CN" b="1" u="none" dirty="0">
              <a:solidFill>
                <a:srgbClr val="000000"/>
              </a:solidFill>
              <a:latin typeface="宋体" panose="02010600030101010101" pitchFamily="2" charset="-122"/>
            </a:endParaRPr>
          </a:p>
          <a:p>
            <a:pPr eaLnBrk="1" hangingPunct="1"/>
            <a:r>
              <a:rPr kumimoji="0" lang="zh-CN" altLang="en-US" b="1" u="none" dirty="0">
                <a:solidFill>
                  <a:srgbClr val="000000"/>
                </a:solidFill>
                <a:latin typeface="宋体" panose="02010600030101010101" pitchFamily="2" charset="-122"/>
              </a:rPr>
              <a:t>执行该程序段后，</a:t>
            </a:r>
            <a:r>
              <a:rPr kumimoji="0" lang="en-US" altLang="zh-CN" b="1" u="none" dirty="0">
                <a:solidFill>
                  <a:srgbClr val="000000"/>
                </a:solidFill>
                <a:latin typeface="宋体" panose="02010600030101010101" pitchFamily="2" charset="-122"/>
              </a:rPr>
              <a:t>AL= </a:t>
            </a:r>
            <a:r>
              <a:rPr kumimoji="0" lang="en-US" altLang="zh-CN" sz="2000" b="1" u="none" dirty="0">
                <a:solidFill>
                  <a:srgbClr val="000000"/>
                </a:solidFill>
                <a:latin typeface="Arial" panose="020B0604020202020204" pitchFamily="34" charset="0"/>
              </a:rPr>
              <a:t>______________</a:t>
            </a:r>
            <a:r>
              <a:rPr kumimoji="0" lang="en-US" altLang="zh-CN" b="1" u="none" dirty="0">
                <a:solidFill>
                  <a:srgbClr val="000000"/>
                </a:solidFill>
                <a:latin typeface="宋体" panose="02010600030101010101" pitchFamily="2" charset="-122"/>
              </a:rPr>
              <a:t> BL=</a:t>
            </a:r>
            <a:r>
              <a:rPr kumimoji="0" lang="en-US" altLang="zh-CN" sz="2000" b="1" u="none" dirty="0">
                <a:solidFill>
                  <a:srgbClr val="000000"/>
                </a:solidFill>
                <a:latin typeface="Arial" panose="020B0604020202020204" pitchFamily="34" charset="0"/>
              </a:rPr>
              <a:t>______________</a:t>
            </a:r>
            <a:r>
              <a:rPr kumimoji="0" lang="en-US" altLang="zh-CN" b="1" u="none" dirty="0">
                <a:solidFill>
                  <a:srgbClr val="000000"/>
                </a:solidFill>
                <a:latin typeface="宋体" panose="02010600030101010101" pitchFamily="2" charset="-122"/>
              </a:rPr>
              <a:t> </a:t>
            </a:r>
          </a:p>
        </p:txBody>
      </p:sp>
      <p:sp>
        <p:nvSpPr>
          <p:cNvPr id="753667" name="Text Box 3">
            <a:extLst>
              <a:ext uri="{FF2B5EF4-FFF2-40B4-BE49-F238E27FC236}">
                <a16:creationId xmlns:a16="http://schemas.microsoft.com/office/drawing/2014/main" id="{BE5ED397-C57E-4D69-9B1C-E493557C3848}"/>
              </a:ext>
            </a:extLst>
          </p:cNvPr>
          <p:cNvSpPr txBox="1">
            <a:spLocks noChangeArrowheads="1"/>
          </p:cNvSpPr>
          <p:nvPr/>
        </p:nvSpPr>
        <p:spPr bwMode="auto">
          <a:xfrm>
            <a:off x="4211638" y="4149725"/>
            <a:ext cx="2232025" cy="457200"/>
          </a:xfrm>
          <a:prstGeom prst="rect">
            <a:avLst/>
          </a:prstGeom>
          <a:noFill/>
          <a:ln>
            <a:noFill/>
          </a:ln>
          <a:effectLst/>
          <a:extLst>
            <a:ext uri="{909E8E84-426E-40DD-AFC4-6F175D3DCCD1}">
              <a14:hiddenFill xmlns:a14="http://schemas.microsoft.com/office/drawing/2010/main">
                <a:gradFill rotWithShape="0">
                  <a:gsLst>
                    <a:gs pos="0">
                      <a:srgbClr val="47182F"/>
                    </a:gs>
                    <a:gs pos="100000">
                      <a:srgbClr val="993366"/>
                    </a:gs>
                  </a:gsLst>
                  <a:lin ang="5400000" scaled="1"/>
                </a:gradFill>
              </a14:hiddenFill>
            </a:ext>
            <a:ext uri="{91240B29-F687-4F45-9708-019B960494DF}">
              <a14:hiddenLine xmlns:a14="http://schemas.microsoft.com/office/drawing/2010/main" w="9525" algn="ctr">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kumimoji="0" lang="en-US" altLang="zh-CN" b="1" u="none">
                <a:solidFill>
                  <a:srgbClr val="FF0000"/>
                </a:solidFill>
                <a:latin typeface="Arial" panose="020B0604020202020204" pitchFamily="34" charset="0"/>
              </a:rPr>
              <a:t>95H</a:t>
            </a:r>
          </a:p>
        </p:txBody>
      </p:sp>
      <p:sp>
        <p:nvSpPr>
          <p:cNvPr id="753668" name="Text Box 4">
            <a:extLst>
              <a:ext uri="{FF2B5EF4-FFF2-40B4-BE49-F238E27FC236}">
                <a16:creationId xmlns:a16="http://schemas.microsoft.com/office/drawing/2014/main" id="{21676654-125F-4464-B2BA-45EF47846CA2}"/>
              </a:ext>
            </a:extLst>
          </p:cNvPr>
          <p:cNvSpPr txBox="1">
            <a:spLocks noChangeArrowheads="1"/>
          </p:cNvSpPr>
          <p:nvPr/>
        </p:nvSpPr>
        <p:spPr bwMode="auto">
          <a:xfrm>
            <a:off x="6732588" y="4149725"/>
            <a:ext cx="2232025" cy="457200"/>
          </a:xfrm>
          <a:prstGeom prst="rect">
            <a:avLst/>
          </a:prstGeom>
          <a:noFill/>
          <a:ln>
            <a:noFill/>
          </a:ln>
          <a:effectLst/>
          <a:extLst>
            <a:ext uri="{909E8E84-426E-40DD-AFC4-6F175D3DCCD1}">
              <a14:hiddenFill xmlns:a14="http://schemas.microsoft.com/office/drawing/2010/main">
                <a:gradFill rotWithShape="0">
                  <a:gsLst>
                    <a:gs pos="0">
                      <a:srgbClr val="47182F"/>
                    </a:gs>
                    <a:gs pos="100000">
                      <a:srgbClr val="993366"/>
                    </a:gs>
                  </a:gsLst>
                  <a:lin ang="5400000" scaled="1"/>
                </a:gradFill>
              </a14:hiddenFill>
            </a:ext>
            <a:ext uri="{91240B29-F687-4F45-9708-019B960494DF}">
              <a14:hiddenLine xmlns:a14="http://schemas.microsoft.com/office/drawing/2010/main" w="9525" algn="ctr">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kumimoji="0" lang="en-US" altLang="zh-CN" b="1" u="none">
                <a:solidFill>
                  <a:srgbClr val="FF0000"/>
                </a:solidFill>
                <a:latin typeface="Arial" panose="020B0604020202020204" pitchFamily="34" charset="0"/>
              </a:rPr>
              <a:t>05H</a:t>
            </a:r>
          </a:p>
        </p:txBody>
      </p:sp>
    </p:spTree>
    <p:custDataLst>
      <p:tags r:id="rId1"/>
    </p:custDataLst>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53667"/>
                                        </p:tgtEl>
                                        <p:attrNameLst>
                                          <p:attrName>style.visibility</p:attrName>
                                        </p:attrNameLst>
                                      </p:cBhvr>
                                      <p:to>
                                        <p:strVal val="visible"/>
                                      </p:to>
                                    </p:set>
                                    <p:anim calcmode="lin" valueType="num">
                                      <p:cBhvr additive="base">
                                        <p:cTn id="7" dur="500" fill="hold"/>
                                        <p:tgtEl>
                                          <p:spTgt spid="753667"/>
                                        </p:tgtEl>
                                        <p:attrNameLst>
                                          <p:attrName>ppt_x</p:attrName>
                                        </p:attrNameLst>
                                      </p:cBhvr>
                                      <p:tavLst>
                                        <p:tav tm="0">
                                          <p:val>
                                            <p:strVal val="#ppt_x"/>
                                          </p:val>
                                        </p:tav>
                                        <p:tav tm="100000">
                                          <p:val>
                                            <p:strVal val="#ppt_x"/>
                                          </p:val>
                                        </p:tav>
                                      </p:tavLst>
                                    </p:anim>
                                    <p:anim calcmode="lin" valueType="num">
                                      <p:cBhvr additive="base">
                                        <p:cTn id="8" dur="500" fill="hold"/>
                                        <p:tgtEl>
                                          <p:spTgt spid="753667"/>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53668"/>
                                        </p:tgtEl>
                                        <p:attrNameLst>
                                          <p:attrName>style.visibility</p:attrName>
                                        </p:attrNameLst>
                                      </p:cBhvr>
                                      <p:to>
                                        <p:strVal val="visible"/>
                                      </p:to>
                                    </p:set>
                                    <p:anim calcmode="lin" valueType="num">
                                      <p:cBhvr additive="base">
                                        <p:cTn id="13" dur="500" fill="hold"/>
                                        <p:tgtEl>
                                          <p:spTgt spid="753668"/>
                                        </p:tgtEl>
                                        <p:attrNameLst>
                                          <p:attrName>ppt_x</p:attrName>
                                        </p:attrNameLst>
                                      </p:cBhvr>
                                      <p:tavLst>
                                        <p:tav tm="0">
                                          <p:val>
                                            <p:strVal val="#ppt_x"/>
                                          </p:val>
                                        </p:tav>
                                        <p:tav tm="100000">
                                          <p:val>
                                            <p:strVal val="#ppt_x"/>
                                          </p:val>
                                        </p:tav>
                                      </p:tavLst>
                                    </p:anim>
                                    <p:anim calcmode="lin" valueType="num">
                                      <p:cBhvr additive="base">
                                        <p:cTn id="14" dur="500" fill="hold"/>
                                        <p:tgtEl>
                                          <p:spTgt spid="75366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3667" grpId="0"/>
      <p:bldP spid="753668"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灯片编号占位符 6">
            <a:extLst>
              <a:ext uri="{FF2B5EF4-FFF2-40B4-BE49-F238E27FC236}">
                <a16:creationId xmlns:a16="http://schemas.microsoft.com/office/drawing/2014/main" id="{0CD4CEF1-DB49-438F-B6A3-A4AB3BFAF597}"/>
              </a:ext>
            </a:extLst>
          </p:cNvPr>
          <p:cNvSpPr>
            <a:spLocks noGrp="1"/>
          </p:cNvSpPr>
          <p:nvPr>
            <p:ph type="sldNum" sz="quarter" idx="12"/>
          </p:nvPr>
        </p:nvSpPr>
        <p:spPr>
          <a:noFill/>
        </p:spPr>
        <p:txBody>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fld id="{74267222-875B-434D-B031-36434CD38AC7}" type="slidenum">
              <a:rPr kumimoji="0" lang="en-US" altLang="zh-CN" sz="1400" u="none" smtClean="0">
                <a:solidFill>
                  <a:srgbClr val="000000"/>
                </a:solidFill>
                <a:latin typeface="Arial" panose="020B0604020202020204" pitchFamily="34" charset="0"/>
              </a:rPr>
              <a:pPr/>
              <a:t>75</a:t>
            </a:fld>
            <a:endParaRPr kumimoji="0" lang="en-US" altLang="zh-CN" sz="1400" u="none">
              <a:solidFill>
                <a:srgbClr val="000000"/>
              </a:solidFill>
              <a:latin typeface="Arial" panose="020B0604020202020204" pitchFamily="34" charset="0"/>
            </a:endParaRPr>
          </a:p>
        </p:txBody>
      </p:sp>
      <p:sp>
        <p:nvSpPr>
          <p:cNvPr id="82947" name="Rectangle 2">
            <a:extLst>
              <a:ext uri="{FF2B5EF4-FFF2-40B4-BE49-F238E27FC236}">
                <a16:creationId xmlns:a16="http://schemas.microsoft.com/office/drawing/2014/main" id="{4655B202-B804-49B6-A7D7-5A7A22AB60D1}"/>
              </a:ext>
            </a:extLst>
          </p:cNvPr>
          <p:cNvSpPr>
            <a:spLocks noChangeArrowheads="1"/>
          </p:cNvSpPr>
          <p:nvPr/>
        </p:nvSpPr>
        <p:spPr bwMode="auto">
          <a:xfrm>
            <a:off x="1187450" y="884783"/>
            <a:ext cx="7662675" cy="4154984"/>
          </a:xfrm>
          <a:prstGeom prst="rect">
            <a:avLst/>
          </a:prstGeom>
          <a:noFill/>
          <a:ln>
            <a:noFill/>
          </a:ln>
          <a:effectLst/>
          <a:extLst>
            <a:ext uri="{909E8E84-426E-40DD-AFC4-6F175D3DCCD1}">
              <a14:hiddenFill xmlns:a14="http://schemas.microsoft.com/office/drawing/2010/main">
                <a:gradFill rotWithShape="0">
                  <a:gsLst>
                    <a:gs pos="0">
                      <a:srgbClr val="47182F"/>
                    </a:gs>
                    <a:gs pos="100000">
                      <a:srgbClr val="993366"/>
                    </a:gs>
                  </a:gsLst>
                  <a:lin ang="5400000" scaled="1"/>
                </a:gradFill>
              </a14:hiddenFill>
            </a:ext>
            <a:ext uri="{91240B29-F687-4F45-9708-019B960494DF}">
              <a14:hiddenLine xmlns:a14="http://schemas.microsoft.com/office/drawing/2010/main" w="9525" algn="ctr">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eaLnBrk="1" hangingPunct="1"/>
            <a:r>
              <a:rPr kumimoji="0" lang="en-US" altLang="zh-CN" b="1" u="none" dirty="0">
                <a:solidFill>
                  <a:srgbClr val="FF0000"/>
                </a:solidFill>
                <a:latin typeface="宋体" panose="02010600030101010101" pitchFamily="2" charset="-122"/>
              </a:rPr>
              <a:t>2025-35</a:t>
            </a:r>
            <a:r>
              <a:rPr kumimoji="0" lang="en-US" altLang="zh-CN" b="1" u="none" dirty="0">
                <a:solidFill>
                  <a:srgbClr val="000000"/>
                </a:solidFill>
                <a:latin typeface="宋体" panose="02010600030101010101" pitchFamily="2" charset="-122"/>
              </a:rPr>
              <a:t>. </a:t>
            </a:r>
            <a:r>
              <a:rPr kumimoji="0" lang="zh-CN" altLang="en-US" b="1" u="none" dirty="0">
                <a:solidFill>
                  <a:srgbClr val="000000"/>
                </a:solidFill>
                <a:latin typeface="宋体" panose="02010600030101010101" pitchFamily="2" charset="-122"/>
              </a:rPr>
              <a:t>有程序段如下：</a:t>
            </a:r>
            <a:br>
              <a:rPr kumimoji="0" lang="zh-CN" altLang="en-US" b="1" u="none" dirty="0">
                <a:solidFill>
                  <a:srgbClr val="000000"/>
                </a:solidFill>
                <a:latin typeface="宋体" panose="02010600030101010101" pitchFamily="2" charset="-122"/>
              </a:rPr>
            </a:br>
            <a:r>
              <a:rPr kumimoji="0" lang="zh-CN" altLang="en-US" b="1" u="none" dirty="0">
                <a:solidFill>
                  <a:srgbClr val="000000"/>
                </a:solidFill>
                <a:latin typeface="宋体" panose="02010600030101010101" pitchFamily="2" charset="-122"/>
              </a:rPr>
              <a:t>         </a:t>
            </a:r>
            <a:r>
              <a:rPr kumimoji="0" lang="en-US" altLang="zh-CN" b="1" u="none" dirty="0">
                <a:solidFill>
                  <a:srgbClr val="000000"/>
                </a:solidFill>
                <a:latin typeface="宋体" panose="02010600030101010101" pitchFamily="2" charset="-122"/>
              </a:rPr>
              <a:t>MOV  SI</a:t>
            </a:r>
            <a:r>
              <a:rPr kumimoji="0" lang="zh-CN" altLang="en-US" b="1" u="none" dirty="0">
                <a:solidFill>
                  <a:srgbClr val="000000"/>
                </a:solidFill>
                <a:latin typeface="宋体" panose="02010600030101010101" pitchFamily="2" charset="-122"/>
              </a:rPr>
              <a:t>，</a:t>
            </a:r>
            <a:r>
              <a:rPr kumimoji="0" lang="en-US" altLang="zh-CN" b="1" u="none" dirty="0">
                <a:solidFill>
                  <a:srgbClr val="000000"/>
                </a:solidFill>
                <a:latin typeface="宋体" panose="02010600030101010101" pitchFamily="2" charset="-122"/>
              </a:rPr>
              <a:t>OFFSET BUF</a:t>
            </a:r>
          </a:p>
          <a:p>
            <a:pPr eaLnBrk="1" hangingPunct="1"/>
            <a:r>
              <a:rPr kumimoji="0" lang="en-US" altLang="zh-CN" b="1" u="none" dirty="0">
                <a:solidFill>
                  <a:srgbClr val="000000"/>
                </a:solidFill>
                <a:latin typeface="宋体" panose="02010600030101010101" pitchFamily="2" charset="-122"/>
              </a:rPr>
              <a:t>         MOV  AL</a:t>
            </a:r>
            <a:r>
              <a:rPr kumimoji="0" lang="zh-CN" altLang="en-US" b="1" u="none" dirty="0">
                <a:solidFill>
                  <a:srgbClr val="000000"/>
                </a:solidFill>
                <a:latin typeface="宋体" panose="02010600030101010101" pitchFamily="2" charset="-122"/>
              </a:rPr>
              <a:t>，</a:t>
            </a:r>
            <a:r>
              <a:rPr kumimoji="0" lang="en-US" altLang="zh-CN" b="1" u="none" dirty="0">
                <a:solidFill>
                  <a:srgbClr val="000000"/>
                </a:solidFill>
                <a:latin typeface="宋体" panose="02010600030101010101" pitchFamily="2" charset="-122"/>
              </a:rPr>
              <a:t>[SI]</a:t>
            </a:r>
          </a:p>
          <a:p>
            <a:pPr eaLnBrk="1" hangingPunct="1"/>
            <a:r>
              <a:rPr kumimoji="0" lang="en-US" altLang="zh-CN" b="1" u="none" dirty="0">
                <a:solidFill>
                  <a:srgbClr val="000000"/>
                </a:solidFill>
                <a:latin typeface="宋体" panose="02010600030101010101" pitchFamily="2" charset="-122"/>
              </a:rPr>
              <a:t>         INC  SI</a:t>
            </a:r>
          </a:p>
          <a:p>
            <a:pPr eaLnBrk="1" hangingPunct="1"/>
            <a:r>
              <a:rPr kumimoji="0" lang="es-ES" altLang="zh-CN" b="1" u="none" dirty="0">
                <a:solidFill>
                  <a:srgbClr val="000000"/>
                </a:solidFill>
                <a:latin typeface="宋体" panose="02010600030101010101" pitchFamily="2" charset="-122"/>
              </a:rPr>
              <a:t>   L1</a:t>
            </a:r>
            <a:r>
              <a:rPr kumimoji="0" lang="zh-CN" altLang="es-ES" b="1" u="none" dirty="0">
                <a:solidFill>
                  <a:srgbClr val="000000"/>
                </a:solidFill>
                <a:latin typeface="宋体" panose="02010600030101010101" pitchFamily="2" charset="-122"/>
              </a:rPr>
              <a:t>：  </a:t>
            </a:r>
            <a:r>
              <a:rPr kumimoji="0" lang="es-ES" altLang="zh-CN" b="1" u="none" dirty="0">
                <a:solidFill>
                  <a:srgbClr val="000000"/>
                </a:solidFill>
                <a:latin typeface="宋体" panose="02010600030101010101" pitchFamily="2" charset="-122"/>
              </a:rPr>
              <a:t>ADD  AL</a:t>
            </a:r>
            <a:r>
              <a:rPr kumimoji="0" lang="zh-CN" altLang="es-ES" b="1" u="none" dirty="0">
                <a:solidFill>
                  <a:srgbClr val="000000"/>
                </a:solidFill>
                <a:latin typeface="宋体" panose="02010600030101010101" pitchFamily="2" charset="-122"/>
              </a:rPr>
              <a:t>，</a:t>
            </a:r>
            <a:r>
              <a:rPr kumimoji="0" lang="es-ES" altLang="zh-CN" b="1" u="none" dirty="0">
                <a:solidFill>
                  <a:srgbClr val="000000"/>
                </a:solidFill>
                <a:latin typeface="宋体" panose="02010600030101010101" pitchFamily="2" charset="-122"/>
              </a:rPr>
              <a:t>[SI]</a:t>
            </a:r>
          </a:p>
          <a:p>
            <a:pPr eaLnBrk="1" hangingPunct="1"/>
            <a:r>
              <a:rPr kumimoji="0" lang="es-ES" altLang="zh-CN" b="1" u="none" dirty="0">
                <a:solidFill>
                  <a:srgbClr val="000000"/>
                </a:solidFill>
                <a:latin typeface="宋体" panose="02010600030101010101" pitchFamily="2" charset="-122"/>
              </a:rPr>
              <a:t>   L2</a:t>
            </a:r>
            <a:r>
              <a:rPr kumimoji="0" lang="zh-CN" altLang="es-ES" b="1" u="none" dirty="0">
                <a:solidFill>
                  <a:srgbClr val="000000"/>
                </a:solidFill>
                <a:latin typeface="宋体" panose="02010600030101010101" pitchFamily="2" charset="-122"/>
              </a:rPr>
              <a:t>：  </a:t>
            </a:r>
            <a:r>
              <a:rPr kumimoji="0" lang="es-ES" altLang="zh-CN" b="1" u="none" dirty="0">
                <a:solidFill>
                  <a:srgbClr val="000000"/>
                </a:solidFill>
                <a:latin typeface="宋体" panose="02010600030101010101" pitchFamily="2" charset="-122"/>
              </a:rPr>
              <a:t>ADD  AL</a:t>
            </a:r>
            <a:r>
              <a:rPr kumimoji="0" lang="zh-CN" altLang="es-ES" b="1" u="none" dirty="0">
                <a:solidFill>
                  <a:srgbClr val="000000"/>
                </a:solidFill>
                <a:latin typeface="宋体" panose="02010600030101010101" pitchFamily="2" charset="-122"/>
              </a:rPr>
              <a:t>，</a:t>
            </a:r>
            <a:r>
              <a:rPr kumimoji="0" lang="es-ES" altLang="zh-CN" b="1" u="none" dirty="0">
                <a:solidFill>
                  <a:srgbClr val="000000"/>
                </a:solidFill>
                <a:latin typeface="宋体" panose="02010600030101010101" pitchFamily="2" charset="-122"/>
              </a:rPr>
              <a:t>1</a:t>
            </a:r>
          </a:p>
          <a:p>
            <a:pPr eaLnBrk="1" hangingPunct="1"/>
            <a:r>
              <a:rPr kumimoji="0" lang="es-ES" altLang="zh-CN" b="1" u="none" dirty="0">
                <a:solidFill>
                  <a:srgbClr val="000000"/>
                </a:solidFill>
                <a:latin typeface="宋体" panose="02010600030101010101" pitchFamily="2" charset="-122"/>
              </a:rPr>
              <a:t>   BUF   DB   69H</a:t>
            </a:r>
            <a:r>
              <a:rPr kumimoji="0" lang="zh-CN" altLang="es-ES" b="1" u="none" dirty="0">
                <a:solidFill>
                  <a:srgbClr val="000000"/>
                </a:solidFill>
                <a:latin typeface="宋体" panose="02010600030101010101" pitchFamily="2" charset="-122"/>
              </a:rPr>
              <a:t>，</a:t>
            </a:r>
            <a:r>
              <a:rPr kumimoji="0" lang="es-ES" altLang="zh-CN" b="1" u="none" dirty="0">
                <a:solidFill>
                  <a:srgbClr val="000000"/>
                </a:solidFill>
                <a:latin typeface="宋体" panose="02010600030101010101" pitchFamily="2" charset="-122"/>
              </a:rPr>
              <a:t>96H</a:t>
            </a:r>
            <a:br>
              <a:rPr kumimoji="0" lang="es-ES" altLang="zh-CN" b="1" u="none" dirty="0">
                <a:solidFill>
                  <a:srgbClr val="000000"/>
                </a:solidFill>
                <a:latin typeface="宋体" panose="02010600030101010101" pitchFamily="2" charset="-122"/>
              </a:rPr>
            </a:br>
            <a:endParaRPr kumimoji="0" lang="es-ES" altLang="zh-CN" b="1" u="none" dirty="0">
              <a:solidFill>
                <a:srgbClr val="000000"/>
              </a:solidFill>
              <a:latin typeface="宋体" panose="02010600030101010101" pitchFamily="2" charset="-122"/>
            </a:endParaRPr>
          </a:p>
          <a:p>
            <a:pPr eaLnBrk="1" hangingPunct="1"/>
            <a:r>
              <a:rPr kumimoji="0" lang="zh-CN" altLang="es-ES" b="1" u="none" dirty="0">
                <a:solidFill>
                  <a:srgbClr val="000000"/>
                </a:solidFill>
                <a:latin typeface="宋体" panose="02010600030101010101" pitchFamily="2" charset="-122"/>
              </a:rPr>
              <a:t>语句</a:t>
            </a:r>
            <a:r>
              <a:rPr kumimoji="0" lang="es-ES" altLang="zh-CN" b="1" u="none" dirty="0">
                <a:solidFill>
                  <a:srgbClr val="000000"/>
                </a:solidFill>
                <a:latin typeface="宋体" panose="02010600030101010101" pitchFamily="2" charset="-122"/>
              </a:rPr>
              <a:t>L1</a:t>
            </a:r>
            <a:r>
              <a:rPr kumimoji="0" lang="zh-CN" altLang="es-ES" b="1" u="none" dirty="0">
                <a:solidFill>
                  <a:srgbClr val="000000"/>
                </a:solidFill>
                <a:latin typeface="宋体" panose="02010600030101010101" pitchFamily="2" charset="-122"/>
              </a:rPr>
              <a:t>执行完成后，</a:t>
            </a:r>
            <a:r>
              <a:rPr kumimoji="0" lang="es-ES" altLang="zh-CN" b="1" u="none" dirty="0">
                <a:solidFill>
                  <a:srgbClr val="000000"/>
                </a:solidFill>
                <a:latin typeface="宋体" panose="02010600030101010101" pitchFamily="2" charset="-122"/>
              </a:rPr>
              <a:t>CF=</a:t>
            </a:r>
            <a:r>
              <a:rPr kumimoji="0" lang="en-US" altLang="zh-CN" sz="2000" b="1" u="none" dirty="0">
                <a:solidFill>
                  <a:srgbClr val="000000"/>
                </a:solidFill>
                <a:latin typeface="Arial" panose="020B0604020202020204" pitchFamily="34" charset="0"/>
              </a:rPr>
              <a:t>___________</a:t>
            </a:r>
            <a:r>
              <a:rPr kumimoji="0" lang="es-ES" altLang="zh-CN" b="1" u="none" dirty="0">
                <a:solidFill>
                  <a:srgbClr val="000000"/>
                </a:solidFill>
                <a:latin typeface="宋体" panose="02010600030101010101" pitchFamily="2" charset="-122"/>
              </a:rPr>
              <a:t>,ZF=</a:t>
            </a:r>
            <a:r>
              <a:rPr kumimoji="0" lang="en-US" altLang="zh-CN" sz="2000" b="1" u="none" dirty="0">
                <a:solidFill>
                  <a:srgbClr val="000000"/>
                </a:solidFill>
                <a:latin typeface="Arial" panose="020B0604020202020204" pitchFamily="34" charset="0"/>
              </a:rPr>
              <a:t>___________</a:t>
            </a:r>
            <a:r>
              <a:rPr kumimoji="0" lang="zh-CN" altLang="es-ES" b="1" u="none" dirty="0">
                <a:solidFill>
                  <a:srgbClr val="000000"/>
                </a:solidFill>
                <a:latin typeface="宋体" panose="02010600030101010101" pitchFamily="2" charset="-122"/>
              </a:rPr>
              <a:t>，</a:t>
            </a:r>
            <a:endParaRPr kumimoji="0" lang="zh-CN" altLang="en-US" b="1" u="none" dirty="0">
              <a:solidFill>
                <a:srgbClr val="000000"/>
              </a:solidFill>
              <a:latin typeface="宋体" panose="02010600030101010101" pitchFamily="2" charset="-122"/>
            </a:endParaRPr>
          </a:p>
          <a:p>
            <a:pPr eaLnBrk="1" hangingPunct="1"/>
            <a:endParaRPr kumimoji="0" lang="zh-CN" altLang="en-US" b="1" u="none" dirty="0">
              <a:solidFill>
                <a:srgbClr val="000000"/>
              </a:solidFill>
              <a:latin typeface="宋体" panose="02010600030101010101" pitchFamily="2" charset="-122"/>
            </a:endParaRPr>
          </a:p>
          <a:p>
            <a:pPr eaLnBrk="1" hangingPunct="1"/>
            <a:r>
              <a:rPr kumimoji="0" lang="zh-CN" altLang="en-US" b="1" u="none" dirty="0">
                <a:solidFill>
                  <a:srgbClr val="000000"/>
                </a:solidFill>
                <a:latin typeface="宋体" panose="02010600030101010101" pitchFamily="2" charset="-122"/>
              </a:rPr>
              <a:t>语句</a:t>
            </a:r>
            <a:r>
              <a:rPr kumimoji="0" lang="es-ES" altLang="zh-CN" b="1" u="none" dirty="0">
                <a:solidFill>
                  <a:srgbClr val="000000"/>
                </a:solidFill>
                <a:latin typeface="宋体" panose="02010600030101010101" pitchFamily="2" charset="-122"/>
              </a:rPr>
              <a:t>L2</a:t>
            </a:r>
            <a:r>
              <a:rPr kumimoji="0" lang="zh-CN" altLang="en-US" b="1" u="none" dirty="0">
                <a:solidFill>
                  <a:srgbClr val="000000"/>
                </a:solidFill>
                <a:latin typeface="宋体" panose="02010600030101010101" pitchFamily="2" charset="-122"/>
              </a:rPr>
              <a:t>执行完成后</a:t>
            </a:r>
            <a:r>
              <a:rPr kumimoji="0" lang="zh-CN" altLang="es-ES" b="1" u="none" dirty="0">
                <a:solidFill>
                  <a:srgbClr val="000000"/>
                </a:solidFill>
                <a:latin typeface="宋体" panose="02010600030101010101" pitchFamily="2" charset="-122"/>
              </a:rPr>
              <a:t>，</a:t>
            </a:r>
            <a:r>
              <a:rPr kumimoji="0" lang="es-ES" altLang="zh-CN" b="1" u="none" dirty="0">
                <a:solidFill>
                  <a:srgbClr val="000000"/>
                </a:solidFill>
                <a:latin typeface="宋体" panose="02010600030101010101" pitchFamily="2" charset="-122"/>
              </a:rPr>
              <a:t>CF=</a:t>
            </a:r>
            <a:r>
              <a:rPr kumimoji="0" lang="en-US" altLang="zh-CN" sz="2000" b="1" u="none" dirty="0">
                <a:solidFill>
                  <a:srgbClr val="000000"/>
                </a:solidFill>
                <a:latin typeface="Arial" panose="020B0604020202020204" pitchFamily="34" charset="0"/>
              </a:rPr>
              <a:t>___________</a:t>
            </a:r>
            <a:r>
              <a:rPr kumimoji="0" lang="es-ES" altLang="zh-CN" b="1" u="none" dirty="0">
                <a:solidFill>
                  <a:srgbClr val="000000"/>
                </a:solidFill>
                <a:latin typeface="宋体" panose="02010600030101010101" pitchFamily="2" charset="-122"/>
              </a:rPr>
              <a:t>,ZF=</a:t>
            </a:r>
            <a:r>
              <a:rPr kumimoji="0" lang="en-US" altLang="zh-CN" sz="2000" b="1" u="none" dirty="0">
                <a:solidFill>
                  <a:srgbClr val="000000"/>
                </a:solidFill>
                <a:latin typeface="Arial" panose="020B0604020202020204" pitchFamily="34" charset="0"/>
              </a:rPr>
              <a:t>___________</a:t>
            </a:r>
            <a:r>
              <a:rPr kumimoji="0" lang="zh-CN" altLang="es-ES" b="1" u="none" dirty="0">
                <a:solidFill>
                  <a:srgbClr val="000000"/>
                </a:solidFill>
                <a:latin typeface="宋体" panose="02010600030101010101" pitchFamily="2" charset="-122"/>
              </a:rPr>
              <a:t>。 </a:t>
            </a:r>
          </a:p>
        </p:txBody>
      </p:sp>
      <p:sp>
        <p:nvSpPr>
          <p:cNvPr id="755715" name="Text Box 3">
            <a:extLst>
              <a:ext uri="{FF2B5EF4-FFF2-40B4-BE49-F238E27FC236}">
                <a16:creationId xmlns:a16="http://schemas.microsoft.com/office/drawing/2014/main" id="{B4F5DC77-584F-4151-831F-1DEE345FE0E6}"/>
              </a:ext>
            </a:extLst>
          </p:cNvPr>
          <p:cNvSpPr txBox="1">
            <a:spLocks noChangeArrowheads="1"/>
          </p:cNvSpPr>
          <p:nvPr/>
        </p:nvSpPr>
        <p:spPr bwMode="auto">
          <a:xfrm>
            <a:off x="4716463" y="3789363"/>
            <a:ext cx="1150937" cy="457200"/>
          </a:xfrm>
          <a:prstGeom prst="rect">
            <a:avLst/>
          </a:prstGeom>
          <a:noFill/>
          <a:ln>
            <a:noFill/>
          </a:ln>
          <a:effectLst/>
          <a:extLst>
            <a:ext uri="{909E8E84-426E-40DD-AFC4-6F175D3DCCD1}">
              <a14:hiddenFill xmlns:a14="http://schemas.microsoft.com/office/drawing/2010/main">
                <a:gradFill rotWithShape="0">
                  <a:gsLst>
                    <a:gs pos="0">
                      <a:srgbClr val="47182F"/>
                    </a:gs>
                    <a:gs pos="100000">
                      <a:srgbClr val="993366"/>
                    </a:gs>
                  </a:gsLst>
                  <a:lin ang="5400000" scaled="1"/>
                </a:gradFill>
              </a14:hiddenFill>
            </a:ext>
            <a:ext uri="{91240B29-F687-4F45-9708-019B960494DF}">
              <a14:hiddenLine xmlns:a14="http://schemas.microsoft.com/office/drawing/2010/main" w="9525" algn="ctr">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kumimoji="0" lang="en-US" altLang="zh-CN" b="1" u="none">
                <a:solidFill>
                  <a:srgbClr val="FF0000"/>
                </a:solidFill>
                <a:latin typeface="Arial" panose="020B0604020202020204" pitchFamily="34" charset="0"/>
              </a:rPr>
              <a:t>0</a:t>
            </a:r>
          </a:p>
        </p:txBody>
      </p:sp>
      <p:sp>
        <p:nvSpPr>
          <p:cNvPr id="755716" name="Text Box 4">
            <a:extLst>
              <a:ext uri="{FF2B5EF4-FFF2-40B4-BE49-F238E27FC236}">
                <a16:creationId xmlns:a16="http://schemas.microsoft.com/office/drawing/2014/main" id="{52671363-CA93-49DA-9A34-0AD7EB72075C}"/>
              </a:ext>
            </a:extLst>
          </p:cNvPr>
          <p:cNvSpPr txBox="1">
            <a:spLocks noChangeArrowheads="1"/>
          </p:cNvSpPr>
          <p:nvPr/>
        </p:nvSpPr>
        <p:spPr bwMode="auto">
          <a:xfrm>
            <a:off x="6732588" y="3789363"/>
            <a:ext cx="1150937" cy="457200"/>
          </a:xfrm>
          <a:prstGeom prst="rect">
            <a:avLst/>
          </a:prstGeom>
          <a:noFill/>
          <a:ln>
            <a:noFill/>
          </a:ln>
          <a:effectLst/>
          <a:extLst>
            <a:ext uri="{909E8E84-426E-40DD-AFC4-6F175D3DCCD1}">
              <a14:hiddenFill xmlns:a14="http://schemas.microsoft.com/office/drawing/2010/main">
                <a:gradFill rotWithShape="0">
                  <a:gsLst>
                    <a:gs pos="0">
                      <a:srgbClr val="47182F"/>
                    </a:gs>
                    <a:gs pos="100000">
                      <a:srgbClr val="993366"/>
                    </a:gs>
                  </a:gsLst>
                  <a:lin ang="5400000" scaled="1"/>
                </a:gradFill>
              </a14:hiddenFill>
            </a:ext>
            <a:ext uri="{91240B29-F687-4F45-9708-019B960494DF}">
              <a14:hiddenLine xmlns:a14="http://schemas.microsoft.com/office/drawing/2010/main" w="9525" algn="ctr">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kumimoji="0" lang="en-US" altLang="zh-CN" b="1" u="none">
                <a:solidFill>
                  <a:srgbClr val="FF0000"/>
                </a:solidFill>
                <a:latin typeface="Arial" panose="020B0604020202020204" pitchFamily="34" charset="0"/>
              </a:rPr>
              <a:t>0</a:t>
            </a:r>
          </a:p>
        </p:txBody>
      </p:sp>
      <p:sp>
        <p:nvSpPr>
          <p:cNvPr id="755717" name="Text Box 5">
            <a:extLst>
              <a:ext uri="{FF2B5EF4-FFF2-40B4-BE49-F238E27FC236}">
                <a16:creationId xmlns:a16="http://schemas.microsoft.com/office/drawing/2014/main" id="{9F508F96-F238-41F5-B140-9A872AE28F52}"/>
              </a:ext>
            </a:extLst>
          </p:cNvPr>
          <p:cNvSpPr txBox="1">
            <a:spLocks noChangeArrowheads="1"/>
          </p:cNvSpPr>
          <p:nvPr/>
        </p:nvSpPr>
        <p:spPr bwMode="auto">
          <a:xfrm>
            <a:off x="4643438" y="4508500"/>
            <a:ext cx="1150937" cy="457200"/>
          </a:xfrm>
          <a:prstGeom prst="rect">
            <a:avLst/>
          </a:prstGeom>
          <a:noFill/>
          <a:ln>
            <a:noFill/>
          </a:ln>
          <a:effectLst/>
          <a:extLst>
            <a:ext uri="{909E8E84-426E-40DD-AFC4-6F175D3DCCD1}">
              <a14:hiddenFill xmlns:a14="http://schemas.microsoft.com/office/drawing/2010/main">
                <a:gradFill rotWithShape="0">
                  <a:gsLst>
                    <a:gs pos="0">
                      <a:srgbClr val="47182F"/>
                    </a:gs>
                    <a:gs pos="100000">
                      <a:srgbClr val="993366"/>
                    </a:gs>
                  </a:gsLst>
                  <a:lin ang="5400000" scaled="1"/>
                </a:gradFill>
              </a14:hiddenFill>
            </a:ext>
            <a:ext uri="{91240B29-F687-4F45-9708-019B960494DF}">
              <a14:hiddenLine xmlns:a14="http://schemas.microsoft.com/office/drawing/2010/main" w="9525" algn="ctr">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kumimoji="0" lang="en-US" altLang="zh-CN" b="1" u="none">
                <a:solidFill>
                  <a:srgbClr val="FF0000"/>
                </a:solidFill>
                <a:latin typeface="Arial" panose="020B0604020202020204" pitchFamily="34" charset="0"/>
              </a:rPr>
              <a:t>1</a:t>
            </a:r>
          </a:p>
        </p:txBody>
      </p:sp>
      <p:sp>
        <p:nvSpPr>
          <p:cNvPr id="755718" name="Text Box 6">
            <a:extLst>
              <a:ext uri="{FF2B5EF4-FFF2-40B4-BE49-F238E27FC236}">
                <a16:creationId xmlns:a16="http://schemas.microsoft.com/office/drawing/2014/main" id="{F0E6DB47-B141-4854-81B7-F5D3D09CAA35}"/>
              </a:ext>
            </a:extLst>
          </p:cNvPr>
          <p:cNvSpPr txBox="1">
            <a:spLocks noChangeArrowheads="1"/>
          </p:cNvSpPr>
          <p:nvPr/>
        </p:nvSpPr>
        <p:spPr bwMode="auto">
          <a:xfrm>
            <a:off x="6804025" y="4508500"/>
            <a:ext cx="1150938" cy="457200"/>
          </a:xfrm>
          <a:prstGeom prst="rect">
            <a:avLst/>
          </a:prstGeom>
          <a:noFill/>
          <a:ln>
            <a:noFill/>
          </a:ln>
          <a:effectLst/>
          <a:extLst>
            <a:ext uri="{909E8E84-426E-40DD-AFC4-6F175D3DCCD1}">
              <a14:hiddenFill xmlns:a14="http://schemas.microsoft.com/office/drawing/2010/main">
                <a:gradFill rotWithShape="0">
                  <a:gsLst>
                    <a:gs pos="0">
                      <a:srgbClr val="47182F"/>
                    </a:gs>
                    <a:gs pos="100000">
                      <a:srgbClr val="993366"/>
                    </a:gs>
                  </a:gsLst>
                  <a:lin ang="5400000" scaled="1"/>
                </a:gradFill>
              </a14:hiddenFill>
            </a:ext>
            <a:ext uri="{91240B29-F687-4F45-9708-019B960494DF}">
              <a14:hiddenLine xmlns:a14="http://schemas.microsoft.com/office/drawing/2010/main" w="9525" algn="ctr">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kumimoji="0" lang="en-US" altLang="zh-CN" b="1" u="none">
                <a:solidFill>
                  <a:srgbClr val="FF0000"/>
                </a:solidFill>
                <a:latin typeface="Arial" panose="020B0604020202020204" pitchFamily="34" charset="0"/>
              </a:rPr>
              <a:t>1</a:t>
            </a:r>
          </a:p>
        </p:txBody>
      </p:sp>
    </p:spTree>
    <p:custDataLst>
      <p:tags r:id="rId1"/>
    </p:custDataLst>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55715"/>
                                        </p:tgtEl>
                                        <p:attrNameLst>
                                          <p:attrName>style.visibility</p:attrName>
                                        </p:attrNameLst>
                                      </p:cBhvr>
                                      <p:to>
                                        <p:strVal val="visible"/>
                                      </p:to>
                                    </p:set>
                                    <p:anim calcmode="lin" valueType="num">
                                      <p:cBhvr additive="base">
                                        <p:cTn id="7" dur="500" fill="hold"/>
                                        <p:tgtEl>
                                          <p:spTgt spid="755715"/>
                                        </p:tgtEl>
                                        <p:attrNameLst>
                                          <p:attrName>ppt_x</p:attrName>
                                        </p:attrNameLst>
                                      </p:cBhvr>
                                      <p:tavLst>
                                        <p:tav tm="0">
                                          <p:val>
                                            <p:strVal val="#ppt_x"/>
                                          </p:val>
                                        </p:tav>
                                        <p:tav tm="100000">
                                          <p:val>
                                            <p:strVal val="#ppt_x"/>
                                          </p:val>
                                        </p:tav>
                                      </p:tavLst>
                                    </p:anim>
                                    <p:anim calcmode="lin" valueType="num">
                                      <p:cBhvr additive="base">
                                        <p:cTn id="8" dur="500" fill="hold"/>
                                        <p:tgtEl>
                                          <p:spTgt spid="755715"/>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55716"/>
                                        </p:tgtEl>
                                        <p:attrNameLst>
                                          <p:attrName>style.visibility</p:attrName>
                                        </p:attrNameLst>
                                      </p:cBhvr>
                                      <p:to>
                                        <p:strVal val="visible"/>
                                      </p:to>
                                    </p:set>
                                    <p:anim calcmode="lin" valueType="num">
                                      <p:cBhvr additive="base">
                                        <p:cTn id="13" dur="500" fill="hold"/>
                                        <p:tgtEl>
                                          <p:spTgt spid="755716"/>
                                        </p:tgtEl>
                                        <p:attrNameLst>
                                          <p:attrName>ppt_x</p:attrName>
                                        </p:attrNameLst>
                                      </p:cBhvr>
                                      <p:tavLst>
                                        <p:tav tm="0">
                                          <p:val>
                                            <p:strVal val="#ppt_x"/>
                                          </p:val>
                                        </p:tav>
                                        <p:tav tm="100000">
                                          <p:val>
                                            <p:strVal val="#ppt_x"/>
                                          </p:val>
                                        </p:tav>
                                      </p:tavLst>
                                    </p:anim>
                                    <p:anim calcmode="lin" valueType="num">
                                      <p:cBhvr additive="base">
                                        <p:cTn id="14" dur="500" fill="hold"/>
                                        <p:tgtEl>
                                          <p:spTgt spid="755716"/>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55717"/>
                                        </p:tgtEl>
                                        <p:attrNameLst>
                                          <p:attrName>style.visibility</p:attrName>
                                        </p:attrNameLst>
                                      </p:cBhvr>
                                      <p:to>
                                        <p:strVal val="visible"/>
                                      </p:to>
                                    </p:set>
                                    <p:anim calcmode="lin" valueType="num">
                                      <p:cBhvr additive="base">
                                        <p:cTn id="19" dur="500" fill="hold"/>
                                        <p:tgtEl>
                                          <p:spTgt spid="755717"/>
                                        </p:tgtEl>
                                        <p:attrNameLst>
                                          <p:attrName>ppt_x</p:attrName>
                                        </p:attrNameLst>
                                      </p:cBhvr>
                                      <p:tavLst>
                                        <p:tav tm="0">
                                          <p:val>
                                            <p:strVal val="#ppt_x"/>
                                          </p:val>
                                        </p:tav>
                                        <p:tav tm="100000">
                                          <p:val>
                                            <p:strVal val="#ppt_x"/>
                                          </p:val>
                                        </p:tav>
                                      </p:tavLst>
                                    </p:anim>
                                    <p:anim calcmode="lin" valueType="num">
                                      <p:cBhvr additive="base">
                                        <p:cTn id="20" dur="500" fill="hold"/>
                                        <p:tgtEl>
                                          <p:spTgt spid="755717"/>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55718"/>
                                        </p:tgtEl>
                                        <p:attrNameLst>
                                          <p:attrName>style.visibility</p:attrName>
                                        </p:attrNameLst>
                                      </p:cBhvr>
                                      <p:to>
                                        <p:strVal val="visible"/>
                                      </p:to>
                                    </p:set>
                                    <p:anim calcmode="lin" valueType="num">
                                      <p:cBhvr additive="base">
                                        <p:cTn id="25" dur="500" fill="hold"/>
                                        <p:tgtEl>
                                          <p:spTgt spid="755718"/>
                                        </p:tgtEl>
                                        <p:attrNameLst>
                                          <p:attrName>ppt_x</p:attrName>
                                        </p:attrNameLst>
                                      </p:cBhvr>
                                      <p:tavLst>
                                        <p:tav tm="0">
                                          <p:val>
                                            <p:strVal val="#ppt_x"/>
                                          </p:val>
                                        </p:tav>
                                        <p:tav tm="100000">
                                          <p:val>
                                            <p:strVal val="#ppt_x"/>
                                          </p:val>
                                        </p:tav>
                                      </p:tavLst>
                                    </p:anim>
                                    <p:anim calcmode="lin" valueType="num">
                                      <p:cBhvr additive="base">
                                        <p:cTn id="26" dur="500" fill="hold"/>
                                        <p:tgtEl>
                                          <p:spTgt spid="7557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5715" grpId="0"/>
      <p:bldP spid="755716" grpId="0"/>
      <p:bldP spid="755717" grpId="0"/>
      <p:bldP spid="755718"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灯片编号占位符 4">
            <a:extLst>
              <a:ext uri="{FF2B5EF4-FFF2-40B4-BE49-F238E27FC236}">
                <a16:creationId xmlns:a16="http://schemas.microsoft.com/office/drawing/2014/main" id="{5F66F742-B3DD-4433-ADF0-47EF35C49CD0}"/>
              </a:ext>
            </a:extLst>
          </p:cNvPr>
          <p:cNvSpPr>
            <a:spLocks noGrp="1"/>
          </p:cNvSpPr>
          <p:nvPr>
            <p:ph type="sldNum" sz="quarter" idx="12"/>
          </p:nvPr>
        </p:nvSpPr>
        <p:spPr>
          <a:noFill/>
        </p:spPr>
        <p:txBody>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fld id="{8897CD16-ADB6-40F9-B20F-E831750E9FA6}" type="slidenum">
              <a:rPr kumimoji="0" lang="en-US" altLang="zh-CN" sz="1400" u="none" smtClean="0">
                <a:solidFill>
                  <a:srgbClr val="000000"/>
                </a:solidFill>
                <a:latin typeface="Arial" panose="020B0604020202020204" pitchFamily="34" charset="0"/>
              </a:rPr>
              <a:pPr/>
              <a:t>76</a:t>
            </a:fld>
            <a:endParaRPr kumimoji="0" lang="en-US" altLang="zh-CN" sz="1400" u="none">
              <a:solidFill>
                <a:srgbClr val="000000"/>
              </a:solidFill>
              <a:latin typeface="Arial" panose="020B0604020202020204" pitchFamily="34" charset="0"/>
            </a:endParaRPr>
          </a:p>
        </p:txBody>
      </p:sp>
      <p:sp>
        <p:nvSpPr>
          <p:cNvPr id="83971" name="Rectangle 2">
            <a:extLst>
              <a:ext uri="{FF2B5EF4-FFF2-40B4-BE49-F238E27FC236}">
                <a16:creationId xmlns:a16="http://schemas.microsoft.com/office/drawing/2014/main" id="{9A43FF72-617F-410D-AE6A-87EDCC88CBB6}"/>
              </a:ext>
            </a:extLst>
          </p:cNvPr>
          <p:cNvSpPr>
            <a:spLocks noChangeArrowheads="1"/>
          </p:cNvSpPr>
          <p:nvPr/>
        </p:nvSpPr>
        <p:spPr bwMode="auto">
          <a:xfrm>
            <a:off x="1403350" y="519698"/>
            <a:ext cx="6359433" cy="5262979"/>
          </a:xfrm>
          <a:prstGeom prst="rect">
            <a:avLst/>
          </a:prstGeom>
          <a:noFill/>
          <a:ln>
            <a:noFill/>
          </a:ln>
          <a:effectLst/>
          <a:extLst>
            <a:ext uri="{909E8E84-426E-40DD-AFC4-6F175D3DCCD1}">
              <a14:hiddenFill xmlns:a14="http://schemas.microsoft.com/office/drawing/2010/main">
                <a:gradFill rotWithShape="0">
                  <a:gsLst>
                    <a:gs pos="0">
                      <a:srgbClr val="47182F"/>
                    </a:gs>
                    <a:gs pos="100000">
                      <a:srgbClr val="993366"/>
                    </a:gs>
                  </a:gsLst>
                  <a:lin ang="5400000" scaled="1"/>
                </a:gradFill>
              </a14:hiddenFill>
            </a:ext>
            <a:ext uri="{91240B29-F687-4F45-9708-019B960494DF}">
              <a14:hiddenLine xmlns:a14="http://schemas.microsoft.com/office/drawing/2010/main" w="9525" algn="ctr">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eaLnBrk="1" hangingPunct="1"/>
            <a:r>
              <a:rPr kumimoji="0" lang="en-US" altLang="zh-CN" b="1" u="none" dirty="0">
                <a:solidFill>
                  <a:srgbClr val="FF0000"/>
                </a:solidFill>
                <a:latin typeface="宋体" panose="02010600030101010101" pitchFamily="2" charset="-122"/>
              </a:rPr>
              <a:t>2025-</a:t>
            </a:r>
            <a:r>
              <a:rPr kumimoji="0" lang="es-ES" altLang="zh-CN" b="1" u="none" dirty="0">
                <a:solidFill>
                  <a:srgbClr val="FF0000"/>
                </a:solidFill>
                <a:latin typeface="宋体" panose="02010600030101010101" pitchFamily="2" charset="-122"/>
              </a:rPr>
              <a:t>36</a:t>
            </a:r>
            <a:r>
              <a:rPr kumimoji="0" lang="es-ES" altLang="zh-CN" b="1" u="none" dirty="0">
                <a:solidFill>
                  <a:srgbClr val="000000"/>
                </a:solidFill>
                <a:latin typeface="宋体" panose="02010600030101010101" pitchFamily="2" charset="-122"/>
              </a:rPr>
              <a:t>. </a:t>
            </a:r>
            <a:r>
              <a:rPr kumimoji="0" lang="zh-CN" altLang="es-ES" b="1" u="none" dirty="0">
                <a:solidFill>
                  <a:srgbClr val="000000"/>
                </a:solidFill>
                <a:latin typeface="宋体" panose="02010600030101010101" pitchFamily="2" charset="-122"/>
              </a:rPr>
              <a:t>有程序段如下：</a:t>
            </a:r>
          </a:p>
          <a:p>
            <a:pPr eaLnBrk="1" hangingPunct="1"/>
            <a:r>
              <a:rPr kumimoji="0" lang="da-DK" altLang="zh-CN" b="1" u="none" dirty="0">
                <a:solidFill>
                  <a:srgbClr val="000000"/>
                </a:solidFill>
                <a:latin typeface="宋体" panose="02010600030101010101" pitchFamily="2" charset="-122"/>
              </a:rPr>
              <a:t>         VAR    DB  ‘A’</a:t>
            </a:r>
          </a:p>
          <a:p>
            <a:pPr eaLnBrk="1" hangingPunct="1"/>
            <a:r>
              <a:rPr kumimoji="0" lang="en-US" altLang="zh-CN" b="1" u="none" dirty="0">
                <a:solidFill>
                  <a:srgbClr val="000000"/>
                </a:solidFill>
                <a:latin typeface="宋体" panose="02010600030101010101" pitchFamily="2" charset="-122"/>
              </a:rPr>
              <a:t>                MOV  CX</a:t>
            </a:r>
            <a:r>
              <a:rPr kumimoji="0" lang="zh-CN" altLang="en-US" b="1" u="none" dirty="0">
                <a:solidFill>
                  <a:srgbClr val="000000"/>
                </a:solidFill>
                <a:latin typeface="宋体" panose="02010600030101010101" pitchFamily="2" charset="-122"/>
              </a:rPr>
              <a:t>，</a:t>
            </a:r>
            <a:r>
              <a:rPr kumimoji="0" lang="en-US" altLang="zh-CN" b="1" u="none" dirty="0">
                <a:solidFill>
                  <a:srgbClr val="000000"/>
                </a:solidFill>
                <a:latin typeface="宋体" panose="02010600030101010101" pitchFamily="2" charset="-122"/>
              </a:rPr>
              <a:t>8</a:t>
            </a:r>
          </a:p>
          <a:p>
            <a:pPr eaLnBrk="1" hangingPunct="1"/>
            <a:r>
              <a:rPr kumimoji="0" lang="en-US" altLang="zh-CN" b="1" u="none" dirty="0">
                <a:solidFill>
                  <a:srgbClr val="000000"/>
                </a:solidFill>
                <a:latin typeface="宋体" panose="02010600030101010101" pitchFamily="2" charset="-122"/>
              </a:rPr>
              <a:t>         NEXT:  ROL  VAR</a:t>
            </a:r>
            <a:r>
              <a:rPr kumimoji="0" lang="zh-CN" altLang="en-US" b="1" u="none" dirty="0">
                <a:solidFill>
                  <a:srgbClr val="000000"/>
                </a:solidFill>
                <a:latin typeface="宋体" panose="02010600030101010101" pitchFamily="2" charset="-122"/>
              </a:rPr>
              <a:t>，</a:t>
            </a:r>
            <a:r>
              <a:rPr kumimoji="0" lang="en-US" altLang="zh-CN" b="1" u="none" dirty="0">
                <a:solidFill>
                  <a:srgbClr val="000000"/>
                </a:solidFill>
                <a:latin typeface="宋体" panose="02010600030101010101" pitchFamily="2" charset="-122"/>
              </a:rPr>
              <a:t>1</a:t>
            </a:r>
          </a:p>
          <a:p>
            <a:pPr eaLnBrk="1" hangingPunct="1"/>
            <a:r>
              <a:rPr kumimoji="0" lang="en-US" altLang="zh-CN" b="1" u="none" dirty="0">
                <a:solidFill>
                  <a:srgbClr val="000000"/>
                </a:solidFill>
                <a:latin typeface="宋体" panose="02010600030101010101" pitchFamily="2" charset="-122"/>
              </a:rPr>
              <a:t>                MOV  DL</a:t>
            </a:r>
            <a:r>
              <a:rPr kumimoji="0" lang="zh-CN" altLang="en-US" b="1" u="none" dirty="0">
                <a:solidFill>
                  <a:srgbClr val="000000"/>
                </a:solidFill>
                <a:latin typeface="宋体" panose="02010600030101010101" pitchFamily="2" charset="-122"/>
              </a:rPr>
              <a:t>，</a:t>
            </a:r>
            <a:r>
              <a:rPr kumimoji="0" lang="en-US" altLang="zh-CN" b="1" u="none" dirty="0">
                <a:solidFill>
                  <a:srgbClr val="000000"/>
                </a:solidFill>
                <a:latin typeface="宋体" panose="02010600030101010101" pitchFamily="2" charset="-122"/>
              </a:rPr>
              <a:t>VAR</a:t>
            </a:r>
          </a:p>
          <a:p>
            <a:pPr eaLnBrk="1" hangingPunct="1"/>
            <a:r>
              <a:rPr kumimoji="0" lang="en-US" altLang="zh-CN" b="1" u="none" dirty="0">
                <a:solidFill>
                  <a:srgbClr val="000000"/>
                </a:solidFill>
                <a:latin typeface="宋体" panose="02010600030101010101" pitchFamily="2" charset="-122"/>
              </a:rPr>
              <a:t>                AND  DL</a:t>
            </a:r>
            <a:r>
              <a:rPr kumimoji="0" lang="zh-CN" altLang="en-US" b="1" u="none" dirty="0">
                <a:solidFill>
                  <a:srgbClr val="000000"/>
                </a:solidFill>
                <a:latin typeface="宋体" panose="02010600030101010101" pitchFamily="2" charset="-122"/>
              </a:rPr>
              <a:t>，</a:t>
            </a:r>
            <a:r>
              <a:rPr kumimoji="0" lang="en-US" altLang="zh-CN" b="1" u="none" dirty="0">
                <a:solidFill>
                  <a:srgbClr val="000000"/>
                </a:solidFill>
                <a:latin typeface="宋体" panose="02010600030101010101" pitchFamily="2" charset="-122"/>
              </a:rPr>
              <a:t>1</a:t>
            </a:r>
          </a:p>
          <a:p>
            <a:pPr eaLnBrk="1" hangingPunct="1"/>
            <a:r>
              <a:rPr kumimoji="0" lang="en-US" altLang="zh-CN" b="1" u="none" dirty="0">
                <a:solidFill>
                  <a:srgbClr val="000000"/>
                </a:solidFill>
                <a:latin typeface="宋体" panose="02010600030101010101" pitchFamily="2" charset="-122"/>
              </a:rPr>
              <a:t>                ADD  DL</a:t>
            </a:r>
            <a:r>
              <a:rPr kumimoji="0" lang="zh-CN" altLang="en-US" b="1" u="none" dirty="0">
                <a:solidFill>
                  <a:srgbClr val="000000"/>
                </a:solidFill>
                <a:latin typeface="宋体" panose="02010600030101010101" pitchFamily="2" charset="-122"/>
              </a:rPr>
              <a:t>，</a:t>
            </a:r>
            <a:r>
              <a:rPr kumimoji="0" lang="en-US" altLang="zh-CN" b="1" u="none" dirty="0">
                <a:solidFill>
                  <a:srgbClr val="000000"/>
                </a:solidFill>
                <a:latin typeface="宋体" panose="02010600030101010101" pitchFamily="2" charset="-122"/>
              </a:rPr>
              <a:t>30H</a:t>
            </a:r>
          </a:p>
          <a:p>
            <a:pPr eaLnBrk="1" hangingPunct="1"/>
            <a:r>
              <a:rPr kumimoji="0" lang="en-US" altLang="zh-CN" b="1" u="none" dirty="0">
                <a:solidFill>
                  <a:srgbClr val="000000"/>
                </a:solidFill>
                <a:latin typeface="宋体" panose="02010600030101010101" pitchFamily="2" charset="-122"/>
              </a:rPr>
              <a:t>                MOV  AH</a:t>
            </a:r>
            <a:r>
              <a:rPr kumimoji="0" lang="zh-CN" altLang="en-US" b="1" u="none" dirty="0">
                <a:solidFill>
                  <a:srgbClr val="000000"/>
                </a:solidFill>
                <a:latin typeface="宋体" panose="02010600030101010101" pitchFamily="2" charset="-122"/>
              </a:rPr>
              <a:t>，</a:t>
            </a:r>
            <a:r>
              <a:rPr kumimoji="0" lang="en-US" altLang="zh-CN" b="1" u="none" dirty="0">
                <a:solidFill>
                  <a:srgbClr val="000000"/>
                </a:solidFill>
                <a:latin typeface="宋体" panose="02010600030101010101" pitchFamily="2" charset="-122"/>
              </a:rPr>
              <a:t>2</a:t>
            </a:r>
          </a:p>
          <a:p>
            <a:pPr eaLnBrk="1" hangingPunct="1"/>
            <a:r>
              <a:rPr kumimoji="0" lang="en-US" altLang="zh-CN" b="1" u="none" dirty="0">
                <a:solidFill>
                  <a:srgbClr val="000000"/>
                </a:solidFill>
                <a:latin typeface="宋体" panose="02010600030101010101" pitchFamily="2" charset="-122"/>
              </a:rPr>
              <a:t>                INT   21H</a:t>
            </a:r>
          </a:p>
          <a:p>
            <a:pPr eaLnBrk="1" hangingPunct="1"/>
            <a:r>
              <a:rPr kumimoji="0" lang="en-US" altLang="zh-CN" b="1" u="none" dirty="0">
                <a:solidFill>
                  <a:srgbClr val="000000"/>
                </a:solidFill>
                <a:latin typeface="宋体" panose="02010600030101010101" pitchFamily="2" charset="-122"/>
              </a:rPr>
              <a:t>                LOOP  NEXT</a:t>
            </a:r>
          </a:p>
          <a:p>
            <a:pPr eaLnBrk="1" hangingPunct="1"/>
            <a:endParaRPr kumimoji="0" lang="en-US" altLang="zh-CN" b="1" u="none" dirty="0">
              <a:solidFill>
                <a:srgbClr val="000000"/>
              </a:solidFill>
              <a:latin typeface="宋体" panose="02010600030101010101" pitchFamily="2" charset="-122"/>
            </a:endParaRPr>
          </a:p>
          <a:p>
            <a:pPr eaLnBrk="1" hangingPunct="1"/>
            <a:r>
              <a:rPr kumimoji="0" lang="zh-CN" altLang="en-US" b="1" u="none" dirty="0">
                <a:solidFill>
                  <a:srgbClr val="000000"/>
                </a:solidFill>
                <a:latin typeface="宋体" panose="02010600030101010101" pitchFamily="2" charset="-122"/>
              </a:rPr>
              <a:t>执行该程序段后，屏幕显示</a:t>
            </a:r>
            <a:r>
              <a:rPr kumimoji="0" lang="en-US" altLang="zh-CN" sz="2000" b="1" u="none" dirty="0">
                <a:solidFill>
                  <a:srgbClr val="000000"/>
                </a:solidFill>
                <a:latin typeface="Arial" panose="020B0604020202020204" pitchFamily="34" charset="0"/>
              </a:rPr>
              <a:t>______________</a:t>
            </a:r>
            <a:r>
              <a:rPr kumimoji="0" lang="es-ES" altLang="zh-CN" b="1" u="none" dirty="0">
                <a:solidFill>
                  <a:srgbClr val="000000"/>
                </a:solidFill>
                <a:latin typeface="宋体" panose="02010600030101010101" pitchFamily="2" charset="-122"/>
              </a:rPr>
              <a:t> </a:t>
            </a:r>
            <a:r>
              <a:rPr kumimoji="0" lang="zh-CN" altLang="es-ES" b="1" u="none" dirty="0">
                <a:solidFill>
                  <a:srgbClr val="000000"/>
                </a:solidFill>
                <a:latin typeface="宋体" panose="02010600030101010101" pitchFamily="2" charset="-122"/>
              </a:rPr>
              <a:t>，</a:t>
            </a:r>
          </a:p>
          <a:p>
            <a:pPr eaLnBrk="1" hangingPunct="1"/>
            <a:endParaRPr kumimoji="0" lang="es-ES" altLang="zh-CN" b="1" u="none" dirty="0">
              <a:solidFill>
                <a:srgbClr val="000000"/>
              </a:solidFill>
              <a:latin typeface="宋体" panose="02010600030101010101" pitchFamily="2" charset="-122"/>
            </a:endParaRPr>
          </a:p>
          <a:p>
            <a:pPr eaLnBrk="1" hangingPunct="1"/>
            <a:r>
              <a:rPr kumimoji="0" lang="es-ES" altLang="zh-CN" b="1" u="none" dirty="0">
                <a:solidFill>
                  <a:srgbClr val="000000"/>
                </a:solidFill>
                <a:latin typeface="宋体" panose="02010600030101010101" pitchFamily="2" charset="-122"/>
              </a:rPr>
              <a:t>                   </a:t>
            </a:r>
            <a:r>
              <a:rPr kumimoji="0" lang="en-US" altLang="zh-CN" b="1" u="none" dirty="0">
                <a:solidFill>
                  <a:srgbClr val="000000"/>
                </a:solidFill>
                <a:latin typeface="宋体" panose="02010600030101010101" pitchFamily="2" charset="-122"/>
              </a:rPr>
              <a:t>VAR= </a:t>
            </a:r>
            <a:r>
              <a:rPr kumimoji="0" lang="en-US" altLang="zh-CN" sz="2000" b="1" u="none" dirty="0">
                <a:solidFill>
                  <a:srgbClr val="000000"/>
                </a:solidFill>
                <a:latin typeface="Arial" panose="020B0604020202020204" pitchFamily="34" charset="0"/>
              </a:rPr>
              <a:t>______________</a:t>
            </a:r>
            <a:r>
              <a:rPr kumimoji="0" lang="zh-CN" altLang="es-ES" b="1" u="none" dirty="0">
                <a:solidFill>
                  <a:srgbClr val="000000"/>
                </a:solidFill>
                <a:latin typeface="宋体" panose="02010600030101010101" pitchFamily="2" charset="-122"/>
              </a:rPr>
              <a:t>。</a:t>
            </a:r>
          </a:p>
        </p:txBody>
      </p:sp>
      <p:sp>
        <p:nvSpPr>
          <p:cNvPr id="756739" name="Text Box 3">
            <a:extLst>
              <a:ext uri="{FF2B5EF4-FFF2-40B4-BE49-F238E27FC236}">
                <a16:creationId xmlns:a16="http://schemas.microsoft.com/office/drawing/2014/main" id="{6207D648-80F8-466B-8712-7A636687CF31}"/>
              </a:ext>
            </a:extLst>
          </p:cNvPr>
          <p:cNvSpPr txBox="1">
            <a:spLocks noChangeArrowheads="1"/>
          </p:cNvSpPr>
          <p:nvPr/>
        </p:nvSpPr>
        <p:spPr bwMode="auto">
          <a:xfrm>
            <a:off x="5003800" y="4508500"/>
            <a:ext cx="2232025" cy="457200"/>
          </a:xfrm>
          <a:prstGeom prst="rect">
            <a:avLst/>
          </a:prstGeom>
          <a:noFill/>
          <a:ln>
            <a:noFill/>
          </a:ln>
          <a:effectLst/>
          <a:extLst>
            <a:ext uri="{909E8E84-426E-40DD-AFC4-6F175D3DCCD1}">
              <a14:hiddenFill xmlns:a14="http://schemas.microsoft.com/office/drawing/2010/main">
                <a:gradFill rotWithShape="0">
                  <a:gsLst>
                    <a:gs pos="0">
                      <a:srgbClr val="47182F"/>
                    </a:gs>
                    <a:gs pos="100000">
                      <a:srgbClr val="993366"/>
                    </a:gs>
                  </a:gsLst>
                  <a:lin ang="5400000" scaled="1"/>
                </a:gradFill>
              </a14:hiddenFill>
            </a:ext>
            <a:ext uri="{91240B29-F687-4F45-9708-019B960494DF}">
              <a14:hiddenLine xmlns:a14="http://schemas.microsoft.com/office/drawing/2010/main" w="9525" algn="ctr">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kumimoji="0" lang="en-US" altLang="zh-CN" b="1" u="none">
                <a:solidFill>
                  <a:srgbClr val="FF0000"/>
                </a:solidFill>
                <a:latin typeface="Arial" panose="020B0604020202020204" pitchFamily="34" charset="0"/>
              </a:rPr>
              <a:t>01000001</a:t>
            </a:r>
          </a:p>
        </p:txBody>
      </p:sp>
      <p:sp>
        <p:nvSpPr>
          <p:cNvPr id="756740" name="Text Box 4">
            <a:extLst>
              <a:ext uri="{FF2B5EF4-FFF2-40B4-BE49-F238E27FC236}">
                <a16:creationId xmlns:a16="http://schemas.microsoft.com/office/drawing/2014/main" id="{9B683E4E-10AB-497B-A57C-5A038647848C}"/>
              </a:ext>
            </a:extLst>
          </p:cNvPr>
          <p:cNvSpPr txBox="1">
            <a:spLocks noChangeArrowheads="1"/>
          </p:cNvSpPr>
          <p:nvPr/>
        </p:nvSpPr>
        <p:spPr bwMode="auto">
          <a:xfrm>
            <a:off x="5003800" y="5229225"/>
            <a:ext cx="2232025" cy="822325"/>
          </a:xfrm>
          <a:prstGeom prst="rect">
            <a:avLst/>
          </a:prstGeom>
          <a:noFill/>
          <a:ln>
            <a:noFill/>
          </a:ln>
          <a:effectLst/>
          <a:extLst>
            <a:ext uri="{909E8E84-426E-40DD-AFC4-6F175D3DCCD1}">
              <a14:hiddenFill xmlns:a14="http://schemas.microsoft.com/office/drawing/2010/main">
                <a:gradFill rotWithShape="0">
                  <a:gsLst>
                    <a:gs pos="0">
                      <a:srgbClr val="47182F"/>
                    </a:gs>
                    <a:gs pos="100000">
                      <a:srgbClr val="993366"/>
                    </a:gs>
                  </a:gsLst>
                  <a:lin ang="5400000" scaled="1"/>
                </a:gradFill>
              </a14:hiddenFill>
            </a:ext>
            <a:ext uri="{91240B29-F687-4F45-9708-019B960494DF}">
              <a14:hiddenLine xmlns:a14="http://schemas.microsoft.com/office/drawing/2010/main" w="9525" algn="ctr">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kumimoji="0" lang="en-US" altLang="zh-CN" b="1" u="none">
                <a:solidFill>
                  <a:srgbClr val="FF0000"/>
                </a:solidFill>
                <a:latin typeface="Arial" panose="020B0604020202020204" pitchFamily="34" charset="0"/>
              </a:rPr>
              <a:t>‘A’(</a:t>
            </a:r>
            <a:r>
              <a:rPr kumimoji="0" lang="zh-CN" altLang="en-US" b="1" u="none">
                <a:solidFill>
                  <a:srgbClr val="FF0000"/>
                </a:solidFill>
                <a:latin typeface="Arial" panose="020B0604020202020204" pitchFamily="34" charset="0"/>
              </a:rPr>
              <a:t>或</a:t>
            </a:r>
            <a:r>
              <a:rPr kumimoji="0" lang="en-US" altLang="zh-CN" b="1" u="none">
                <a:solidFill>
                  <a:srgbClr val="FF0000"/>
                </a:solidFill>
                <a:latin typeface="Arial" panose="020B0604020202020204" pitchFamily="34" charset="0"/>
              </a:rPr>
              <a:t>41H</a:t>
            </a:r>
            <a:r>
              <a:rPr kumimoji="0" lang="zh-CN" altLang="en-US" b="1" u="none">
                <a:solidFill>
                  <a:srgbClr val="FF0000"/>
                </a:solidFill>
                <a:latin typeface="Arial" panose="020B0604020202020204" pitchFamily="34" charset="0"/>
              </a:rPr>
              <a:t>或</a:t>
            </a:r>
            <a:r>
              <a:rPr kumimoji="0" lang="en-US" altLang="zh-CN" b="1" u="none">
                <a:solidFill>
                  <a:srgbClr val="FF0000"/>
                </a:solidFill>
                <a:latin typeface="Arial" panose="020B0604020202020204" pitchFamily="34" charset="0"/>
              </a:rPr>
              <a:t>01000001B)</a:t>
            </a:r>
          </a:p>
        </p:txBody>
      </p:sp>
    </p:spTree>
    <p:custDataLst>
      <p:tags r:id="rId1"/>
    </p:custDataLst>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56739"/>
                                        </p:tgtEl>
                                        <p:attrNameLst>
                                          <p:attrName>style.visibility</p:attrName>
                                        </p:attrNameLst>
                                      </p:cBhvr>
                                      <p:to>
                                        <p:strVal val="visible"/>
                                      </p:to>
                                    </p:set>
                                    <p:anim calcmode="lin" valueType="num">
                                      <p:cBhvr additive="base">
                                        <p:cTn id="7" dur="500" fill="hold"/>
                                        <p:tgtEl>
                                          <p:spTgt spid="756739"/>
                                        </p:tgtEl>
                                        <p:attrNameLst>
                                          <p:attrName>ppt_x</p:attrName>
                                        </p:attrNameLst>
                                      </p:cBhvr>
                                      <p:tavLst>
                                        <p:tav tm="0">
                                          <p:val>
                                            <p:strVal val="#ppt_x"/>
                                          </p:val>
                                        </p:tav>
                                        <p:tav tm="100000">
                                          <p:val>
                                            <p:strVal val="#ppt_x"/>
                                          </p:val>
                                        </p:tav>
                                      </p:tavLst>
                                    </p:anim>
                                    <p:anim calcmode="lin" valueType="num">
                                      <p:cBhvr additive="base">
                                        <p:cTn id="8" dur="500" fill="hold"/>
                                        <p:tgtEl>
                                          <p:spTgt spid="756739"/>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56740"/>
                                        </p:tgtEl>
                                        <p:attrNameLst>
                                          <p:attrName>style.visibility</p:attrName>
                                        </p:attrNameLst>
                                      </p:cBhvr>
                                      <p:to>
                                        <p:strVal val="visible"/>
                                      </p:to>
                                    </p:set>
                                    <p:anim calcmode="lin" valueType="num">
                                      <p:cBhvr additive="base">
                                        <p:cTn id="13" dur="500" fill="hold"/>
                                        <p:tgtEl>
                                          <p:spTgt spid="756740"/>
                                        </p:tgtEl>
                                        <p:attrNameLst>
                                          <p:attrName>ppt_x</p:attrName>
                                        </p:attrNameLst>
                                      </p:cBhvr>
                                      <p:tavLst>
                                        <p:tav tm="0">
                                          <p:val>
                                            <p:strVal val="#ppt_x"/>
                                          </p:val>
                                        </p:tav>
                                        <p:tav tm="100000">
                                          <p:val>
                                            <p:strVal val="#ppt_x"/>
                                          </p:val>
                                        </p:tav>
                                      </p:tavLst>
                                    </p:anim>
                                    <p:anim calcmode="lin" valueType="num">
                                      <p:cBhvr additive="base">
                                        <p:cTn id="14" dur="500" fill="hold"/>
                                        <p:tgtEl>
                                          <p:spTgt spid="75674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6739" grpId="0"/>
      <p:bldP spid="756740"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灯片编号占位符 2">
            <a:extLst>
              <a:ext uri="{FF2B5EF4-FFF2-40B4-BE49-F238E27FC236}">
                <a16:creationId xmlns:a16="http://schemas.microsoft.com/office/drawing/2014/main" id="{C0598D09-0DCE-43CB-819B-DA3DAC5C2F45}"/>
              </a:ext>
            </a:extLst>
          </p:cNvPr>
          <p:cNvSpPr>
            <a:spLocks noGrp="1"/>
          </p:cNvSpPr>
          <p:nvPr>
            <p:ph type="sldNum" sz="quarter" idx="12"/>
          </p:nvPr>
        </p:nvSpPr>
        <p:spPr>
          <a:noFill/>
        </p:spPr>
        <p:txBody>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fld id="{FBE9357D-E1DE-438E-9DBC-C572DFEE3C29}" type="slidenum">
              <a:rPr kumimoji="0" lang="en-US" altLang="zh-CN" sz="1400" u="none" smtClean="0">
                <a:solidFill>
                  <a:srgbClr val="000000"/>
                </a:solidFill>
                <a:latin typeface="Arial" panose="020B0604020202020204" pitchFamily="34" charset="0"/>
              </a:rPr>
              <a:pPr/>
              <a:t>77</a:t>
            </a:fld>
            <a:endParaRPr kumimoji="0" lang="en-US" altLang="zh-CN" sz="1400" u="none">
              <a:solidFill>
                <a:srgbClr val="000000"/>
              </a:solidFill>
              <a:latin typeface="Arial" panose="020B0604020202020204" pitchFamily="34" charset="0"/>
            </a:endParaRPr>
          </a:p>
        </p:txBody>
      </p:sp>
      <p:sp>
        <p:nvSpPr>
          <p:cNvPr id="84995" name="Rectangle 2">
            <a:extLst>
              <a:ext uri="{FF2B5EF4-FFF2-40B4-BE49-F238E27FC236}">
                <a16:creationId xmlns:a16="http://schemas.microsoft.com/office/drawing/2014/main" id="{C69086AB-7C03-42F0-BC11-78E55BE8C3A6}"/>
              </a:ext>
            </a:extLst>
          </p:cNvPr>
          <p:cNvSpPr>
            <a:spLocks noChangeArrowheads="1"/>
          </p:cNvSpPr>
          <p:nvPr/>
        </p:nvSpPr>
        <p:spPr bwMode="auto">
          <a:xfrm>
            <a:off x="468313" y="668883"/>
            <a:ext cx="8553945" cy="4154984"/>
          </a:xfrm>
          <a:prstGeom prst="rect">
            <a:avLst/>
          </a:prstGeom>
          <a:noFill/>
          <a:ln>
            <a:noFill/>
          </a:ln>
          <a:effectLst/>
          <a:extLst>
            <a:ext uri="{909E8E84-426E-40DD-AFC4-6F175D3DCCD1}">
              <a14:hiddenFill xmlns:a14="http://schemas.microsoft.com/office/drawing/2010/main">
                <a:gradFill rotWithShape="0">
                  <a:gsLst>
                    <a:gs pos="0">
                      <a:srgbClr val="47182F"/>
                    </a:gs>
                    <a:gs pos="100000">
                      <a:srgbClr val="993366"/>
                    </a:gs>
                  </a:gsLst>
                  <a:lin ang="5400000" scaled="1"/>
                </a:gradFill>
              </a14:hiddenFill>
            </a:ext>
            <a:ext uri="{91240B29-F687-4F45-9708-019B960494DF}">
              <a14:hiddenLine xmlns:a14="http://schemas.microsoft.com/office/drawing/2010/main" w="9525" algn="ctr">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eaLnBrk="1" hangingPunct="1"/>
            <a:r>
              <a:rPr kumimoji="0" lang="en-US" altLang="zh-CN" b="1" u="none" dirty="0">
                <a:solidFill>
                  <a:srgbClr val="FF0000"/>
                </a:solidFill>
                <a:latin typeface="宋体" panose="02010600030101010101" pitchFamily="2" charset="-122"/>
              </a:rPr>
              <a:t>2025-37</a:t>
            </a:r>
            <a:r>
              <a:rPr kumimoji="0" lang="en-US" altLang="zh-CN" b="1" u="none" dirty="0">
                <a:solidFill>
                  <a:srgbClr val="000000"/>
                </a:solidFill>
                <a:latin typeface="宋体" panose="02010600030101010101" pitchFamily="2" charset="-122"/>
              </a:rPr>
              <a:t>.</a:t>
            </a:r>
            <a:r>
              <a:rPr kumimoji="0" lang="zh-CN" altLang="en-US" b="1" u="none" dirty="0">
                <a:solidFill>
                  <a:srgbClr val="000000"/>
                </a:solidFill>
                <a:latin typeface="宋体" panose="02010600030101010101" pitchFamily="2" charset="-122"/>
              </a:rPr>
              <a:t>已知</a:t>
            </a:r>
            <a:r>
              <a:rPr kumimoji="0" lang="en-US" altLang="zh-CN" b="1" u="none" dirty="0">
                <a:solidFill>
                  <a:srgbClr val="000000"/>
                </a:solidFill>
                <a:latin typeface="宋体" panose="02010600030101010101" pitchFamily="2" charset="-122"/>
              </a:rPr>
              <a:t>10</a:t>
            </a:r>
            <a:r>
              <a:rPr kumimoji="0" lang="zh-CN" altLang="en-US" b="1" u="none" dirty="0">
                <a:solidFill>
                  <a:srgbClr val="000000"/>
                </a:solidFill>
                <a:latin typeface="宋体" panose="02010600030101010101" pitchFamily="2" charset="-122"/>
              </a:rPr>
              <a:t>个无符号数</a:t>
            </a:r>
            <a:r>
              <a:rPr kumimoji="0" lang="en-US" altLang="zh-CN" b="1" u="none" dirty="0">
                <a:solidFill>
                  <a:srgbClr val="000000"/>
                </a:solidFill>
                <a:latin typeface="宋体" panose="02010600030101010101" pitchFamily="2" charset="-122"/>
              </a:rPr>
              <a:t>0</a:t>
            </a:r>
            <a:r>
              <a:rPr kumimoji="0" lang="zh-CN" altLang="en-US" b="1" u="none" dirty="0">
                <a:solidFill>
                  <a:srgbClr val="000000"/>
                </a:solidFill>
                <a:latin typeface="宋体" panose="02010600030101010101" pitchFamily="2" charset="-122"/>
              </a:rPr>
              <a:t>，</a:t>
            </a:r>
            <a:r>
              <a:rPr kumimoji="0" lang="en-US" altLang="zh-CN" b="1" u="none" dirty="0">
                <a:solidFill>
                  <a:srgbClr val="000000"/>
                </a:solidFill>
                <a:latin typeface="宋体" panose="02010600030101010101" pitchFamily="2" charset="-122"/>
              </a:rPr>
              <a:t>1</a:t>
            </a:r>
            <a:r>
              <a:rPr kumimoji="0" lang="zh-CN" altLang="en-US" b="1" u="none" dirty="0">
                <a:solidFill>
                  <a:srgbClr val="000000"/>
                </a:solidFill>
                <a:latin typeface="宋体" panose="02010600030101010101" pitchFamily="2" charset="-122"/>
              </a:rPr>
              <a:t>，</a:t>
            </a:r>
            <a:r>
              <a:rPr kumimoji="0" lang="en-US" altLang="zh-CN" b="1" u="none" dirty="0">
                <a:solidFill>
                  <a:srgbClr val="000000"/>
                </a:solidFill>
                <a:latin typeface="宋体" panose="02010600030101010101" pitchFamily="2" charset="-122"/>
              </a:rPr>
              <a:t>2</a:t>
            </a:r>
            <a:r>
              <a:rPr kumimoji="0" lang="zh-CN" altLang="en-US" b="1" u="none" dirty="0">
                <a:solidFill>
                  <a:srgbClr val="000000"/>
                </a:solidFill>
                <a:latin typeface="宋体" panose="02010600030101010101" pitchFamily="2" charset="-122"/>
              </a:rPr>
              <a:t>，</a:t>
            </a:r>
            <a:r>
              <a:rPr kumimoji="0" lang="en-US" altLang="zh-CN" b="1" u="none" dirty="0">
                <a:solidFill>
                  <a:srgbClr val="000000"/>
                </a:solidFill>
                <a:latin typeface="宋体" panose="02010600030101010101" pitchFamily="2" charset="-122"/>
              </a:rPr>
              <a:t>3</a:t>
            </a:r>
            <a:r>
              <a:rPr kumimoji="0" lang="zh-CN" altLang="en-US" b="1" u="none" dirty="0">
                <a:solidFill>
                  <a:srgbClr val="000000"/>
                </a:solidFill>
                <a:latin typeface="宋体" panose="02010600030101010101" pitchFamily="2" charset="-122"/>
              </a:rPr>
              <a:t>，</a:t>
            </a:r>
            <a:r>
              <a:rPr kumimoji="0" lang="en-US" altLang="zh-CN" b="1" u="none" dirty="0">
                <a:solidFill>
                  <a:srgbClr val="000000"/>
                </a:solidFill>
                <a:latin typeface="宋体" panose="02010600030101010101" pitchFamily="2" charset="-122"/>
              </a:rPr>
              <a:t>4</a:t>
            </a:r>
            <a:r>
              <a:rPr kumimoji="0" lang="zh-CN" altLang="en-US" b="1" u="none" dirty="0">
                <a:solidFill>
                  <a:srgbClr val="000000"/>
                </a:solidFill>
                <a:latin typeface="宋体" panose="02010600030101010101" pitchFamily="2" charset="-122"/>
              </a:rPr>
              <a:t>，</a:t>
            </a:r>
            <a:r>
              <a:rPr kumimoji="0" lang="en-US" altLang="zh-CN" b="1" u="none" dirty="0">
                <a:solidFill>
                  <a:srgbClr val="000000"/>
                </a:solidFill>
                <a:latin typeface="宋体" panose="02010600030101010101" pitchFamily="2" charset="-122"/>
              </a:rPr>
              <a:t>5</a:t>
            </a:r>
            <a:r>
              <a:rPr kumimoji="0" lang="zh-CN" altLang="en-US" b="1" u="none" dirty="0">
                <a:solidFill>
                  <a:srgbClr val="000000"/>
                </a:solidFill>
                <a:latin typeface="宋体" panose="02010600030101010101" pitchFamily="2" charset="-122"/>
              </a:rPr>
              <a:t>，</a:t>
            </a:r>
            <a:r>
              <a:rPr kumimoji="0" lang="en-US" altLang="zh-CN" b="1" u="none" dirty="0">
                <a:solidFill>
                  <a:srgbClr val="000000"/>
                </a:solidFill>
                <a:latin typeface="宋体" panose="02010600030101010101" pitchFamily="2" charset="-122"/>
              </a:rPr>
              <a:t>6</a:t>
            </a:r>
            <a:r>
              <a:rPr kumimoji="0" lang="zh-CN" altLang="en-US" b="1" u="none" dirty="0">
                <a:solidFill>
                  <a:srgbClr val="000000"/>
                </a:solidFill>
                <a:latin typeface="宋体" panose="02010600030101010101" pitchFamily="2" charset="-122"/>
              </a:rPr>
              <a:t>，</a:t>
            </a:r>
            <a:r>
              <a:rPr kumimoji="0" lang="en-US" altLang="zh-CN" b="1" u="none" dirty="0">
                <a:solidFill>
                  <a:srgbClr val="000000"/>
                </a:solidFill>
                <a:latin typeface="宋体" panose="02010600030101010101" pitchFamily="2" charset="-122"/>
              </a:rPr>
              <a:t>7</a:t>
            </a:r>
            <a:r>
              <a:rPr kumimoji="0" lang="zh-CN" altLang="en-US" b="1" u="none" dirty="0">
                <a:solidFill>
                  <a:srgbClr val="000000"/>
                </a:solidFill>
                <a:latin typeface="宋体" panose="02010600030101010101" pitchFamily="2" charset="-122"/>
              </a:rPr>
              <a:t>，</a:t>
            </a:r>
            <a:r>
              <a:rPr kumimoji="0" lang="en-US" altLang="zh-CN" b="1" u="none" dirty="0">
                <a:solidFill>
                  <a:srgbClr val="000000"/>
                </a:solidFill>
                <a:latin typeface="宋体" panose="02010600030101010101" pitchFamily="2" charset="-122"/>
              </a:rPr>
              <a:t>8</a:t>
            </a:r>
            <a:r>
              <a:rPr kumimoji="0" lang="zh-CN" altLang="en-US" b="1" u="none" dirty="0">
                <a:solidFill>
                  <a:srgbClr val="000000"/>
                </a:solidFill>
                <a:latin typeface="宋体" panose="02010600030101010101" pitchFamily="2" charset="-122"/>
              </a:rPr>
              <a:t>，</a:t>
            </a:r>
            <a:r>
              <a:rPr kumimoji="0" lang="en-US" altLang="zh-CN" b="1" u="none" dirty="0">
                <a:solidFill>
                  <a:srgbClr val="000000"/>
                </a:solidFill>
                <a:latin typeface="宋体" panose="02010600030101010101" pitchFamily="2" charset="-122"/>
              </a:rPr>
              <a:t>9</a:t>
            </a:r>
            <a:r>
              <a:rPr kumimoji="0" lang="zh-CN" altLang="en-US" b="1" u="none" dirty="0">
                <a:solidFill>
                  <a:srgbClr val="000000"/>
                </a:solidFill>
                <a:latin typeface="宋体" panose="02010600030101010101" pitchFamily="2" charset="-122"/>
              </a:rPr>
              <a:t>，</a:t>
            </a:r>
          </a:p>
          <a:p>
            <a:pPr eaLnBrk="1" hangingPunct="1"/>
            <a:r>
              <a:rPr kumimoji="0" lang="zh-CN" altLang="en-US" b="1" u="none" dirty="0">
                <a:solidFill>
                  <a:srgbClr val="000000"/>
                </a:solidFill>
                <a:latin typeface="宋体" panose="02010600030101010101" pitchFamily="2" charset="-122"/>
              </a:rPr>
              <a:t>查找其中的最大值，请填写下列程序以完成上述功能。</a:t>
            </a:r>
          </a:p>
          <a:p>
            <a:pPr eaLnBrk="1" hangingPunct="1"/>
            <a:endParaRPr kumimoji="0" lang="zh-CN" altLang="en-US" b="1" u="none" dirty="0">
              <a:solidFill>
                <a:srgbClr val="000000"/>
              </a:solidFill>
              <a:latin typeface="宋体" panose="02010600030101010101" pitchFamily="2" charset="-122"/>
            </a:endParaRPr>
          </a:p>
          <a:p>
            <a:pPr eaLnBrk="1" hangingPunct="1"/>
            <a:r>
              <a:rPr kumimoji="0" lang="en-US" altLang="zh-CN" b="1" u="none" dirty="0">
                <a:solidFill>
                  <a:srgbClr val="000000"/>
                </a:solidFill>
                <a:latin typeface="宋体" panose="02010600030101010101" pitchFamily="2" charset="-122"/>
              </a:rPr>
              <a:t>DTS   SEGMENT</a:t>
            </a:r>
          </a:p>
          <a:p>
            <a:pPr eaLnBrk="1" hangingPunct="1"/>
            <a:r>
              <a:rPr kumimoji="0" lang="en-US" altLang="zh-CN" b="1" u="none" dirty="0">
                <a:solidFill>
                  <a:srgbClr val="000000"/>
                </a:solidFill>
                <a:latin typeface="宋体" panose="02010600030101010101" pitchFamily="2" charset="-122"/>
              </a:rPr>
              <a:t>DATA  DB 0</a:t>
            </a:r>
            <a:r>
              <a:rPr kumimoji="0" lang="zh-CN" altLang="en-US" b="1" u="none" dirty="0">
                <a:solidFill>
                  <a:srgbClr val="000000"/>
                </a:solidFill>
                <a:latin typeface="宋体" panose="02010600030101010101" pitchFamily="2" charset="-122"/>
              </a:rPr>
              <a:t>，</a:t>
            </a:r>
            <a:r>
              <a:rPr kumimoji="0" lang="en-US" altLang="zh-CN" b="1" u="none" dirty="0">
                <a:solidFill>
                  <a:srgbClr val="000000"/>
                </a:solidFill>
                <a:latin typeface="宋体" panose="02010600030101010101" pitchFamily="2" charset="-122"/>
              </a:rPr>
              <a:t>1</a:t>
            </a:r>
            <a:r>
              <a:rPr kumimoji="0" lang="zh-CN" altLang="en-US" b="1" u="none" dirty="0">
                <a:solidFill>
                  <a:srgbClr val="000000"/>
                </a:solidFill>
                <a:latin typeface="宋体" panose="02010600030101010101" pitchFamily="2" charset="-122"/>
              </a:rPr>
              <a:t>，</a:t>
            </a:r>
            <a:r>
              <a:rPr kumimoji="0" lang="en-US" altLang="zh-CN" b="1" u="none" dirty="0">
                <a:solidFill>
                  <a:srgbClr val="000000"/>
                </a:solidFill>
                <a:latin typeface="宋体" panose="02010600030101010101" pitchFamily="2" charset="-122"/>
              </a:rPr>
              <a:t>2</a:t>
            </a:r>
            <a:r>
              <a:rPr kumimoji="0" lang="zh-CN" altLang="en-US" b="1" u="none" dirty="0">
                <a:solidFill>
                  <a:srgbClr val="000000"/>
                </a:solidFill>
                <a:latin typeface="宋体" panose="02010600030101010101" pitchFamily="2" charset="-122"/>
              </a:rPr>
              <a:t>，</a:t>
            </a:r>
            <a:r>
              <a:rPr kumimoji="0" lang="en-US" altLang="zh-CN" b="1" u="none" dirty="0">
                <a:solidFill>
                  <a:srgbClr val="000000"/>
                </a:solidFill>
                <a:latin typeface="宋体" panose="02010600030101010101" pitchFamily="2" charset="-122"/>
              </a:rPr>
              <a:t>3</a:t>
            </a:r>
            <a:r>
              <a:rPr kumimoji="0" lang="zh-CN" altLang="en-US" b="1" u="none" dirty="0">
                <a:solidFill>
                  <a:srgbClr val="000000"/>
                </a:solidFill>
                <a:latin typeface="宋体" panose="02010600030101010101" pitchFamily="2" charset="-122"/>
              </a:rPr>
              <a:t>，</a:t>
            </a:r>
            <a:r>
              <a:rPr kumimoji="0" lang="en-US" altLang="zh-CN" b="1" u="none" dirty="0">
                <a:solidFill>
                  <a:srgbClr val="000000"/>
                </a:solidFill>
                <a:latin typeface="宋体" panose="02010600030101010101" pitchFamily="2" charset="-122"/>
              </a:rPr>
              <a:t>4</a:t>
            </a:r>
            <a:r>
              <a:rPr kumimoji="0" lang="zh-CN" altLang="en-US" b="1" u="none" dirty="0">
                <a:solidFill>
                  <a:srgbClr val="000000"/>
                </a:solidFill>
                <a:latin typeface="宋体" panose="02010600030101010101" pitchFamily="2" charset="-122"/>
              </a:rPr>
              <a:t>，</a:t>
            </a:r>
            <a:r>
              <a:rPr kumimoji="0" lang="en-US" altLang="zh-CN" b="1" u="none" dirty="0">
                <a:solidFill>
                  <a:srgbClr val="000000"/>
                </a:solidFill>
                <a:latin typeface="宋体" panose="02010600030101010101" pitchFamily="2" charset="-122"/>
              </a:rPr>
              <a:t>5</a:t>
            </a:r>
            <a:r>
              <a:rPr kumimoji="0" lang="zh-CN" altLang="en-US" b="1" u="none" dirty="0">
                <a:solidFill>
                  <a:srgbClr val="000000"/>
                </a:solidFill>
                <a:latin typeface="宋体" panose="02010600030101010101" pitchFamily="2" charset="-122"/>
              </a:rPr>
              <a:t>，</a:t>
            </a:r>
            <a:r>
              <a:rPr kumimoji="0" lang="en-US" altLang="zh-CN" b="1" u="none" dirty="0">
                <a:solidFill>
                  <a:srgbClr val="000000"/>
                </a:solidFill>
                <a:latin typeface="宋体" panose="02010600030101010101" pitchFamily="2" charset="-122"/>
              </a:rPr>
              <a:t>6</a:t>
            </a:r>
            <a:r>
              <a:rPr kumimoji="0" lang="zh-CN" altLang="en-US" b="1" u="none" dirty="0">
                <a:solidFill>
                  <a:srgbClr val="000000"/>
                </a:solidFill>
                <a:latin typeface="宋体" panose="02010600030101010101" pitchFamily="2" charset="-122"/>
              </a:rPr>
              <a:t>，</a:t>
            </a:r>
            <a:r>
              <a:rPr kumimoji="0" lang="en-US" altLang="zh-CN" b="1" u="none" dirty="0">
                <a:solidFill>
                  <a:srgbClr val="000000"/>
                </a:solidFill>
                <a:latin typeface="宋体" panose="02010600030101010101" pitchFamily="2" charset="-122"/>
              </a:rPr>
              <a:t>7</a:t>
            </a:r>
            <a:r>
              <a:rPr kumimoji="0" lang="zh-CN" altLang="en-US" b="1" u="none" dirty="0">
                <a:solidFill>
                  <a:srgbClr val="000000"/>
                </a:solidFill>
                <a:latin typeface="宋体" panose="02010600030101010101" pitchFamily="2" charset="-122"/>
              </a:rPr>
              <a:t>，</a:t>
            </a:r>
            <a:r>
              <a:rPr kumimoji="0" lang="en-US" altLang="zh-CN" b="1" u="none" dirty="0">
                <a:solidFill>
                  <a:srgbClr val="000000"/>
                </a:solidFill>
                <a:latin typeface="宋体" panose="02010600030101010101" pitchFamily="2" charset="-122"/>
              </a:rPr>
              <a:t>8</a:t>
            </a:r>
            <a:r>
              <a:rPr kumimoji="0" lang="zh-CN" altLang="en-US" b="1" u="none" dirty="0">
                <a:solidFill>
                  <a:srgbClr val="000000"/>
                </a:solidFill>
                <a:latin typeface="宋体" panose="02010600030101010101" pitchFamily="2" charset="-122"/>
              </a:rPr>
              <a:t>，</a:t>
            </a:r>
            <a:r>
              <a:rPr kumimoji="0" lang="en-US" altLang="zh-CN" b="1" u="none" dirty="0">
                <a:solidFill>
                  <a:srgbClr val="000000"/>
                </a:solidFill>
                <a:latin typeface="宋体" panose="02010600030101010101" pitchFamily="2" charset="-122"/>
              </a:rPr>
              <a:t>9</a:t>
            </a:r>
          </a:p>
          <a:p>
            <a:pPr eaLnBrk="1" hangingPunct="1"/>
            <a:r>
              <a:rPr kumimoji="0" lang="en-US" altLang="zh-CN" b="1" u="none" dirty="0">
                <a:solidFill>
                  <a:srgbClr val="000000"/>
                </a:solidFill>
                <a:latin typeface="宋体" panose="02010600030101010101" pitchFamily="2" charset="-122"/>
              </a:rPr>
              <a:t>MAX   DB   ?</a:t>
            </a:r>
          </a:p>
          <a:p>
            <a:pPr eaLnBrk="1" hangingPunct="1"/>
            <a:r>
              <a:rPr kumimoji="0" lang="en-US" altLang="zh-CN" b="1" u="none" dirty="0">
                <a:solidFill>
                  <a:srgbClr val="000000"/>
                </a:solidFill>
                <a:latin typeface="宋体" panose="02010600030101010101" pitchFamily="2" charset="-122"/>
              </a:rPr>
              <a:t>DTS   ENDS</a:t>
            </a:r>
          </a:p>
          <a:p>
            <a:pPr eaLnBrk="1" hangingPunct="1"/>
            <a:endParaRPr kumimoji="0" lang="en-US" altLang="zh-CN" b="1" u="none" dirty="0">
              <a:solidFill>
                <a:srgbClr val="000000"/>
              </a:solidFill>
              <a:latin typeface="宋体" panose="02010600030101010101" pitchFamily="2" charset="-122"/>
            </a:endParaRPr>
          </a:p>
          <a:p>
            <a:pPr eaLnBrk="1" hangingPunct="1"/>
            <a:r>
              <a:rPr kumimoji="0" lang="en-US" altLang="zh-CN" b="1" u="none" dirty="0">
                <a:solidFill>
                  <a:srgbClr val="000000"/>
                </a:solidFill>
                <a:latin typeface="宋体" panose="02010600030101010101" pitchFamily="2" charset="-122"/>
              </a:rPr>
              <a:t>STS    SEGMENT STACK</a:t>
            </a:r>
          </a:p>
          <a:p>
            <a:pPr eaLnBrk="1" hangingPunct="1"/>
            <a:r>
              <a:rPr kumimoji="0" lang="en-US" altLang="zh-CN" b="1" u="none" dirty="0">
                <a:solidFill>
                  <a:srgbClr val="000000"/>
                </a:solidFill>
                <a:latin typeface="宋体" panose="02010600030101010101" pitchFamily="2" charset="-122"/>
              </a:rPr>
              <a:t>       DB 100 DUP(?)</a:t>
            </a:r>
          </a:p>
          <a:p>
            <a:pPr eaLnBrk="1" hangingPunct="1"/>
            <a:r>
              <a:rPr kumimoji="0" lang="en-US" altLang="zh-CN" b="1" u="none" dirty="0">
                <a:solidFill>
                  <a:srgbClr val="000000"/>
                </a:solidFill>
                <a:latin typeface="宋体" panose="02010600030101010101" pitchFamily="2" charset="-122"/>
              </a:rPr>
              <a:t>STS    ENDS</a:t>
            </a:r>
          </a:p>
        </p:txBody>
      </p:sp>
    </p:spTree>
    <p:custDataLst>
      <p:tags r:id="rId1"/>
    </p:custDataLst>
  </p:cSld>
  <p:clrMapOvr>
    <a:masterClrMapping/>
  </p:clrMapOvr>
  <p:transition>
    <p:zoom/>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灯片编号占位符 10">
            <a:extLst>
              <a:ext uri="{FF2B5EF4-FFF2-40B4-BE49-F238E27FC236}">
                <a16:creationId xmlns:a16="http://schemas.microsoft.com/office/drawing/2014/main" id="{F64648BC-319E-4CB0-95BA-4BE600C931EC}"/>
              </a:ext>
            </a:extLst>
          </p:cNvPr>
          <p:cNvSpPr>
            <a:spLocks noGrp="1"/>
          </p:cNvSpPr>
          <p:nvPr>
            <p:ph type="sldNum" sz="quarter" idx="12"/>
          </p:nvPr>
        </p:nvSpPr>
        <p:spPr>
          <a:noFill/>
        </p:spPr>
        <p:txBody>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fld id="{52FA1795-CF78-4E38-B65A-AB110244093F}" type="slidenum">
              <a:rPr kumimoji="0" lang="en-US" altLang="zh-CN" sz="1400" u="none" smtClean="0">
                <a:solidFill>
                  <a:srgbClr val="000000"/>
                </a:solidFill>
                <a:latin typeface="Arial" panose="020B0604020202020204" pitchFamily="34" charset="0"/>
              </a:rPr>
              <a:pPr/>
              <a:t>78</a:t>
            </a:fld>
            <a:endParaRPr kumimoji="0" lang="en-US" altLang="zh-CN" sz="1400" u="none">
              <a:solidFill>
                <a:srgbClr val="000000"/>
              </a:solidFill>
              <a:latin typeface="Arial" panose="020B0604020202020204" pitchFamily="34" charset="0"/>
            </a:endParaRPr>
          </a:p>
        </p:txBody>
      </p:sp>
      <p:sp>
        <p:nvSpPr>
          <p:cNvPr id="86019" name="Rectangle 2">
            <a:extLst>
              <a:ext uri="{FF2B5EF4-FFF2-40B4-BE49-F238E27FC236}">
                <a16:creationId xmlns:a16="http://schemas.microsoft.com/office/drawing/2014/main" id="{2D33148F-0ECA-4F6F-857D-3B053DC7C7E7}"/>
              </a:ext>
            </a:extLst>
          </p:cNvPr>
          <p:cNvSpPr>
            <a:spLocks noChangeArrowheads="1"/>
          </p:cNvSpPr>
          <p:nvPr/>
        </p:nvSpPr>
        <p:spPr bwMode="auto">
          <a:xfrm>
            <a:off x="755650" y="476250"/>
            <a:ext cx="7920038" cy="5883275"/>
          </a:xfrm>
          <a:prstGeom prst="rect">
            <a:avLst/>
          </a:prstGeom>
          <a:noFill/>
          <a:ln>
            <a:noFill/>
          </a:ln>
          <a:effectLst/>
          <a:extLst>
            <a:ext uri="{909E8E84-426E-40DD-AFC4-6F175D3DCCD1}">
              <a14:hiddenFill xmlns:a14="http://schemas.microsoft.com/office/drawing/2010/main">
                <a:gradFill rotWithShape="0">
                  <a:gsLst>
                    <a:gs pos="0">
                      <a:srgbClr val="47182F"/>
                    </a:gs>
                    <a:gs pos="100000">
                      <a:srgbClr val="993366"/>
                    </a:gs>
                  </a:gsLst>
                  <a:lin ang="5400000" scaled="1"/>
                </a:gradFill>
              </a14:hiddenFill>
            </a:ext>
            <a:ext uri="{91240B29-F687-4F45-9708-019B960494DF}">
              <a14:hiddenLine xmlns:a14="http://schemas.microsoft.com/office/drawing/2010/main" w="9525" algn="ctr">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eaLnBrk="1" hangingPunct="1"/>
            <a:r>
              <a:rPr kumimoji="0" lang="en-US" altLang="zh-CN" sz="2000" b="1" u="none">
                <a:solidFill>
                  <a:srgbClr val="000000"/>
                </a:solidFill>
                <a:latin typeface="宋体" panose="02010600030101010101" pitchFamily="2" charset="-122"/>
              </a:rPr>
              <a:t>CDS    SEGMENT</a:t>
            </a:r>
          </a:p>
          <a:p>
            <a:pPr eaLnBrk="1" hangingPunct="1"/>
            <a:r>
              <a:rPr kumimoji="0" lang="en-US" altLang="zh-CN" sz="2000" b="1" u="none">
                <a:solidFill>
                  <a:srgbClr val="000000"/>
                </a:solidFill>
                <a:latin typeface="宋体" panose="02010600030101010101" pitchFamily="2" charset="-122"/>
              </a:rPr>
              <a:t>       ASSUME CS:CDS</a:t>
            </a:r>
            <a:r>
              <a:rPr kumimoji="0" lang="zh-CN" altLang="en-US" sz="2000" b="1" u="none">
                <a:solidFill>
                  <a:srgbClr val="000000"/>
                </a:solidFill>
                <a:latin typeface="宋体" panose="02010600030101010101" pitchFamily="2" charset="-122"/>
              </a:rPr>
              <a:t>，</a:t>
            </a:r>
            <a:r>
              <a:rPr kumimoji="0" lang="en-US" altLang="zh-CN" sz="2000" b="1" u="none">
                <a:solidFill>
                  <a:srgbClr val="000000"/>
                </a:solidFill>
                <a:latin typeface="宋体" panose="02010600030101010101" pitchFamily="2" charset="-122"/>
              </a:rPr>
              <a:t>DS:DTS</a:t>
            </a:r>
            <a:r>
              <a:rPr kumimoji="0" lang="zh-CN" altLang="en-US" sz="2000" b="1" u="none">
                <a:solidFill>
                  <a:srgbClr val="000000"/>
                </a:solidFill>
                <a:latin typeface="宋体" panose="02010600030101010101" pitchFamily="2" charset="-122"/>
              </a:rPr>
              <a:t>，</a:t>
            </a:r>
            <a:r>
              <a:rPr kumimoji="0" lang="en-US" altLang="zh-CN" sz="2000" b="1" u="none">
                <a:solidFill>
                  <a:srgbClr val="000000"/>
                </a:solidFill>
                <a:latin typeface="宋体" panose="02010600030101010101" pitchFamily="2" charset="-122"/>
              </a:rPr>
              <a:t>SS:STS</a:t>
            </a:r>
          </a:p>
          <a:p>
            <a:pPr eaLnBrk="1" hangingPunct="1"/>
            <a:r>
              <a:rPr kumimoji="0" lang="en-US" altLang="zh-CN" sz="2000" b="1" u="none">
                <a:solidFill>
                  <a:srgbClr val="000000"/>
                </a:solidFill>
                <a:latin typeface="宋体" panose="02010600030101010101" pitchFamily="2" charset="-122"/>
              </a:rPr>
              <a:t>MAIN:  MOV  </a:t>
            </a:r>
            <a:r>
              <a:rPr kumimoji="0" lang="en-US" altLang="zh-CN" sz="2000" b="1" u="none">
                <a:solidFill>
                  <a:srgbClr val="000000"/>
                </a:solidFill>
                <a:latin typeface="Arial" panose="020B0604020202020204" pitchFamily="34" charset="0"/>
              </a:rPr>
              <a:t>________</a:t>
            </a:r>
            <a:r>
              <a:rPr kumimoji="0" lang="zh-CN" altLang="en-US" sz="2000" b="1" u="none">
                <a:solidFill>
                  <a:srgbClr val="000000"/>
                </a:solidFill>
                <a:latin typeface="宋体" panose="02010600030101010101" pitchFamily="2" charset="-122"/>
              </a:rPr>
              <a:t>，</a:t>
            </a:r>
            <a:r>
              <a:rPr kumimoji="0" lang="en-US" altLang="zh-CN" sz="2000" b="1" u="none">
                <a:solidFill>
                  <a:srgbClr val="000000"/>
                </a:solidFill>
                <a:latin typeface="宋体" panose="02010600030101010101" pitchFamily="2" charset="-122"/>
              </a:rPr>
              <a:t>DTS</a:t>
            </a:r>
          </a:p>
          <a:p>
            <a:pPr eaLnBrk="1" hangingPunct="1"/>
            <a:r>
              <a:rPr kumimoji="0" lang="en-US" altLang="zh-CN" sz="2000" b="1" u="none">
                <a:solidFill>
                  <a:srgbClr val="000000"/>
                </a:solidFill>
                <a:latin typeface="宋体" panose="02010600030101010101" pitchFamily="2" charset="-122"/>
              </a:rPr>
              <a:t>       MOV  </a:t>
            </a:r>
            <a:r>
              <a:rPr kumimoji="0" lang="en-US" altLang="zh-CN" sz="2000" b="1" u="none">
                <a:solidFill>
                  <a:srgbClr val="000000"/>
                </a:solidFill>
                <a:latin typeface="Arial" panose="020B0604020202020204" pitchFamily="34" charset="0"/>
              </a:rPr>
              <a:t>________ </a:t>
            </a:r>
            <a:r>
              <a:rPr kumimoji="0" lang="zh-CN" altLang="en-US" sz="2000" b="1" u="none">
                <a:solidFill>
                  <a:srgbClr val="000000"/>
                </a:solidFill>
                <a:latin typeface="宋体" panose="02010600030101010101" pitchFamily="2" charset="-122"/>
              </a:rPr>
              <a:t>， </a:t>
            </a:r>
            <a:r>
              <a:rPr kumimoji="0" lang="en-US" altLang="zh-CN" sz="2000" b="1" u="none">
                <a:solidFill>
                  <a:srgbClr val="000000"/>
                </a:solidFill>
                <a:latin typeface="宋体" panose="02010600030101010101" pitchFamily="2" charset="-122"/>
              </a:rPr>
              <a:t>AX</a:t>
            </a:r>
          </a:p>
          <a:p>
            <a:pPr eaLnBrk="1" hangingPunct="1"/>
            <a:r>
              <a:rPr kumimoji="0" lang="es-ES" altLang="zh-CN" sz="2000" b="1" u="none">
                <a:solidFill>
                  <a:srgbClr val="000000"/>
                </a:solidFill>
                <a:latin typeface="宋体" panose="02010600030101010101" pitchFamily="2" charset="-122"/>
              </a:rPr>
              <a:t>       LEA   SI, </a:t>
            </a:r>
            <a:r>
              <a:rPr kumimoji="0" lang="en-US" altLang="zh-CN" sz="2000" b="1" u="none">
                <a:solidFill>
                  <a:srgbClr val="000000"/>
                </a:solidFill>
                <a:latin typeface="Arial" panose="020B0604020202020204" pitchFamily="34" charset="0"/>
              </a:rPr>
              <a:t>________</a:t>
            </a:r>
            <a:r>
              <a:rPr kumimoji="0" lang="es-ES" altLang="zh-CN" sz="2000" b="1" u="none">
                <a:solidFill>
                  <a:srgbClr val="000000"/>
                </a:solidFill>
                <a:latin typeface="宋体" panose="02010600030101010101" pitchFamily="2" charset="-122"/>
              </a:rPr>
              <a:t> </a:t>
            </a:r>
            <a:r>
              <a:rPr kumimoji="0" lang="zh-CN" altLang="es-ES" sz="2000" b="1" u="none">
                <a:solidFill>
                  <a:srgbClr val="000000"/>
                </a:solidFill>
                <a:latin typeface="宋体" panose="02010600030101010101" pitchFamily="2" charset="-122"/>
              </a:rPr>
              <a:t>；</a:t>
            </a:r>
            <a:r>
              <a:rPr kumimoji="0" lang="es-ES" altLang="zh-CN" sz="2000" b="1" u="none">
                <a:solidFill>
                  <a:srgbClr val="000000"/>
                </a:solidFill>
                <a:latin typeface="宋体" panose="02010600030101010101" pitchFamily="2" charset="-122"/>
              </a:rPr>
              <a:t>SI</a:t>
            </a:r>
            <a:r>
              <a:rPr kumimoji="0" lang="zh-CN" altLang="es-ES" sz="2000" b="1" u="none">
                <a:solidFill>
                  <a:srgbClr val="000000"/>
                </a:solidFill>
                <a:latin typeface="宋体" panose="02010600030101010101" pitchFamily="2" charset="-122"/>
              </a:rPr>
              <a:t>指向数据块首地址</a:t>
            </a:r>
          </a:p>
          <a:p>
            <a:pPr eaLnBrk="1" hangingPunct="1"/>
            <a:r>
              <a:rPr kumimoji="0" lang="es-ES" altLang="zh-CN" sz="2000" b="1" u="none">
                <a:solidFill>
                  <a:srgbClr val="000000"/>
                </a:solidFill>
                <a:latin typeface="宋体" panose="02010600030101010101" pitchFamily="2" charset="-122"/>
              </a:rPr>
              <a:t>       MOV  CX</a:t>
            </a:r>
            <a:r>
              <a:rPr kumimoji="0" lang="zh-CN" altLang="es-ES" sz="2000" b="1" u="none">
                <a:solidFill>
                  <a:srgbClr val="000000"/>
                </a:solidFill>
                <a:latin typeface="宋体" panose="02010600030101010101" pitchFamily="2" charset="-122"/>
              </a:rPr>
              <a:t>，</a:t>
            </a:r>
            <a:r>
              <a:rPr kumimoji="0" lang="es-ES" altLang="zh-CN" sz="2000" b="1" u="none">
                <a:solidFill>
                  <a:srgbClr val="000000"/>
                </a:solidFill>
                <a:latin typeface="宋体" panose="02010600030101010101" pitchFamily="2" charset="-122"/>
              </a:rPr>
              <a:t>10             </a:t>
            </a:r>
            <a:r>
              <a:rPr kumimoji="0" lang="zh-CN" altLang="es-ES" sz="2000" b="1" u="none">
                <a:solidFill>
                  <a:srgbClr val="000000"/>
                </a:solidFill>
                <a:latin typeface="宋体" panose="02010600030101010101" pitchFamily="2" charset="-122"/>
              </a:rPr>
              <a:t>；置</a:t>
            </a:r>
            <a:r>
              <a:rPr kumimoji="0" lang="es-ES" altLang="zh-CN" sz="2000" b="1" u="none">
                <a:solidFill>
                  <a:srgbClr val="000000"/>
                </a:solidFill>
                <a:latin typeface="宋体" panose="02010600030101010101" pitchFamily="2" charset="-122"/>
              </a:rPr>
              <a:t>CX</a:t>
            </a:r>
            <a:r>
              <a:rPr kumimoji="0" lang="zh-CN" altLang="es-ES" sz="2000" b="1" u="none">
                <a:solidFill>
                  <a:srgbClr val="000000"/>
                </a:solidFill>
                <a:latin typeface="宋体" panose="02010600030101010101" pitchFamily="2" charset="-122"/>
              </a:rPr>
              <a:t>为数据块中数据的个数</a:t>
            </a:r>
          </a:p>
          <a:p>
            <a:pPr eaLnBrk="1" hangingPunct="1"/>
            <a:r>
              <a:rPr kumimoji="0" lang="zh-CN" altLang="en-US" sz="2000" b="1" u="none">
                <a:solidFill>
                  <a:srgbClr val="000000"/>
                </a:solidFill>
                <a:latin typeface="宋体" panose="02010600030101010101" pitchFamily="2" charset="-122"/>
              </a:rPr>
              <a:t>       </a:t>
            </a:r>
            <a:r>
              <a:rPr kumimoji="0" lang="en-US" altLang="zh-CN" sz="2000" b="1" u="none">
                <a:solidFill>
                  <a:srgbClr val="000000"/>
                </a:solidFill>
                <a:latin typeface="宋体" panose="02010600030101010101" pitchFamily="2" charset="-122"/>
              </a:rPr>
              <a:t>CLD                     </a:t>
            </a:r>
            <a:r>
              <a:rPr kumimoji="0" lang="zh-CN" altLang="en-US" sz="2000" b="1" u="none">
                <a:solidFill>
                  <a:srgbClr val="000000"/>
                </a:solidFill>
                <a:latin typeface="宋体" panose="02010600030101010101" pitchFamily="2" charset="-122"/>
              </a:rPr>
              <a:t>；置</a:t>
            </a:r>
            <a:r>
              <a:rPr kumimoji="0" lang="en-US" altLang="zh-CN" sz="2000" b="1" u="none">
                <a:solidFill>
                  <a:srgbClr val="000000"/>
                </a:solidFill>
                <a:latin typeface="宋体" panose="02010600030101010101" pitchFamily="2" charset="-122"/>
              </a:rPr>
              <a:t>DF=0</a:t>
            </a:r>
            <a:r>
              <a:rPr kumimoji="0" lang="zh-CN" altLang="en-US" sz="2000" b="1" u="none">
                <a:solidFill>
                  <a:srgbClr val="000000"/>
                </a:solidFill>
                <a:latin typeface="宋体" panose="02010600030101010101" pitchFamily="2" charset="-122"/>
              </a:rPr>
              <a:t>，使</a:t>
            </a:r>
            <a:r>
              <a:rPr kumimoji="0" lang="en-US" altLang="zh-CN" sz="2000" b="1" u="none">
                <a:solidFill>
                  <a:srgbClr val="000000"/>
                </a:solidFill>
                <a:latin typeface="宋体" panose="02010600030101010101" pitchFamily="2" charset="-122"/>
              </a:rPr>
              <a:t>SI</a:t>
            </a:r>
            <a:r>
              <a:rPr kumimoji="0" lang="zh-CN" altLang="en-US" sz="2000" b="1" u="none">
                <a:solidFill>
                  <a:srgbClr val="000000"/>
                </a:solidFill>
                <a:latin typeface="宋体" panose="02010600030101010101" pitchFamily="2" charset="-122"/>
              </a:rPr>
              <a:t>递增</a:t>
            </a:r>
          </a:p>
          <a:p>
            <a:pPr eaLnBrk="1" hangingPunct="1"/>
            <a:r>
              <a:rPr kumimoji="0" lang="zh-CN" altLang="en-US" sz="2000" b="1" u="none">
                <a:solidFill>
                  <a:srgbClr val="000000"/>
                </a:solidFill>
                <a:latin typeface="宋体" panose="02010600030101010101" pitchFamily="2" charset="-122"/>
              </a:rPr>
              <a:t>       </a:t>
            </a:r>
            <a:r>
              <a:rPr kumimoji="0" lang="en-US" altLang="zh-CN" sz="2000" b="1" u="none">
                <a:solidFill>
                  <a:srgbClr val="000000"/>
                </a:solidFill>
                <a:latin typeface="宋体" panose="02010600030101010101" pitchFamily="2" charset="-122"/>
              </a:rPr>
              <a:t>LODSB                  </a:t>
            </a:r>
            <a:r>
              <a:rPr kumimoji="0" lang="zh-CN" altLang="en-US" sz="2000" b="1" u="none">
                <a:solidFill>
                  <a:srgbClr val="000000"/>
                </a:solidFill>
                <a:latin typeface="宋体" panose="02010600030101010101" pitchFamily="2" charset="-122"/>
              </a:rPr>
              <a:t>；取第一个数据</a:t>
            </a:r>
          </a:p>
          <a:p>
            <a:pPr eaLnBrk="1" hangingPunct="1"/>
            <a:r>
              <a:rPr kumimoji="0" lang="zh-CN" altLang="en-US" sz="2000" b="1" u="none">
                <a:solidFill>
                  <a:srgbClr val="000000"/>
                </a:solidFill>
                <a:latin typeface="宋体" panose="02010600030101010101" pitchFamily="2" charset="-122"/>
              </a:rPr>
              <a:t>       </a:t>
            </a:r>
            <a:r>
              <a:rPr kumimoji="0" lang="en-US" altLang="zh-CN" sz="2000" b="1" u="none">
                <a:solidFill>
                  <a:srgbClr val="000000"/>
                </a:solidFill>
                <a:latin typeface="宋体" panose="02010600030101010101" pitchFamily="2" charset="-122"/>
              </a:rPr>
              <a:t>MOV  MAX</a:t>
            </a:r>
            <a:r>
              <a:rPr kumimoji="0" lang="zh-CN" altLang="en-US" sz="2000" b="1" u="none">
                <a:solidFill>
                  <a:srgbClr val="000000"/>
                </a:solidFill>
                <a:latin typeface="宋体" panose="02010600030101010101" pitchFamily="2" charset="-122"/>
              </a:rPr>
              <a:t>，</a:t>
            </a:r>
            <a:r>
              <a:rPr kumimoji="0" lang="en-US" altLang="zh-CN" sz="2000" b="1" u="none">
                <a:solidFill>
                  <a:srgbClr val="000000"/>
                </a:solidFill>
                <a:latin typeface="宋体" panose="02010600030101010101" pitchFamily="2" charset="-122"/>
              </a:rPr>
              <a:t>AL            </a:t>
            </a:r>
            <a:r>
              <a:rPr kumimoji="0" lang="zh-CN" altLang="en-US" sz="2000" b="1" u="none">
                <a:solidFill>
                  <a:srgbClr val="000000"/>
                </a:solidFill>
                <a:latin typeface="宋体" panose="02010600030101010101" pitchFamily="2" charset="-122"/>
              </a:rPr>
              <a:t>；存当前最大值</a:t>
            </a:r>
          </a:p>
          <a:p>
            <a:pPr eaLnBrk="1" hangingPunct="1"/>
            <a:r>
              <a:rPr kumimoji="0" lang="zh-CN" altLang="en-US" sz="2000" b="1" u="none">
                <a:solidFill>
                  <a:srgbClr val="000000"/>
                </a:solidFill>
                <a:latin typeface="宋体" panose="02010600030101010101" pitchFamily="2" charset="-122"/>
              </a:rPr>
              <a:t>       </a:t>
            </a:r>
            <a:r>
              <a:rPr kumimoji="0" lang="en-US" altLang="zh-CN" sz="2000" b="1" u="none">
                <a:solidFill>
                  <a:srgbClr val="000000"/>
                </a:solidFill>
                <a:latin typeface="宋体" panose="02010600030101010101" pitchFamily="2" charset="-122"/>
              </a:rPr>
              <a:t>DEC  </a:t>
            </a:r>
            <a:r>
              <a:rPr kumimoji="0" lang="en-US" altLang="zh-CN" sz="2000" b="1" u="none">
                <a:solidFill>
                  <a:srgbClr val="000000"/>
                </a:solidFill>
                <a:latin typeface="Arial" panose="020B0604020202020204" pitchFamily="34" charset="0"/>
              </a:rPr>
              <a:t>_______</a:t>
            </a:r>
            <a:r>
              <a:rPr kumimoji="0" lang="en-US" altLang="zh-CN" sz="2000" b="1" u="none">
                <a:solidFill>
                  <a:srgbClr val="000000"/>
                </a:solidFill>
                <a:latin typeface="宋体" panose="02010600030101010101" pitchFamily="2" charset="-122"/>
              </a:rPr>
              <a:t>         </a:t>
            </a:r>
            <a:r>
              <a:rPr kumimoji="0" lang="zh-CN" altLang="es-ES" sz="2000" b="1" u="none">
                <a:solidFill>
                  <a:srgbClr val="000000"/>
                </a:solidFill>
                <a:latin typeface="宋体" panose="02010600030101010101" pitchFamily="2" charset="-122"/>
              </a:rPr>
              <a:t>；递减已处理数据的数量</a:t>
            </a:r>
          </a:p>
          <a:p>
            <a:pPr eaLnBrk="1" hangingPunct="1"/>
            <a:r>
              <a:rPr kumimoji="0" lang="en-US" altLang="zh-CN" sz="2000" b="1" u="none">
                <a:solidFill>
                  <a:srgbClr val="000000"/>
                </a:solidFill>
                <a:latin typeface="宋体" panose="02010600030101010101" pitchFamily="2" charset="-122"/>
              </a:rPr>
              <a:t>NEXT:  LODSB                   </a:t>
            </a:r>
            <a:r>
              <a:rPr kumimoji="0" lang="zh-CN" altLang="en-US" sz="2000" b="1" u="none">
                <a:solidFill>
                  <a:srgbClr val="000000"/>
                </a:solidFill>
                <a:latin typeface="宋体" panose="02010600030101010101" pitchFamily="2" charset="-122"/>
              </a:rPr>
              <a:t>；取一个新数据</a:t>
            </a:r>
          </a:p>
          <a:p>
            <a:pPr eaLnBrk="1" hangingPunct="1"/>
            <a:r>
              <a:rPr kumimoji="0" lang="zh-CN" altLang="en-US" sz="2000" b="1" u="none">
                <a:solidFill>
                  <a:srgbClr val="000000"/>
                </a:solidFill>
                <a:latin typeface="宋体" panose="02010600030101010101" pitchFamily="2" charset="-122"/>
              </a:rPr>
              <a:t>       </a:t>
            </a:r>
            <a:r>
              <a:rPr kumimoji="0" lang="en-US" altLang="zh-CN" sz="2000" b="1" u="none">
                <a:solidFill>
                  <a:srgbClr val="000000"/>
                </a:solidFill>
                <a:latin typeface="宋体" panose="02010600030101010101" pitchFamily="2" charset="-122"/>
              </a:rPr>
              <a:t>CMP  AL</a:t>
            </a:r>
            <a:r>
              <a:rPr kumimoji="0" lang="zh-CN" altLang="en-US" sz="2000" b="1" u="none">
                <a:solidFill>
                  <a:srgbClr val="000000"/>
                </a:solidFill>
                <a:latin typeface="宋体" panose="02010600030101010101" pitchFamily="2" charset="-122"/>
              </a:rPr>
              <a:t>，</a:t>
            </a:r>
            <a:r>
              <a:rPr kumimoji="0" lang="en-US" altLang="zh-CN" sz="2000" b="1" u="none">
                <a:solidFill>
                  <a:srgbClr val="000000"/>
                </a:solidFill>
                <a:latin typeface="宋体" panose="02010600030101010101" pitchFamily="2" charset="-122"/>
              </a:rPr>
              <a:t>MAX            </a:t>
            </a:r>
            <a:r>
              <a:rPr kumimoji="0" lang="zh-CN" altLang="en-US" sz="2000" b="1" u="none">
                <a:solidFill>
                  <a:srgbClr val="000000"/>
                </a:solidFill>
                <a:latin typeface="宋体" panose="02010600030101010101" pitchFamily="2" charset="-122"/>
              </a:rPr>
              <a:t>；</a:t>
            </a:r>
            <a:r>
              <a:rPr kumimoji="0" lang="zh-CN" altLang="da-DK" sz="2000" b="1" u="none">
                <a:solidFill>
                  <a:srgbClr val="000000"/>
                </a:solidFill>
                <a:latin typeface="宋体" panose="02010600030101010101" pitchFamily="2" charset="-122"/>
              </a:rPr>
              <a:t>新数据与当前最大值作比较</a:t>
            </a:r>
          </a:p>
          <a:p>
            <a:pPr eaLnBrk="1" hangingPunct="1"/>
            <a:r>
              <a:rPr kumimoji="0" lang="zh-CN" altLang="en-US" sz="2000" b="1" u="none">
                <a:solidFill>
                  <a:srgbClr val="000000"/>
                </a:solidFill>
                <a:latin typeface="宋体" panose="02010600030101010101" pitchFamily="2" charset="-122"/>
              </a:rPr>
              <a:t>       </a:t>
            </a:r>
            <a:r>
              <a:rPr kumimoji="0" lang="en-US" altLang="zh-CN" sz="2000" b="1" u="none">
                <a:solidFill>
                  <a:srgbClr val="000000"/>
                </a:solidFill>
                <a:latin typeface="Arial" panose="020B0604020202020204" pitchFamily="34" charset="0"/>
              </a:rPr>
              <a:t>________</a:t>
            </a:r>
            <a:r>
              <a:rPr kumimoji="0" lang="en-US" altLang="zh-CN" sz="2000" b="1" u="none">
                <a:solidFill>
                  <a:srgbClr val="000000"/>
                </a:solidFill>
                <a:latin typeface="宋体" panose="02010600030101010101" pitchFamily="2" charset="-122"/>
              </a:rPr>
              <a:t> OVER           </a:t>
            </a:r>
            <a:r>
              <a:rPr kumimoji="0" lang="zh-CN" altLang="en-US" sz="2000" b="1" u="none">
                <a:solidFill>
                  <a:srgbClr val="000000"/>
                </a:solidFill>
                <a:latin typeface="宋体" panose="02010600030101010101" pitchFamily="2" charset="-122"/>
              </a:rPr>
              <a:t>；</a:t>
            </a:r>
            <a:r>
              <a:rPr kumimoji="0" lang="zh-CN" altLang="da-DK" sz="2000" b="1" u="none">
                <a:solidFill>
                  <a:srgbClr val="000000"/>
                </a:solidFill>
                <a:latin typeface="宋体" panose="02010600030101010101" pitchFamily="2" charset="-122"/>
              </a:rPr>
              <a:t>新数据小于当前最大值</a:t>
            </a:r>
          </a:p>
          <a:p>
            <a:pPr eaLnBrk="1" hangingPunct="1"/>
            <a:r>
              <a:rPr kumimoji="0" lang="zh-CN" altLang="en-US" sz="2000" b="1" u="none">
                <a:solidFill>
                  <a:srgbClr val="000000"/>
                </a:solidFill>
                <a:latin typeface="宋体" panose="02010600030101010101" pitchFamily="2" charset="-122"/>
              </a:rPr>
              <a:t>       </a:t>
            </a:r>
            <a:r>
              <a:rPr kumimoji="0" lang="en-US" altLang="zh-CN" sz="2000" b="1" u="none">
                <a:solidFill>
                  <a:srgbClr val="000000"/>
                </a:solidFill>
                <a:latin typeface="宋体" panose="02010600030101010101" pitchFamily="2" charset="-122"/>
              </a:rPr>
              <a:t>MOV  </a:t>
            </a:r>
            <a:r>
              <a:rPr kumimoji="0" lang="en-US" altLang="zh-CN" sz="2000" b="1" u="none">
                <a:solidFill>
                  <a:srgbClr val="000000"/>
                </a:solidFill>
                <a:latin typeface="Arial" panose="020B0604020202020204" pitchFamily="34" charset="0"/>
              </a:rPr>
              <a:t>________ </a:t>
            </a:r>
            <a:r>
              <a:rPr kumimoji="0" lang="zh-CN" altLang="en-US" sz="2000" b="1" u="none">
                <a:solidFill>
                  <a:srgbClr val="000000"/>
                </a:solidFill>
                <a:latin typeface="宋体" panose="02010600030101010101" pitchFamily="2" charset="-122"/>
              </a:rPr>
              <a:t>，</a:t>
            </a:r>
            <a:r>
              <a:rPr kumimoji="0" lang="en-US" altLang="zh-CN" sz="2000" b="1" u="none">
                <a:solidFill>
                  <a:srgbClr val="000000"/>
                </a:solidFill>
                <a:latin typeface="宋体" panose="02010600030101010101" pitchFamily="2" charset="-122"/>
              </a:rPr>
              <a:t>AL      </a:t>
            </a:r>
            <a:r>
              <a:rPr kumimoji="0" lang="zh-CN" altLang="en-US" sz="2000" b="1" u="none">
                <a:solidFill>
                  <a:srgbClr val="000000"/>
                </a:solidFill>
                <a:latin typeface="宋体" panose="02010600030101010101" pitchFamily="2" charset="-122"/>
              </a:rPr>
              <a:t>；</a:t>
            </a:r>
            <a:r>
              <a:rPr kumimoji="0" lang="zh-CN" altLang="da-DK" sz="2000" b="1" u="none">
                <a:solidFill>
                  <a:srgbClr val="000000"/>
                </a:solidFill>
                <a:latin typeface="宋体" panose="02010600030101010101" pitchFamily="2" charset="-122"/>
              </a:rPr>
              <a:t>新数据作为当前最大值</a:t>
            </a:r>
          </a:p>
          <a:p>
            <a:pPr eaLnBrk="1" hangingPunct="1"/>
            <a:r>
              <a:rPr kumimoji="0" lang="en-US" altLang="zh-CN" sz="2000" b="1" u="none">
                <a:solidFill>
                  <a:srgbClr val="000000"/>
                </a:solidFill>
                <a:latin typeface="宋体" panose="02010600030101010101" pitchFamily="2" charset="-122"/>
              </a:rPr>
              <a:t>OVER:  LOOP </a:t>
            </a:r>
            <a:r>
              <a:rPr kumimoji="0" lang="en-US" altLang="zh-CN" sz="2000" b="1" u="none">
                <a:solidFill>
                  <a:srgbClr val="000000"/>
                </a:solidFill>
                <a:latin typeface="Arial" panose="020B0604020202020204" pitchFamily="34" charset="0"/>
              </a:rPr>
              <a:t>________</a:t>
            </a:r>
            <a:r>
              <a:rPr kumimoji="0" lang="en-US" altLang="zh-CN" sz="2000" b="1" u="none">
                <a:solidFill>
                  <a:srgbClr val="000000"/>
                </a:solidFill>
                <a:latin typeface="宋体" panose="02010600030101010101" pitchFamily="2" charset="-122"/>
              </a:rPr>
              <a:t> </a:t>
            </a:r>
            <a:r>
              <a:rPr kumimoji="0" lang="zh-CN" altLang="en-US" sz="2000" b="1" u="none">
                <a:solidFill>
                  <a:srgbClr val="000000"/>
                </a:solidFill>
                <a:latin typeface="宋体" panose="02010600030101010101" pitchFamily="2" charset="-122"/>
              </a:rPr>
              <a:t>；</a:t>
            </a:r>
            <a:r>
              <a:rPr kumimoji="0" lang="zh-CN" altLang="da-DK" sz="2000" b="1" u="none">
                <a:solidFill>
                  <a:srgbClr val="000000"/>
                </a:solidFill>
                <a:latin typeface="宋体" panose="02010600030101010101" pitchFamily="2" charset="-122"/>
              </a:rPr>
              <a:t>未处理完，则继续</a:t>
            </a:r>
          </a:p>
          <a:p>
            <a:pPr eaLnBrk="1" hangingPunct="1"/>
            <a:r>
              <a:rPr kumimoji="0" lang="da-DK" altLang="zh-CN" sz="2000" b="1" u="none">
                <a:solidFill>
                  <a:srgbClr val="000000"/>
                </a:solidFill>
                <a:latin typeface="宋体" panose="02010600030101010101" pitchFamily="2" charset="-122"/>
              </a:rPr>
              <a:t>       MOV  AH</a:t>
            </a:r>
            <a:r>
              <a:rPr kumimoji="0" lang="zh-CN" altLang="da-DK" sz="2000" b="1" u="none">
                <a:solidFill>
                  <a:srgbClr val="000000"/>
                </a:solidFill>
                <a:latin typeface="宋体" panose="02010600030101010101" pitchFamily="2" charset="-122"/>
              </a:rPr>
              <a:t>，</a:t>
            </a:r>
            <a:r>
              <a:rPr kumimoji="0" lang="da-DK" altLang="zh-CN" sz="2000" b="1" u="none">
                <a:solidFill>
                  <a:srgbClr val="000000"/>
                </a:solidFill>
                <a:latin typeface="宋体" panose="02010600030101010101" pitchFamily="2" charset="-122"/>
              </a:rPr>
              <a:t>4CH</a:t>
            </a:r>
          </a:p>
          <a:p>
            <a:pPr eaLnBrk="1" hangingPunct="1"/>
            <a:r>
              <a:rPr kumimoji="0" lang="da-DK" altLang="zh-CN" sz="2000" b="1" u="none">
                <a:solidFill>
                  <a:srgbClr val="000000"/>
                </a:solidFill>
                <a:latin typeface="宋体" panose="02010600030101010101" pitchFamily="2" charset="-122"/>
              </a:rPr>
              <a:t>       INT   21H</a:t>
            </a:r>
          </a:p>
          <a:p>
            <a:pPr eaLnBrk="1" hangingPunct="1"/>
            <a:r>
              <a:rPr kumimoji="0" lang="da-DK" altLang="zh-CN" sz="2000" b="1" u="none">
                <a:solidFill>
                  <a:srgbClr val="000000"/>
                </a:solidFill>
                <a:latin typeface="宋体" panose="02010600030101010101" pitchFamily="2" charset="-122"/>
              </a:rPr>
              <a:t>CDS    ENDS</a:t>
            </a:r>
          </a:p>
          <a:p>
            <a:pPr eaLnBrk="1" hangingPunct="1"/>
            <a:r>
              <a:rPr kumimoji="0" lang="da-DK" altLang="zh-CN" sz="2000" b="1" u="none">
                <a:solidFill>
                  <a:srgbClr val="000000"/>
                </a:solidFill>
                <a:latin typeface="宋体" panose="02010600030101010101" pitchFamily="2" charset="-122"/>
              </a:rPr>
              <a:t>       END </a:t>
            </a:r>
            <a:r>
              <a:rPr kumimoji="0" lang="en-US" altLang="zh-CN" sz="2000" b="1" u="none">
                <a:solidFill>
                  <a:srgbClr val="000000"/>
                </a:solidFill>
                <a:latin typeface="Arial" panose="020B0604020202020204" pitchFamily="34" charset="0"/>
              </a:rPr>
              <a:t>________</a:t>
            </a:r>
            <a:r>
              <a:rPr kumimoji="0" lang="es-ES" altLang="zh-CN" sz="2000" b="1" u="none">
                <a:solidFill>
                  <a:srgbClr val="000000"/>
                </a:solidFill>
                <a:latin typeface="宋体" panose="02010600030101010101" pitchFamily="2" charset="-122"/>
              </a:rPr>
              <a:t> </a:t>
            </a:r>
            <a:r>
              <a:rPr kumimoji="0" lang="zh-CN" altLang="es-ES" sz="2000" b="1" u="none">
                <a:solidFill>
                  <a:srgbClr val="000000"/>
                </a:solidFill>
                <a:latin typeface="宋体" panose="02010600030101010101" pitchFamily="2" charset="-122"/>
              </a:rPr>
              <a:t>；指明程序入口，结束汇编 </a:t>
            </a:r>
          </a:p>
        </p:txBody>
      </p:sp>
      <p:sp>
        <p:nvSpPr>
          <p:cNvPr id="758787" name="Text Box 3">
            <a:extLst>
              <a:ext uri="{FF2B5EF4-FFF2-40B4-BE49-F238E27FC236}">
                <a16:creationId xmlns:a16="http://schemas.microsoft.com/office/drawing/2014/main" id="{7468BC8C-9EC6-4BDF-ADA3-84EB09E5BAED}"/>
              </a:ext>
            </a:extLst>
          </p:cNvPr>
          <p:cNvSpPr txBox="1">
            <a:spLocks noChangeArrowheads="1"/>
          </p:cNvSpPr>
          <p:nvPr/>
        </p:nvSpPr>
        <p:spPr bwMode="auto">
          <a:xfrm>
            <a:off x="2484438" y="1052513"/>
            <a:ext cx="792162" cy="396875"/>
          </a:xfrm>
          <a:prstGeom prst="rect">
            <a:avLst/>
          </a:prstGeom>
          <a:noFill/>
          <a:ln>
            <a:noFill/>
          </a:ln>
          <a:effectLst/>
          <a:extLst>
            <a:ext uri="{909E8E84-426E-40DD-AFC4-6F175D3DCCD1}">
              <a14:hiddenFill xmlns:a14="http://schemas.microsoft.com/office/drawing/2010/main">
                <a:gradFill rotWithShape="0">
                  <a:gsLst>
                    <a:gs pos="0">
                      <a:srgbClr val="47182F"/>
                    </a:gs>
                    <a:gs pos="100000">
                      <a:srgbClr val="993366"/>
                    </a:gs>
                  </a:gsLst>
                  <a:lin ang="5400000" scaled="1"/>
                </a:gradFill>
              </a14:hiddenFill>
            </a:ext>
            <a:ext uri="{91240B29-F687-4F45-9708-019B960494DF}">
              <a14:hiddenLine xmlns:a14="http://schemas.microsoft.com/office/drawing/2010/main" w="9525" algn="ctr">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kumimoji="0" lang="en-US" altLang="zh-CN" sz="2000" b="1" u="none">
                <a:solidFill>
                  <a:srgbClr val="FF0000"/>
                </a:solidFill>
                <a:latin typeface="Arial" panose="020B0604020202020204" pitchFamily="34" charset="0"/>
              </a:rPr>
              <a:t>AX</a:t>
            </a:r>
          </a:p>
        </p:txBody>
      </p:sp>
      <p:sp>
        <p:nvSpPr>
          <p:cNvPr id="758788" name="Text Box 4">
            <a:extLst>
              <a:ext uri="{FF2B5EF4-FFF2-40B4-BE49-F238E27FC236}">
                <a16:creationId xmlns:a16="http://schemas.microsoft.com/office/drawing/2014/main" id="{BBDA7DA9-10D4-46CE-B4A3-5119E91E36C4}"/>
              </a:ext>
            </a:extLst>
          </p:cNvPr>
          <p:cNvSpPr txBox="1">
            <a:spLocks noChangeArrowheads="1"/>
          </p:cNvSpPr>
          <p:nvPr/>
        </p:nvSpPr>
        <p:spPr bwMode="auto">
          <a:xfrm>
            <a:off x="2484438" y="1341438"/>
            <a:ext cx="863600" cy="396875"/>
          </a:xfrm>
          <a:prstGeom prst="rect">
            <a:avLst/>
          </a:prstGeom>
          <a:noFill/>
          <a:ln>
            <a:noFill/>
          </a:ln>
          <a:effectLst/>
          <a:extLst>
            <a:ext uri="{909E8E84-426E-40DD-AFC4-6F175D3DCCD1}">
              <a14:hiddenFill xmlns:a14="http://schemas.microsoft.com/office/drawing/2010/main">
                <a:gradFill rotWithShape="0">
                  <a:gsLst>
                    <a:gs pos="0">
                      <a:srgbClr val="47182F"/>
                    </a:gs>
                    <a:gs pos="100000">
                      <a:srgbClr val="993366"/>
                    </a:gs>
                  </a:gsLst>
                  <a:lin ang="5400000" scaled="1"/>
                </a:gradFill>
              </a14:hiddenFill>
            </a:ext>
            <a:ext uri="{91240B29-F687-4F45-9708-019B960494DF}">
              <a14:hiddenLine xmlns:a14="http://schemas.microsoft.com/office/drawing/2010/main" w="9525" algn="ctr">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kumimoji="0" lang="en-US" altLang="zh-CN" sz="2000" b="1" u="none">
                <a:solidFill>
                  <a:srgbClr val="FF0000"/>
                </a:solidFill>
                <a:latin typeface="Arial" panose="020B0604020202020204" pitchFamily="34" charset="0"/>
              </a:rPr>
              <a:t>DS</a:t>
            </a:r>
          </a:p>
        </p:txBody>
      </p:sp>
      <p:sp>
        <p:nvSpPr>
          <p:cNvPr id="758791" name="Text Box 7">
            <a:extLst>
              <a:ext uri="{FF2B5EF4-FFF2-40B4-BE49-F238E27FC236}">
                <a16:creationId xmlns:a16="http://schemas.microsoft.com/office/drawing/2014/main" id="{1D0BBE89-D728-4157-9CCF-4F877FCDBEC7}"/>
              </a:ext>
            </a:extLst>
          </p:cNvPr>
          <p:cNvSpPr txBox="1">
            <a:spLocks noChangeArrowheads="1"/>
          </p:cNvSpPr>
          <p:nvPr/>
        </p:nvSpPr>
        <p:spPr bwMode="auto">
          <a:xfrm>
            <a:off x="2771775" y="1700213"/>
            <a:ext cx="1657350" cy="396875"/>
          </a:xfrm>
          <a:prstGeom prst="rect">
            <a:avLst/>
          </a:prstGeom>
          <a:noFill/>
          <a:ln>
            <a:noFill/>
          </a:ln>
          <a:effectLst/>
          <a:extLst>
            <a:ext uri="{909E8E84-426E-40DD-AFC4-6F175D3DCCD1}">
              <a14:hiddenFill xmlns:a14="http://schemas.microsoft.com/office/drawing/2010/main">
                <a:gradFill rotWithShape="0">
                  <a:gsLst>
                    <a:gs pos="0">
                      <a:srgbClr val="47182F"/>
                    </a:gs>
                    <a:gs pos="100000">
                      <a:srgbClr val="993366"/>
                    </a:gs>
                  </a:gsLst>
                  <a:lin ang="5400000" scaled="1"/>
                </a:gradFill>
              </a14:hiddenFill>
            </a:ext>
            <a:ext uri="{91240B29-F687-4F45-9708-019B960494DF}">
              <a14:hiddenLine xmlns:a14="http://schemas.microsoft.com/office/drawing/2010/main" w="9525" algn="ctr">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kumimoji="0" lang="en-US" altLang="zh-CN" sz="2000" b="1" u="none">
                <a:solidFill>
                  <a:srgbClr val="FF0000"/>
                </a:solidFill>
                <a:latin typeface="Arial" panose="020B0604020202020204" pitchFamily="34" charset="0"/>
              </a:rPr>
              <a:t>DATA</a:t>
            </a:r>
          </a:p>
        </p:txBody>
      </p:sp>
      <p:sp>
        <p:nvSpPr>
          <p:cNvPr id="758792" name="Text Box 8">
            <a:extLst>
              <a:ext uri="{FF2B5EF4-FFF2-40B4-BE49-F238E27FC236}">
                <a16:creationId xmlns:a16="http://schemas.microsoft.com/office/drawing/2014/main" id="{38F6A488-9717-42EB-9184-4BEF4F174904}"/>
              </a:ext>
            </a:extLst>
          </p:cNvPr>
          <p:cNvSpPr txBox="1">
            <a:spLocks noChangeArrowheads="1"/>
          </p:cNvSpPr>
          <p:nvPr/>
        </p:nvSpPr>
        <p:spPr bwMode="auto">
          <a:xfrm>
            <a:off x="2411413" y="3213100"/>
            <a:ext cx="1081087" cy="396875"/>
          </a:xfrm>
          <a:prstGeom prst="rect">
            <a:avLst/>
          </a:prstGeom>
          <a:noFill/>
          <a:ln>
            <a:noFill/>
          </a:ln>
          <a:effectLst/>
          <a:extLst>
            <a:ext uri="{909E8E84-426E-40DD-AFC4-6F175D3DCCD1}">
              <a14:hiddenFill xmlns:a14="http://schemas.microsoft.com/office/drawing/2010/main">
                <a:gradFill rotWithShape="0">
                  <a:gsLst>
                    <a:gs pos="0">
                      <a:srgbClr val="47182F"/>
                    </a:gs>
                    <a:gs pos="100000">
                      <a:srgbClr val="993366"/>
                    </a:gs>
                  </a:gsLst>
                  <a:lin ang="5400000" scaled="1"/>
                </a:gradFill>
              </a14:hiddenFill>
            </a:ext>
            <a:ext uri="{91240B29-F687-4F45-9708-019B960494DF}">
              <a14:hiddenLine xmlns:a14="http://schemas.microsoft.com/office/drawing/2010/main" w="9525" algn="ctr">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kumimoji="0" lang="en-US" altLang="zh-CN" sz="2000" b="1" u="none">
                <a:solidFill>
                  <a:srgbClr val="FF0000"/>
                </a:solidFill>
                <a:latin typeface="Arial" panose="020B0604020202020204" pitchFamily="34" charset="0"/>
              </a:rPr>
              <a:t>CX</a:t>
            </a:r>
          </a:p>
        </p:txBody>
      </p:sp>
      <p:sp>
        <p:nvSpPr>
          <p:cNvPr id="758793" name="Text Box 9">
            <a:extLst>
              <a:ext uri="{FF2B5EF4-FFF2-40B4-BE49-F238E27FC236}">
                <a16:creationId xmlns:a16="http://schemas.microsoft.com/office/drawing/2014/main" id="{E57BB6B6-C395-425E-8831-66C448B0571F}"/>
              </a:ext>
            </a:extLst>
          </p:cNvPr>
          <p:cNvSpPr txBox="1">
            <a:spLocks noChangeArrowheads="1"/>
          </p:cNvSpPr>
          <p:nvPr/>
        </p:nvSpPr>
        <p:spPr bwMode="auto">
          <a:xfrm>
            <a:off x="1403350" y="4076700"/>
            <a:ext cx="1152525" cy="396875"/>
          </a:xfrm>
          <a:prstGeom prst="rect">
            <a:avLst/>
          </a:prstGeom>
          <a:noFill/>
          <a:ln>
            <a:noFill/>
          </a:ln>
          <a:effectLst/>
          <a:extLst>
            <a:ext uri="{909E8E84-426E-40DD-AFC4-6F175D3DCCD1}">
              <a14:hiddenFill xmlns:a14="http://schemas.microsoft.com/office/drawing/2010/main">
                <a:gradFill rotWithShape="0">
                  <a:gsLst>
                    <a:gs pos="0">
                      <a:srgbClr val="47182F"/>
                    </a:gs>
                    <a:gs pos="100000">
                      <a:srgbClr val="993366"/>
                    </a:gs>
                  </a:gsLst>
                  <a:lin ang="5400000" scaled="1"/>
                </a:gradFill>
              </a14:hiddenFill>
            </a:ext>
            <a:ext uri="{91240B29-F687-4F45-9708-019B960494DF}">
              <a14:hiddenLine xmlns:a14="http://schemas.microsoft.com/office/drawing/2010/main" w="9525" algn="ctr">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kumimoji="0" lang="en-US" altLang="zh-CN" sz="2000" b="1" u="none">
                <a:solidFill>
                  <a:srgbClr val="FF0000"/>
                </a:solidFill>
                <a:latin typeface="Arial" panose="020B0604020202020204" pitchFamily="34" charset="0"/>
              </a:rPr>
              <a:t>JB</a:t>
            </a:r>
          </a:p>
        </p:txBody>
      </p:sp>
      <p:sp>
        <p:nvSpPr>
          <p:cNvPr id="758796" name="Text Box 12">
            <a:extLst>
              <a:ext uri="{FF2B5EF4-FFF2-40B4-BE49-F238E27FC236}">
                <a16:creationId xmlns:a16="http://schemas.microsoft.com/office/drawing/2014/main" id="{07003951-9968-4CEE-8840-E08F7AD45E75}"/>
              </a:ext>
            </a:extLst>
          </p:cNvPr>
          <p:cNvSpPr txBox="1">
            <a:spLocks noChangeArrowheads="1"/>
          </p:cNvSpPr>
          <p:nvPr/>
        </p:nvSpPr>
        <p:spPr bwMode="auto">
          <a:xfrm>
            <a:off x="2195513" y="4437063"/>
            <a:ext cx="1657350" cy="396875"/>
          </a:xfrm>
          <a:prstGeom prst="rect">
            <a:avLst/>
          </a:prstGeom>
          <a:noFill/>
          <a:ln>
            <a:noFill/>
          </a:ln>
          <a:effectLst/>
          <a:extLst>
            <a:ext uri="{909E8E84-426E-40DD-AFC4-6F175D3DCCD1}">
              <a14:hiddenFill xmlns:a14="http://schemas.microsoft.com/office/drawing/2010/main">
                <a:gradFill rotWithShape="0">
                  <a:gsLst>
                    <a:gs pos="0">
                      <a:srgbClr val="47182F"/>
                    </a:gs>
                    <a:gs pos="100000">
                      <a:srgbClr val="993366"/>
                    </a:gs>
                  </a:gsLst>
                  <a:lin ang="5400000" scaled="1"/>
                </a:gradFill>
              </a14:hiddenFill>
            </a:ext>
            <a:ext uri="{91240B29-F687-4F45-9708-019B960494DF}">
              <a14:hiddenLine xmlns:a14="http://schemas.microsoft.com/office/drawing/2010/main" w="9525" algn="ctr">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kumimoji="0" lang="en-US" altLang="zh-CN" sz="2000" b="1" u="none">
                <a:solidFill>
                  <a:srgbClr val="FF0000"/>
                </a:solidFill>
                <a:latin typeface="Arial" panose="020B0604020202020204" pitchFamily="34" charset="0"/>
              </a:rPr>
              <a:t>MAX</a:t>
            </a:r>
          </a:p>
        </p:txBody>
      </p:sp>
      <p:sp>
        <p:nvSpPr>
          <p:cNvPr id="758797" name="Text Box 13">
            <a:extLst>
              <a:ext uri="{FF2B5EF4-FFF2-40B4-BE49-F238E27FC236}">
                <a16:creationId xmlns:a16="http://schemas.microsoft.com/office/drawing/2014/main" id="{AEFB3953-F64D-47A1-BFA5-096911CEB5FE}"/>
              </a:ext>
            </a:extLst>
          </p:cNvPr>
          <p:cNvSpPr txBox="1">
            <a:spLocks noChangeArrowheads="1"/>
          </p:cNvSpPr>
          <p:nvPr/>
        </p:nvSpPr>
        <p:spPr bwMode="auto">
          <a:xfrm>
            <a:off x="2195513" y="4724400"/>
            <a:ext cx="1657350" cy="396875"/>
          </a:xfrm>
          <a:prstGeom prst="rect">
            <a:avLst/>
          </a:prstGeom>
          <a:noFill/>
          <a:ln>
            <a:noFill/>
          </a:ln>
          <a:effectLst/>
          <a:extLst>
            <a:ext uri="{909E8E84-426E-40DD-AFC4-6F175D3DCCD1}">
              <a14:hiddenFill xmlns:a14="http://schemas.microsoft.com/office/drawing/2010/main">
                <a:gradFill rotWithShape="0">
                  <a:gsLst>
                    <a:gs pos="0">
                      <a:srgbClr val="47182F"/>
                    </a:gs>
                    <a:gs pos="100000">
                      <a:srgbClr val="993366"/>
                    </a:gs>
                  </a:gsLst>
                  <a:lin ang="5400000" scaled="1"/>
                </a:gradFill>
              </a14:hiddenFill>
            </a:ext>
            <a:ext uri="{91240B29-F687-4F45-9708-019B960494DF}">
              <a14:hiddenLine xmlns:a14="http://schemas.microsoft.com/office/drawing/2010/main" w="9525" algn="ctr">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kumimoji="0" lang="en-US" altLang="zh-CN" sz="2000" b="1" u="none">
                <a:solidFill>
                  <a:srgbClr val="FF0000"/>
                </a:solidFill>
                <a:latin typeface="Arial" panose="020B0604020202020204" pitchFamily="34" charset="0"/>
              </a:rPr>
              <a:t>NEXT</a:t>
            </a:r>
          </a:p>
        </p:txBody>
      </p:sp>
      <p:sp>
        <p:nvSpPr>
          <p:cNvPr id="758798" name="Text Box 14">
            <a:extLst>
              <a:ext uri="{FF2B5EF4-FFF2-40B4-BE49-F238E27FC236}">
                <a16:creationId xmlns:a16="http://schemas.microsoft.com/office/drawing/2014/main" id="{43C525B2-E29A-4025-AE20-A9216B665C62}"/>
              </a:ext>
            </a:extLst>
          </p:cNvPr>
          <p:cNvSpPr txBox="1">
            <a:spLocks noChangeArrowheads="1"/>
          </p:cNvSpPr>
          <p:nvPr/>
        </p:nvSpPr>
        <p:spPr bwMode="auto">
          <a:xfrm>
            <a:off x="1979613" y="5949950"/>
            <a:ext cx="1657350" cy="396875"/>
          </a:xfrm>
          <a:prstGeom prst="rect">
            <a:avLst/>
          </a:prstGeom>
          <a:noFill/>
          <a:ln>
            <a:noFill/>
          </a:ln>
          <a:effectLst/>
          <a:extLst>
            <a:ext uri="{909E8E84-426E-40DD-AFC4-6F175D3DCCD1}">
              <a14:hiddenFill xmlns:a14="http://schemas.microsoft.com/office/drawing/2010/main">
                <a:gradFill rotWithShape="0">
                  <a:gsLst>
                    <a:gs pos="0">
                      <a:srgbClr val="47182F"/>
                    </a:gs>
                    <a:gs pos="100000">
                      <a:srgbClr val="993366"/>
                    </a:gs>
                  </a:gsLst>
                  <a:lin ang="5400000" scaled="1"/>
                </a:gradFill>
              </a14:hiddenFill>
            </a:ext>
            <a:ext uri="{91240B29-F687-4F45-9708-019B960494DF}">
              <a14:hiddenLine xmlns:a14="http://schemas.microsoft.com/office/drawing/2010/main" w="9525" algn="ctr">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kumimoji="0" lang="en-US" altLang="zh-CN" sz="2000" b="1" u="none">
                <a:solidFill>
                  <a:srgbClr val="FF0000"/>
                </a:solidFill>
                <a:latin typeface="Arial" panose="020B0604020202020204" pitchFamily="34" charset="0"/>
              </a:rPr>
              <a:t>MAIN</a:t>
            </a:r>
          </a:p>
        </p:txBody>
      </p:sp>
    </p:spTree>
    <p:custDataLst>
      <p:tags r:id="rId1"/>
    </p:custDataLst>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58787"/>
                                        </p:tgtEl>
                                        <p:attrNameLst>
                                          <p:attrName>style.visibility</p:attrName>
                                        </p:attrNameLst>
                                      </p:cBhvr>
                                      <p:to>
                                        <p:strVal val="visible"/>
                                      </p:to>
                                    </p:set>
                                    <p:anim calcmode="lin" valueType="num">
                                      <p:cBhvr additive="base">
                                        <p:cTn id="7" dur="500" fill="hold"/>
                                        <p:tgtEl>
                                          <p:spTgt spid="758787"/>
                                        </p:tgtEl>
                                        <p:attrNameLst>
                                          <p:attrName>ppt_x</p:attrName>
                                        </p:attrNameLst>
                                      </p:cBhvr>
                                      <p:tavLst>
                                        <p:tav tm="0">
                                          <p:val>
                                            <p:strVal val="#ppt_x"/>
                                          </p:val>
                                        </p:tav>
                                        <p:tav tm="100000">
                                          <p:val>
                                            <p:strVal val="#ppt_x"/>
                                          </p:val>
                                        </p:tav>
                                      </p:tavLst>
                                    </p:anim>
                                    <p:anim calcmode="lin" valueType="num">
                                      <p:cBhvr additive="base">
                                        <p:cTn id="8" dur="500" fill="hold"/>
                                        <p:tgtEl>
                                          <p:spTgt spid="758787"/>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58788"/>
                                        </p:tgtEl>
                                        <p:attrNameLst>
                                          <p:attrName>style.visibility</p:attrName>
                                        </p:attrNameLst>
                                      </p:cBhvr>
                                      <p:to>
                                        <p:strVal val="visible"/>
                                      </p:to>
                                    </p:set>
                                    <p:anim calcmode="lin" valueType="num">
                                      <p:cBhvr additive="base">
                                        <p:cTn id="13" dur="500" fill="hold"/>
                                        <p:tgtEl>
                                          <p:spTgt spid="758788"/>
                                        </p:tgtEl>
                                        <p:attrNameLst>
                                          <p:attrName>ppt_x</p:attrName>
                                        </p:attrNameLst>
                                      </p:cBhvr>
                                      <p:tavLst>
                                        <p:tav tm="0">
                                          <p:val>
                                            <p:strVal val="#ppt_x"/>
                                          </p:val>
                                        </p:tav>
                                        <p:tav tm="100000">
                                          <p:val>
                                            <p:strVal val="#ppt_x"/>
                                          </p:val>
                                        </p:tav>
                                      </p:tavLst>
                                    </p:anim>
                                    <p:anim calcmode="lin" valueType="num">
                                      <p:cBhvr additive="base">
                                        <p:cTn id="14" dur="500" fill="hold"/>
                                        <p:tgtEl>
                                          <p:spTgt spid="758788"/>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58791"/>
                                        </p:tgtEl>
                                        <p:attrNameLst>
                                          <p:attrName>style.visibility</p:attrName>
                                        </p:attrNameLst>
                                      </p:cBhvr>
                                      <p:to>
                                        <p:strVal val="visible"/>
                                      </p:to>
                                    </p:set>
                                    <p:anim calcmode="lin" valueType="num">
                                      <p:cBhvr additive="base">
                                        <p:cTn id="19" dur="500" fill="hold"/>
                                        <p:tgtEl>
                                          <p:spTgt spid="758791"/>
                                        </p:tgtEl>
                                        <p:attrNameLst>
                                          <p:attrName>ppt_x</p:attrName>
                                        </p:attrNameLst>
                                      </p:cBhvr>
                                      <p:tavLst>
                                        <p:tav tm="0">
                                          <p:val>
                                            <p:strVal val="#ppt_x"/>
                                          </p:val>
                                        </p:tav>
                                        <p:tav tm="100000">
                                          <p:val>
                                            <p:strVal val="#ppt_x"/>
                                          </p:val>
                                        </p:tav>
                                      </p:tavLst>
                                    </p:anim>
                                    <p:anim calcmode="lin" valueType="num">
                                      <p:cBhvr additive="base">
                                        <p:cTn id="20" dur="500" fill="hold"/>
                                        <p:tgtEl>
                                          <p:spTgt spid="758791"/>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58792"/>
                                        </p:tgtEl>
                                        <p:attrNameLst>
                                          <p:attrName>style.visibility</p:attrName>
                                        </p:attrNameLst>
                                      </p:cBhvr>
                                      <p:to>
                                        <p:strVal val="visible"/>
                                      </p:to>
                                    </p:set>
                                    <p:anim calcmode="lin" valueType="num">
                                      <p:cBhvr additive="base">
                                        <p:cTn id="25" dur="500" fill="hold"/>
                                        <p:tgtEl>
                                          <p:spTgt spid="758792"/>
                                        </p:tgtEl>
                                        <p:attrNameLst>
                                          <p:attrName>ppt_x</p:attrName>
                                        </p:attrNameLst>
                                      </p:cBhvr>
                                      <p:tavLst>
                                        <p:tav tm="0">
                                          <p:val>
                                            <p:strVal val="#ppt_x"/>
                                          </p:val>
                                        </p:tav>
                                        <p:tav tm="100000">
                                          <p:val>
                                            <p:strVal val="#ppt_x"/>
                                          </p:val>
                                        </p:tav>
                                      </p:tavLst>
                                    </p:anim>
                                    <p:anim calcmode="lin" valueType="num">
                                      <p:cBhvr additive="base">
                                        <p:cTn id="26" dur="500" fill="hold"/>
                                        <p:tgtEl>
                                          <p:spTgt spid="758792"/>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758793"/>
                                        </p:tgtEl>
                                        <p:attrNameLst>
                                          <p:attrName>style.visibility</p:attrName>
                                        </p:attrNameLst>
                                      </p:cBhvr>
                                      <p:to>
                                        <p:strVal val="visible"/>
                                      </p:to>
                                    </p:set>
                                    <p:anim calcmode="lin" valueType="num">
                                      <p:cBhvr additive="base">
                                        <p:cTn id="31" dur="500" fill="hold"/>
                                        <p:tgtEl>
                                          <p:spTgt spid="758793"/>
                                        </p:tgtEl>
                                        <p:attrNameLst>
                                          <p:attrName>ppt_x</p:attrName>
                                        </p:attrNameLst>
                                      </p:cBhvr>
                                      <p:tavLst>
                                        <p:tav tm="0">
                                          <p:val>
                                            <p:strVal val="#ppt_x"/>
                                          </p:val>
                                        </p:tav>
                                        <p:tav tm="100000">
                                          <p:val>
                                            <p:strVal val="#ppt_x"/>
                                          </p:val>
                                        </p:tav>
                                      </p:tavLst>
                                    </p:anim>
                                    <p:anim calcmode="lin" valueType="num">
                                      <p:cBhvr additive="base">
                                        <p:cTn id="32" dur="500" fill="hold"/>
                                        <p:tgtEl>
                                          <p:spTgt spid="758793"/>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758796"/>
                                        </p:tgtEl>
                                        <p:attrNameLst>
                                          <p:attrName>style.visibility</p:attrName>
                                        </p:attrNameLst>
                                      </p:cBhvr>
                                      <p:to>
                                        <p:strVal val="visible"/>
                                      </p:to>
                                    </p:set>
                                    <p:anim calcmode="lin" valueType="num">
                                      <p:cBhvr additive="base">
                                        <p:cTn id="37" dur="500" fill="hold"/>
                                        <p:tgtEl>
                                          <p:spTgt spid="758796"/>
                                        </p:tgtEl>
                                        <p:attrNameLst>
                                          <p:attrName>ppt_x</p:attrName>
                                        </p:attrNameLst>
                                      </p:cBhvr>
                                      <p:tavLst>
                                        <p:tav tm="0">
                                          <p:val>
                                            <p:strVal val="#ppt_x"/>
                                          </p:val>
                                        </p:tav>
                                        <p:tav tm="100000">
                                          <p:val>
                                            <p:strVal val="#ppt_x"/>
                                          </p:val>
                                        </p:tav>
                                      </p:tavLst>
                                    </p:anim>
                                    <p:anim calcmode="lin" valueType="num">
                                      <p:cBhvr additive="base">
                                        <p:cTn id="38" dur="500" fill="hold"/>
                                        <p:tgtEl>
                                          <p:spTgt spid="758796"/>
                                        </p:tgtEl>
                                        <p:attrNameLst>
                                          <p:attrName>ppt_y</p:attrName>
                                        </p:attrNameLst>
                                      </p:cBhvr>
                                      <p:tavLst>
                                        <p:tav tm="0">
                                          <p:val>
                                            <p:strVal val="1+#ppt_h/2"/>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758797"/>
                                        </p:tgtEl>
                                        <p:attrNameLst>
                                          <p:attrName>style.visibility</p:attrName>
                                        </p:attrNameLst>
                                      </p:cBhvr>
                                      <p:to>
                                        <p:strVal val="visible"/>
                                      </p:to>
                                    </p:set>
                                    <p:anim calcmode="lin" valueType="num">
                                      <p:cBhvr additive="base">
                                        <p:cTn id="43" dur="500" fill="hold"/>
                                        <p:tgtEl>
                                          <p:spTgt spid="758797"/>
                                        </p:tgtEl>
                                        <p:attrNameLst>
                                          <p:attrName>ppt_x</p:attrName>
                                        </p:attrNameLst>
                                      </p:cBhvr>
                                      <p:tavLst>
                                        <p:tav tm="0">
                                          <p:val>
                                            <p:strVal val="#ppt_x"/>
                                          </p:val>
                                        </p:tav>
                                        <p:tav tm="100000">
                                          <p:val>
                                            <p:strVal val="#ppt_x"/>
                                          </p:val>
                                        </p:tav>
                                      </p:tavLst>
                                    </p:anim>
                                    <p:anim calcmode="lin" valueType="num">
                                      <p:cBhvr additive="base">
                                        <p:cTn id="44" dur="500" fill="hold"/>
                                        <p:tgtEl>
                                          <p:spTgt spid="758797"/>
                                        </p:tgtEl>
                                        <p:attrNameLst>
                                          <p:attrName>ppt_y</p:attrName>
                                        </p:attrNameLst>
                                      </p:cBhvr>
                                      <p:tavLst>
                                        <p:tav tm="0">
                                          <p:val>
                                            <p:strVal val="1+#ppt_h/2"/>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758798"/>
                                        </p:tgtEl>
                                        <p:attrNameLst>
                                          <p:attrName>style.visibility</p:attrName>
                                        </p:attrNameLst>
                                      </p:cBhvr>
                                      <p:to>
                                        <p:strVal val="visible"/>
                                      </p:to>
                                    </p:set>
                                    <p:anim calcmode="lin" valueType="num">
                                      <p:cBhvr additive="base">
                                        <p:cTn id="49" dur="500" fill="hold"/>
                                        <p:tgtEl>
                                          <p:spTgt spid="758798"/>
                                        </p:tgtEl>
                                        <p:attrNameLst>
                                          <p:attrName>ppt_x</p:attrName>
                                        </p:attrNameLst>
                                      </p:cBhvr>
                                      <p:tavLst>
                                        <p:tav tm="0">
                                          <p:val>
                                            <p:strVal val="#ppt_x"/>
                                          </p:val>
                                        </p:tav>
                                        <p:tav tm="100000">
                                          <p:val>
                                            <p:strVal val="#ppt_x"/>
                                          </p:val>
                                        </p:tav>
                                      </p:tavLst>
                                    </p:anim>
                                    <p:anim calcmode="lin" valueType="num">
                                      <p:cBhvr additive="base">
                                        <p:cTn id="50" dur="500" fill="hold"/>
                                        <p:tgtEl>
                                          <p:spTgt spid="75879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8787" grpId="0"/>
      <p:bldP spid="758788" grpId="0"/>
      <p:bldP spid="758791" grpId="0"/>
      <p:bldP spid="758792" grpId="0"/>
      <p:bldP spid="758793" grpId="0"/>
      <p:bldP spid="758796" grpId="0"/>
      <p:bldP spid="758797" grpId="0"/>
      <p:bldP spid="758798"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4" name="Rectangle 4">
            <a:extLst>
              <a:ext uri="{FF2B5EF4-FFF2-40B4-BE49-F238E27FC236}">
                <a16:creationId xmlns:a16="http://schemas.microsoft.com/office/drawing/2014/main" id="{5A6366E7-77C9-46C6-A184-8AC291CB3D61}"/>
              </a:ext>
            </a:extLst>
          </p:cNvPr>
          <p:cNvSpPr>
            <a:spLocks noGrp="1" noChangeArrowheads="1"/>
          </p:cNvSpPr>
          <p:nvPr>
            <p:ph type="title" idx="4294967295"/>
          </p:nvPr>
        </p:nvSpPr>
        <p:spPr>
          <a:xfrm>
            <a:off x="1187450" y="2667000"/>
            <a:ext cx="7253288" cy="762000"/>
          </a:xfrm>
        </p:spPr>
        <p:txBody>
          <a:bodyPr/>
          <a:lstStyle/>
          <a:p>
            <a:pPr eaLnBrk="1" hangingPunct="1">
              <a:defRPr/>
            </a:pPr>
            <a:r>
              <a:rPr lang="zh-CN" altLang="zh-CN" dirty="0"/>
              <a:t>第</a:t>
            </a:r>
            <a:r>
              <a:rPr lang="en-US" altLang="zh-CN" dirty="0"/>
              <a:t>4</a:t>
            </a:r>
            <a:r>
              <a:rPr lang="zh-CN" altLang="zh-CN" dirty="0"/>
              <a:t>章 </a:t>
            </a:r>
            <a:r>
              <a:rPr lang="en-US" altLang="zh-CN" dirty="0"/>
              <a:t>8086</a:t>
            </a:r>
            <a:r>
              <a:rPr lang="zh-CN" altLang="zh-CN" dirty="0"/>
              <a:t>汇编语言程序设计的基本方法</a:t>
            </a:r>
            <a:endParaRPr lang="zh-CN" altLang="en-US" sz="3600" dirty="0">
              <a:solidFill>
                <a:srgbClr val="FF0000"/>
              </a:solidFill>
              <a:latin typeface="宋体" charset="-122"/>
            </a:endParaRPr>
          </a:p>
        </p:txBody>
      </p:sp>
    </p:spTree>
    <p:custDataLst>
      <p:tags r:id="rId1"/>
    </p:custData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Text Box 2">
            <a:extLst>
              <a:ext uri="{FF2B5EF4-FFF2-40B4-BE49-F238E27FC236}">
                <a16:creationId xmlns:a16="http://schemas.microsoft.com/office/drawing/2014/main" id="{00568218-5DAD-406E-B71F-8985E15F0459}"/>
              </a:ext>
            </a:extLst>
          </p:cNvPr>
          <p:cNvSpPr txBox="1">
            <a:spLocks noChangeArrowheads="1"/>
          </p:cNvSpPr>
          <p:nvPr/>
        </p:nvSpPr>
        <p:spPr bwMode="auto">
          <a:xfrm>
            <a:off x="2133600" y="914400"/>
            <a:ext cx="50292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marL="457200" indent="-457200">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zh-CN" altLang="en-US" u="none"/>
              <a:t>编制汇编语言程序的步骤：</a:t>
            </a:r>
            <a:endParaRPr lang="zh-CN" altLang="en-US" b="0" u="none"/>
          </a:p>
        </p:txBody>
      </p:sp>
      <p:sp>
        <p:nvSpPr>
          <p:cNvPr id="88067" name="Text Box 3">
            <a:extLst>
              <a:ext uri="{FF2B5EF4-FFF2-40B4-BE49-F238E27FC236}">
                <a16:creationId xmlns:a16="http://schemas.microsoft.com/office/drawing/2014/main" id="{3DD6234F-52F4-45D7-95EE-83F2DB5B8716}"/>
              </a:ext>
            </a:extLst>
          </p:cNvPr>
          <p:cNvSpPr txBox="1">
            <a:spLocks noChangeArrowheads="1"/>
          </p:cNvSpPr>
          <p:nvPr/>
        </p:nvSpPr>
        <p:spPr bwMode="auto">
          <a:xfrm>
            <a:off x="2286000" y="2057400"/>
            <a:ext cx="4724400" cy="2443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marL="457200" indent="-457200">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2800" u="none">
                <a:ea typeface="楷体_GB2312" pitchFamily="49" charset="-122"/>
              </a:rPr>
              <a:t>(1)  </a:t>
            </a:r>
            <a:r>
              <a:rPr lang="zh-CN" altLang="en-US" sz="2800" u="none">
                <a:ea typeface="楷体_GB2312" pitchFamily="49" charset="-122"/>
              </a:rPr>
              <a:t>分析题意，确定算法</a:t>
            </a:r>
          </a:p>
          <a:p>
            <a:pPr eaLnBrk="1" hangingPunct="1">
              <a:spcBef>
                <a:spcPct val="50000"/>
              </a:spcBef>
              <a:buClrTx/>
              <a:buFontTx/>
              <a:buNone/>
            </a:pPr>
            <a:r>
              <a:rPr lang="en-US" altLang="zh-CN" sz="2800" u="none">
                <a:ea typeface="楷体_GB2312" pitchFamily="49" charset="-122"/>
              </a:rPr>
              <a:t>(2)  </a:t>
            </a:r>
            <a:r>
              <a:rPr lang="zh-CN" altLang="en-US" sz="2800" u="none">
                <a:ea typeface="楷体_GB2312" pitchFamily="49" charset="-122"/>
              </a:rPr>
              <a:t>根据算法画出程序框图</a:t>
            </a:r>
          </a:p>
          <a:p>
            <a:pPr eaLnBrk="1" hangingPunct="1">
              <a:spcBef>
                <a:spcPct val="50000"/>
              </a:spcBef>
              <a:buClrTx/>
              <a:buFontTx/>
              <a:buNone/>
            </a:pPr>
            <a:r>
              <a:rPr lang="en-US" altLang="zh-CN" sz="2800" u="none">
                <a:ea typeface="楷体_GB2312" pitchFamily="49" charset="-122"/>
              </a:rPr>
              <a:t>(3)  </a:t>
            </a:r>
            <a:r>
              <a:rPr lang="zh-CN" altLang="en-US" sz="2800" u="none">
                <a:ea typeface="楷体_GB2312" pitchFamily="49" charset="-122"/>
              </a:rPr>
              <a:t>根据框图编写程序</a:t>
            </a:r>
          </a:p>
          <a:p>
            <a:pPr eaLnBrk="1" hangingPunct="1">
              <a:spcBef>
                <a:spcPct val="50000"/>
              </a:spcBef>
              <a:buClrTx/>
              <a:buFontTx/>
              <a:buNone/>
            </a:pPr>
            <a:r>
              <a:rPr lang="en-US" altLang="zh-CN" sz="2800" u="none">
                <a:ea typeface="楷体_GB2312" pitchFamily="49" charset="-122"/>
              </a:rPr>
              <a:t>(4)  </a:t>
            </a:r>
            <a:r>
              <a:rPr lang="zh-CN" altLang="en-US" sz="2800" u="none">
                <a:ea typeface="楷体_GB2312" pitchFamily="49" charset="-122"/>
              </a:rPr>
              <a:t>上机调试程序</a:t>
            </a:r>
            <a:endParaRPr lang="zh-CN" altLang="en-US" sz="2800" u="none"/>
          </a:p>
        </p:txBody>
      </p:sp>
    </p:spTree>
    <p:custDataLst>
      <p:tags r:id="rId1"/>
    </p:custData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Text Box 2">
            <a:extLst>
              <a:ext uri="{FF2B5EF4-FFF2-40B4-BE49-F238E27FC236}">
                <a16:creationId xmlns:a16="http://schemas.microsoft.com/office/drawing/2014/main" id="{98B50BC3-C8EE-4894-B313-1A81AA631944}"/>
              </a:ext>
            </a:extLst>
          </p:cNvPr>
          <p:cNvSpPr txBox="1">
            <a:spLocks noChangeArrowheads="1"/>
          </p:cNvSpPr>
          <p:nvPr/>
        </p:nvSpPr>
        <p:spPr bwMode="auto">
          <a:xfrm>
            <a:off x="2133600" y="3581400"/>
            <a:ext cx="4648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dash"/>
                <a:miter lim="800000"/>
                <a:headEnd/>
                <a:tailEnd/>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50000"/>
              </a:spcBef>
              <a:buClrTx/>
              <a:buFontTx/>
              <a:buNone/>
            </a:pPr>
            <a:r>
              <a:rPr lang="zh-CN" altLang="en-US" sz="2400" u="none">
                <a:solidFill>
                  <a:schemeClr val="hlink"/>
                </a:solidFill>
                <a:latin typeface="楷体_GB2312" pitchFamily="49" charset="-122"/>
                <a:ea typeface="楷体_GB2312" pitchFamily="49" charset="-122"/>
              </a:rPr>
              <a:t>分支结构</a:t>
            </a:r>
            <a:r>
              <a:rPr lang="zh-CN" altLang="en-US" sz="2400" u="none">
                <a:latin typeface="楷体_GB2312" pitchFamily="49" charset="-122"/>
                <a:ea typeface="楷体_GB2312" pitchFamily="49" charset="-122"/>
              </a:rPr>
              <a:t>          子程序结构</a:t>
            </a:r>
            <a:endParaRPr lang="zh-CN" altLang="en-US" sz="2400" b="0" u="none">
              <a:latin typeface="楷体_GB2312" pitchFamily="49" charset="-122"/>
              <a:ea typeface="楷体_GB2312" pitchFamily="49" charset="-122"/>
            </a:endParaRPr>
          </a:p>
        </p:txBody>
      </p:sp>
      <p:grpSp>
        <p:nvGrpSpPr>
          <p:cNvPr id="89091" name="Group 3">
            <a:extLst>
              <a:ext uri="{FF2B5EF4-FFF2-40B4-BE49-F238E27FC236}">
                <a16:creationId xmlns:a16="http://schemas.microsoft.com/office/drawing/2014/main" id="{E3B78E56-AC9A-4E92-8431-78F7320A20B5}"/>
              </a:ext>
            </a:extLst>
          </p:cNvPr>
          <p:cNvGrpSpPr>
            <a:grpSpLocks/>
          </p:cNvGrpSpPr>
          <p:nvPr/>
        </p:nvGrpSpPr>
        <p:grpSpPr bwMode="auto">
          <a:xfrm>
            <a:off x="3733800" y="1295400"/>
            <a:ext cx="0" cy="1828800"/>
            <a:chOff x="2016" y="816"/>
            <a:chExt cx="0" cy="1152"/>
          </a:xfrm>
        </p:grpSpPr>
        <p:sp>
          <p:nvSpPr>
            <p:cNvPr id="89119" name="Line 4">
              <a:extLst>
                <a:ext uri="{FF2B5EF4-FFF2-40B4-BE49-F238E27FC236}">
                  <a16:creationId xmlns:a16="http://schemas.microsoft.com/office/drawing/2014/main" id="{FC5BAE71-E6C0-42CB-B2CA-45527DDF825A}"/>
                </a:ext>
              </a:extLst>
            </p:cNvPr>
            <p:cNvSpPr>
              <a:spLocks noChangeShapeType="1"/>
            </p:cNvSpPr>
            <p:nvPr/>
          </p:nvSpPr>
          <p:spPr bwMode="auto">
            <a:xfrm>
              <a:off x="2016" y="816"/>
              <a:ext cx="0" cy="384"/>
            </a:xfrm>
            <a:prstGeom prst="line">
              <a:avLst/>
            </a:prstGeom>
            <a:noFill/>
            <a:ln w="1270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89120" name="Line 5">
              <a:extLst>
                <a:ext uri="{FF2B5EF4-FFF2-40B4-BE49-F238E27FC236}">
                  <a16:creationId xmlns:a16="http://schemas.microsoft.com/office/drawing/2014/main" id="{50382439-CCA5-4C4B-A7BA-C43C754E82D3}"/>
                </a:ext>
              </a:extLst>
            </p:cNvPr>
            <p:cNvSpPr>
              <a:spLocks noChangeShapeType="1"/>
            </p:cNvSpPr>
            <p:nvPr/>
          </p:nvSpPr>
          <p:spPr bwMode="auto">
            <a:xfrm>
              <a:off x="2016" y="1200"/>
              <a:ext cx="0" cy="384"/>
            </a:xfrm>
            <a:prstGeom prst="line">
              <a:avLst/>
            </a:prstGeom>
            <a:noFill/>
            <a:ln w="1270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89121" name="Line 6">
              <a:extLst>
                <a:ext uri="{FF2B5EF4-FFF2-40B4-BE49-F238E27FC236}">
                  <a16:creationId xmlns:a16="http://schemas.microsoft.com/office/drawing/2014/main" id="{957711AF-D977-4DDE-8772-8A1255440890}"/>
                </a:ext>
              </a:extLst>
            </p:cNvPr>
            <p:cNvSpPr>
              <a:spLocks noChangeShapeType="1"/>
            </p:cNvSpPr>
            <p:nvPr/>
          </p:nvSpPr>
          <p:spPr bwMode="auto">
            <a:xfrm>
              <a:off x="2016" y="1584"/>
              <a:ext cx="0" cy="384"/>
            </a:xfrm>
            <a:prstGeom prst="line">
              <a:avLst/>
            </a:prstGeom>
            <a:noFill/>
            <a:ln w="1270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spAutoFit/>
            </a:bodyPr>
            <a:lstStyle/>
            <a:p>
              <a:endParaRPr lang="zh-CN" altLang="en-US"/>
            </a:p>
          </p:txBody>
        </p:sp>
      </p:grpSp>
      <p:sp>
        <p:nvSpPr>
          <p:cNvPr id="89092" name="Rectangle 7">
            <a:extLst>
              <a:ext uri="{FF2B5EF4-FFF2-40B4-BE49-F238E27FC236}">
                <a16:creationId xmlns:a16="http://schemas.microsoft.com/office/drawing/2014/main" id="{5DC21740-79A2-41B9-A2D4-246F5DFD0861}"/>
              </a:ext>
            </a:extLst>
          </p:cNvPr>
          <p:cNvSpPr>
            <a:spLocks noChangeArrowheads="1"/>
          </p:cNvSpPr>
          <p:nvPr/>
        </p:nvSpPr>
        <p:spPr bwMode="auto">
          <a:xfrm>
            <a:off x="1752600" y="457200"/>
            <a:ext cx="1981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ClrTx/>
              <a:buFontTx/>
              <a:buNone/>
            </a:pPr>
            <a:r>
              <a:rPr lang="zh-CN" altLang="en-US" sz="2800" u="none"/>
              <a:t>程序结构：</a:t>
            </a:r>
            <a:r>
              <a:rPr lang="zh-CN" altLang="en-US" sz="2400" u="none"/>
              <a:t>           </a:t>
            </a:r>
          </a:p>
        </p:txBody>
      </p:sp>
      <p:grpSp>
        <p:nvGrpSpPr>
          <p:cNvPr id="89093" name="Group 8">
            <a:extLst>
              <a:ext uri="{FF2B5EF4-FFF2-40B4-BE49-F238E27FC236}">
                <a16:creationId xmlns:a16="http://schemas.microsoft.com/office/drawing/2014/main" id="{B74B8E37-0D4A-4893-9364-10B7A0E76AAD}"/>
              </a:ext>
            </a:extLst>
          </p:cNvPr>
          <p:cNvGrpSpPr>
            <a:grpSpLocks/>
          </p:cNvGrpSpPr>
          <p:nvPr/>
        </p:nvGrpSpPr>
        <p:grpSpPr bwMode="auto">
          <a:xfrm>
            <a:off x="6477000" y="838200"/>
            <a:ext cx="838200" cy="2362200"/>
            <a:chOff x="3696" y="624"/>
            <a:chExt cx="528" cy="1488"/>
          </a:xfrm>
        </p:grpSpPr>
        <p:sp>
          <p:nvSpPr>
            <p:cNvPr id="89110" name="Line 9">
              <a:extLst>
                <a:ext uri="{FF2B5EF4-FFF2-40B4-BE49-F238E27FC236}">
                  <a16:creationId xmlns:a16="http://schemas.microsoft.com/office/drawing/2014/main" id="{58085DA7-089D-43EF-BAC1-9705E73FB09A}"/>
                </a:ext>
              </a:extLst>
            </p:cNvPr>
            <p:cNvSpPr>
              <a:spLocks noChangeShapeType="1"/>
            </p:cNvSpPr>
            <p:nvPr/>
          </p:nvSpPr>
          <p:spPr bwMode="auto">
            <a:xfrm>
              <a:off x="4224" y="624"/>
              <a:ext cx="0" cy="384"/>
            </a:xfrm>
            <a:prstGeom prst="line">
              <a:avLst/>
            </a:prstGeom>
            <a:noFill/>
            <a:ln w="1270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89111" name="Line 10">
              <a:extLst>
                <a:ext uri="{FF2B5EF4-FFF2-40B4-BE49-F238E27FC236}">
                  <a16:creationId xmlns:a16="http://schemas.microsoft.com/office/drawing/2014/main" id="{09AD404D-958C-4DFA-A740-0D0DE1E15F81}"/>
                </a:ext>
              </a:extLst>
            </p:cNvPr>
            <p:cNvSpPr>
              <a:spLocks noChangeShapeType="1"/>
            </p:cNvSpPr>
            <p:nvPr/>
          </p:nvSpPr>
          <p:spPr bwMode="auto">
            <a:xfrm>
              <a:off x="4224" y="1008"/>
              <a:ext cx="0" cy="384"/>
            </a:xfrm>
            <a:prstGeom prst="line">
              <a:avLst/>
            </a:prstGeom>
            <a:noFill/>
            <a:ln w="1270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89112" name="Line 11">
              <a:extLst>
                <a:ext uri="{FF2B5EF4-FFF2-40B4-BE49-F238E27FC236}">
                  <a16:creationId xmlns:a16="http://schemas.microsoft.com/office/drawing/2014/main" id="{6E96D22D-A316-4377-97A0-BCE8213610FA}"/>
                </a:ext>
              </a:extLst>
            </p:cNvPr>
            <p:cNvSpPr>
              <a:spLocks noChangeShapeType="1"/>
            </p:cNvSpPr>
            <p:nvPr/>
          </p:nvSpPr>
          <p:spPr bwMode="auto">
            <a:xfrm>
              <a:off x="4224" y="1392"/>
              <a:ext cx="0" cy="720"/>
            </a:xfrm>
            <a:prstGeom prst="line">
              <a:avLst/>
            </a:prstGeom>
            <a:noFill/>
            <a:ln w="1270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89113" name="Line 12">
              <a:extLst>
                <a:ext uri="{FF2B5EF4-FFF2-40B4-BE49-F238E27FC236}">
                  <a16:creationId xmlns:a16="http://schemas.microsoft.com/office/drawing/2014/main" id="{83A6CA10-77A1-4D52-AFC1-E0462749E572}"/>
                </a:ext>
              </a:extLst>
            </p:cNvPr>
            <p:cNvSpPr>
              <a:spLocks noChangeShapeType="1"/>
            </p:cNvSpPr>
            <p:nvPr/>
          </p:nvSpPr>
          <p:spPr bwMode="auto">
            <a:xfrm>
              <a:off x="3936" y="1584"/>
              <a:ext cx="288"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spAutoFit/>
            </a:bodyPr>
            <a:lstStyle/>
            <a:p>
              <a:endParaRPr lang="zh-CN" altLang="en-US"/>
            </a:p>
          </p:txBody>
        </p:sp>
        <p:sp>
          <p:nvSpPr>
            <p:cNvPr id="89114" name="Line 13">
              <a:extLst>
                <a:ext uri="{FF2B5EF4-FFF2-40B4-BE49-F238E27FC236}">
                  <a16:creationId xmlns:a16="http://schemas.microsoft.com/office/drawing/2014/main" id="{F37EBB1A-23FF-435E-A049-6598A68B4056}"/>
                </a:ext>
              </a:extLst>
            </p:cNvPr>
            <p:cNvSpPr>
              <a:spLocks noChangeShapeType="1"/>
            </p:cNvSpPr>
            <p:nvPr/>
          </p:nvSpPr>
          <p:spPr bwMode="auto">
            <a:xfrm flipV="1">
              <a:off x="3936" y="1152"/>
              <a:ext cx="0" cy="432"/>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spAutoFit/>
            </a:bodyPr>
            <a:lstStyle/>
            <a:p>
              <a:endParaRPr lang="zh-CN" altLang="en-US"/>
            </a:p>
          </p:txBody>
        </p:sp>
        <p:sp>
          <p:nvSpPr>
            <p:cNvPr id="89115" name="Line 14">
              <a:extLst>
                <a:ext uri="{FF2B5EF4-FFF2-40B4-BE49-F238E27FC236}">
                  <a16:creationId xmlns:a16="http://schemas.microsoft.com/office/drawing/2014/main" id="{DB6B7E9C-A230-430F-9DBE-A1CF2ABA5E55}"/>
                </a:ext>
              </a:extLst>
            </p:cNvPr>
            <p:cNvSpPr>
              <a:spLocks noChangeShapeType="1"/>
            </p:cNvSpPr>
            <p:nvPr/>
          </p:nvSpPr>
          <p:spPr bwMode="auto">
            <a:xfrm>
              <a:off x="3936" y="1152"/>
              <a:ext cx="288" cy="0"/>
            </a:xfrm>
            <a:prstGeom prst="line">
              <a:avLst/>
            </a:prstGeom>
            <a:noFill/>
            <a:ln w="1270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89116" name="Line 15">
              <a:extLst>
                <a:ext uri="{FF2B5EF4-FFF2-40B4-BE49-F238E27FC236}">
                  <a16:creationId xmlns:a16="http://schemas.microsoft.com/office/drawing/2014/main" id="{44009869-CBBD-4A46-9682-C2F69E9EA9AB}"/>
                </a:ext>
              </a:extLst>
            </p:cNvPr>
            <p:cNvSpPr>
              <a:spLocks noChangeShapeType="1"/>
            </p:cNvSpPr>
            <p:nvPr/>
          </p:nvSpPr>
          <p:spPr bwMode="auto">
            <a:xfrm flipH="1">
              <a:off x="3696" y="1824"/>
              <a:ext cx="528"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spAutoFit/>
            </a:bodyPr>
            <a:lstStyle/>
            <a:p>
              <a:endParaRPr lang="zh-CN" altLang="en-US"/>
            </a:p>
          </p:txBody>
        </p:sp>
        <p:sp>
          <p:nvSpPr>
            <p:cNvPr id="89117" name="Line 16">
              <a:extLst>
                <a:ext uri="{FF2B5EF4-FFF2-40B4-BE49-F238E27FC236}">
                  <a16:creationId xmlns:a16="http://schemas.microsoft.com/office/drawing/2014/main" id="{4B236B66-99EB-41A4-BDDC-2B324DB92504}"/>
                </a:ext>
              </a:extLst>
            </p:cNvPr>
            <p:cNvSpPr>
              <a:spLocks noChangeShapeType="1"/>
            </p:cNvSpPr>
            <p:nvPr/>
          </p:nvSpPr>
          <p:spPr bwMode="auto">
            <a:xfrm flipV="1">
              <a:off x="3696" y="768"/>
              <a:ext cx="0" cy="1056"/>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spAutoFit/>
            </a:bodyPr>
            <a:lstStyle/>
            <a:p>
              <a:endParaRPr lang="zh-CN" altLang="en-US"/>
            </a:p>
          </p:txBody>
        </p:sp>
        <p:sp>
          <p:nvSpPr>
            <p:cNvPr id="89118" name="Line 17">
              <a:extLst>
                <a:ext uri="{FF2B5EF4-FFF2-40B4-BE49-F238E27FC236}">
                  <a16:creationId xmlns:a16="http://schemas.microsoft.com/office/drawing/2014/main" id="{B29A8F11-4806-41A5-BF20-620A309DED46}"/>
                </a:ext>
              </a:extLst>
            </p:cNvPr>
            <p:cNvSpPr>
              <a:spLocks noChangeShapeType="1"/>
            </p:cNvSpPr>
            <p:nvPr/>
          </p:nvSpPr>
          <p:spPr bwMode="auto">
            <a:xfrm>
              <a:off x="3696" y="768"/>
              <a:ext cx="528" cy="0"/>
            </a:xfrm>
            <a:prstGeom prst="line">
              <a:avLst/>
            </a:prstGeom>
            <a:noFill/>
            <a:ln w="1270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grpSp>
      <p:sp>
        <p:nvSpPr>
          <p:cNvPr id="89094" name="Rectangle 18">
            <a:extLst>
              <a:ext uri="{FF2B5EF4-FFF2-40B4-BE49-F238E27FC236}">
                <a16:creationId xmlns:a16="http://schemas.microsoft.com/office/drawing/2014/main" id="{0E8A41B6-EFAB-433C-9B34-822D18BE326B}"/>
              </a:ext>
            </a:extLst>
          </p:cNvPr>
          <p:cNvSpPr>
            <a:spLocks noChangeArrowheads="1"/>
          </p:cNvSpPr>
          <p:nvPr/>
        </p:nvSpPr>
        <p:spPr bwMode="auto">
          <a:xfrm>
            <a:off x="2057400" y="5999163"/>
            <a:ext cx="449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zh-CN" altLang="en-US" sz="2400" u="none">
                <a:ea typeface="楷体_GB2312" pitchFamily="49" charset="-122"/>
              </a:rPr>
              <a:t>复合结构：多种程序结构的组合</a:t>
            </a:r>
          </a:p>
        </p:txBody>
      </p:sp>
      <p:grpSp>
        <p:nvGrpSpPr>
          <p:cNvPr id="89095" name="Group 19">
            <a:extLst>
              <a:ext uri="{FF2B5EF4-FFF2-40B4-BE49-F238E27FC236}">
                <a16:creationId xmlns:a16="http://schemas.microsoft.com/office/drawing/2014/main" id="{36C87298-6D9D-45A6-BC6F-FFC747F7736C}"/>
              </a:ext>
            </a:extLst>
          </p:cNvPr>
          <p:cNvGrpSpPr>
            <a:grpSpLocks/>
          </p:cNvGrpSpPr>
          <p:nvPr/>
        </p:nvGrpSpPr>
        <p:grpSpPr bwMode="auto">
          <a:xfrm>
            <a:off x="1981200" y="4114800"/>
            <a:ext cx="2590800" cy="1143000"/>
            <a:chOff x="1584" y="2832"/>
            <a:chExt cx="1632" cy="720"/>
          </a:xfrm>
        </p:grpSpPr>
        <p:sp>
          <p:nvSpPr>
            <p:cNvPr id="89103" name="Line 20">
              <a:extLst>
                <a:ext uri="{FF2B5EF4-FFF2-40B4-BE49-F238E27FC236}">
                  <a16:creationId xmlns:a16="http://schemas.microsoft.com/office/drawing/2014/main" id="{FB105256-BFA4-4955-ACC6-0A0E3E2A5246}"/>
                </a:ext>
              </a:extLst>
            </p:cNvPr>
            <p:cNvSpPr>
              <a:spLocks noChangeShapeType="1"/>
            </p:cNvSpPr>
            <p:nvPr/>
          </p:nvSpPr>
          <p:spPr bwMode="auto">
            <a:xfrm>
              <a:off x="1584" y="3216"/>
              <a:ext cx="1632"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89104" name="Line 21">
              <a:extLst>
                <a:ext uri="{FF2B5EF4-FFF2-40B4-BE49-F238E27FC236}">
                  <a16:creationId xmlns:a16="http://schemas.microsoft.com/office/drawing/2014/main" id="{E431870F-5046-46B3-9E5E-EBC5D98F379E}"/>
                </a:ext>
              </a:extLst>
            </p:cNvPr>
            <p:cNvSpPr>
              <a:spLocks noChangeShapeType="1"/>
            </p:cNvSpPr>
            <p:nvPr/>
          </p:nvSpPr>
          <p:spPr bwMode="auto">
            <a:xfrm>
              <a:off x="1584" y="3216"/>
              <a:ext cx="0" cy="336"/>
            </a:xfrm>
            <a:prstGeom prst="line">
              <a:avLst/>
            </a:prstGeom>
            <a:noFill/>
            <a:ln w="1270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89105" name="Line 22">
              <a:extLst>
                <a:ext uri="{FF2B5EF4-FFF2-40B4-BE49-F238E27FC236}">
                  <a16:creationId xmlns:a16="http://schemas.microsoft.com/office/drawing/2014/main" id="{3F9A0966-D82E-4CF6-A520-5931EAE79A94}"/>
                </a:ext>
              </a:extLst>
            </p:cNvPr>
            <p:cNvSpPr>
              <a:spLocks noChangeShapeType="1"/>
            </p:cNvSpPr>
            <p:nvPr/>
          </p:nvSpPr>
          <p:spPr bwMode="auto">
            <a:xfrm>
              <a:off x="1968" y="3216"/>
              <a:ext cx="0" cy="336"/>
            </a:xfrm>
            <a:prstGeom prst="line">
              <a:avLst/>
            </a:prstGeom>
            <a:noFill/>
            <a:ln w="1270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89106" name="Line 23">
              <a:extLst>
                <a:ext uri="{FF2B5EF4-FFF2-40B4-BE49-F238E27FC236}">
                  <a16:creationId xmlns:a16="http://schemas.microsoft.com/office/drawing/2014/main" id="{E5A32938-908A-4160-AA64-C55C3B12A688}"/>
                </a:ext>
              </a:extLst>
            </p:cNvPr>
            <p:cNvSpPr>
              <a:spLocks noChangeShapeType="1"/>
            </p:cNvSpPr>
            <p:nvPr/>
          </p:nvSpPr>
          <p:spPr bwMode="auto">
            <a:xfrm>
              <a:off x="3216" y="3216"/>
              <a:ext cx="0" cy="336"/>
            </a:xfrm>
            <a:prstGeom prst="line">
              <a:avLst/>
            </a:prstGeom>
            <a:noFill/>
            <a:ln w="1270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89107" name="Line 24">
              <a:extLst>
                <a:ext uri="{FF2B5EF4-FFF2-40B4-BE49-F238E27FC236}">
                  <a16:creationId xmlns:a16="http://schemas.microsoft.com/office/drawing/2014/main" id="{83A181B2-3DF8-4896-B59E-2F1500210080}"/>
                </a:ext>
              </a:extLst>
            </p:cNvPr>
            <p:cNvSpPr>
              <a:spLocks noChangeShapeType="1"/>
            </p:cNvSpPr>
            <p:nvPr/>
          </p:nvSpPr>
          <p:spPr bwMode="auto">
            <a:xfrm>
              <a:off x="2880" y="3216"/>
              <a:ext cx="0" cy="336"/>
            </a:xfrm>
            <a:prstGeom prst="line">
              <a:avLst/>
            </a:prstGeom>
            <a:noFill/>
            <a:ln w="1270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89108" name="Line 25">
              <a:extLst>
                <a:ext uri="{FF2B5EF4-FFF2-40B4-BE49-F238E27FC236}">
                  <a16:creationId xmlns:a16="http://schemas.microsoft.com/office/drawing/2014/main" id="{9C38A744-9F8B-40CA-8D2E-1FDF4D71B2A8}"/>
                </a:ext>
              </a:extLst>
            </p:cNvPr>
            <p:cNvSpPr>
              <a:spLocks noChangeShapeType="1"/>
            </p:cNvSpPr>
            <p:nvPr/>
          </p:nvSpPr>
          <p:spPr bwMode="auto">
            <a:xfrm>
              <a:off x="2448" y="2832"/>
              <a:ext cx="0" cy="384"/>
            </a:xfrm>
            <a:prstGeom prst="line">
              <a:avLst/>
            </a:prstGeom>
            <a:noFill/>
            <a:ln w="1270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89109" name="Text Box 26">
              <a:extLst>
                <a:ext uri="{FF2B5EF4-FFF2-40B4-BE49-F238E27FC236}">
                  <a16:creationId xmlns:a16="http://schemas.microsoft.com/office/drawing/2014/main" id="{84B32230-1120-4795-AAAF-36D0495C54A7}"/>
                </a:ext>
              </a:extLst>
            </p:cNvPr>
            <p:cNvSpPr txBox="1">
              <a:spLocks noChangeArrowheads="1"/>
            </p:cNvSpPr>
            <p:nvPr/>
          </p:nvSpPr>
          <p:spPr bwMode="auto">
            <a:xfrm>
              <a:off x="2304" y="3264"/>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2400" b="0" u="none"/>
                <a:t>…</a:t>
              </a:r>
            </a:p>
          </p:txBody>
        </p:sp>
      </p:grpSp>
      <p:grpSp>
        <p:nvGrpSpPr>
          <p:cNvPr id="89096" name="Group 27">
            <a:extLst>
              <a:ext uri="{FF2B5EF4-FFF2-40B4-BE49-F238E27FC236}">
                <a16:creationId xmlns:a16="http://schemas.microsoft.com/office/drawing/2014/main" id="{B1087B12-FD2B-4690-A510-AE970A7AFC7C}"/>
              </a:ext>
            </a:extLst>
          </p:cNvPr>
          <p:cNvGrpSpPr>
            <a:grpSpLocks/>
          </p:cNvGrpSpPr>
          <p:nvPr/>
        </p:nvGrpSpPr>
        <p:grpSpPr bwMode="auto">
          <a:xfrm>
            <a:off x="6858000" y="3733800"/>
            <a:ext cx="762000" cy="2133600"/>
            <a:chOff x="4080" y="768"/>
            <a:chExt cx="480" cy="1344"/>
          </a:xfrm>
        </p:grpSpPr>
        <p:sp>
          <p:nvSpPr>
            <p:cNvPr id="89098" name="Line 28">
              <a:extLst>
                <a:ext uri="{FF2B5EF4-FFF2-40B4-BE49-F238E27FC236}">
                  <a16:creationId xmlns:a16="http://schemas.microsoft.com/office/drawing/2014/main" id="{D2EE1EE0-6088-41C5-8464-C49AE3EB5294}"/>
                </a:ext>
              </a:extLst>
            </p:cNvPr>
            <p:cNvSpPr>
              <a:spLocks noChangeShapeType="1"/>
            </p:cNvSpPr>
            <p:nvPr/>
          </p:nvSpPr>
          <p:spPr bwMode="auto">
            <a:xfrm>
              <a:off x="4080" y="768"/>
              <a:ext cx="0" cy="624"/>
            </a:xfrm>
            <a:prstGeom prst="line">
              <a:avLst/>
            </a:prstGeom>
            <a:noFill/>
            <a:ln w="1270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89099" name="Line 29">
              <a:extLst>
                <a:ext uri="{FF2B5EF4-FFF2-40B4-BE49-F238E27FC236}">
                  <a16:creationId xmlns:a16="http://schemas.microsoft.com/office/drawing/2014/main" id="{DC6F2031-5A15-475F-9A7B-3201855D2D59}"/>
                </a:ext>
              </a:extLst>
            </p:cNvPr>
            <p:cNvSpPr>
              <a:spLocks noChangeShapeType="1"/>
            </p:cNvSpPr>
            <p:nvPr/>
          </p:nvSpPr>
          <p:spPr bwMode="auto">
            <a:xfrm>
              <a:off x="4080" y="1488"/>
              <a:ext cx="0" cy="624"/>
            </a:xfrm>
            <a:prstGeom prst="line">
              <a:avLst/>
            </a:prstGeom>
            <a:noFill/>
            <a:ln w="1270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89100" name="Line 30">
              <a:extLst>
                <a:ext uri="{FF2B5EF4-FFF2-40B4-BE49-F238E27FC236}">
                  <a16:creationId xmlns:a16="http://schemas.microsoft.com/office/drawing/2014/main" id="{47C5E9BA-41AD-4C74-8C89-922BC9E397D8}"/>
                </a:ext>
              </a:extLst>
            </p:cNvPr>
            <p:cNvSpPr>
              <a:spLocks noChangeShapeType="1"/>
            </p:cNvSpPr>
            <p:nvPr/>
          </p:nvSpPr>
          <p:spPr bwMode="auto">
            <a:xfrm flipV="1">
              <a:off x="4128" y="1056"/>
              <a:ext cx="432" cy="336"/>
            </a:xfrm>
            <a:prstGeom prst="line">
              <a:avLst/>
            </a:prstGeom>
            <a:noFill/>
            <a:ln w="1270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89101" name="Line 31">
              <a:extLst>
                <a:ext uri="{FF2B5EF4-FFF2-40B4-BE49-F238E27FC236}">
                  <a16:creationId xmlns:a16="http://schemas.microsoft.com/office/drawing/2014/main" id="{0C5CFC94-6269-4CFE-A8BE-20495F2FDE8D}"/>
                </a:ext>
              </a:extLst>
            </p:cNvPr>
            <p:cNvSpPr>
              <a:spLocks noChangeShapeType="1"/>
            </p:cNvSpPr>
            <p:nvPr/>
          </p:nvSpPr>
          <p:spPr bwMode="auto">
            <a:xfrm>
              <a:off x="4560" y="1152"/>
              <a:ext cx="0" cy="624"/>
            </a:xfrm>
            <a:prstGeom prst="line">
              <a:avLst/>
            </a:prstGeom>
            <a:noFill/>
            <a:ln w="12700" cap="sq">
              <a:solidFill>
                <a:schemeClr val="hlink"/>
              </a:solidFill>
              <a:round/>
              <a:headEnd type="none" w="sm" len="sm"/>
              <a:tailEnd type="triangle" w="med" len="med"/>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89102" name="Line 32">
              <a:extLst>
                <a:ext uri="{FF2B5EF4-FFF2-40B4-BE49-F238E27FC236}">
                  <a16:creationId xmlns:a16="http://schemas.microsoft.com/office/drawing/2014/main" id="{9BB894C8-AC1A-48FC-B604-9414A0776E52}"/>
                </a:ext>
              </a:extLst>
            </p:cNvPr>
            <p:cNvSpPr>
              <a:spLocks noChangeShapeType="1"/>
            </p:cNvSpPr>
            <p:nvPr/>
          </p:nvSpPr>
          <p:spPr bwMode="auto">
            <a:xfrm flipH="1" flipV="1">
              <a:off x="4128" y="1440"/>
              <a:ext cx="432" cy="384"/>
            </a:xfrm>
            <a:prstGeom prst="line">
              <a:avLst/>
            </a:prstGeom>
            <a:noFill/>
            <a:ln w="1270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spAutoFit/>
            </a:bodyPr>
            <a:lstStyle/>
            <a:p>
              <a:endParaRPr lang="zh-CN" altLang="en-US"/>
            </a:p>
          </p:txBody>
        </p:sp>
      </p:grpSp>
      <p:sp>
        <p:nvSpPr>
          <p:cNvPr id="89097" name="Rectangle 33">
            <a:extLst>
              <a:ext uri="{FF2B5EF4-FFF2-40B4-BE49-F238E27FC236}">
                <a16:creationId xmlns:a16="http://schemas.microsoft.com/office/drawing/2014/main" id="{333369D5-7DE1-4D45-83A3-0AC4E69C75AE}"/>
              </a:ext>
            </a:extLst>
          </p:cNvPr>
          <p:cNvSpPr>
            <a:spLocks noChangeArrowheads="1"/>
          </p:cNvSpPr>
          <p:nvPr/>
        </p:nvSpPr>
        <p:spPr bwMode="auto">
          <a:xfrm>
            <a:off x="1828800" y="1122363"/>
            <a:ext cx="45148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en-US" altLang="zh-CN" sz="2400" u="none">
                <a:latin typeface="楷体_GB2312" pitchFamily="49" charset="-122"/>
                <a:ea typeface="楷体_GB2312" pitchFamily="49" charset="-122"/>
              </a:rPr>
              <a:t>  </a:t>
            </a:r>
            <a:r>
              <a:rPr lang="zh-CN" altLang="en-US" sz="2400" u="none">
                <a:latin typeface="楷体_GB2312" pitchFamily="49" charset="-122"/>
                <a:ea typeface="楷体_GB2312" pitchFamily="49" charset="-122"/>
              </a:rPr>
              <a:t>顺序结构          </a:t>
            </a:r>
            <a:r>
              <a:rPr lang="zh-CN" altLang="en-US" sz="2400" u="none">
                <a:solidFill>
                  <a:schemeClr val="hlink"/>
                </a:solidFill>
                <a:latin typeface="楷体_GB2312" pitchFamily="49" charset="-122"/>
                <a:ea typeface="楷体_GB2312" pitchFamily="49" charset="-122"/>
              </a:rPr>
              <a:t>循环结构</a:t>
            </a:r>
          </a:p>
        </p:txBody>
      </p:sp>
    </p:spTree>
    <p:custDataLst>
      <p:tags r:id="rId1"/>
    </p:custData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a:extLst>
              <a:ext uri="{FF2B5EF4-FFF2-40B4-BE49-F238E27FC236}">
                <a16:creationId xmlns:a16="http://schemas.microsoft.com/office/drawing/2014/main" id="{B1126BC7-1E4F-4897-9347-D94DFF418A2E}"/>
              </a:ext>
            </a:extLst>
          </p:cNvPr>
          <p:cNvSpPr>
            <a:spLocks noChangeArrowheads="1"/>
          </p:cNvSpPr>
          <p:nvPr/>
        </p:nvSpPr>
        <p:spPr bwMode="auto">
          <a:xfrm>
            <a:off x="1676400" y="685800"/>
            <a:ext cx="404812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en-US" altLang="zh-CN" sz="3600" u="none">
                <a:solidFill>
                  <a:schemeClr val="tx2"/>
                </a:solidFill>
                <a:latin typeface="Arial" panose="020B0604020202020204" pitchFamily="34" charset="0"/>
              </a:rPr>
              <a:t>1.  </a:t>
            </a:r>
            <a:r>
              <a:rPr lang="zh-CN" altLang="en-US" sz="3600" u="none">
                <a:solidFill>
                  <a:schemeClr val="tx2"/>
                </a:solidFill>
                <a:latin typeface="Arial" panose="020B0604020202020204" pitchFamily="34" charset="0"/>
              </a:rPr>
              <a:t>分支程序设计</a:t>
            </a:r>
          </a:p>
        </p:txBody>
      </p:sp>
      <p:grpSp>
        <p:nvGrpSpPr>
          <p:cNvPr id="90115" name="Group 3">
            <a:extLst>
              <a:ext uri="{FF2B5EF4-FFF2-40B4-BE49-F238E27FC236}">
                <a16:creationId xmlns:a16="http://schemas.microsoft.com/office/drawing/2014/main" id="{2E5A91A3-09AB-43EE-B6D4-EE4322A4F0B1}"/>
              </a:ext>
            </a:extLst>
          </p:cNvPr>
          <p:cNvGrpSpPr>
            <a:grpSpLocks/>
          </p:cNvGrpSpPr>
          <p:nvPr/>
        </p:nvGrpSpPr>
        <p:grpSpPr bwMode="auto">
          <a:xfrm>
            <a:off x="1828800" y="1600200"/>
            <a:ext cx="6472238" cy="2378075"/>
            <a:chOff x="1152" y="816"/>
            <a:chExt cx="4077" cy="1498"/>
          </a:xfrm>
        </p:grpSpPr>
        <p:grpSp>
          <p:nvGrpSpPr>
            <p:cNvPr id="90118" name="Group 4">
              <a:extLst>
                <a:ext uri="{FF2B5EF4-FFF2-40B4-BE49-F238E27FC236}">
                  <a16:creationId xmlns:a16="http://schemas.microsoft.com/office/drawing/2014/main" id="{AEDB2D02-0592-4BC7-8A90-97DCB088E4A1}"/>
                </a:ext>
              </a:extLst>
            </p:cNvPr>
            <p:cNvGrpSpPr>
              <a:grpSpLocks/>
            </p:cNvGrpSpPr>
            <p:nvPr/>
          </p:nvGrpSpPr>
          <p:grpSpPr bwMode="auto">
            <a:xfrm>
              <a:off x="1152" y="1296"/>
              <a:ext cx="2112" cy="1018"/>
              <a:chOff x="960" y="864"/>
              <a:chExt cx="2112" cy="1018"/>
            </a:xfrm>
          </p:grpSpPr>
          <p:sp>
            <p:nvSpPr>
              <p:cNvPr id="90133" name="Line 5">
                <a:extLst>
                  <a:ext uri="{FF2B5EF4-FFF2-40B4-BE49-F238E27FC236}">
                    <a16:creationId xmlns:a16="http://schemas.microsoft.com/office/drawing/2014/main" id="{98D10DCE-3E4D-4267-AE0E-48CA1862BC52}"/>
                  </a:ext>
                </a:extLst>
              </p:cNvPr>
              <p:cNvSpPr>
                <a:spLocks noChangeShapeType="1"/>
              </p:cNvSpPr>
              <p:nvPr/>
            </p:nvSpPr>
            <p:spPr bwMode="auto">
              <a:xfrm>
                <a:off x="1296" y="1248"/>
                <a:ext cx="1344"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90134" name="Line 6">
                <a:extLst>
                  <a:ext uri="{FF2B5EF4-FFF2-40B4-BE49-F238E27FC236}">
                    <a16:creationId xmlns:a16="http://schemas.microsoft.com/office/drawing/2014/main" id="{0FE5DDE3-6D5B-4C6B-8BA5-EB5D61121AB2}"/>
                  </a:ext>
                </a:extLst>
              </p:cNvPr>
              <p:cNvSpPr>
                <a:spLocks noChangeShapeType="1"/>
              </p:cNvSpPr>
              <p:nvPr/>
            </p:nvSpPr>
            <p:spPr bwMode="auto">
              <a:xfrm>
                <a:off x="1296" y="1248"/>
                <a:ext cx="0" cy="336"/>
              </a:xfrm>
              <a:prstGeom prst="line">
                <a:avLst/>
              </a:prstGeom>
              <a:noFill/>
              <a:ln w="1270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90135" name="Line 7">
                <a:extLst>
                  <a:ext uri="{FF2B5EF4-FFF2-40B4-BE49-F238E27FC236}">
                    <a16:creationId xmlns:a16="http://schemas.microsoft.com/office/drawing/2014/main" id="{49216965-3EA0-4D3C-9C6D-0BB218B0B9B8}"/>
                  </a:ext>
                </a:extLst>
              </p:cNvPr>
              <p:cNvSpPr>
                <a:spLocks noChangeShapeType="1"/>
              </p:cNvSpPr>
              <p:nvPr/>
            </p:nvSpPr>
            <p:spPr bwMode="auto">
              <a:xfrm>
                <a:off x="1968" y="864"/>
                <a:ext cx="0" cy="384"/>
              </a:xfrm>
              <a:prstGeom prst="line">
                <a:avLst/>
              </a:prstGeom>
              <a:noFill/>
              <a:ln w="1270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90136" name="Line 8">
                <a:extLst>
                  <a:ext uri="{FF2B5EF4-FFF2-40B4-BE49-F238E27FC236}">
                    <a16:creationId xmlns:a16="http://schemas.microsoft.com/office/drawing/2014/main" id="{94C94DC1-B242-4ABB-BB24-045EE9FAFBEE}"/>
                  </a:ext>
                </a:extLst>
              </p:cNvPr>
              <p:cNvSpPr>
                <a:spLocks noChangeShapeType="1"/>
              </p:cNvSpPr>
              <p:nvPr/>
            </p:nvSpPr>
            <p:spPr bwMode="auto">
              <a:xfrm>
                <a:off x="1728" y="1248"/>
                <a:ext cx="0" cy="336"/>
              </a:xfrm>
              <a:prstGeom prst="line">
                <a:avLst/>
              </a:prstGeom>
              <a:noFill/>
              <a:ln w="1270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90137" name="Line 9">
                <a:extLst>
                  <a:ext uri="{FF2B5EF4-FFF2-40B4-BE49-F238E27FC236}">
                    <a16:creationId xmlns:a16="http://schemas.microsoft.com/office/drawing/2014/main" id="{FA2A2855-1F79-4C4F-BB46-9AEDB8FC1074}"/>
                  </a:ext>
                </a:extLst>
              </p:cNvPr>
              <p:cNvSpPr>
                <a:spLocks noChangeShapeType="1"/>
              </p:cNvSpPr>
              <p:nvPr/>
            </p:nvSpPr>
            <p:spPr bwMode="auto">
              <a:xfrm>
                <a:off x="2640" y="1248"/>
                <a:ext cx="0" cy="336"/>
              </a:xfrm>
              <a:prstGeom prst="line">
                <a:avLst/>
              </a:prstGeom>
              <a:noFill/>
              <a:ln w="1270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90138" name="Text Box 10">
                <a:extLst>
                  <a:ext uri="{FF2B5EF4-FFF2-40B4-BE49-F238E27FC236}">
                    <a16:creationId xmlns:a16="http://schemas.microsoft.com/office/drawing/2014/main" id="{7F718070-5B0E-4C64-B989-8A00011561A2}"/>
                  </a:ext>
                </a:extLst>
              </p:cNvPr>
              <p:cNvSpPr txBox="1">
                <a:spLocks noChangeArrowheads="1"/>
              </p:cNvSpPr>
              <p:nvPr/>
            </p:nvSpPr>
            <p:spPr bwMode="auto">
              <a:xfrm>
                <a:off x="2064" y="1344"/>
                <a:ext cx="48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2000" u="none"/>
                  <a:t>…</a:t>
                </a:r>
              </a:p>
            </p:txBody>
          </p:sp>
          <p:sp>
            <p:nvSpPr>
              <p:cNvPr id="90139" name="Text Box 11">
                <a:extLst>
                  <a:ext uri="{FF2B5EF4-FFF2-40B4-BE49-F238E27FC236}">
                    <a16:creationId xmlns:a16="http://schemas.microsoft.com/office/drawing/2014/main" id="{180B642C-5035-4AA9-96D5-5A880EE1CB2E}"/>
                  </a:ext>
                </a:extLst>
              </p:cNvPr>
              <p:cNvSpPr txBox="1">
                <a:spLocks noChangeArrowheads="1"/>
              </p:cNvSpPr>
              <p:nvPr/>
            </p:nvSpPr>
            <p:spPr bwMode="auto">
              <a:xfrm>
                <a:off x="960" y="1632"/>
                <a:ext cx="211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2000" b="0" u="none"/>
                  <a:t> case 1  case 2            case n</a:t>
                </a:r>
              </a:p>
            </p:txBody>
          </p:sp>
        </p:grpSp>
        <p:grpSp>
          <p:nvGrpSpPr>
            <p:cNvPr id="90119" name="Group 12">
              <a:extLst>
                <a:ext uri="{FF2B5EF4-FFF2-40B4-BE49-F238E27FC236}">
                  <a16:creationId xmlns:a16="http://schemas.microsoft.com/office/drawing/2014/main" id="{2ECC0891-CA4C-40F2-A09B-C586D9CFEFE2}"/>
                </a:ext>
              </a:extLst>
            </p:cNvPr>
            <p:cNvGrpSpPr>
              <a:grpSpLocks/>
            </p:cNvGrpSpPr>
            <p:nvPr/>
          </p:nvGrpSpPr>
          <p:grpSpPr bwMode="auto">
            <a:xfrm>
              <a:off x="3360" y="1056"/>
              <a:ext cx="768" cy="250"/>
              <a:chOff x="3216" y="2592"/>
              <a:chExt cx="768" cy="250"/>
            </a:xfrm>
          </p:grpSpPr>
          <p:sp>
            <p:nvSpPr>
              <p:cNvPr id="90131" name="AutoShape 13">
                <a:extLst>
                  <a:ext uri="{FF2B5EF4-FFF2-40B4-BE49-F238E27FC236}">
                    <a16:creationId xmlns:a16="http://schemas.microsoft.com/office/drawing/2014/main" id="{8988CBE2-CA1D-4F99-85B1-E94D3CE989FE}"/>
                  </a:ext>
                </a:extLst>
              </p:cNvPr>
              <p:cNvSpPr>
                <a:spLocks noChangeArrowheads="1"/>
              </p:cNvSpPr>
              <p:nvPr/>
            </p:nvSpPr>
            <p:spPr bwMode="auto">
              <a:xfrm>
                <a:off x="3216" y="2592"/>
                <a:ext cx="768" cy="240"/>
              </a:xfrm>
              <a:prstGeom prst="diamond">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sz="2400" b="0"/>
              </a:p>
            </p:txBody>
          </p:sp>
          <p:sp>
            <p:nvSpPr>
              <p:cNvPr id="90132" name="Text Box 14">
                <a:extLst>
                  <a:ext uri="{FF2B5EF4-FFF2-40B4-BE49-F238E27FC236}">
                    <a16:creationId xmlns:a16="http://schemas.microsoft.com/office/drawing/2014/main" id="{B745FAA2-8369-4B3F-9EEB-0DFD5E13CDB4}"/>
                  </a:ext>
                </a:extLst>
              </p:cNvPr>
              <p:cNvSpPr txBox="1">
                <a:spLocks noChangeArrowheads="1"/>
              </p:cNvSpPr>
              <p:nvPr/>
            </p:nvSpPr>
            <p:spPr bwMode="auto">
              <a:xfrm>
                <a:off x="3504" y="2592"/>
                <a:ext cx="3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2000" u="none"/>
                  <a:t>?</a:t>
                </a:r>
              </a:p>
            </p:txBody>
          </p:sp>
        </p:grpSp>
        <p:grpSp>
          <p:nvGrpSpPr>
            <p:cNvPr id="90120" name="Group 15">
              <a:extLst>
                <a:ext uri="{FF2B5EF4-FFF2-40B4-BE49-F238E27FC236}">
                  <a16:creationId xmlns:a16="http://schemas.microsoft.com/office/drawing/2014/main" id="{1D10D16E-B1D6-493C-AF15-A57CCA7E8CBE}"/>
                </a:ext>
              </a:extLst>
            </p:cNvPr>
            <p:cNvGrpSpPr>
              <a:grpSpLocks/>
            </p:cNvGrpSpPr>
            <p:nvPr/>
          </p:nvGrpSpPr>
          <p:grpSpPr bwMode="auto">
            <a:xfrm>
              <a:off x="3360" y="1536"/>
              <a:ext cx="768" cy="250"/>
              <a:chOff x="3216" y="2592"/>
              <a:chExt cx="768" cy="250"/>
            </a:xfrm>
          </p:grpSpPr>
          <p:sp>
            <p:nvSpPr>
              <p:cNvPr id="90129" name="AutoShape 16">
                <a:extLst>
                  <a:ext uri="{FF2B5EF4-FFF2-40B4-BE49-F238E27FC236}">
                    <a16:creationId xmlns:a16="http://schemas.microsoft.com/office/drawing/2014/main" id="{4A51C49E-D1CE-4CD0-8954-8F6AA6EE7ED9}"/>
                  </a:ext>
                </a:extLst>
              </p:cNvPr>
              <p:cNvSpPr>
                <a:spLocks noChangeArrowheads="1"/>
              </p:cNvSpPr>
              <p:nvPr/>
            </p:nvSpPr>
            <p:spPr bwMode="auto">
              <a:xfrm>
                <a:off x="3216" y="2592"/>
                <a:ext cx="768" cy="240"/>
              </a:xfrm>
              <a:prstGeom prst="diamond">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sz="2400" b="0"/>
              </a:p>
            </p:txBody>
          </p:sp>
          <p:sp>
            <p:nvSpPr>
              <p:cNvPr id="90130" name="Text Box 17">
                <a:extLst>
                  <a:ext uri="{FF2B5EF4-FFF2-40B4-BE49-F238E27FC236}">
                    <a16:creationId xmlns:a16="http://schemas.microsoft.com/office/drawing/2014/main" id="{6AF4A658-6B38-49AF-B753-07070DA1E6B5}"/>
                  </a:ext>
                </a:extLst>
              </p:cNvPr>
              <p:cNvSpPr txBox="1">
                <a:spLocks noChangeArrowheads="1"/>
              </p:cNvSpPr>
              <p:nvPr/>
            </p:nvSpPr>
            <p:spPr bwMode="auto">
              <a:xfrm>
                <a:off x="3504" y="2592"/>
                <a:ext cx="3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2000" u="none"/>
                  <a:t>?</a:t>
                </a:r>
              </a:p>
            </p:txBody>
          </p:sp>
        </p:grpSp>
        <p:sp>
          <p:nvSpPr>
            <p:cNvPr id="90121" name="Line 18">
              <a:extLst>
                <a:ext uri="{FF2B5EF4-FFF2-40B4-BE49-F238E27FC236}">
                  <a16:creationId xmlns:a16="http://schemas.microsoft.com/office/drawing/2014/main" id="{20417DE0-B889-4AAE-8D0D-9A9C085A03B9}"/>
                </a:ext>
              </a:extLst>
            </p:cNvPr>
            <p:cNvSpPr>
              <a:spLocks noChangeShapeType="1"/>
            </p:cNvSpPr>
            <p:nvPr/>
          </p:nvSpPr>
          <p:spPr bwMode="auto">
            <a:xfrm>
              <a:off x="3744" y="1296"/>
              <a:ext cx="0" cy="240"/>
            </a:xfrm>
            <a:prstGeom prst="line">
              <a:avLst/>
            </a:prstGeom>
            <a:noFill/>
            <a:ln w="1270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90122" name="Line 19">
              <a:extLst>
                <a:ext uri="{FF2B5EF4-FFF2-40B4-BE49-F238E27FC236}">
                  <a16:creationId xmlns:a16="http://schemas.microsoft.com/office/drawing/2014/main" id="{ECF4DA68-BAE5-46B4-AC70-2E4D2CF07B49}"/>
                </a:ext>
              </a:extLst>
            </p:cNvPr>
            <p:cNvSpPr>
              <a:spLocks noChangeShapeType="1"/>
            </p:cNvSpPr>
            <p:nvPr/>
          </p:nvSpPr>
          <p:spPr bwMode="auto">
            <a:xfrm>
              <a:off x="3744" y="1776"/>
              <a:ext cx="0" cy="288"/>
            </a:xfrm>
            <a:prstGeom prst="line">
              <a:avLst/>
            </a:prstGeom>
            <a:noFill/>
            <a:ln w="1270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90123" name="Line 20">
              <a:extLst>
                <a:ext uri="{FF2B5EF4-FFF2-40B4-BE49-F238E27FC236}">
                  <a16:creationId xmlns:a16="http://schemas.microsoft.com/office/drawing/2014/main" id="{DA2C3F88-E6E0-42A9-9AFA-00E8BEC4B8DF}"/>
                </a:ext>
              </a:extLst>
            </p:cNvPr>
            <p:cNvSpPr>
              <a:spLocks noChangeShapeType="1"/>
            </p:cNvSpPr>
            <p:nvPr/>
          </p:nvSpPr>
          <p:spPr bwMode="auto">
            <a:xfrm>
              <a:off x="4133" y="1660"/>
              <a:ext cx="192"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90124" name="Line 21">
              <a:extLst>
                <a:ext uri="{FF2B5EF4-FFF2-40B4-BE49-F238E27FC236}">
                  <a16:creationId xmlns:a16="http://schemas.microsoft.com/office/drawing/2014/main" id="{A6207EC4-C29F-485C-823F-3EC0596D5BEA}"/>
                </a:ext>
              </a:extLst>
            </p:cNvPr>
            <p:cNvSpPr>
              <a:spLocks noChangeShapeType="1"/>
            </p:cNvSpPr>
            <p:nvPr/>
          </p:nvSpPr>
          <p:spPr bwMode="auto">
            <a:xfrm>
              <a:off x="4320" y="1669"/>
              <a:ext cx="0" cy="384"/>
            </a:xfrm>
            <a:prstGeom prst="line">
              <a:avLst/>
            </a:prstGeom>
            <a:noFill/>
            <a:ln w="1270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90125" name="Line 22">
              <a:extLst>
                <a:ext uri="{FF2B5EF4-FFF2-40B4-BE49-F238E27FC236}">
                  <a16:creationId xmlns:a16="http://schemas.microsoft.com/office/drawing/2014/main" id="{E109C13E-FE8D-4DDE-8729-B7232373E915}"/>
                </a:ext>
              </a:extLst>
            </p:cNvPr>
            <p:cNvSpPr>
              <a:spLocks noChangeShapeType="1"/>
            </p:cNvSpPr>
            <p:nvPr/>
          </p:nvSpPr>
          <p:spPr bwMode="auto">
            <a:xfrm>
              <a:off x="4944" y="1184"/>
              <a:ext cx="0" cy="864"/>
            </a:xfrm>
            <a:prstGeom prst="line">
              <a:avLst/>
            </a:prstGeom>
            <a:noFill/>
            <a:ln w="1270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90126" name="Rectangle 23">
              <a:extLst>
                <a:ext uri="{FF2B5EF4-FFF2-40B4-BE49-F238E27FC236}">
                  <a16:creationId xmlns:a16="http://schemas.microsoft.com/office/drawing/2014/main" id="{8CA633E8-917B-4E14-A6F5-8170323E9148}"/>
                </a:ext>
              </a:extLst>
            </p:cNvPr>
            <p:cNvSpPr>
              <a:spLocks noChangeArrowheads="1"/>
            </p:cNvSpPr>
            <p:nvPr/>
          </p:nvSpPr>
          <p:spPr bwMode="auto">
            <a:xfrm>
              <a:off x="3408" y="2064"/>
              <a:ext cx="182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en-US" altLang="zh-CN" sz="2000" b="0" u="none"/>
                <a:t> case 1      case 2      case n</a:t>
              </a:r>
            </a:p>
          </p:txBody>
        </p:sp>
        <p:sp>
          <p:nvSpPr>
            <p:cNvPr id="90127" name="Line 24">
              <a:extLst>
                <a:ext uri="{FF2B5EF4-FFF2-40B4-BE49-F238E27FC236}">
                  <a16:creationId xmlns:a16="http://schemas.microsoft.com/office/drawing/2014/main" id="{C5E7C356-2846-48C9-ABA8-1060B8C18950}"/>
                </a:ext>
              </a:extLst>
            </p:cNvPr>
            <p:cNvSpPr>
              <a:spLocks noChangeShapeType="1"/>
            </p:cNvSpPr>
            <p:nvPr/>
          </p:nvSpPr>
          <p:spPr bwMode="auto">
            <a:xfrm>
              <a:off x="4128" y="1184"/>
              <a:ext cx="816"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90128" name="Line 25">
              <a:extLst>
                <a:ext uri="{FF2B5EF4-FFF2-40B4-BE49-F238E27FC236}">
                  <a16:creationId xmlns:a16="http://schemas.microsoft.com/office/drawing/2014/main" id="{8F872AB7-CE49-430F-8E01-8962A920C05A}"/>
                </a:ext>
              </a:extLst>
            </p:cNvPr>
            <p:cNvSpPr>
              <a:spLocks noChangeShapeType="1"/>
            </p:cNvSpPr>
            <p:nvPr/>
          </p:nvSpPr>
          <p:spPr bwMode="auto">
            <a:xfrm>
              <a:off x="3744" y="816"/>
              <a:ext cx="0" cy="240"/>
            </a:xfrm>
            <a:prstGeom prst="line">
              <a:avLst/>
            </a:prstGeom>
            <a:noFill/>
            <a:ln w="1270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grpSp>
      <p:sp>
        <p:nvSpPr>
          <p:cNvPr id="90116" name="Rectangle 26">
            <a:extLst>
              <a:ext uri="{FF2B5EF4-FFF2-40B4-BE49-F238E27FC236}">
                <a16:creationId xmlns:a16="http://schemas.microsoft.com/office/drawing/2014/main" id="{51E282BD-8503-438A-A536-22EA825CBD97}"/>
              </a:ext>
            </a:extLst>
          </p:cNvPr>
          <p:cNvSpPr>
            <a:spLocks noChangeArrowheads="1"/>
          </p:cNvSpPr>
          <p:nvPr/>
        </p:nvSpPr>
        <p:spPr bwMode="auto">
          <a:xfrm>
            <a:off x="2362200" y="4191000"/>
            <a:ext cx="5638800"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ClrTx/>
              <a:buFontTx/>
              <a:buNone/>
            </a:pPr>
            <a:r>
              <a:rPr lang="en-US" altLang="zh-CN" sz="2200" u="none">
                <a:ea typeface="楷体_GB2312" pitchFamily="49" charset="-122"/>
              </a:rPr>
              <a:t>   </a:t>
            </a:r>
            <a:r>
              <a:rPr lang="en-US" altLang="zh-CN" sz="2200" u="none">
                <a:solidFill>
                  <a:schemeClr val="hlink"/>
                </a:solidFill>
                <a:ea typeface="楷体_GB2312" pitchFamily="49" charset="-122"/>
              </a:rPr>
              <a:t>CASE</a:t>
            </a:r>
            <a:r>
              <a:rPr lang="en-US" altLang="zh-CN" sz="2200" u="none">
                <a:ea typeface="楷体_GB2312" pitchFamily="49" charset="-122"/>
              </a:rPr>
              <a:t> </a:t>
            </a:r>
            <a:r>
              <a:rPr lang="zh-CN" altLang="zh-CN" sz="2200" u="none">
                <a:ea typeface="楷体_GB2312" pitchFamily="49" charset="-122"/>
              </a:rPr>
              <a:t>结构            </a:t>
            </a:r>
            <a:r>
              <a:rPr lang="zh-CN" altLang="en-US" sz="2200" u="none">
                <a:ea typeface="楷体_GB2312" pitchFamily="49" charset="-122"/>
              </a:rPr>
              <a:t>      </a:t>
            </a:r>
            <a:r>
              <a:rPr lang="en-US" altLang="zh-CN" sz="2200" u="none">
                <a:solidFill>
                  <a:schemeClr val="hlink"/>
                </a:solidFill>
                <a:ea typeface="楷体_GB2312" pitchFamily="49" charset="-122"/>
              </a:rPr>
              <a:t>IF-THEN-ELSE</a:t>
            </a:r>
            <a:r>
              <a:rPr lang="en-US" altLang="zh-CN" sz="2200" u="none">
                <a:ea typeface="楷体_GB2312" pitchFamily="49" charset="-122"/>
              </a:rPr>
              <a:t> </a:t>
            </a:r>
            <a:r>
              <a:rPr lang="zh-CN" altLang="zh-CN" sz="2200" u="none">
                <a:ea typeface="楷体_GB2312" pitchFamily="49" charset="-122"/>
              </a:rPr>
              <a:t>结构</a:t>
            </a:r>
            <a:endParaRPr lang="zh-CN" altLang="en-US" sz="2200" u="none">
              <a:ea typeface="楷体_GB2312" pitchFamily="49" charset="-122"/>
            </a:endParaRPr>
          </a:p>
        </p:txBody>
      </p:sp>
      <p:sp>
        <p:nvSpPr>
          <p:cNvPr id="90117" name="Rectangle 27">
            <a:extLst>
              <a:ext uri="{FF2B5EF4-FFF2-40B4-BE49-F238E27FC236}">
                <a16:creationId xmlns:a16="http://schemas.microsoft.com/office/drawing/2014/main" id="{981AD9FD-73EC-48FC-B9A5-C679FFEE73D9}"/>
              </a:ext>
            </a:extLst>
          </p:cNvPr>
          <p:cNvSpPr>
            <a:spLocks noChangeArrowheads="1"/>
          </p:cNvSpPr>
          <p:nvPr/>
        </p:nvSpPr>
        <p:spPr bwMode="auto">
          <a:xfrm>
            <a:off x="2209800" y="4953000"/>
            <a:ext cx="5334000"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marL="457200" indent="-457200">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ClrTx/>
              <a:buFontTx/>
              <a:buNone/>
            </a:pPr>
            <a:r>
              <a:rPr lang="en-US" altLang="zh-CN" sz="2000" u="none"/>
              <a:t>(1)   </a:t>
            </a:r>
            <a:r>
              <a:rPr lang="zh-CN" altLang="en-US" sz="2000" u="none"/>
              <a:t>逻辑尺控制</a:t>
            </a:r>
          </a:p>
          <a:p>
            <a:pPr>
              <a:spcBef>
                <a:spcPct val="50000"/>
              </a:spcBef>
              <a:buClrTx/>
              <a:buFontTx/>
              <a:buNone/>
            </a:pPr>
            <a:r>
              <a:rPr lang="en-US" altLang="zh-CN" sz="2000" u="none"/>
              <a:t>(2)   </a:t>
            </a:r>
            <a:r>
              <a:rPr lang="zh-CN" altLang="en-US" sz="2000" u="none"/>
              <a:t>条件控制</a:t>
            </a:r>
          </a:p>
          <a:p>
            <a:pPr>
              <a:spcBef>
                <a:spcPct val="50000"/>
              </a:spcBef>
              <a:buClrTx/>
              <a:buFontTx/>
              <a:buNone/>
            </a:pPr>
            <a:r>
              <a:rPr lang="en-US" altLang="zh-CN" sz="2000" u="none"/>
              <a:t>(3)   </a:t>
            </a:r>
            <a:r>
              <a:rPr lang="zh-CN" altLang="en-US" sz="2000" u="none"/>
              <a:t>地址跳跃表</a:t>
            </a:r>
            <a:r>
              <a:rPr lang="zh-CN" altLang="en-US" sz="2000" u="none">
                <a:ea typeface="楷体_GB2312" pitchFamily="49" charset="-122"/>
              </a:rPr>
              <a:t>（值与地址有对应关系的表）</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a:extLst>
              <a:ext uri="{FF2B5EF4-FFF2-40B4-BE49-F238E27FC236}">
                <a16:creationId xmlns:a16="http://schemas.microsoft.com/office/drawing/2014/main" id="{08B85424-E4E4-4225-976D-5D9A6077A4BA}"/>
              </a:ext>
            </a:extLst>
          </p:cNvPr>
          <p:cNvSpPr>
            <a:spLocks noChangeArrowheads="1"/>
          </p:cNvSpPr>
          <p:nvPr/>
        </p:nvSpPr>
        <p:spPr bwMode="auto">
          <a:xfrm>
            <a:off x="1676400" y="609600"/>
            <a:ext cx="36052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en-US" altLang="zh-CN" sz="3600" u="none">
                <a:solidFill>
                  <a:schemeClr val="tx2"/>
                </a:solidFill>
                <a:latin typeface="Arial" panose="020B0604020202020204" pitchFamily="34" charset="0"/>
              </a:rPr>
              <a:t>2.  </a:t>
            </a:r>
            <a:r>
              <a:rPr lang="zh-CN" altLang="en-US" sz="3600" u="none">
                <a:solidFill>
                  <a:schemeClr val="tx2"/>
                </a:solidFill>
                <a:latin typeface="Arial" panose="020B0604020202020204" pitchFamily="34" charset="0"/>
              </a:rPr>
              <a:t>循环程序设计</a:t>
            </a:r>
          </a:p>
        </p:txBody>
      </p:sp>
      <p:sp>
        <p:nvSpPr>
          <p:cNvPr id="91139" name="Rectangle 3">
            <a:extLst>
              <a:ext uri="{FF2B5EF4-FFF2-40B4-BE49-F238E27FC236}">
                <a16:creationId xmlns:a16="http://schemas.microsoft.com/office/drawing/2014/main" id="{7333CC7C-E230-497F-9328-004BDE4D897A}"/>
              </a:ext>
            </a:extLst>
          </p:cNvPr>
          <p:cNvSpPr>
            <a:spLocks noChangeArrowheads="1"/>
          </p:cNvSpPr>
          <p:nvPr/>
        </p:nvSpPr>
        <p:spPr bwMode="auto">
          <a:xfrm>
            <a:off x="2438400" y="5791200"/>
            <a:ext cx="5638800"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ClrTx/>
              <a:buFontTx/>
              <a:buNone/>
            </a:pPr>
            <a:r>
              <a:rPr lang="en-US" altLang="zh-CN" sz="2200" u="none">
                <a:ea typeface="楷体_GB2312" pitchFamily="49" charset="-122"/>
              </a:rPr>
              <a:t>DO-WHILE </a:t>
            </a:r>
            <a:r>
              <a:rPr lang="zh-CN" altLang="zh-CN" sz="2200" u="none">
                <a:ea typeface="楷体_GB2312" pitchFamily="49" charset="-122"/>
              </a:rPr>
              <a:t>结构            </a:t>
            </a:r>
            <a:r>
              <a:rPr lang="zh-CN" altLang="en-US" sz="2200" u="none">
                <a:ea typeface="楷体_GB2312" pitchFamily="49" charset="-122"/>
              </a:rPr>
              <a:t>      </a:t>
            </a:r>
            <a:r>
              <a:rPr lang="en-US" altLang="zh-CN" sz="2200" u="none">
                <a:ea typeface="楷体_GB2312" pitchFamily="49" charset="-122"/>
              </a:rPr>
              <a:t>DO-UNTIL </a:t>
            </a:r>
            <a:r>
              <a:rPr lang="zh-CN" altLang="zh-CN" sz="2200" u="none">
                <a:ea typeface="楷体_GB2312" pitchFamily="49" charset="-122"/>
              </a:rPr>
              <a:t>结构</a:t>
            </a:r>
            <a:endParaRPr lang="zh-CN" altLang="en-US" sz="2200" u="none">
              <a:ea typeface="楷体_GB2312" pitchFamily="49" charset="-122"/>
            </a:endParaRPr>
          </a:p>
        </p:txBody>
      </p:sp>
      <p:grpSp>
        <p:nvGrpSpPr>
          <p:cNvPr id="91140" name="Group 4">
            <a:extLst>
              <a:ext uri="{FF2B5EF4-FFF2-40B4-BE49-F238E27FC236}">
                <a16:creationId xmlns:a16="http://schemas.microsoft.com/office/drawing/2014/main" id="{12BC0E7F-C568-45EA-BA16-1AB0FF888993}"/>
              </a:ext>
            </a:extLst>
          </p:cNvPr>
          <p:cNvGrpSpPr>
            <a:grpSpLocks/>
          </p:cNvGrpSpPr>
          <p:nvPr/>
        </p:nvGrpSpPr>
        <p:grpSpPr bwMode="auto">
          <a:xfrm>
            <a:off x="2286000" y="1828800"/>
            <a:ext cx="5715000" cy="3614738"/>
            <a:chOff x="1488" y="1056"/>
            <a:chExt cx="3600" cy="2277"/>
          </a:xfrm>
        </p:grpSpPr>
        <p:grpSp>
          <p:nvGrpSpPr>
            <p:cNvPr id="91141" name="Group 5">
              <a:extLst>
                <a:ext uri="{FF2B5EF4-FFF2-40B4-BE49-F238E27FC236}">
                  <a16:creationId xmlns:a16="http://schemas.microsoft.com/office/drawing/2014/main" id="{1DC8C03F-34C4-4776-9F52-F156CCB41C98}"/>
                </a:ext>
              </a:extLst>
            </p:cNvPr>
            <p:cNvGrpSpPr>
              <a:grpSpLocks/>
            </p:cNvGrpSpPr>
            <p:nvPr/>
          </p:nvGrpSpPr>
          <p:grpSpPr bwMode="auto">
            <a:xfrm>
              <a:off x="3552" y="1104"/>
              <a:ext cx="1536" cy="2229"/>
              <a:chOff x="1392" y="1104"/>
              <a:chExt cx="1536" cy="2229"/>
            </a:xfrm>
          </p:grpSpPr>
          <p:grpSp>
            <p:nvGrpSpPr>
              <p:cNvPr id="91162" name="Group 6">
                <a:extLst>
                  <a:ext uri="{FF2B5EF4-FFF2-40B4-BE49-F238E27FC236}">
                    <a16:creationId xmlns:a16="http://schemas.microsoft.com/office/drawing/2014/main" id="{CDFACAD7-1358-49EB-835A-88D062673D8D}"/>
                  </a:ext>
                </a:extLst>
              </p:cNvPr>
              <p:cNvGrpSpPr>
                <a:grpSpLocks/>
              </p:cNvGrpSpPr>
              <p:nvPr/>
            </p:nvGrpSpPr>
            <p:grpSpPr bwMode="auto">
              <a:xfrm>
                <a:off x="1625" y="2515"/>
                <a:ext cx="1303" cy="455"/>
                <a:chOff x="2112" y="3024"/>
                <a:chExt cx="1344" cy="480"/>
              </a:xfrm>
            </p:grpSpPr>
            <p:sp>
              <p:nvSpPr>
                <p:cNvPr id="91178" name="AutoShape 7">
                  <a:extLst>
                    <a:ext uri="{FF2B5EF4-FFF2-40B4-BE49-F238E27FC236}">
                      <a16:creationId xmlns:a16="http://schemas.microsoft.com/office/drawing/2014/main" id="{F2B41679-569E-41AF-AB6B-7BFE994AB77C}"/>
                    </a:ext>
                  </a:extLst>
                </p:cNvPr>
                <p:cNvSpPr>
                  <a:spLocks noChangeArrowheads="1"/>
                </p:cNvSpPr>
                <p:nvPr/>
              </p:nvSpPr>
              <p:spPr bwMode="auto">
                <a:xfrm>
                  <a:off x="2112" y="3024"/>
                  <a:ext cx="1344" cy="480"/>
                </a:xfrm>
                <a:prstGeom prst="diamond">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sz="2400" b="0"/>
                </a:p>
              </p:txBody>
            </p:sp>
            <p:sp>
              <p:nvSpPr>
                <p:cNvPr id="91179" name="Rectangle 8">
                  <a:extLst>
                    <a:ext uri="{FF2B5EF4-FFF2-40B4-BE49-F238E27FC236}">
                      <a16:creationId xmlns:a16="http://schemas.microsoft.com/office/drawing/2014/main" id="{554C856E-440E-49AD-B6FF-FAC3D7217B6C}"/>
                    </a:ext>
                  </a:extLst>
                </p:cNvPr>
                <p:cNvSpPr>
                  <a:spLocks noChangeArrowheads="1"/>
                </p:cNvSpPr>
                <p:nvPr/>
              </p:nvSpPr>
              <p:spPr bwMode="auto">
                <a:xfrm>
                  <a:off x="2353" y="3120"/>
                  <a:ext cx="916"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zh-CN" altLang="en-US" sz="2400" u="none">
                      <a:solidFill>
                        <a:schemeClr val="hlink"/>
                      </a:solidFill>
                      <a:ea typeface="楷体_GB2312" pitchFamily="49" charset="-122"/>
                    </a:rPr>
                    <a:t>控制条件</a:t>
                  </a:r>
                </a:p>
              </p:txBody>
            </p:sp>
          </p:grpSp>
          <p:sp>
            <p:nvSpPr>
              <p:cNvPr id="91163" name="Line 9">
                <a:extLst>
                  <a:ext uri="{FF2B5EF4-FFF2-40B4-BE49-F238E27FC236}">
                    <a16:creationId xmlns:a16="http://schemas.microsoft.com/office/drawing/2014/main" id="{C9F61DFB-E5E2-4698-810C-4601D78A61C2}"/>
                  </a:ext>
                </a:extLst>
              </p:cNvPr>
              <p:cNvSpPr>
                <a:spLocks noChangeShapeType="1"/>
              </p:cNvSpPr>
              <p:nvPr/>
            </p:nvSpPr>
            <p:spPr bwMode="auto">
              <a:xfrm>
                <a:off x="2276" y="1104"/>
                <a:ext cx="0" cy="228"/>
              </a:xfrm>
              <a:prstGeom prst="line">
                <a:avLst/>
              </a:prstGeom>
              <a:noFill/>
              <a:ln w="1270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91164" name="Line 10">
                <a:extLst>
                  <a:ext uri="{FF2B5EF4-FFF2-40B4-BE49-F238E27FC236}">
                    <a16:creationId xmlns:a16="http://schemas.microsoft.com/office/drawing/2014/main" id="{130BCE16-0A5F-4627-86FE-A1398A92B2AB}"/>
                  </a:ext>
                </a:extLst>
              </p:cNvPr>
              <p:cNvSpPr>
                <a:spLocks noChangeShapeType="1"/>
              </p:cNvSpPr>
              <p:nvPr/>
            </p:nvSpPr>
            <p:spPr bwMode="auto">
              <a:xfrm>
                <a:off x="2276" y="1605"/>
                <a:ext cx="0" cy="409"/>
              </a:xfrm>
              <a:prstGeom prst="line">
                <a:avLst/>
              </a:prstGeom>
              <a:noFill/>
              <a:ln w="1270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91165" name="Line 11">
                <a:extLst>
                  <a:ext uri="{FF2B5EF4-FFF2-40B4-BE49-F238E27FC236}">
                    <a16:creationId xmlns:a16="http://schemas.microsoft.com/office/drawing/2014/main" id="{CADD22E7-5340-4D2E-A69F-FA64189FCB6A}"/>
                  </a:ext>
                </a:extLst>
              </p:cNvPr>
              <p:cNvSpPr>
                <a:spLocks noChangeShapeType="1"/>
              </p:cNvSpPr>
              <p:nvPr/>
            </p:nvSpPr>
            <p:spPr bwMode="auto">
              <a:xfrm>
                <a:off x="2276" y="2287"/>
                <a:ext cx="0" cy="228"/>
              </a:xfrm>
              <a:prstGeom prst="line">
                <a:avLst/>
              </a:prstGeom>
              <a:noFill/>
              <a:ln w="1270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91166" name="Line 12">
                <a:extLst>
                  <a:ext uri="{FF2B5EF4-FFF2-40B4-BE49-F238E27FC236}">
                    <a16:creationId xmlns:a16="http://schemas.microsoft.com/office/drawing/2014/main" id="{89DB658D-83D1-404F-A906-48E9930874EC}"/>
                  </a:ext>
                </a:extLst>
              </p:cNvPr>
              <p:cNvSpPr>
                <a:spLocks noChangeShapeType="1"/>
              </p:cNvSpPr>
              <p:nvPr/>
            </p:nvSpPr>
            <p:spPr bwMode="auto">
              <a:xfrm>
                <a:off x="2276" y="2970"/>
                <a:ext cx="0" cy="363"/>
              </a:xfrm>
              <a:prstGeom prst="line">
                <a:avLst/>
              </a:prstGeom>
              <a:noFill/>
              <a:ln w="1270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91167" name="Line 13">
                <a:extLst>
                  <a:ext uri="{FF2B5EF4-FFF2-40B4-BE49-F238E27FC236}">
                    <a16:creationId xmlns:a16="http://schemas.microsoft.com/office/drawing/2014/main" id="{0519F36C-CEF0-48E3-A677-CFE76D6FA281}"/>
                  </a:ext>
                </a:extLst>
              </p:cNvPr>
              <p:cNvSpPr>
                <a:spLocks noChangeShapeType="1"/>
              </p:cNvSpPr>
              <p:nvPr/>
            </p:nvSpPr>
            <p:spPr bwMode="auto">
              <a:xfrm flipH="1">
                <a:off x="1392" y="2743"/>
                <a:ext cx="233"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91168" name="Line 14">
                <a:extLst>
                  <a:ext uri="{FF2B5EF4-FFF2-40B4-BE49-F238E27FC236}">
                    <a16:creationId xmlns:a16="http://schemas.microsoft.com/office/drawing/2014/main" id="{2A8070CA-CC72-4461-B72A-A9DA123616E2}"/>
                  </a:ext>
                </a:extLst>
              </p:cNvPr>
              <p:cNvSpPr>
                <a:spLocks noChangeShapeType="1"/>
              </p:cNvSpPr>
              <p:nvPr/>
            </p:nvSpPr>
            <p:spPr bwMode="auto">
              <a:xfrm>
                <a:off x="1392" y="1787"/>
                <a:ext cx="0" cy="956"/>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spAutoFit/>
              </a:bodyPr>
              <a:lstStyle/>
              <a:p>
                <a:endParaRPr lang="zh-CN" altLang="en-US"/>
              </a:p>
            </p:txBody>
          </p:sp>
          <p:sp>
            <p:nvSpPr>
              <p:cNvPr id="91169" name="Line 15">
                <a:extLst>
                  <a:ext uri="{FF2B5EF4-FFF2-40B4-BE49-F238E27FC236}">
                    <a16:creationId xmlns:a16="http://schemas.microsoft.com/office/drawing/2014/main" id="{0F02056C-BEDA-48E8-9FE3-7C7738585BCB}"/>
                  </a:ext>
                </a:extLst>
              </p:cNvPr>
              <p:cNvSpPr>
                <a:spLocks noChangeShapeType="1"/>
              </p:cNvSpPr>
              <p:nvPr/>
            </p:nvSpPr>
            <p:spPr bwMode="auto">
              <a:xfrm>
                <a:off x="1392" y="1787"/>
                <a:ext cx="884" cy="0"/>
              </a:xfrm>
              <a:prstGeom prst="line">
                <a:avLst/>
              </a:prstGeom>
              <a:noFill/>
              <a:ln w="1270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spAutoFit/>
              </a:bodyPr>
              <a:lstStyle/>
              <a:p>
                <a:endParaRPr lang="zh-CN" altLang="en-US"/>
              </a:p>
            </p:txBody>
          </p:sp>
          <p:grpSp>
            <p:nvGrpSpPr>
              <p:cNvPr id="91170" name="Group 16">
                <a:extLst>
                  <a:ext uri="{FF2B5EF4-FFF2-40B4-BE49-F238E27FC236}">
                    <a16:creationId xmlns:a16="http://schemas.microsoft.com/office/drawing/2014/main" id="{6633A1F9-130D-4645-B2B3-90F7EBB252AB}"/>
                  </a:ext>
                </a:extLst>
              </p:cNvPr>
              <p:cNvGrpSpPr>
                <a:grpSpLocks/>
              </p:cNvGrpSpPr>
              <p:nvPr/>
            </p:nvGrpSpPr>
            <p:grpSpPr bwMode="auto">
              <a:xfrm>
                <a:off x="1857" y="1332"/>
                <a:ext cx="838" cy="288"/>
                <a:chOff x="3696" y="3504"/>
                <a:chExt cx="864" cy="304"/>
              </a:xfrm>
            </p:grpSpPr>
            <p:sp>
              <p:nvSpPr>
                <p:cNvPr id="91176" name="Rectangle 17">
                  <a:extLst>
                    <a:ext uri="{FF2B5EF4-FFF2-40B4-BE49-F238E27FC236}">
                      <a16:creationId xmlns:a16="http://schemas.microsoft.com/office/drawing/2014/main" id="{52F09629-F9B9-4859-863B-9237EAF494A4}"/>
                    </a:ext>
                  </a:extLst>
                </p:cNvPr>
                <p:cNvSpPr>
                  <a:spLocks noChangeArrowheads="1"/>
                </p:cNvSpPr>
                <p:nvPr/>
              </p:nvSpPr>
              <p:spPr bwMode="auto">
                <a:xfrm>
                  <a:off x="3696" y="3504"/>
                  <a:ext cx="864" cy="288"/>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sz="2400" b="0"/>
                </a:p>
              </p:txBody>
            </p:sp>
            <p:sp>
              <p:nvSpPr>
                <p:cNvPr id="91177" name="Rectangle 18">
                  <a:extLst>
                    <a:ext uri="{FF2B5EF4-FFF2-40B4-BE49-F238E27FC236}">
                      <a16:creationId xmlns:a16="http://schemas.microsoft.com/office/drawing/2014/main" id="{8A3A26F1-4856-4866-B449-1F9C673A3A17}"/>
                    </a:ext>
                  </a:extLst>
                </p:cNvPr>
                <p:cNvSpPr>
                  <a:spLocks noChangeArrowheads="1"/>
                </p:cNvSpPr>
                <p:nvPr/>
              </p:nvSpPr>
              <p:spPr bwMode="auto">
                <a:xfrm>
                  <a:off x="3791" y="3504"/>
                  <a:ext cx="716"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zh-CN" altLang="en-US" sz="2400" u="none">
                      <a:ea typeface="楷体_GB2312" pitchFamily="49" charset="-122"/>
                    </a:rPr>
                    <a:t>初始化</a:t>
                  </a:r>
                </a:p>
              </p:txBody>
            </p:sp>
          </p:grpSp>
          <p:grpSp>
            <p:nvGrpSpPr>
              <p:cNvPr id="91171" name="Group 19">
                <a:extLst>
                  <a:ext uri="{FF2B5EF4-FFF2-40B4-BE49-F238E27FC236}">
                    <a16:creationId xmlns:a16="http://schemas.microsoft.com/office/drawing/2014/main" id="{069F3B8E-15E5-48AC-9BC3-AA1FB292889B}"/>
                  </a:ext>
                </a:extLst>
              </p:cNvPr>
              <p:cNvGrpSpPr>
                <a:grpSpLocks/>
              </p:cNvGrpSpPr>
              <p:nvPr/>
            </p:nvGrpSpPr>
            <p:grpSpPr bwMode="auto">
              <a:xfrm>
                <a:off x="1857" y="2014"/>
                <a:ext cx="838" cy="288"/>
                <a:chOff x="3696" y="3504"/>
                <a:chExt cx="864" cy="303"/>
              </a:xfrm>
            </p:grpSpPr>
            <p:sp>
              <p:nvSpPr>
                <p:cNvPr id="91174" name="Rectangle 20">
                  <a:extLst>
                    <a:ext uri="{FF2B5EF4-FFF2-40B4-BE49-F238E27FC236}">
                      <a16:creationId xmlns:a16="http://schemas.microsoft.com/office/drawing/2014/main" id="{9784B280-3197-4854-9765-7B585BFD6E15}"/>
                    </a:ext>
                  </a:extLst>
                </p:cNvPr>
                <p:cNvSpPr>
                  <a:spLocks noChangeArrowheads="1"/>
                </p:cNvSpPr>
                <p:nvPr/>
              </p:nvSpPr>
              <p:spPr bwMode="auto">
                <a:xfrm>
                  <a:off x="3696" y="3504"/>
                  <a:ext cx="864" cy="288"/>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sz="2400" b="0"/>
                </a:p>
              </p:txBody>
            </p:sp>
            <p:sp>
              <p:nvSpPr>
                <p:cNvPr id="91175" name="Rectangle 21">
                  <a:extLst>
                    <a:ext uri="{FF2B5EF4-FFF2-40B4-BE49-F238E27FC236}">
                      <a16:creationId xmlns:a16="http://schemas.microsoft.com/office/drawing/2014/main" id="{2487F4EC-EAF1-4352-9A1B-BC06CC21B9D0}"/>
                    </a:ext>
                  </a:extLst>
                </p:cNvPr>
                <p:cNvSpPr>
                  <a:spLocks noChangeArrowheads="1"/>
                </p:cNvSpPr>
                <p:nvPr/>
              </p:nvSpPr>
              <p:spPr bwMode="auto">
                <a:xfrm>
                  <a:off x="3791" y="3504"/>
                  <a:ext cx="716"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zh-CN" altLang="en-US" sz="2400" u="none">
                      <a:solidFill>
                        <a:srgbClr val="009900"/>
                      </a:solidFill>
                      <a:ea typeface="楷体_GB2312" pitchFamily="49" charset="-122"/>
                    </a:rPr>
                    <a:t>循环体</a:t>
                  </a:r>
                </a:p>
              </p:txBody>
            </p:sp>
          </p:grpSp>
          <p:sp>
            <p:nvSpPr>
              <p:cNvPr id="91172" name="Text Box 22">
                <a:extLst>
                  <a:ext uri="{FF2B5EF4-FFF2-40B4-BE49-F238E27FC236}">
                    <a16:creationId xmlns:a16="http://schemas.microsoft.com/office/drawing/2014/main" id="{EF382864-F665-4834-9A55-63ECC7A4313A}"/>
                  </a:ext>
                </a:extLst>
              </p:cNvPr>
              <p:cNvSpPr txBox="1">
                <a:spLocks noChangeArrowheads="1"/>
              </p:cNvSpPr>
              <p:nvPr/>
            </p:nvSpPr>
            <p:spPr bwMode="auto">
              <a:xfrm>
                <a:off x="2064" y="2991"/>
                <a:ext cx="3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2000" u="none"/>
                  <a:t>Y</a:t>
                </a:r>
              </a:p>
            </p:txBody>
          </p:sp>
          <p:sp>
            <p:nvSpPr>
              <p:cNvPr id="91173" name="Text Box 23">
                <a:extLst>
                  <a:ext uri="{FF2B5EF4-FFF2-40B4-BE49-F238E27FC236}">
                    <a16:creationId xmlns:a16="http://schemas.microsoft.com/office/drawing/2014/main" id="{ADD573D4-94F5-41C7-B874-9E06C1746C75}"/>
                  </a:ext>
                </a:extLst>
              </p:cNvPr>
              <p:cNvSpPr txBox="1">
                <a:spLocks noChangeArrowheads="1"/>
              </p:cNvSpPr>
              <p:nvPr/>
            </p:nvSpPr>
            <p:spPr bwMode="auto">
              <a:xfrm>
                <a:off x="1392" y="2511"/>
                <a:ext cx="3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2000" u="none"/>
                  <a:t>N</a:t>
                </a:r>
              </a:p>
            </p:txBody>
          </p:sp>
        </p:grpSp>
        <p:grpSp>
          <p:nvGrpSpPr>
            <p:cNvPr id="91142" name="Group 24">
              <a:extLst>
                <a:ext uri="{FF2B5EF4-FFF2-40B4-BE49-F238E27FC236}">
                  <a16:creationId xmlns:a16="http://schemas.microsoft.com/office/drawing/2014/main" id="{E2B29D5E-2AAE-4DA2-9057-EE044DE5FB7E}"/>
                </a:ext>
              </a:extLst>
            </p:cNvPr>
            <p:cNvGrpSpPr>
              <a:grpSpLocks/>
            </p:cNvGrpSpPr>
            <p:nvPr/>
          </p:nvGrpSpPr>
          <p:grpSpPr bwMode="auto">
            <a:xfrm>
              <a:off x="1632" y="1968"/>
              <a:ext cx="1303" cy="455"/>
              <a:chOff x="2112" y="3024"/>
              <a:chExt cx="1344" cy="480"/>
            </a:xfrm>
          </p:grpSpPr>
          <p:sp>
            <p:nvSpPr>
              <p:cNvPr id="91160" name="AutoShape 25">
                <a:extLst>
                  <a:ext uri="{FF2B5EF4-FFF2-40B4-BE49-F238E27FC236}">
                    <a16:creationId xmlns:a16="http://schemas.microsoft.com/office/drawing/2014/main" id="{72025106-8EC2-4BE0-BBAD-09CA7CDFF9D5}"/>
                  </a:ext>
                </a:extLst>
              </p:cNvPr>
              <p:cNvSpPr>
                <a:spLocks noChangeArrowheads="1"/>
              </p:cNvSpPr>
              <p:nvPr/>
            </p:nvSpPr>
            <p:spPr bwMode="auto">
              <a:xfrm>
                <a:off x="2112" y="3024"/>
                <a:ext cx="1344" cy="480"/>
              </a:xfrm>
              <a:prstGeom prst="diamond">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sz="2400" b="0"/>
              </a:p>
            </p:txBody>
          </p:sp>
          <p:sp>
            <p:nvSpPr>
              <p:cNvPr id="91161" name="Rectangle 26">
                <a:extLst>
                  <a:ext uri="{FF2B5EF4-FFF2-40B4-BE49-F238E27FC236}">
                    <a16:creationId xmlns:a16="http://schemas.microsoft.com/office/drawing/2014/main" id="{F4ED7436-F481-4E83-AB12-2C5154C4F510}"/>
                  </a:ext>
                </a:extLst>
              </p:cNvPr>
              <p:cNvSpPr>
                <a:spLocks noChangeArrowheads="1"/>
              </p:cNvSpPr>
              <p:nvPr/>
            </p:nvSpPr>
            <p:spPr bwMode="auto">
              <a:xfrm>
                <a:off x="2353" y="3120"/>
                <a:ext cx="916"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zh-CN" altLang="en-US" sz="2400" u="none">
                    <a:solidFill>
                      <a:schemeClr val="hlink"/>
                    </a:solidFill>
                    <a:ea typeface="楷体_GB2312" pitchFamily="49" charset="-122"/>
                  </a:rPr>
                  <a:t>控制条件</a:t>
                </a:r>
              </a:p>
            </p:txBody>
          </p:sp>
        </p:grpSp>
        <p:sp>
          <p:nvSpPr>
            <p:cNvPr id="91143" name="Line 27">
              <a:extLst>
                <a:ext uri="{FF2B5EF4-FFF2-40B4-BE49-F238E27FC236}">
                  <a16:creationId xmlns:a16="http://schemas.microsoft.com/office/drawing/2014/main" id="{136C6BDB-071A-4AF2-9E75-5AC4362E8578}"/>
                </a:ext>
              </a:extLst>
            </p:cNvPr>
            <p:cNvSpPr>
              <a:spLocks noChangeShapeType="1"/>
            </p:cNvSpPr>
            <p:nvPr/>
          </p:nvSpPr>
          <p:spPr bwMode="auto">
            <a:xfrm>
              <a:off x="2276" y="1056"/>
              <a:ext cx="0" cy="228"/>
            </a:xfrm>
            <a:prstGeom prst="line">
              <a:avLst/>
            </a:prstGeom>
            <a:noFill/>
            <a:ln w="1270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91144" name="Line 28">
              <a:extLst>
                <a:ext uri="{FF2B5EF4-FFF2-40B4-BE49-F238E27FC236}">
                  <a16:creationId xmlns:a16="http://schemas.microsoft.com/office/drawing/2014/main" id="{7988DB90-55B0-4F28-B7DC-42AF1AB5A4CB}"/>
                </a:ext>
              </a:extLst>
            </p:cNvPr>
            <p:cNvSpPr>
              <a:spLocks noChangeShapeType="1"/>
            </p:cNvSpPr>
            <p:nvPr/>
          </p:nvSpPr>
          <p:spPr bwMode="auto">
            <a:xfrm>
              <a:off x="2276" y="1557"/>
              <a:ext cx="0" cy="409"/>
            </a:xfrm>
            <a:prstGeom prst="line">
              <a:avLst/>
            </a:prstGeom>
            <a:noFill/>
            <a:ln w="1270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91145" name="Line 29">
              <a:extLst>
                <a:ext uri="{FF2B5EF4-FFF2-40B4-BE49-F238E27FC236}">
                  <a16:creationId xmlns:a16="http://schemas.microsoft.com/office/drawing/2014/main" id="{0D48DC51-54DA-4096-A1F4-365670232C50}"/>
                </a:ext>
              </a:extLst>
            </p:cNvPr>
            <p:cNvSpPr>
              <a:spLocks noChangeShapeType="1"/>
            </p:cNvSpPr>
            <p:nvPr/>
          </p:nvSpPr>
          <p:spPr bwMode="auto">
            <a:xfrm>
              <a:off x="2282" y="2431"/>
              <a:ext cx="0" cy="228"/>
            </a:xfrm>
            <a:prstGeom prst="line">
              <a:avLst/>
            </a:prstGeom>
            <a:noFill/>
            <a:ln w="1270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91146" name="Line 30">
              <a:extLst>
                <a:ext uri="{FF2B5EF4-FFF2-40B4-BE49-F238E27FC236}">
                  <a16:creationId xmlns:a16="http://schemas.microsoft.com/office/drawing/2014/main" id="{E5AD8633-9035-49B0-8280-41FCFB6F8AC0}"/>
                </a:ext>
              </a:extLst>
            </p:cNvPr>
            <p:cNvSpPr>
              <a:spLocks noChangeShapeType="1"/>
            </p:cNvSpPr>
            <p:nvPr/>
          </p:nvSpPr>
          <p:spPr bwMode="auto">
            <a:xfrm>
              <a:off x="1488" y="1747"/>
              <a:ext cx="0" cy="1477"/>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spAutoFit/>
            </a:bodyPr>
            <a:lstStyle/>
            <a:p>
              <a:endParaRPr lang="zh-CN" altLang="en-US"/>
            </a:p>
          </p:txBody>
        </p:sp>
        <p:grpSp>
          <p:nvGrpSpPr>
            <p:cNvPr id="91147" name="Group 31">
              <a:extLst>
                <a:ext uri="{FF2B5EF4-FFF2-40B4-BE49-F238E27FC236}">
                  <a16:creationId xmlns:a16="http://schemas.microsoft.com/office/drawing/2014/main" id="{8176AFDA-5CE0-42CA-94C2-900BF77D1AC3}"/>
                </a:ext>
              </a:extLst>
            </p:cNvPr>
            <p:cNvGrpSpPr>
              <a:grpSpLocks/>
            </p:cNvGrpSpPr>
            <p:nvPr/>
          </p:nvGrpSpPr>
          <p:grpSpPr bwMode="auto">
            <a:xfrm>
              <a:off x="1857" y="1284"/>
              <a:ext cx="838" cy="288"/>
              <a:chOff x="3696" y="3504"/>
              <a:chExt cx="864" cy="304"/>
            </a:xfrm>
          </p:grpSpPr>
          <p:sp>
            <p:nvSpPr>
              <p:cNvPr id="91158" name="Rectangle 32">
                <a:extLst>
                  <a:ext uri="{FF2B5EF4-FFF2-40B4-BE49-F238E27FC236}">
                    <a16:creationId xmlns:a16="http://schemas.microsoft.com/office/drawing/2014/main" id="{B124AD6C-3313-4F5A-BCCD-375C52E65047}"/>
                  </a:ext>
                </a:extLst>
              </p:cNvPr>
              <p:cNvSpPr>
                <a:spLocks noChangeArrowheads="1"/>
              </p:cNvSpPr>
              <p:nvPr/>
            </p:nvSpPr>
            <p:spPr bwMode="auto">
              <a:xfrm>
                <a:off x="3696" y="3504"/>
                <a:ext cx="864" cy="288"/>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sz="2400" b="0"/>
              </a:p>
            </p:txBody>
          </p:sp>
          <p:sp>
            <p:nvSpPr>
              <p:cNvPr id="91159" name="Rectangle 33">
                <a:extLst>
                  <a:ext uri="{FF2B5EF4-FFF2-40B4-BE49-F238E27FC236}">
                    <a16:creationId xmlns:a16="http://schemas.microsoft.com/office/drawing/2014/main" id="{C745C9D0-2033-4304-A220-4F0848FFCF98}"/>
                  </a:ext>
                </a:extLst>
              </p:cNvPr>
              <p:cNvSpPr>
                <a:spLocks noChangeArrowheads="1"/>
              </p:cNvSpPr>
              <p:nvPr/>
            </p:nvSpPr>
            <p:spPr bwMode="auto">
              <a:xfrm>
                <a:off x="3791" y="3504"/>
                <a:ext cx="716"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zh-CN" altLang="en-US" sz="2400" u="none">
                    <a:ea typeface="楷体_GB2312" pitchFamily="49" charset="-122"/>
                  </a:rPr>
                  <a:t>初始化</a:t>
                </a:r>
              </a:p>
            </p:txBody>
          </p:sp>
        </p:grpSp>
        <p:grpSp>
          <p:nvGrpSpPr>
            <p:cNvPr id="91148" name="Group 34">
              <a:extLst>
                <a:ext uri="{FF2B5EF4-FFF2-40B4-BE49-F238E27FC236}">
                  <a16:creationId xmlns:a16="http://schemas.microsoft.com/office/drawing/2014/main" id="{9E32450E-2F81-4F7D-8361-DAE6DE6E597A}"/>
                </a:ext>
              </a:extLst>
            </p:cNvPr>
            <p:cNvGrpSpPr>
              <a:grpSpLocks/>
            </p:cNvGrpSpPr>
            <p:nvPr/>
          </p:nvGrpSpPr>
          <p:grpSpPr bwMode="auto">
            <a:xfrm>
              <a:off x="1872" y="2658"/>
              <a:ext cx="838" cy="288"/>
              <a:chOff x="3696" y="3504"/>
              <a:chExt cx="864" cy="303"/>
            </a:xfrm>
          </p:grpSpPr>
          <p:sp>
            <p:nvSpPr>
              <p:cNvPr id="91156" name="Rectangle 35">
                <a:extLst>
                  <a:ext uri="{FF2B5EF4-FFF2-40B4-BE49-F238E27FC236}">
                    <a16:creationId xmlns:a16="http://schemas.microsoft.com/office/drawing/2014/main" id="{30856255-3A17-4A64-9913-52B0CC524B69}"/>
                  </a:ext>
                </a:extLst>
              </p:cNvPr>
              <p:cNvSpPr>
                <a:spLocks noChangeArrowheads="1"/>
              </p:cNvSpPr>
              <p:nvPr/>
            </p:nvSpPr>
            <p:spPr bwMode="auto">
              <a:xfrm>
                <a:off x="3696" y="3504"/>
                <a:ext cx="864" cy="288"/>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sz="2400" b="0"/>
              </a:p>
            </p:txBody>
          </p:sp>
          <p:sp>
            <p:nvSpPr>
              <p:cNvPr id="91157" name="Rectangle 36">
                <a:extLst>
                  <a:ext uri="{FF2B5EF4-FFF2-40B4-BE49-F238E27FC236}">
                    <a16:creationId xmlns:a16="http://schemas.microsoft.com/office/drawing/2014/main" id="{CEF130FA-5AEC-407D-9A83-7EF7F986E700}"/>
                  </a:ext>
                </a:extLst>
              </p:cNvPr>
              <p:cNvSpPr>
                <a:spLocks noChangeArrowheads="1"/>
              </p:cNvSpPr>
              <p:nvPr/>
            </p:nvSpPr>
            <p:spPr bwMode="auto">
              <a:xfrm>
                <a:off x="3791" y="3504"/>
                <a:ext cx="716"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zh-CN" altLang="en-US" sz="2400" u="none">
                    <a:solidFill>
                      <a:srgbClr val="009900"/>
                    </a:solidFill>
                    <a:ea typeface="楷体_GB2312" pitchFamily="49" charset="-122"/>
                  </a:rPr>
                  <a:t>循环体</a:t>
                </a:r>
              </a:p>
            </p:txBody>
          </p:sp>
        </p:grpSp>
        <p:sp>
          <p:nvSpPr>
            <p:cNvPr id="91149" name="Text Box 37">
              <a:extLst>
                <a:ext uri="{FF2B5EF4-FFF2-40B4-BE49-F238E27FC236}">
                  <a16:creationId xmlns:a16="http://schemas.microsoft.com/office/drawing/2014/main" id="{09B50FD8-7E9D-4E60-B167-54033EA87456}"/>
                </a:ext>
              </a:extLst>
            </p:cNvPr>
            <p:cNvSpPr txBox="1">
              <a:spLocks noChangeArrowheads="1"/>
            </p:cNvSpPr>
            <p:nvPr/>
          </p:nvSpPr>
          <p:spPr bwMode="auto">
            <a:xfrm>
              <a:off x="2064" y="2400"/>
              <a:ext cx="3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2000" u="none"/>
                <a:t>Y</a:t>
              </a:r>
            </a:p>
          </p:txBody>
        </p:sp>
        <p:sp>
          <p:nvSpPr>
            <p:cNvPr id="91150" name="Text Box 38">
              <a:extLst>
                <a:ext uri="{FF2B5EF4-FFF2-40B4-BE49-F238E27FC236}">
                  <a16:creationId xmlns:a16="http://schemas.microsoft.com/office/drawing/2014/main" id="{32012DA9-CF7B-4BBC-80DF-2E43B6B28D8B}"/>
                </a:ext>
              </a:extLst>
            </p:cNvPr>
            <p:cNvSpPr txBox="1">
              <a:spLocks noChangeArrowheads="1"/>
            </p:cNvSpPr>
            <p:nvPr/>
          </p:nvSpPr>
          <p:spPr bwMode="auto">
            <a:xfrm>
              <a:off x="2928" y="1968"/>
              <a:ext cx="24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2000" u="none"/>
                <a:t>N</a:t>
              </a:r>
            </a:p>
          </p:txBody>
        </p:sp>
        <p:sp>
          <p:nvSpPr>
            <p:cNvPr id="91151" name="Line 39">
              <a:extLst>
                <a:ext uri="{FF2B5EF4-FFF2-40B4-BE49-F238E27FC236}">
                  <a16:creationId xmlns:a16="http://schemas.microsoft.com/office/drawing/2014/main" id="{EB47335C-5898-438D-B655-A4213A17DDDF}"/>
                </a:ext>
              </a:extLst>
            </p:cNvPr>
            <p:cNvSpPr>
              <a:spLocks noChangeShapeType="1"/>
            </p:cNvSpPr>
            <p:nvPr/>
          </p:nvSpPr>
          <p:spPr bwMode="auto">
            <a:xfrm>
              <a:off x="2270" y="2939"/>
              <a:ext cx="0" cy="288"/>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91152" name="Line 40">
              <a:extLst>
                <a:ext uri="{FF2B5EF4-FFF2-40B4-BE49-F238E27FC236}">
                  <a16:creationId xmlns:a16="http://schemas.microsoft.com/office/drawing/2014/main" id="{9B85E27F-BBDF-4656-8A23-01D94C229C43}"/>
                </a:ext>
              </a:extLst>
            </p:cNvPr>
            <p:cNvSpPr>
              <a:spLocks noChangeShapeType="1"/>
            </p:cNvSpPr>
            <p:nvPr/>
          </p:nvSpPr>
          <p:spPr bwMode="auto">
            <a:xfrm flipH="1" flipV="1">
              <a:off x="1488" y="3216"/>
              <a:ext cx="778" cy="4"/>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spAutoFit/>
            </a:bodyPr>
            <a:lstStyle/>
            <a:p>
              <a:endParaRPr lang="zh-CN" altLang="en-US"/>
            </a:p>
          </p:txBody>
        </p:sp>
        <p:sp>
          <p:nvSpPr>
            <p:cNvPr id="91153" name="Line 41">
              <a:extLst>
                <a:ext uri="{FF2B5EF4-FFF2-40B4-BE49-F238E27FC236}">
                  <a16:creationId xmlns:a16="http://schemas.microsoft.com/office/drawing/2014/main" id="{D633969C-D910-4998-A7A3-57DCF880886E}"/>
                </a:ext>
              </a:extLst>
            </p:cNvPr>
            <p:cNvSpPr>
              <a:spLocks noChangeShapeType="1"/>
            </p:cNvSpPr>
            <p:nvPr/>
          </p:nvSpPr>
          <p:spPr bwMode="auto">
            <a:xfrm>
              <a:off x="2939" y="2193"/>
              <a:ext cx="144"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91154" name="Line 42">
              <a:extLst>
                <a:ext uri="{FF2B5EF4-FFF2-40B4-BE49-F238E27FC236}">
                  <a16:creationId xmlns:a16="http://schemas.microsoft.com/office/drawing/2014/main" id="{65FF5218-F617-4D3A-94CF-1AC632999B7D}"/>
                </a:ext>
              </a:extLst>
            </p:cNvPr>
            <p:cNvSpPr>
              <a:spLocks noChangeShapeType="1"/>
            </p:cNvSpPr>
            <p:nvPr/>
          </p:nvSpPr>
          <p:spPr bwMode="auto">
            <a:xfrm>
              <a:off x="3072" y="2195"/>
              <a:ext cx="0" cy="1008"/>
            </a:xfrm>
            <a:prstGeom prst="line">
              <a:avLst/>
            </a:prstGeom>
            <a:noFill/>
            <a:ln w="1270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91155" name="Line 43">
              <a:extLst>
                <a:ext uri="{FF2B5EF4-FFF2-40B4-BE49-F238E27FC236}">
                  <a16:creationId xmlns:a16="http://schemas.microsoft.com/office/drawing/2014/main" id="{797E5C6D-7850-4175-98DA-EF4C88069D07}"/>
                </a:ext>
              </a:extLst>
            </p:cNvPr>
            <p:cNvSpPr>
              <a:spLocks noChangeShapeType="1"/>
            </p:cNvSpPr>
            <p:nvPr/>
          </p:nvSpPr>
          <p:spPr bwMode="auto">
            <a:xfrm>
              <a:off x="1488" y="1736"/>
              <a:ext cx="768" cy="0"/>
            </a:xfrm>
            <a:prstGeom prst="line">
              <a:avLst/>
            </a:prstGeom>
            <a:noFill/>
            <a:ln w="1270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spAutoFit/>
            </a:bodyPr>
            <a:lstStyle/>
            <a:p>
              <a:endParaRPr lang="zh-CN" altLang="en-US"/>
            </a:p>
          </p:txBody>
        </p:sp>
      </p:grpSp>
    </p:spTree>
    <p:custDataLst>
      <p:tags r:id="rId1"/>
    </p:custData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Text Box 2">
            <a:extLst>
              <a:ext uri="{FF2B5EF4-FFF2-40B4-BE49-F238E27FC236}">
                <a16:creationId xmlns:a16="http://schemas.microsoft.com/office/drawing/2014/main" id="{0DF804AD-5F51-4BB5-8E8C-B5ABB85966CF}"/>
              </a:ext>
            </a:extLst>
          </p:cNvPr>
          <p:cNvSpPr txBox="1">
            <a:spLocks noChangeArrowheads="1"/>
          </p:cNvSpPr>
          <p:nvPr/>
        </p:nvSpPr>
        <p:spPr bwMode="auto">
          <a:xfrm>
            <a:off x="2286000" y="990600"/>
            <a:ext cx="4953000" cy="3360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90000"/>
              </a:lnSpc>
              <a:spcBef>
                <a:spcPct val="0"/>
              </a:spcBef>
              <a:buClrTx/>
              <a:buFontTx/>
              <a:buNone/>
            </a:pPr>
            <a:r>
              <a:rPr lang="zh-CN" altLang="en-US" sz="2600" u="none">
                <a:ea typeface="楷体_GB2312" pitchFamily="49" charset="-122"/>
              </a:rPr>
              <a:t>初始化</a:t>
            </a:r>
            <a:r>
              <a:rPr lang="zh-CN" altLang="en-US" sz="2000" b="0" u="none"/>
              <a:t>：</a:t>
            </a:r>
            <a:r>
              <a:rPr lang="zh-CN" altLang="en-US" sz="2200" u="none"/>
              <a:t>设置循环的初始状态</a:t>
            </a:r>
          </a:p>
          <a:p>
            <a:pPr eaLnBrk="1" hangingPunct="1">
              <a:lnSpc>
                <a:spcPct val="190000"/>
              </a:lnSpc>
              <a:spcBef>
                <a:spcPct val="0"/>
              </a:spcBef>
              <a:buClrTx/>
              <a:buFontTx/>
              <a:buNone/>
            </a:pPr>
            <a:r>
              <a:rPr lang="zh-CN" altLang="en-US" sz="2600" u="none">
                <a:solidFill>
                  <a:srgbClr val="009900"/>
                </a:solidFill>
                <a:ea typeface="楷体_GB2312" pitchFamily="49" charset="-122"/>
              </a:rPr>
              <a:t>循环体</a:t>
            </a:r>
            <a:r>
              <a:rPr lang="zh-CN" altLang="en-US" sz="2000" b="0" u="none"/>
              <a:t>：</a:t>
            </a:r>
            <a:r>
              <a:rPr lang="zh-CN" altLang="en-US" sz="2200" u="none"/>
              <a:t>循环的工作部分及修改部分</a:t>
            </a:r>
          </a:p>
          <a:p>
            <a:pPr eaLnBrk="1" hangingPunct="1">
              <a:lnSpc>
                <a:spcPct val="190000"/>
              </a:lnSpc>
              <a:spcBef>
                <a:spcPct val="0"/>
              </a:spcBef>
              <a:buClrTx/>
              <a:buFontTx/>
              <a:buNone/>
            </a:pPr>
            <a:r>
              <a:rPr lang="zh-CN" altLang="en-US" sz="2600" u="none">
                <a:solidFill>
                  <a:schemeClr val="hlink"/>
                </a:solidFill>
                <a:ea typeface="楷体_GB2312" pitchFamily="49" charset="-122"/>
              </a:rPr>
              <a:t>控制条件</a:t>
            </a:r>
            <a:r>
              <a:rPr lang="zh-CN" altLang="en-US" sz="2000" b="0" u="none"/>
              <a:t>：</a:t>
            </a:r>
            <a:r>
              <a:rPr lang="zh-CN" altLang="en-US" sz="2200" u="none"/>
              <a:t>计数控制</a:t>
            </a:r>
          </a:p>
          <a:p>
            <a:pPr eaLnBrk="1" hangingPunct="1">
              <a:spcBef>
                <a:spcPct val="50000"/>
              </a:spcBef>
              <a:buClrTx/>
              <a:buFontTx/>
              <a:buNone/>
            </a:pPr>
            <a:r>
              <a:rPr lang="zh-CN" altLang="en-US" sz="2200" u="none"/>
              <a:t>                       特征值控制</a:t>
            </a:r>
          </a:p>
          <a:p>
            <a:pPr eaLnBrk="1" hangingPunct="1">
              <a:spcBef>
                <a:spcPct val="50000"/>
              </a:spcBef>
              <a:buClrTx/>
              <a:buFontTx/>
              <a:buNone/>
            </a:pPr>
            <a:r>
              <a:rPr lang="zh-CN" altLang="en-US" sz="2200" u="none"/>
              <a:t>                       地址边界控制</a:t>
            </a:r>
          </a:p>
        </p:txBody>
      </p:sp>
    </p:spTree>
    <p:custDataLst>
      <p:tags r:id="rId1"/>
    </p:custData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a:extLst>
              <a:ext uri="{FF2B5EF4-FFF2-40B4-BE49-F238E27FC236}">
                <a16:creationId xmlns:a16="http://schemas.microsoft.com/office/drawing/2014/main" id="{022A8F03-B6B2-44F4-82C9-64AFCEAB2599}"/>
              </a:ext>
            </a:extLst>
          </p:cNvPr>
          <p:cNvSpPr>
            <a:spLocks noChangeArrowheads="1"/>
          </p:cNvSpPr>
          <p:nvPr/>
        </p:nvSpPr>
        <p:spPr bwMode="auto">
          <a:xfrm>
            <a:off x="1981200" y="685800"/>
            <a:ext cx="5715000" cy="431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nSpc>
                <a:spcPct val="220000"/>
              </a:lnSpc>
              <a:spcBef>
                <a:spcPct val="0"/>
              </a:spcBef>
              <a:buClrTx/>
              <a:buFontTx/>
              <a:buNone/>
            </a:pPr>
            <a:r>
              <a:rPr lang="zh-CN" altLang="en-US" sz="2400" u="none">
                <a:solidFill>
                  <a:schemeClr val="hlink"/>
                </a:solidFill>
                <a:ea typeface="楷体_GB2312" pitchFamily="49" charset="-122"/>
              </a:rPr>
              <a:t>例子：</a:t>
            </a:r>
          </a:p>
          <a:p>
            <a:pPr>
              <a:lnSpc>
                <a:spcPct val="220000"/>
              </a:lnSpc>
              <a:spcBef>
                <a:spcPct val="0"/>
              </a:spcBef>
              <a:buClrTx/>
              <a:buFontTx/>
              <a:buChar char="•"/>
            </a:pPr>
            <a:r>
              <a:rPr lang="zh-CN" altLang="en-US" sz="2000" u="none"/>
              <a:t>    将二进制数以十六进制的形式显示在屏幕上</a:t>
            </a:r>
          </a:p>
          <a:p>
            <a:pPr>
              <a:lnSpc>
                <a:spcPct val="180000"/>
              </a:lnSpc>
              <a:spcBef>
                <a:spcPct val="0"/>
              </a:spcBef>
              <a:buClrTx/>
              <a:buFontTx/>
              <a:buChar char="•"/>
            </a:pPr>
            <a:r>
              <a:rPr lang="zh-CN" altLang="en-US" sz="2000" u="none"/>
              <a:t>    统计 </a:t>
            </a:r>
            <a:r>
              <a:rPr lang="en-US" altLang="zh-CN" sz="2000" u="none"/>
              <a:t>1 </a:t>
            </a:r>
            <a:r>
              <a:rPr lang="zh-CN" altLang="en-US" sz="2000" u="none"/>
              <a:t>的个数</a:t>
            </a:r>
            <a:r>
              <a:rPr lang="en-US" altLang="zh-CN" sz="2000" u="none"/>
              <a:t>,</a:t>
            </a:r>
            <a:r>
              <a:rPr lang="zh-CN" altLang="en-US" sz="2000" u="none"/>
              <a:t>求数组元素之和</a:t>
            </a:r>
          </a:p>
          <a:p>
            <a:pPr>
              <a:lnSpc>
                <a:spcPct val="180000"/>
              </a:lnSpc>
              <a:spcBef>
                <a:spcPct val="0"/>
              </a:spcBef>
              <a:buClrTx/>
              <a:buFontTx/>
              <a:buChar char="•"/>
            </a:pPr>
            <a:r>
              <a:rPr lang="zh-CN" altLang="en-US" sz="2000" u="none"/>
              <a:t>    在数组中插入一元素</a:t>
            </a:r>
            <a:r>
              <a:rPr lang="en-US" altLang="zh-CN" sz="2000" u="none"/>
              <a:t>,</a:t>
            </a:r>
            <a:r>
              <a:rPr lang="zh-CN" altLang="en-US" sz="2000" u="none"/>
              <a:t>查找第一个是</a:t>
            </a:r>
            <a:r>
              <a:rPr lang="en-US" altLang="zh-CN" sz="2000" u="none"/>
              <a:t>0</a:t>
            </a:r>
            <a:r>
              <a:rPr lang="zh-CN" altLang="en-US" sz="2000" u="none"/>
              <a:t>的数据</a:t>
            </a:r>
          </a:p>
          <a:p>
            <a:pPr>
              <a:lnSpc>
                <a:spcPct val="180000"/>
              </a:lnSpc>
              <a:spcBef>
                <a:spcPct val="0"/>
              </a:spcBef>
              <a:buClrTx/>
              <a:buFontTx/>
              <a:buChar char="•"/>
            </a:pPr>
            <a:r>
              <a:rPr lang="zh-CN" altLang="en-US" sz="2000" u="none"/>
              <a:t>    数组运算（静态地预置逻辑尺）</a:t>
            </a:r>
          </a:p>
          <a:p>
            <a:pPr>
              <a:lnSpc>
                <a:spcPct val="180000"/>
              </a:lnSpc>
              <a:spcBef>
                <a:spcPct val="0"/>
              </a:spcBef>
              <a:buClrTx/>
              <a:buFontTx/>
              <a:buChar char="•"/>
            </a:pPr>
            <a:r>
              <a:rPr lang="zh-CN" altLang="en-US" sz="2000" u="none"/>
              <a:t>    从键盘输入字符串（动态地修改标志位）</a:t>
            </a:r>
          </a:p>
          <a:p>
            <a:pPr>
              <a:lnSpc>
                <a:spcPct val="180000"/>
              </a:lnSpc>
              <a:spcBef>
                <a:spcPct val="0"/>
              </a:spcBef>
              <a:buClrTx/>
              <a:buFontTx/>
              <a:buChar char="•"/>
            </a:pPr>
            <a:r>
              <a:rPr lang="zh-CN" altLang="en-US" sz="2000" u="none"/>
              <a:t>    起泡排序（多重循环）</a:t>
            </a:r>
          </a:p>
        </p:txBody>
      </p:sp>
      <p:sp>
        <p:nvSpPr>
          <p:cNvPr id="93187" name="Text Box 3">
            <a:extLst>
              <a:ext uri="{FF2B5EF4-FFF2-40B4-BE49-F238E27FC236}">
                <a16:creationId xmlns:a16="http://schemas.microsoft.com/office/drawing/2014/main" id="{74B4B89F-FC25-41B8-8B4F-055FB0FF7FE2}"/>
              </a:ext>
            </a:extLst>
          </p:cNvPr>
          <p:cNvSpPr txBox="1">
            <a:spLocks noChangeArrowheads="1"/>
          </p:cNvSpPr>
          <p:nvPr/>
        </p:nvSpPr>
        <p:spPr bwMode="auto">
          <a:xfrm>
            <a:off x="830263" y="5538788"/>
            <a:ext cx="660241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zh-CN" altLang="en-US" sz="2800">
                <a:solidFill>
                  <a:srgbClr val="FF0000"/>
                </a:solidFill>
              </a:rPr>
              <a:t>注意</a:t>
            </a:r>
            <a:r>
              <a:rPr lang="en-US" altLang="zh-CN" sz="2800">
                <a:solidFill>
                  <a:srgbClr val="FF0000"/>
                </a:solidFill>
              </a:rPr>
              <a:t>:LOOP,LOOPNZ,LOOP</a:t>
            </a:r>
            <a:r>
              <a:rPr lang="zh-CN" altLang="en-US" sz="2800">
                <a:solidFill>
                  <a:srgbClr val="FF0000"/>
                </a:solidFill>
              </a:rPr>
              <a:t>指令的含义</a:t>
            </a:r>
            <a:r>
              <a:rPr lang="en-US" altLang="zh-CN" sz="2800">
                <a:solidFill>
                  <a:srgbClr val="FF0000"/>
                </a:solidFill>
              </a:rPr>
              <a:t>!</a:t>
            </a:r>
          </a:p>
        </p:txBody>
      </p:sp>
    </p:spTree>
    <p:custDataLst>
      <p:tags r:id="rId1"/>
    </p:custData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4">
            <a:extLst>
              <a:ext uri="{FF2B5EF4-FFF2-40B4-BE49-F238E27FC236}">
                <a16:creationId xmlns:a16="http://schemas.microsoft.com/office/drawing/2014/main" id="{D8922B03-88D0-4620-930F-B435FAA39649}"/>
              </a:ext>
            </a:extLst>
          </p:cNvPr>
          <p:cNvSpPr>
            <a:spLocks noChangeArrowheads="1"/>
          </p:cNvSpPr>
          <p:nvPr/>
        </p:nvSpPr>
        <p:spPr bwMode="auto">
          <a:xfrm>
            <a:off x="1476375" y="1341438"/>
            <a:ext cx="6445250" cy="4473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indent="304800">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en-US" altLang="zh-CN" sz="2400" b="0" u="none">
                <a:latin typeface="Lucida Console" panose="020B0609040504020204" pitchFamily="49" charset="0"/>
              </a:rPr>
              <a:t>ADRR      DB   0AH,02H,03H,33H,FFH</a:t>
            </a:r>
          </a:p>
          <a:p>
            <a:pPr eaLnBrk="1" hangingPunct="1">
              <a:spcBef>
                <a:spcPct val="0"/>
              </a:spcBef>
              <a:buClrTx/>
              <a:buFontTx/>
              <a:buNone/>
            </a:pPr>
            <a:r>
              <a:rPr lang="en-US" altLang="zh-CN" sz="2400" b="0" u="none">
                <a:solidFill>
                  <a:schemeClr val="hlink"/>
                </a:solidFill>
                <a:latin typeface="Lucida Console" panose="020B0609040504020204" pitchFamily="49" charset="0"/>
              </a:rPr>
              <a:t>COUNT</a:t>
            </a:r>
            <a:r>
              <a:rPr lang="en-US" altLang="zh-CN" sz="2400" b="0" u="none">
                <a:latin typeface="Lucida Console" panose="020B0609040504020204" pitchFamily="49" charset="0"/>
              </a:rPr>
              <a:t>     EQU  $-ADRR</a:t>
            </a:r>
          </a:p>
          <a:p>
            <a:pPr eaLnBrk="1" hangingPunct="1">
              <a:spcBef>
                <a:spcPct val="0"/>
              </a:spcBef>
              <a:buClrTx/>
              <a:buFontTx/>
              <a:buNone/>
            </a:pPr>
            <a:r>
              <a:rPr lang="en-US" altLang="zh-CN" sz="2400" b="0" u="none">
                <a:latin typeface="Lucida Console" panose="020B0609040504020204" pitchFamily="49" charset="0"/>
              </a:rPr>
              <a:t>RESULT     DW  </a:t>
            </a:r>
            <a:r>
              <a:rPr lang="zh-CN" altLang="en-US" sz="2400" b="0" u="none">
                <a:latin typeface="Lucida Console" panose="020B0609040504020204" pitchFamily="49" charset="0"/>
              </a:rPr>
              <a:t>？</a:t>
            </a:r>
          </a:p>
          <a:p>
            <a:pPr eaLnBrk="1" hangingPunct="1">
              <a:spcBef>
                <a:spcPct val="0"/>
              </a:spcBef>
              <a:buClrTx/>
              <a:buFontTx/>
              <a:buNone/>
            </a:pPr>
            <a:r>
              <a:rPr lang="zh-CN" altLang="en-US" sz="2400" b="0" u="none">
                <a:latin typeface="Lucida Console" panose="020B0609040504020204" pitchFamily="49" charset="0"/>
              </a:rPr>
              <a:t>          </a:t>
            </a:r>
            <a:r>
              <a:rPr lang="en-US" altLang="zh-CN" sz="2400" b="0" u="none">
                <a:latin typeface="Lucida Console" panose="020B0609040504020204" pitchFamily="49" charset="0"/>
              </a:rPr>
              <a:t>… </a:t>
            </a:r>
          </a:p>
          <a:p>
            <a:pPr eaLnBrk="1" hangingPunct="1">
              <a:spcBef>
                <a:spcPct val="0"/>
              </a:spcBef>
              <a:buClrTx/>
              <a:buFontTx/>
              <a:buNone/>
            </a:pPr>
            <a:r>
              <a:rPr lang="en-US" altLang="zh-CN" sz="2400" b="0" u="none">
                <a:latin typeface="Lucida Console" panose="020B0609040504020204" pitchFamily="49" charset="0"/>
              </a:rPr>
              <a:t>       MOV CX</a:t>
            </a:r>
            <a:r>
              <a:rPr lang="zh-CN" altLang="en-US" sz="2400" b="0" u="none">
                <a:latin typeface="Lucida Console" panose="020B0609040504020204" pitchFamily="49" charset="0"/>
              </a:rPr>
              <a:t>，</a:t>
            </a:r>
            <a:r>
              <a:rPr lang="en-US" altLang="zh-CN" sz="2400" b="0" u="none">
                <a:solidFill>
                  <a:schemeClr val="hlink"/>
                </a:solidFill>
                <a:latin typeface="Lucida Console" panose="020B0609040504020204" pitchFamily="49" charset="0"/>
              </a:rPr>
              <a:t>COUNT</a:t>
            </a:r>
          </a:p>
          <a:p>
            <a:pPr eaLnBrk="1" hangingPunct="1">
              <a:spcBef>
                <a:spcPct val="0"/>
              </a:spcBef>
              <a:buClrTx/>
              <a:buFontTx/>
              <a:buNone/>
            </a:pPr>
            <a:r>
              <a:rPr lang="en-US" altLang="zh-CN" sz="2400" b="0" u="none">
                <a:latin typeface="Lucida Console" panose="020B0609040504020204" pitchFamily="49" charset="0"/>
              </a:rPr>
              <a:t>       MOV BX</a:t>
            </a:r>
            <a:r>
              <a:rPr lang="zh-CN" altLang="en-US" sz="2400" b="0" u="none">
                <a:latin typeface="Lucida Console" panose="020B0609040504020204" pitchFamily="49" charset="0"/>
              </a:rPr>
              <a:t>，</a:t>
            </a:r>
            <a:r>
              <a:rPr lang="en-US" altLang="zh-CN" sz="2400" b="0" u="none">
                <a:latin typeface="Lucida Console" panose="020B0609040504020204" pitchFamily="49" charset="0"/>
              </a:rPr>
              <a:t>-1</a:t>
            </a:r>
          </a:p>
          <a:p>
            <a:pPr eaLnBrk="1" hangingPunct="1">
              <a:spcBef>
                <a:spcPct val="0"/>
              </a:spcBef>
              <a:buClrTx/>
              <a:buFontTx/>
              <a:buNone/>
            </a:pPr>
            <a:r>
              <a:rPr lang="en-US" altLang="zh-CN" sz="2400" b="0" u="none">
                <a:latin typeface="Lucida Console" panose="020B0609040504020204" pitchFamily="49" charset="0"/>
              </a:rPr>
              <a:t>NEXT</a:t>
            </a:r>
            <a:r>
              <a:rPr lang="zh-CN" altLang="en-US" sz="2400" b="0" u="none">
                <a:latin typeface="Lucida Console" panose="020B0609040504020204" pitchFamily="49" charset="0"/>
              </a:rPr>
              <a:t>： </a:t>
            </a:r>
            <a:r>
              <a:rPr lang="en-US" altLang="zh-CN" sz="2400" b="0" u="none">
                <a:latin typeface="Lucida Console" panose="020B0609040504020204" pitchFamily="49" charset="0"/>
              </a:rPr>
              <a:t>INC  BX</a:t>
            </a:r>
          </a:p>
          <a:p>
            <a:pPr eaLnBrk="1" hangingPunct="1">
              <a:spcBef>
                <a:spcPct val="0"/>
              </a:spcBef>
              <a:buClrTx/>
              <a:buFontTx/>
              <a:buNone/>
            </a:pPr>
            <a:r>
              <a:rPr lang="en-US" altLang="zh-CN" sz="2400" b="0" u="none">
                <a:latin typeface="Lucida Console" panose="020B0609040504020204" pitchFamily="49" charset="0"/>
              </a:rPr>
              <a:t>       CMP ADRR[</a:t>
            </a:r>
            <a:r>
              <a:rPr lang="en-US" altLang="zh-CN" sz="2400" b="0" u="none">
                <a:solidFill>
                  <a:schemeClr val="hlink"/>
                </a:solidFill>
                <a:latin typeface="Lucida Console" panose="020B0609040504020204" pitchFamily="49" charset="0"/>
              </a:rPr>
              <a:t>BX</a:t>
            </a:r>
            <a:r>
              <a:rPr lang="en-US" altLang="zh-CN" sz="2400" b="0" u="none">
                <a:latin typeface="Lucida Console" panose="020B0609040504020204" pitchFamily="49" charset="0"/>
              </a:rPr>
              <a:t>]</a:t>
            </a:r>
            <a:r>
              <a:rPr lang="zh-CN" altLang="en-US" sz="2400" b="0" u="none">
                <a:latin typeface="Lucida Console" panose="020B0609040504020204" pitchFamily="49" charset="0"/>
              </a:rPr>
              <a:t>，</a:t>
            </a:r>
            <a:r>
              <a:rPr lang="en-US" altLang="zh-CN" sz="2400" b="0" u="none">
                <a:latin typeface="Lucida Console" panose="020B0609040504020204" pitchFamily="49" charset="0"/>
              </a:rPr>
              <a:t>0AH</a:t>
            </a:r>
          </a:p>
          <a:p>
            <a:pPr eaLnBrk="1" hangingPunct="1">
              <a:spcBef>
                <a:spcPct val="0"/>
              </a:spcBef>
              <a:buClrTx/>
              <a:buFontTx/>
              <a:buNone/>
            </a:pPr>
            <a:r>
              <a:rPr lang="en-US" altLang="zh-CN" sz="2400" b="0" u="none">
                <a:latin typeface="Lucida Console" panose="020B0609040504020204" pitchFamily="49" charset="0"/>
              </a:rPr>
              <a:t>       LOOPNZ   NEXT </a:t>
            </a:r>
          </a:p>
          <a:p>
            <a:pPr eaLnBrk="1" hangingPunct="1">
              <a:spcBef>
                <a:spcPct val="0"/>
              </a:spcBef>
              <a:buClrTx/>
              <a:buFontTx/>
              <a:buNone/>
            </a:pPr>
            <a:r>
              <a:rPr lang="en-US" altLang="zh-CN" sz="2400" b="0" u="none">
                <a:latin typeface="Lucida Console" panose="020B0609040504020204" pitchFamily="49" charset="0"/>
              </a:rPr>
              <a:t>       JZ DONE </a:t>
            </a:r>
          </a:p>
          <a:p>
            <a:pPr eaLnBrk="1" hangingPunct="1">
              <a:spcBef>
                <a:spcPct val="0"/>
              </a:spcBef>
              <a:buClrTx/>
              <a:buFontTx/>
              <a:buNone/>
            </a:pPr>
            <a:r>
              <a:rPr lang="en-US" altLang="zh-CN" sz="2400" b="0" u="none">
                <a:latin typeface="Lucida Console" panose="020B0609040504020204" pitchFamily="49" charset="0"/>
              </a:rPr>
              <a:t>       MOV BX</a:t>
            </a:r>
            <a:r>
              <a:rPr lang="zh-CN" altLang="en-US" sz="2400" b="0" u="none">
                <a:latin typeface="Lucida Console" panose="020B0609040504020204" pitchFamily="49" charset="0"/>
              </a:rPr>
              <a:t>，</a:t>
            </a:r>
            <a:r>
              <a:rPr lang="en-US" altLang="zh-CN" sz="2400" b="0" u="none">
                <a:latin typeface="Lucida Console" panose="020B0609040504020204" pitchFamily="49" charset="0"/>
              </a:rPr>
              <a:t>OFFH</a:t>
            </a:r>
          </a:p>
          <a:p>
            <a:pPr eaLnBrk="1" hangingPunct="1">
              <a:spcBef>
                <a:spcPct val="0"/>
              </a:spcBef>
              <a:buClrTx/>
              <a:buFontTx/>
              <a:buNone/>
            </a:pPr>
            <a:r>
              <a:rPr lang="en-US" altLang="zh-CN" sz="2400" b="0" u="none">
                <a:latin typeface="Lucida Console" panose="020B0609040504020204" pitchFamily="49" charset="0"/>
              </a:rPr>
              <a:t>DONE</a:t>
            </a:r>
            <a:r>
              <a:rPr lang="zh-CN" altLang="en-US" sz="2400" b="0" u="none">
                <a:latin typeface="Lucida Console" panose="020B0609040504020204" pitchFamily="49" charset="0"/>
              </a:rPr>
              <a:t>：  </a:t>
            </a:r>
            <a:r>
              <a:rPr lang="en-US" altLang="zh-CN" sz="2400" b="0" u="none">
                <a:latin typeface="Lucida Console" panose="020B0609040504020204" pitchFamily="49" charset="0"/>
              </a:rPr>
              <a:t>MOV RESULT</a:t>
            </a:r>
            <a:r>
              <a:rPr lang="zh-CN" altLang="en-US" sz="2400" b="0" u="none">
                <a:latin typeface="Lucida Console" panose="020B0609040504020204" pitchFamily="49" charset="0"/>
              </a:rPr>
              <a:t>，</a:t>
            </a:r>
            <a:r>
              <a:rPr lang="en-US" altLang="zh-CN" sz="2400" b="0" u="none">
                <a:latin typeface="Lucida Console" panose="020B0609040504020204" pitchFamily="49" charset="0"/>
              </a:rPr>
              <a:t>BX</a:t>
            </a:r>
          </a:p>
        </p:txBody>
      </p:sp>
      <p:sp>
        <p:nvSpPr>
          <p:cNvPr id="94211" name="Text Box 5">
            <a:extLst>
              <a:ext uri="{FF2B5EF4-FFF2-40B4-BE49-F238E27FC236}">
                <a16:creationId xmlns:a16="http://schemas.microsoft.com/office/drawing/2014/main" id="{B53C01E7-82A5-49C1-8175-FC9DF7EFA844}"/>
              </a:ext>
            </a:extLst>
          </p:cNvPr>
          <p:cNvSpPr txBox="1">
            <a:spLocks noChangeArrowheads="1"/>
          </p:cNvSpPr>
          <p:nvPr/>
        </p:nvSpPr>
        <p:spPr bwMode="auto">
          <a:xfrm>
            <a:off x="1527175" y="547688"/>
            <a:ext cx="5924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zh-CN" sz="2400" b="0"/>
          </a:p>
        </p:txBody>
      </p:sp>
      <p:sp>
        <p:nvSpPr>
          <p:cNvPr id="119815" name="Rectangle 7">
            <a:extLst>
              <a:ext uri="{FF2B5EF4-FFF2-40B4-BE49-F238E27FC236}">
                <a16:creationId xmlns:a16="http://schemas.microsoft.com/office/drawing/2014/main" id="{299C3139-E67D-4E54-9956-5F97FCE91FD7}"/>
              </a:ext>
            </a:extLst>
          </p:cNvPr>
          <p:cNvSpPr>
            <a:spLocks noGrp="1" noChangeArrowheads="1"/>
          </p:cNvSpPr>
          <p:nvPr>
            <p:ph type="title"/>
          </p:nvPr>
        </p:nvSpPr>
        <p:spPr/>
        <p:txBody>
          <a:bodyPr/>
          <a:lstStyle/>
          <a:p>
            <a:pPr algn="l" eaLnBrk="1" hangingPunct="1">
              <a:defRPr/>
            </a:pPr>
            <a:r>
              <a:rPr lang="zh-CN" altLang="en-US"/>
              <a:t>举例</a:t>
            </a:r>
          </a:p>
        </p:txBody>
      </p:sp>
    </p:spTree>
    <p:custDataLst>
      <p:tags r:id="rId1"/>
    </p:custDataLst>
  </p:cSld>
  <p:clrMapOvr>
    <a:masterClrMapping/>
  </p:clrMapOvr>
  <p:transition>
    <p:random/>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2D4646B1-E603-4EFF-A699-4BFAEF1E7EBA}"/>
              </a:ext>
            </a:extLst>
          </p:cNvPr>
          <p:cNvSpPr>
            <a:spLocks noGrp="1" noChangeArrowheads="1"/>
          </p:cNvSpPr>
          <p:nvPr>
            <p:ph type="title"/>
          </p:nvPr>
        </p:nvSpPr>
        <p:spPr>
          <a:xfrm>
            <a:off x="2362200" y="685800"/>
            <a:ext cx="5410200" cy="838200"/>
          </a:xfrm>
        </p:spPr>
        <p:txBody>
          <a:bodyPr/>
          <a:lstStyle/>
          <a:p>
            <a:pPr eaLnBrk="1" hangingPunct="1">
              <a:defRPr/>
            </a:pPr>
            <a:r>
              <a:rPr lang="en-US" altLang="zh-CN" sz="3600" b="0" dirty="0">
                <a:solidFill>
                  <a:srgbClr val="FF0000"/>
                </a:solidFill>
                <a:latin typeface="黑体" pitchFamily="2" charset="-122"/>
                <a:ea typeface="黑体" pitchFamily="2" charset="-122"/>
              </a:rPr>
              <a:t>3.</a:t>
            </a:r>
            <a:r>
              <a:rPr lang="zh-CN" altLang="en-US" sz="3600" b="0" dirty="0">
                <a:solidFill>
                  <a:srgbClr val="FF0000"/>
                </a:solidFill>
                <a:latin typeface="黑体" pitchFamily="2" charset="-122"/>
                <a:ea typeface="黑体" pitchFamily="2" charset="-122"/>
              </a:rPr>
              <a:t>子程序结构</a:t>
            </a:r>
            <a:endParaRPr lang="zh-CN" altLang="en-US" sz="3600" dirty="0">
              <a:solidFill>
                <a:srgbClr val="FF0000"/>
              </a:solidFill>
            </a:endParaRPr>
          </a:p>
        </p:txBody>
      </p:sp>
      <p:sp>
        <p:nvSpPr>
          <p:cNvPr id="95235" name="Rectangle 3">
            <a:extLst>
              <a:ext uri="{FF2B5EF4-FFF2-40B4-BE49-F238E27FC236}">
                <a16:creationId xmlns:a16="http://schemas.microsoft.com/office/drawing/2014/main" id="{17F54CF9-F709-4197-9CFD-CC44996F74AB}"/>
              </a:ext>
            </a:extLst>
          </p:cNvPr>
          <p:cNvSpPr>
            <a:spLocks noChangeArrowheads="1"/>
          </p:cNvSpPr>
          <p:nvPr/>
        </p:nvSpPr>
        <p:spPr bwMode="auto">
          <a:xfrm>
            <a:off x="2667000" y="2133600"/>
            <a:ext cx="4800600" cy="3751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0"/>
              </a:spcBef>
              <a:buClr>
                <a:schemeClr val="tx2"/>
              </a:buClr>
              <a:buSzPct val="90000"/>
              <a:buFont typeface="Symbol" panose="05050102010706020507" pitchFamily="18" charset="2"/>
              <a:buNone/>
            </a:pPr>
            <a:r>
              <a:rPr lang="en-US" altLang="zh-CN" u="none">
                <a:latin typeface="Arial" panose="020B0604020202020204" pitchFamily="34" charset="0"/>
                <a:sym typeface="Symbol" panose="05050102010706020507" pitchFamily="18" charset="2"/>
              </a:rPr>
              <a:t>   </a:t>
            </a:r>
            <a:r>
              <a:rPr lang="zh-CN" altLang="en-US" u="none">
                <a:latin typeface="Arial" panose="020B0604020202020204" pitchFamily="34" charset="0"/>
              </a:rPr>
              <a:t>过程定义伪操作</a:t>
            </a:r>
          </a:p>
          <a:p>
            <a:pPr eaLnBrk="1" hangingPunct="1">
              <a:lnSpc>
                <a:spcPct val="150000"/>
              </a:lnSpc>
              <a:spcBef>
                <a:spcPct val="0"/>
              </a:spcBef>
              <a:buClr>
                <a:schemeClr val="tx2"/>
              </a:buClr>
              <a:buSzPct val="90000"/>
              <a:buFont typeface="Symbol" panose="05050102010706020507" pitchFamily="18" charset="2"/>
              <a:buNone/>
            </a:pPr>
            <a:r>
              <a:rPr lang="zh-CN" altLang="en-US" u="none">
                <a:latin typeface="Arial" panose="020B0604020202020204" pitchFamily="34" charset="0"/>
                <a:sym typeface="Symbol" panose="05050102010706020507" pitchFamily="18" charset="2"/>
              </a:rPr>
              <a:t>   </a:t>
            </a:r>
            <a:r>
              <a:rPr lang="zh-CN" altLang="en-US" u="none">
                <a:latin typeface="Arial" panose="020B0604020202020204" pitchFamily="34" charset="0"/>
              </a:rPr>
              <a:t>子程序的调用与返回</a:t>
            </a:r>
          </a:p>
          <a:p>
            <a:pPr eaLnBrk="1" hangingPunct="1">
              <a:lnSpc>
                <a:spcPct val="150000"/>
              </a:lnSpc>
              <a:spcBef>
                <a:spcPct val="0"/>
              </a:spcBef>
              <a:buClr>
                <a:schemeClr val="tx2"/>
              </a:buClr>
              <a:buSzPct val="90000"/>
              <a:buFont typeface="Symbol" panose="05050102010706020507" pitchFamily="18" charset="2"/>
              <a:buNone/>
            </a:pPr>
            <a:r>
              <a:rPr lang="zh-CN" altLang="en-US" u="none">
                <a:latin typeface="Arial" panose="020B0604020202020204" pitchFamily="34" charset="0"/>
                <a:sym typeface="Symbol" panose="05050102010706020507" pitchFamily="18" charset="2"/>
              </a:rPr>
              <a:t>   保存与恢复寄存器</a:t>
            </a:r>
            <a:endParaRPr lang="zh-CN" altLang="en-US" u="none">
              <a:latin typeface="Arial" panose="020B0604020202020204" pitchFamily="34" charset="0"/>
            </a:endParaRPr>
          </a:p>
          <a:p>
            <a:pPr eaLnBrk="1" hangingPunct="1">
              <a:lnSpc>
                <a:spcPct val="150000"/>
              </a:lnSpc>
              <a:spcBef>
                <a:spcPct val="0"/>
              </a:spcBef>
              <a:buClr>
                <a:schemeClr val="tx2"/>
              </a:buClr>
              <a:buSzPct val="90000"/>
              <a:buFont typeface="Symbol" panose="05050102010706020507" pitchFamily="18" charset="2"/>
              <a:buNone/>
            </a:pPr>
            <a:r>
              <a:rPr lang="zh-CN" altLang="en-US" u="none">
                <a:latin typeface="Arial" panose="020B0604020202020204" pitchFamily="34" charset="0"/>
                <a:sym typeface="Symbol" panose="05050102010706020507" pitchFamily="18" charset="2"/>
              </a:rPr>
              <a:t>   子程序的参数传送</a:t>
            </a:r>
            <a:endParaRPr lang="zh-CN" altLang="en-US" u="none">
              <a:latin typeface="Arial" panose="020B0604020202020204" pitchFamily="34" charset="0"/>
            </a:endParaRPr>
          </a:p>
          <a:p>
            <a:pPr eaLnBrk="1" hangingPunct="1">
              <a:lnSpc>
                <a:spcPct val="150000"/>
              </a:lnSpc>
              <a:spcBef>
                <a:spcPct val="0"/>
              </a:spcBef>
              <a:buClr>
                <a:schemeClr val="tx2"/>
              </a:buClr>
              <a:buSzPct val="90000"/>
              <a:buFont typeface="Symbol" panose="05050102010706020507" pitchFamily="18" charset="2"/>
              <a:buNone/>
            </a:pPr>
            <a:r>
              <a:rPr lang="zh-CN" altLang="en-US" u="none">
                <a:latin typeface="Arial" panose="020B0604020202020204" pitchFamily="34" charset="0"/>
                <a:sym typeface="Symbol" panose="05050102010706020507" pitchFamily="18" charset="2"/>
              </a:rPr>
              <a:t>   </a:t>
            </a:r>
            <a:r>
              <a:rPr lang="zh-CN" altLang="en-US" u="none">
                <a:latin typeface="Arial" panose="020B0604020202020204" pitchFamily="34" charset="0"/>
              </a:rPr>
              <a:t>子程序的嵌套与递归</a:t>
            </a:r>
          </a:p>
        </p:txBody>
      </p:sp>
    </p:spTree>
    <p:custDataLst>
      <p:tags r:id="rId1"/>
    </p:custData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a:extLst>
              <a:ext uri="{FF2B5EF4-FFF2-40B4-BE49-F238E27FC236}">
                <a16:creationId xmlns:a16="http://schemas.microsoft.com/office/drawing/2014/main" id="{FA010C6C-93A2-4E0A-AC0C-451AD7BE8AF6}"/>
              </a:ext>
            </a:extLst>
          </p:cNvPr>
          <p:cNvSpPr>
            <a:spLocks noChangeArrowheads="1"/>
          </p:cNvSpPr>
          <p:nvPr/>
        </p:nvSpPr>
        <p:spPr bwMode="auto">
          <a:xfrm>
            <a:off x="1600200" y="685800"/>
            <a:ext cx="4627563"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en-US" altLang="zh-CN" sz="3600" u="none">
                <a:solidFill>
                  <a:schemeClr val="tx2"/>
                </a:solidFill>
                <a:latin typeface="Arial" panose="020B0604020202020204" pitchFamily="34" charset="0"/>
              </a:rPr>
              <a:t>1.  </a:t>
            </a:r>
            <a:r>
              <a:rPr lang="zh-CN" altLang="en-US" sz="3600" u="none">
                <a:solidFill>
                  <a:schemeClr val="tx2"/>
                </a:solidFill>
                <a:latin typeface="Arial" panose="020B0604020202020204" pitchFamily="34" charset="0"/>
              </a:rPr>
              <a:t>过程定义伪操作</a:t>
            </a:r>
          </a:p>
        </p:txBody>
      </p:sp>
      <p:grpSp>
        <p:nvGrpSpPr>
          <p:cNvPr id="96259" name="Group 3">
            <a:extLst>
              <a:ext uri="{FF2B5EF4-FFF2-40B4-BE49-F238E27FC236}">
                <a16:creationId xmlns:a16="http://schemas.microsoft.com/office/drawing/2014/main" id="{718FEF23-3411-4E83-A766-749E57961C14}"/>
              </a:ext>
            </a:extLst>
          </p:cNvPr>
          <p:cNvGrpSpPr>
            <a:grpSpLocks/>
          </p:cNvGrpSpPr>
          <p:nvPr/>
        </p:nvGrpSpPr>
        <p:grpSpPr bwMode="auto">
          <a:xfrm>
            <a:off x="1371600" y="1828800"/>
            <a:ext cx="7467600" cy="4238625"/>
            <a:chOff x="864" y="1152"/>
            <a:chExt cx="4704" cy="2670"/>
          </a:xfrm>
        </p:grpSpPr>
        <p:sp>
          <p:nvSpPr>
            <p:cNvPr id="96260" name="Text Box 4">
              <a:extLst>
                <a:ext uri="{FF2B5EF4-FFF2-40B4-BE49-F238E27FC236}">
                  <a16:creationId xmlns:a16="http://schemas.microsoft.com/office/drawing/2014/main" id="{0F6C81F9-4B69-44D0-8458-3D4E4E949354}"/>
                </a:ext>
              </a:extLst>
            </p:cNvPr>
            <p:cNvSpPr txBox="1">
              <a:spLocks noChangeArrowheads="1"/>
            </p:cNvSpPr>
            <p:nvPr/>
          </p:nvSpPr>
          <p:spPr bwMode="auto">
            <a:xfrm>
              <a:off x="864" y="1152"/>
              <a:ext cx="4704" cy="26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dash"/>
                  <a:miter lim="800000"/>
                  <a:headEnd/>
                  <a:tailEnd/>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0"/>
                </a:spcBef>
                <a:buClrTx/>
                <a:buFontTx/>
                <a:buNone/>
              </a:pPr>
              <a:r>
                <a:rPr lang="en-US" altLang="zh-CN" sz="2400" u="none">
                  <a:latin typeface="Lucida Sans Unicode" panose="020B0602030504020204" pitchFamily="34" charset="0"/>
                </a:rPr>
                <a:t>        </a:t>
              </a:r>
              <a:r>
                <a:rPr lang="zh-CN" altLang="en-US" sz="2400" u="none">
                  <a:latin typeface="Lucida Sans Unicode" panose="020B0602030504020204" pitchFamily="34" charset="0"/>
                </a:rPr>
                <a:t>过程名   </a:t>
              </a:r>
              <a:r>
                <a:rPr lang="en-US" altLang="zh-CN" sz="2400" u="none">
                  <a:latin typeface="Lucida Sans Unicode" panose="020B0602030504020204" pitchFamily="34" charset="0"/>
                </a:rPr>
                <a:t>PROC    </a:t>
              </a:r>
              <a:r>
                <a:rPr lang="en-US" altLang="zh-CN" sz="2400" u="none">
                  <a:solidFill>
                    <a:schemeClr val="hlink"/>
                  </a:solidFill>
                  <a:latin typeface="Lucida Sans Unicode" panose="020B0602030504020204" pitchFamily="34" charset="0"/>
                </a:rPr>
                <a:t>NEAR</a:t>
              </a:r>
              <a:r>
                <a:rPr lang="en-US" altLang="zh-CN" sz="2400" u="none">
                  <a:solidFill>
                    <a:srgbClr val="FF3300"/>
                  </a:solidFill>
                  <a:latin typeface="Lucida Sans Unicode" panose="020B0602030504020204" pitchFamily="34" charset="0"/>
                </a:rPr>
                <a:t> </a:t>
              </a:r>
              <a:r>
                <a:rPr lang="en-US" altLang="zh-CN" sz="2400" u="none">
                  <a:latin typeface="Lucida Sans Unicode" panose="020B0602030504020204" pitchFamily="34" charset="0"/>
                </a:rPr>
                <a:t>( </a:t>
              </a:r>
              <a:r>
                <a:rPr lang="en-US" altLang="zh-CN" sz="2400" u="none">
                  <a:solidFill>
                    <a:srgbClr val="009900"/>
                  </a:solidFill>
                  <a:latin typeface="Lucida Sans Unicode" panose="020B0602030504020204" pitchFamily="34" charset="0"/>
                </a:rPr>
                <a:t>FAR</a:t>
              </a:r>
              <a:r>
                <a:rPr lang="en-US" altLang="zh-CN" sz="2400" u="none">
                  <a:solidFill>
                    <a:schemeClr val="accent2"/>
                  </a:solidFill>
                  <a:latin typeface="Lucida Sans Unicode" panose="020B0602030504020204" pitchFamily="34" charset="0"/>
                </a:rPr>
                <a:t> </a:t>
              </a:r>
              <a:r>
                <a:rPr lang="en-US" altLang="zh-CN" sz="2400" u="none">
                  <a:latin typeface="Lucida Sans Unicode" panose="020B0602030504020204" pitchFamily="34" charset="0"/>
                </a:rPr>
                <a:t>)</a:t>
              </a:r>
            </a:p>
            <a:p>
              <a:pPr algn="just">
                <a:spcBef>
                  <a:spcPct val="0"/>
                </a:spcBef>
                <a:buClrTx/>
                <a:buFontTx/>
                <a:buNone/>
              </a:pPr>
              <a:endParaRPr lang="en-US" altLang="zh-CN" sz="2400" u="none">
                <a:latin typeface="Lucida Sans Unicode" panose="020B0602030504020204" pitchFamily="34" charset="0"/>
              </a:endParaRPr>
            </a:p>
            <a:p>
              <a:pPr algn="just">
                <a:spcBef>
                  <a:spcPct val="0"/>
                </a:spcBef>
                <a:buClrTx/>
                <a:buFontTx/>
                <a:buNone/>
              </a:pPr>
              <a:endParaRPr lang="en-US" altLang="zh-CN" sz="2400" u="none">
                <a:latin typeface="Lucida Sans Unicode" panose="020B0602030504020204" pitchFamily="34" charset="0"/>
              </a:endParaRPr>
            </a:p>
            <a:p>
              <a:pPr algn="just">
                <a:lnSpc>
                  <a:spcPct val="145000"/>
                </a:lnSpc>
                <a:spcBef>
                  <a:spcPct val="0"/>
                </a:spcBef>
                <a:buClrTx/>
                <a:buFontTx/>
                <a:buNone/>
              </a:pPr>
              <a:r>
                <a:rPr lang="en-US" altLang="zh-CN" sz="2400" u="none">
                  <a:latin typeface="Lucida Sans Unicode" panose="020B0602030504020204" pitchFamily="34" charset="0"/>
                </a:rPr>
                <a:t>        </a:t>
              </a:r>
              <a:r>
                <a:rPr lang="zh-CN" altLang="en-US" sz="2400" u="none">
                  <a:latin typeface="Lucida Sans Unicode" panose="020B0602030504020204" pitchFamily="34" charset="0"/>
                </a:rPr>
                <a:t>过程名   </a:t>
              </a:r>
              <a:r>
                <a:rPr lang="en-US" altLang="zh-CN" sz="2400" u="none">
                  <a:latin typeface="Lucida Sans Unicode" panose="020B0602030504020204" pitchFamily="34" charset="0"/>
                </a:rPr>
                <a:t>ENDP</a:t>
              </a:r>
            </a:p>
            <a:p>
              <a:pPr lvl="1" algn="just">
                <a:lnSpc>
                  <a:spcPct val="145000"/>
                </a:lnSpc>
                <a:spcBef>
                  <a:spcPct val="0"/>
                </a:spcBef>
                <a:buClrTx/>
                <a:buFontTx/>
                <a:buNone/>
              </a:pPr>
              <a:endParaRPr lang="en-US" altLang="zh-CN" sz="2400" u="none">
                <a:latin typeface="Lucida Sans Unicode" panose="020B0602030504020204" pitchFamily="34" charset="0"/>
              </a:endParaRPr>
            </a:p>
            <a:p>
              <a:pPr algn="just">
                <a:lnSpc>
                  <a:spcPct val="145000"/>
                </a:lnSpc>
                <a:spcBef>
                  <a:spcPct val="0"/>
                </a:spcBef>
                <a:buClrTx/>
                <a:buFontTx/>
                <a:buNone/>
              </a:pPr>
              <a:r>
                <a:rPr lang="zh-CN" altLang="en-US" sz="2400" u="none">
                  <a:latin typeface="Lucida Sans Unicode" panose="020B0602030504020204" pitchFamily="34" charset="0"/>
                </a:rPr>
                <a:t>（</a:t>
              </a:r>
              <a:r>
                <a:rPr lang="en-US" altLang="zh-CN" sz="2400" u="none">
                  <a:latin typeface="Lucida Sans Unicode" panose="020B0602030504020204" pitchFamily="34" charset="0"/>
                </a:rPr>
                <a:t>1</a:t>
              </a:r>
              <a:r>
                <a:rPr lang="zh-CN" altLang="en-US" sz="2400" u="none">
                  <a:latin typeface="Lucida Sans Unicode" panose="020B0602030504020204" pitchFamily="34" charset="0"/>
                </a:rPr>
                <a:t>）</a:t>
              </a:r>
              <a:r>
                <a:rPr lang="en-US" altLang="zh-CN" sz="2400" u="none">
                  <a:solidFill>
                    <a:schemeClr val="hlink"/>
                  </a:solidFill>
                  <a:latin typeface="Lucida Sans Unicode" panose="020B0602030504020204" pitchFamily="34" charset="0"/>
                </a:rPr>
                <a:t>NEAR</a:t>
              </a:r>
              <a:r>
                <a:rPr lang="zh-CN" altLang="en-US" sz="2400" u="none">
                  <a:latin typeface="楷体_GB2312" pitchFamily="49" charset="-122"/>
                  <a:ea typeface="楷体_GB2312" pitchFamily="49" charset="-122"/>
                </a:rPr>
                <a:t>属性：调用程序和子程序在同一代码段中</a:t>
              </a:r>
            </a:p>
            <a:p>
              <a:pPr lvl="1" algn="just">
                <a:spcBef>
                  <a:spcPct val="0"/>
                </a:spcBef>
                <a:buClrTx/>
                <a:buFontTx/>
                <a:buNone/>
              </a:pPr>
              <a:r>
                <a:rPr lang="zh-CN" altLang="en-US" sz="2400" u="none">
                  <a:latin typeface="楷体_GB2312" pitchFamily="49" charset="-122"/>
                  <a:ea typeface="楷体_GB2312" pitchFamily="49" charset="-122"/>
                </a:rPr>
                <a:t>             （段内调用）</a:t>
              </a:r>
            </a:p>
            <a:p>
              <a:pPr lvl="1" algn="just">
                <a:spcBef>
                  <a:spcPct val="0"/>
                </a:spcBef>
                <a:buClrTx/>
                <a:buFontTx/>
                <a:buNone/>
              </a:pPr>
              <a:endParaRPr lang="zh-CN" altLang="en-US" sz="2400" b="0" u="none">
                <a:latin typeface="楷体_GB2312" pitchFamily="49" charset="-122"/>
                <a:ea typeface="楷体_GB2312" pitchFamily="49" charset="-122"/>
              </a:endParaRPr>
            </a:p>
            <a:p>
              <a:pPr algn="just">
                <a:spcBef>
                  <a:spcPct val="0"/>
                </a:spcBef>
                <a:buClrTx/>
                <a:buFontTx/>
                <a:buNone/>
              </a:pPr>
              <a:r>
                <a:rPr lang="zh-CN" altLang="en-US" sz="2400" u="none">
                  <a:latin typeface="Lucida Sans Unicode" panose="020B0602030504020204" pitchFamily="34" charset="0"/>
                </a:rPr>
                <a:t>（</a:t>
              </a:r>
              <a:r>
                <a:rPr lang="en-US" altLang="zh-CN" sz="2400" u="none">
                  <a:latin typeface="Lucida Sans Unicode" panose="020B0602030504020204" pitchFamily="34" charset="0"/>
                </a:rPr>
                <a:t>2</a:t>
              </a:r>
              <a:r>
                <a:rPr lang="zh-CN" altLang="en-US" sz="2400" u="none">
                  <a:latin typeface="Lucida Sans Unicode" panose="020B0602030504020204" pitchFamily="34" charset="0"/>
                </a:rPr>
                <a:t>）</a:t>
              </a:r>
              <a:r>
                <a:rPr lang="en-US" altLang="zh-CN" sz="2400" u="none">
                  <a:solidFill>
                    <a:srgbClr val="009900"/>
                  </a:solidFill>
                  <a:latin typeface="Lucida Sans Unicode" panose="020B0602030504020204" pitchFamily="34" charset="0"/>
                </a:rPr>
                <a:t>FAR</a:t>
              </a:r>
              <a:r>
                <a:rPr lang="zh-CN" altLang="en-US" sz="2400" u="none">
                  <a:latin typeface="楷体_GB2312" pitchFamily="49" charset="-122"/>
                  <a:ea typeface="楷体_GB2312" pitchFamily="49" charset="-122"/>
                </a:rPr>
                <a:t>属性：调用程序和子程序不在同一代码段中</a:t>
              </a:r>
            </a:p>
            <a:p>
              <a:pPr lvl="1" algn="just">
                <a:spcBef>
                  <a:spcPct val="0"/>
                </a:spcBef>
                <a:buClrTx/>
                <a:buFontTx/>
                <a:buNone/>
              </a:pPr>
              <a:r>
                <a:rPr lang="zh-CN" altLang="en-US" sz="2400" u="none">
                  <a:latin typeface="楷体_GB2312" pitchFamily="49" charset="-122"/>
                  <a:ea typeface="楷体_GB2312" pitchFamily="49" charset="-122"/>
                </a:rPr>
                <a:t>            （段间调用）</a:t>
              </a:r>
              <a:endParaRPr lang="zh-CN" altLang="en-US" sz="2400" u="none"/>
            </a:p>
          </p:txBody>
        </p:sp>
        <p:sp>
          <p:nvSpPr>
            <p:cNvPr id="96261" name="Text Box 5">
              <a:extLst>
                <a:ext uri="{FF2B5EF4-FFF2-40B4-BE49-F238E27FC236}">
                  <a16:creationId xmlns:a16="http://schemas.microsoft.com/office/drawing/2014/main" id="{4BBA07AA-A3BE-4C98-B520-D987603DDC6E}"/>
                </a:ext>
              </a:extLst>
            </p:cNvPr>
            <p:cNvSpPr txBox="1">
              <a:spLocks noChangeArrowheads="1"/>
            </p:cNvSpPr>
            <p:nvPr/>
          </p:nvSpPr>
          <p:spPr bwMode="auto">
            <a:xfrm>
              <a:off x="2160" y="1440"/>
              <a:ext cx="336"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50000"/>
                </a:lnSpc>
                <a:spcBef>
                  <a:spcPct val="0"/>
                </a:spcBef>
                <a:buClrTx/>
                <a:buFontTx/>
                <a:buNone/>
              </a:pPr>
              <a:r>
                <a:rPr lang="en-US" altLang="zh-CN" sz="2400" u="none"/>
                <a:t>.</a:t>
              </a:r>
            </a:p>
            <a:p>
              <a:pPr eaLnBrk="1" hangingPunct="1">
                <a:lnSpc>
                  <a:spcPct val="50000"/>
                </a:lnSpc>
                <a:spcBef>
                  <a:spcPct val="0"/>
                </a:spcBef>
                <a:buClrTx/>
                <a:buFontTx/>
                <a:buNone/>
              </a:pPr>
              <a:r>
                <a:rPr lang="en-US" altLang="zh-CN" sz="2400" u="none"/>
                <a:t>.</a:t>
              </a:r>
            </a:p>
            <a:p>
              <a:pPr eaLnBrk="1" hangingPunct="1">
                <a:lnSpc>
                  <a:spcPct val="50000"/>
                </a:lnSpc>
                <a:spcBef>
                  <a:spcPct val="0"/>
                </a:spcBef>
                <a:buClrTx/>
                <a:buFontTx/>
                <a:buNone/>
              </a:pPr>
              <a:r>
                <a:rPr lang="en-US" altLang="zh-CN" sz="2400" u="none"/>
                <a:t>.</a:t>
              </a:r>
            </a:p>
          </p:txBody>
        </p:sp>
      </p:grpSp>
    </p:spTree>
    <p:custDataLst>
      <p:tags r:id="rId1"/>
    </p:custData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Text Box 2">
            <a:extLst>
              <a:ext uri="{FF2B5EF4-FFF2-40B4-BE49-F238E27FC236}">
                <a16:creationId xmlns:a16="http://schemas.microsoft.com/office/drawing/2014/main" id="{140806FE-0E6A-46BA-8CDE-AD073A9C4977}"/>
              </a:ext>
            </a:extLst>
          </p:cNvPr>
          <p:cNvSpPr txBox="1">
            <a:spLocks noChangeArrowheads="1"/>
          </p:cNvSpPr>
          <p:nvPr/>
        </p:nvSpPr>
        <p:spPr bwMode="auto">
          <a:xfrm>
            <a:off x="1981200" y="762000"/>
            <a:ext cx="2743200" cy="556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dash"/>
                <a:miter lim="800000"/>
                <a:headEnd/>
                <a:tailEnd/>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0"/>
              </a:spcBef>
              <a:buClrTx/>
              <a:buFontTx/>
              <a:buNone/>
            </a:pPr>
            <a:r>
              <a:rPr lang="en-US" altLang="zh-CN" sz="2400" i="1" u="none">
                <a:latin typeface="Lucida Sans Unicode" panose="020B0602030504020204" pitchFamily="34" charset="0"/>
              </a:rPr>
              <a:t>code</a:t>
            </a:r>
            <a:r>
              <a:rPr lang="en-US" altLang="zh-CN" sz="2400" u="none">
                <a:latin typeface="Lucida Sans Unicode" panose="020B0602030504020204" pitchFamily="34" charset="0"/>
              </a:rPr>
              <a:t>  segment</a:t>
            </a:r>
          </a:p>
          <a:p>
            <a:pPr algn="just">
              <a:spcBef>
                <a:spcPct val="0"/>
              </a:spcBef>
              <a:buClrTx/>
              <a:buFontTx/>
              <a:buNone/>
            </a:pPr>
            <a:r>
              <a:rPr lang="en-US" altLang="zh-CN" sz="2400" u="none">
                <a:latin typeface="Lucida Sans Unicode" panose="020B0602030504020204" pitchFamily="34" charset="0"/>
              </a:rPr>
              <a:t>     </a:t>
            </a:r>
          </a:p>
          <a:p>
            <a:pPr algn="just">
              <a:spcBef>
                <a:spcPct val="0"/>
              </a:spcBef>
              <a:buClrTx/>
              <a:buFontTx/>
              <a:buNone/>
            </a:pPr>
            <a:r>
              <a:rPr lang="en-US" altLang="zh-CN" sz="2400" u="none">
                <a:latin typeface="Lucida Sans Unicode" panose="020B0602030504020204" pitchFamily="34" charset="0"/>
              </a:rPr>
              <a:t>main  proc  </a:t>
            </a:r>
            <a:r>
              <a:rPr lang="en-US" altLang="zh-CN" sz="2400" u="none">
                <a:solidFill>
                  <a:schemeClr val="hlink"/>
                </a:solidFill>
                <a:latin typeface="Lucida Sans Unicode" panose="020B0602030504020204" pitchFamily="34" charset="0"/>
              </a:rPr>
              <a:t>far</a:t>
            </a:r>
          </a:p>
          <a:p>
            <a:pPr algn="just">
              <a:spcBef>
                <a:spcPct val="0"/>
              </a:spcBef>
              <a:buClrTx/>
              <a:buFontTx/>
              <a:buNone/>
            </a:pPr>
            <a:r>
              <a:rPr lang="en-US" altLang="zh-CN" sz="2400" u="none">
                <a:latin typeface="Lucida Sans Unicode" panose="020B0602030504020204" pitchFamily="34" charset="0"/>
              </a:rPr>
              <a:t>          ......</a:t>
            </a:r>
          </a:p>
          <a:p>
            <a:pPr algn="just">
              <a:spcBef>
                <a:spcPct val="0"/>
              </a:spcBef>
              <a:buClrTx/>
              <a:buFontTx/>
              <a:buNone/>
            </a:pPr>
            <a:r>
              <a:rPr lang="en-US" altLang="zh-CN" sz="2400" u="none">
                <a:latin typeface="Lucida Sans Unicode" panose="020B0602030504020204" pitchFamily="34" charset="0"/>
              </a:rPr>
              <a:t>          call </a:t>
            </a:r>
            <a:r>
              <a:rPr lang="en-US" altLang="zh-CN" sz="2400" u="none">
                <a:solidFill>
                  <a:srgbClr val="009900"/>
                </a:solidFill>
                <a:latin typeface="Lucida Sans Unicode" panose="020B0602030504020204" pitchFamily="34" charset="0"/>
              </a:rPr>
              <a:t>subr1</a:t>
            </a:r>
          </a:p>
          <a:p>
            <a:pPr algn="just">
              <a:spcBef>
                <a:spcPct val="0"/>
              </a:spcBef>
              <a:buClrTx/>
              <a:buFontTx/>
              <a:buNone/>
            </a:pPr>
            <a:r>
              <a:rPr lang="en-US" altLang="zh-CN" sz="2400" u="none">
                <a:latin typeface="Lucida Sans Unicode" panose="020B0602030504020204" pitchFamily="34" charset="0"/>
              </a:rPr>
              <a:t>          ......</a:t>
            </a:r>
          </a:p>
          <a:p>
            <a:pPr algn="just">
              <a:spcBef>
                <a:spcPct val="0"/>
              </a:spcBef>
              <a:buClrTx/>
              <a:buFontTx/>
              <a:buNone/>
            </a:pPr>
            <a:r>
              <a:rPr lang="en-US" altLang="zh-CN" sz="2400" u="none">
                <a:latin typeface="Lucida Sans Unicode" panose="020B0602030504020204" pitchFamily="34" charset="0"/>
              </a:rPr>
              <a:t>          ret</a:t>
            </a:r>
          </a:p>
          <a:p>
            <a:pPr algn="just">
              <a:spcBef>
                <a:spcPct val="0"/>
              </a:spcBef>
              <a:buClrTx/>
              <a:buFontTx/>
              <a:buNone/>
            </a:pPr>
            <a:r>
              <a:rPr lang="en-US" altLang="zh-CN" sz="2400" u="none">
                <a:latin typeface="Lucida Sans Unicode" panose="020B0602030504020204" pitchFamily="34" charset="0"/>
              </a:rPr>
              <a:t>main  endp</a:t>
            </a:r>
          </a:p>
          <a:p>
            <a:pPr algn="just">
              <a:spcBef>
                <a:spcPct val="0"/>
              </a:spcBef>
              <a:buClrTx/>
              <a:buFontTx/>
              <a:buNone/>
            </a:pPr>
            <a:endParaRPr lang="en-US" altLang="zh-CN" sz="2400" u="none">
              <a:latin typeface="Lucida Sans Unicode" panose="020B0602030504020204" pitchFamily="34" charset="0"/>
            </a:endParaRPr>
          </a:p>
          <a:p>
            <a:pPr algn="just">
              <a:spcBef>
                <a:spcPct val="0"/>
              </a:spcBef>
              <a:buClrTx/>
              <a:buFontTx/>
              <a:buNone/>
            </a:pPr>
            <a:r>
              <a:rPr lang="en-US" altLang="zh-CN" sz="2400" u="none">
                <a:solidFill>
                  <a:srgbClr val="009900"/>
                </a:solidFill>
                <a:latin typeface="Lucida Sans Unicode" panose="020B0602030504020204" pitchFamily="34" charset="0"/>
              </a:rPr>
              <a:t>subr1</a:t>
            </a:r>
            <a:r>
              <a:rPr lang="en-US" altLang="zh-CN" sz="2400" u="none">
                <a:latin typeface="Lucida Sans Unicode" panose="020B0602030504020204" pitchFamily="34" charset="0"/>
              </a:rPr>
              <a:t>  proc </a:t>
            </a:r>
            <a:r>
              <a:rPr lang="en-US" altLang="zh-CN" sz="2400" u="none">
                <a:solidFill>
                  <a:schemeClr val="hlink"/>
                </a:solidFill>
                <a:latin typeface="Lucida Sans Unicode" panose="020B0602030504020204" pitchFamily="34" charset="0"/>
              </a:rPr>
              <a:t>near</a:t>
            </a:r>
          </a:p>
          <a:p>
            <a:pPr algn="just">
              <a:spcBef>
                <a:spcPct val="0"/>
              </a:spcBef>
              <a:buClrTx/>
              <a:buFontTx/>
              <a:buNone/>
            </a:pPr>
            <a:r>
              <a:rPr lang="en-US" altLang="zh-CN" sz="2400" u="none">
                <a:latin typeface="Lucida Sans Unicode" panose="020B0602030504020204" pitchFamily="34" charset="0"/>
              </a:rPr>
              <a:t>           ......</a:t>
            </a:r>
          </a:p>
          <a:p>
            <a:pPr algn="just">
              <a:spcBef>
                <a:spcPct val="0"/>
              </a:spcBef>
              <a:buClrTx/>
              <a:buFontTx/>
              <a:buNone/>
            </a:pPr>
            <a:r>
              <a:rPr lang="en-US" altLang="zh-CN" sz="2400" u="none">
                <a:latin typeface="Lucida Sans Unicode" panose="020B0602030504020204" pitchFamily="34" charset="0"/>
              </a:rPr>
              <a:t>           ret</a:t>
            </a:r>
          </a:p>
          <a:p>
            <a:pPr algn="just">
              <a:spcBef>
                <a:spcPct val="0"/>
              </a:spcBef>
              <a:buClrTx/>
              <a:buFontTx/>
              <a:buNone/>
            </a:pPr>
            <a:r>
              <a:rPr lang="en-US" altLang="zh-CN" sz="2400" u="none">
                <a:solidFill>
                  <a:srgbClr val="009900"/>
                </a:solidFill>
                <a:latin typeface="Lucida Sans Unicode" panose="020B0602030504020204" pitchFamily="34" charset="0"/>
              </a:rPr>
              <a:t>subr1</a:t>
            </a:r>
            <a:r>
              <a:rPr lang="en-US" altLang="zh-CN" sz="2400" u="none">
                <a:latin typeface="Lucida Sans Unicode" panose="020B0602030504020204" pitchFamily="34" charset="0"/>
              </a:rPr>
              <a:t>  endp</a:t>
            </a:r>
          </a:p>
          <a:p>
            <a:pPr algn="just">
              <a:spcBef>
                <a:spcPct val="0"/>
              </a:spcBef>
              <a:buClrTx/>
              <a:buFontTx/>
              <a:buNone/>
            </a:pPr>
            <a:endParaRPr lang="en-US" altLang="zh-CN" sz="2400" u="none">
              <a:latin typeface="Lucida Sans Unicode" panose="020B0602030504020204" pitchFamily="34" charset="0"/>
            </a:endParaRPr>
          </a:p>
          <a:p>
            <a:pPr algn="just">
              <a:spcBef>
                <a:spcPct val="0"/>
              </a:spcBef>
              <a:buClrTx/>
              <a:buFontTx/>
              <a:buNone/>
            </a:pPr>
            <a:r>
              <a:rPr lang="en-US" altLang="zh-CN" sz="2400" i="1" u="none">
                <a:latin typeface="Lucida Sans Unicode" panose="020B0602030504020204" pitchFamily="34" charset="0"/>
              </a:rPr>
              <a:t>code</a:t>
            </a:r>
            <a:r>
              <a:rPr lang="en-US" altLang="zh-CN" sz="2400" u="none">
                <a:latin typeface="Lucida Sans Unicode" panose="020B0602030504020204" pitchFamily="34" charset="0"/>
              </a:rPr>
              <a:t>  ends</a:t>
            </a:r>
            <a:endParaRPr lang="en-US" altLang="zh-CN" sz="2400" i="1" u="none">
              <a:ea typeface="楷体_GB2312" pitchFamily="49" charset="-122"/>
            </a:endParaRPr>
          </a:p>
        </p:txBody>
      </p:sp>
      <p:sp>
        <p:nvSpPr>
          <p:cNvPr id="97283" name="Text Box 3">
            <a:extLst>
              <a:ext uri="{FF2B5EF4-FFF2-40B4-BE49-F238E27FC236}">
                <a16:creationId xmlns:a16="http://schemas.microsoft.com/office/drawing/2014/main" id="{AA47947C-D441-486D-8B57-F7EF3C0A4A1E}"/>
              </a:ext>
            </a:extLst>
          </p:cNvPr>
          <p:cNvSpPr txBox="1">
            <a:spLocks noChangeArrowheads="1"/>
          </p:cNvSpPr>
          <p:nvPr/>
        </p:nvSpPr>
        <p:spPr bwMode="auto">
          <a:xfrm>
            <a:off x="4114800" y="762000"/>
            <a:ext cx="4419600" cy="556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dash"/>
                <a:miter lim="800000"/>
                <a:headEnd/>
                <a:tailEnd/>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50000"/>
              </a:spcBef>
              <a:buClrTx/>
              <a:buFontTx/>
              <a:buNone/>
            </a:pPr>
            <a:r>
              <a:rPr lang="en-US" altLang="zh-CN" sz="2400" u="none">
                <a:solidFill>
                  <a:srgbClr val="0000FF"/>
                </a:solidFill>
                <a:latin typeface="Lucida Sans Unicode" panose="020B0602030504020204" pitchFamily="34" charset="0"/>
              </a:rPr>
              <a:t>               </a:t>
            </a:r>
            <a:r>
              <a:rPr lang="en-US" altLang="zh-CN" sz="2400" i="1" u="none">
                <a:solidFill>
                  <a:schemeClr val="hlink"/>
                </a:solidFill>
                <a:latin typeface="Lucida Sans Unicode" panose="020B0602030504020204" pitchFamily="34" charset="0"/>
              </a:rPr>
              <a:t>segx </a:t>
            </a:r>
            <a:r>
              <a:rPr lang="en-US" altLang="zh-CN" sz="2400" u="none">
                <a:latin typeface="Lucida Sans Unicode" panose="020B0602030504020204" pitchFamily="34" charset="0"/>
              </a:rPr>
              <a:t>  segment</a:t>
            </a:r>
          </a:p>
          <a:p>
            <a:pPr lvl="2" algn="just">
              <a:spcBef>
                <a:spcPct val="0"/>
              </a:spcBef>
              <a:buFontTx/>
              <a:buNone/>
            </a:pPr>
            <a:r>
              <a:rPr lang="en-US" altLang="zh-CN" u="none">
                <a:latin typeface="Lucida Sans Unicode" panose="020B0602030504020204" pitchFamily="34" charset="0"/>
              </a:rPr>
              <a:t>      </a:t>
            </a:r>
            <a:r>
              <a:rPr lang="en-US" altLang="zh-CN" u="none">
                <a:solidFill>
                  <a:srgbClr val="009900"/>
                </a:solidFill>
                <a:latin typeface="Lucida Sans Unicode" panose="020B0602030504020204" pitchFamily="34" charset="0"/>
              </a:rPr>
              <a:t>subt</a:t>
            </a:r>
            <a:r>
              <a:rPr lang="en-US" altLang="zh-CN" u="none">
                <a:latin typeface="Lucida Sans Unicode" panose="020B0602030504020204" pitchFamily="34" charset="0"/>
              </a:rPr>
              <a:t>   proc  </a:t>
            </a:r>
            <a:r>
              <a:rPr lang="en-US" altLang="zh-CN" u="none">
                <a:solidFill>
                  <a:srgbClr val="FF0000"/>
                </a:solidFill>
                <a:latin typeface="Lucida Sans Unicode" panose="020B0602030504020204" pitchFamily="34" charset="0"/>
              </a:rPr>
              <a:t>far</a:t>
            </a:r>
          </a:p>
          <a:p>
            <a:pPr lvl="2" algn="just">
              <a:spcBef>
                <a:spcPct val="0"/>
              </a:spcBef>
              <a:buFontTx/>
              <a:buNone/>
            </a:pPr>
            <a:r>
              <a:rPr lang="en-US" altLang="zh-CN" u="none">
                <a:latin typeface="Lucida Sans Unicode" panose="020B0602030504020204" pitchFamily="34" charset="0"/>
              </a:rPr>
              <a:t>                ......</a:t>
            </a:r>
          </a:p>
          <a:p>
            <a:pPr lvl="2" algn="just">
              <a:spcBef>
                <a:spcPct val="0"/>
              </a:spcBef>
              <a:buFontTx/>
              <a:buNone/>
            </a:pPr>
            <a:r>
              <a:rPr lang="en-US" altLang="zh-CN" u="none">
                <a:latin typeface="Lucida Sans Unicode" panose="020B0602030504020204" pitchFamily="34" charset="0"/>
              </a:rPr>
              <a:t>                ret</a:t>
            </a:r>
          </a:p>
          <a:p>
            <a:pPr lvl="2" algn="just">
              <a:spcBef>
                <a:spcPct val="0"/>
              </a:spcBef>
              <a:buFontTx/>
              <a:buNone/>
            </a:pPr>
            <a:r>
              <a:rPr lang="en-US" altLang="zh-CN" u="none">
                <a:solidFill>
                  <a:srgbClr val="009900"/>
                </a:solidFill>
                <a:latin typeface="Lucida Sans Unicode" panose="020B0602030504020204" pitchFamily="34" charset="0"/>
              </a:rPr>
              <a:t>      subt</a:t>
            </a:r>
            <a:r>
              <a:rPr lang="en-US" altLang="zh-CN" u="none">
                <a:latin typeface="Lucida Sans Unicode" panose="020B0602030504020204" pitchFamily="34" charset="0"/>
              </a:rPr>
              <a:t>   endp</a:t>
            </a:r>
          </a:p>
          <a:p>
            <a:pPr lvl="2" algn="just">
              <a:spcBef>
                <a:spcPct val="0"/>
              </a:spcBef>
              <a:buFontTx/>
              <a:buNone/>
            </a:pPr>
            <a:r>
              <a:rPr lang="en-US" altLang="zh-CN" u="none">
                <a:latin typeface="Lucida Sans Unicode" panose="020B0602030504020204" pitchFamily="34" charset="0"/>
              </a:rPr>
              <a:t>                ......</a:t>
            </a:r>
          </a:p>
          <a:p>
            <a:pPr lvl="2" algn="just">
              <a:spcBef>
                <a:spcPct val="0"/>
              </a:spcBef>
              <a:buFontTx/>
              <a:buNone/>
            </a:pPr>
            <a:r>
              <a:rPr lang="en-US" altLang="zh-CN" u="none">
                <a:latin typeface="Lucida Sans Unicode" panose="020B0602030504020204" pitchFamily="34" charset="0"/>
              </a:rPr>
              <a:t>                call  </a:t>
            </a:r>
            <a:r>
              <a:rPr lang="en-US" altLang="zh-CN" u="none">
                <a:solidFill>
                  <a:srgbClr val="009900"/>
                </a:solidFill>
                <a:latin typeface="Lucida Sans Unicode" panose="020B0602030504020204" pitchFamily="34" charset="0"/>
              </a:rPr>
              <a:t>subt</a:t>
            </a:r>
          </a:p>
          <a:p>
            <a:pPr lvl="2" algn="just">
              <a:spcBef>
                <a:spcPct val="0"/>
              </a:spcBef>
              <a:buFontTx/>
              <a:buNone/>
            </a:pPr>
            <a:r>
              <a:rPr lang="en-US" altLang="zh-CN" u="none">
                <a:latin typeface="Lucida Sans Unicode" panose="020B0602030504020204" pitchFamily="34" charset="0"/>
              </a:rPr>
              <a:t>                ......</a:t>
            </a:r>
          </a:p>
          <a:p>
            <a:pPr lvl="2" algn="just">
              <a:spcBef>
                <a:spcPct val="0"/>
              </a:spcBef>
              <a:buFontTx/>
              <a:buNone/>
            </a:pPr>
            <a:r>
              <a:rPr lang="en-US" altLang="zh-CN" u="none">
                <a:latin typeface="Lucida Sans Unicode" panose="020B0602030504020204" pitchFamily="34" charset="0"/>
              </a:rPr>
              <a:t>      </a:t>
            </a:r>
            <a:r>
              <a:rPr lang="en-US" altLang="zh-CN" i="1" u="none">
                <a:solidFill>
                  <a:schemeClr val="hlink"/>
                </a:solidFill>
                <a:latin typeface="Lucida Sans Unicode" panose="020B0602030504020204" pitchFamily="34" charset="0"/>
              </a:rPr>
              <a:t>segx</a:t>
            </a:r>
            <a:r>
              <a:rPr lang="en-US" altLang="zh-CN" u="none">
                <a:solidFill>
                  <a:schemeClr val="hlink"/>
                </a:solidFill>
                <a:latin typeface="Lucida Sans Unicode" panose="020B0602030504020204" pitchFamily="34" charset="0"/>
              </a:rPr>
              <a:t> </a:t>
            </a:r>
            <a:r>
              <a:rPr lang="en-US" altLang="zh-CN" u="none">
                <a:latin typeface="Lucida Sans Unicode" panose="020B0602030504020204" pitchFamily="34" charset="0"/>
              </a:rPr>
              <a:t>  ends</a:t>
            </a:r>
          </a:p>
          <a:p>
            <a:pPr lvl="2" algn="just">
              <a:spcBef>
                <a:spcPct val="0"/>
              </a:spcBef>
              <a:buFontTx/>
              <a:buNone/>
            </a:pPr>
            <a:endParaRPr lang="en-US" altLang="zh-CN" u="none">
              <a:latin typeface="Lucida Sans Unicode" panose="020B0602030504020204" pitchFamily="34" charset="0"/>
            </a:endParaRPr>
          </a:p>
          <a:p>
            <a:pPr lvl="2" algn="just">
              <a:spcBef>
                <a:spcPct val="0"/>
              </a:spcBef>
              <a:buFontTx/>
              <a:buNone/>
            </a:pPr>
            <a:r>
              <a:rPr lang="en-US" altLang="zh-CN" u="none">
                <a:solidFill>
                  <a:srgbClr val="009900"/>
                </a:solidFill>
                <a:latin typeface="Lucida Sans Unicode" panose="020B0602030504020204" pitchFamily="34" charset="0"/>
              </a:rPr>
              <a:t>      </a:t>
            </a:r>
            <a:r>
              <a:rPr lang="en-US" altLang="zh-CN" i="1" u="none">
                <a:solidFill>
                  <a:srgbClr val="009900"/>
                </a:solidFill>
                <a:latin typeface="Lucida Sans Unicode" panose="020B0602030504020204" pitchFamily="34" charset="0"/>
              </a:rPr>
              <a:t>segy</a:t>
            </a:r>
            <a:r>
              <a:rPr lang="en-US" altLang="zh-CN" u="none">
                <a:solidFill>
                  <a:srgbClr val="009900"/>
                </a:solidFill>
                <a:latin typeface="Lucida Sans Unicode" panose="020B0602030504020204" pitchFamily="34" charset="0"/>
              </a:rPr>
              <a:t> </a:t>
            </a:r>
            <a:r>
              <a:rPr lang="en-US" altLang="zh-CN" u="none">
                <a:latin typeface="Lucida Sans Unicode" panose="020B0602030504020204" pitchFamily="34" charset="0"/>
              </a:rPr>
              <a:t>  segment</a:t>
            </a:r>
          </a:p>
          <a:p>
            <a:pPr lvl="2" algn="just">
              <a:spcBef>
                <a:spcPct val="0"/>
              </a:spcBef>
              <a:buFontTx/>
              <a:buNone/>
            </a:pPr>
            <a:r>
              <a:rPr lang="en-US" altLang="zh-CN" u="none">
                <a:latin typeface="Lucida Sans Unicode" panose="020B0602030504020204" pitchFamily="34" charset="0"/>
              </a:rPr>
              <a:t>                ......</a:t>
            </a:r>
          </a:p>
          <a:p>
            <a:pPr lvl="2" algn="just">
              <a:spcBef>
                <a:spcPct val="0"/>
              </a:spcBef>
              <a:buFontTx/>
              <a:buNone/>
            </a:pPr>
            <a:r>
              <a:rPr lang="en-US" altLang="zh-CN" u="none">
                <a:latin typeface="Lucida Sans Unicode" panose="020B0602030504020204" pitchFamily="34" charset="0"/>
              </a:rPr>
              <a:t>                call  </a:t>
            </a:r>
            <a:r>
              <a:rPr lang="en-US" altLang="zh-CN" u="none">
                <a:solidFill>
                  <a:srgbClr val="009900"/>
                </a:solidFill>
                <a:latin typeface="Lucida Sans Unicode" panose="020B0602030504020204" pitchFamily="34" charset="0"/>
              </a:rPr>
              <a:t>subt</a:t>
            </a:r>
          </a:p>
          <a:p>
            <a:pPr lvl="2" algn="just">
              <a:spcBef>
                <a:spcPct val="0"/>
              </a:spcBef>
              <a:buFontTx/>
              <a:buNone/>
            </a:pPr>
            <a:r>
              <a:rPr lang="en-US" altLang="zh-CN" u="none">
                <a:latin typeface="Lucida Sans Unicode" panose="020B0602030504020204" pitchFamily="34" charset="0"/>
              </a:rPr>
              <a:t>                ......</a:t>
            </a:r>
          </a:p>
          <a:p>
            <a:pPr lvl="2" algn="just">
              <a:spcBef>
                <a:spcPct val="0"/>
              </a:spcBef>
              <a:buFontTx/>
              <a:buNone/>
            </a:pPr>
            <a:r>
              <a:rPr lang="en-US" altLang="zh-CN" u="none">
                <a:solidFill>
                  <a:srgbClr val="009900"/>
                </a:solidFill>
                <a:latin typeface="Lucida Sans Unicode" panose="020B0602030504020204" pitchFamily="34" charset="0"/>
              </a:rPr>
              <a:t>      </a:t>
            </a:r>
            <a:r>
              <a:rPr lang="en-US" altLang="zh-CN" i="1" u="none">
                <a:solidFill>
                  <a:srgbClr val="009900"/>
                </a:solidFill>
                <a:latin typeface="Lucida Sans Unicode" panose="020B0602030504020204" pitchFamily="34" charset="0"/>
              </a:rPr>
              <a:t>segy</a:t>
            </a:r>
            <a:r>
              <a:rPr lang="en-US" altLang="zh-CN" u="none">
                <a:latin typeface="Lucida Sans Unicode" panose="020B0602030504020204" pitchFamily="34" charset="0"/>
              </a:rPr>
              <a:t>   ends</a:t>
            </a:r>
          </a:p>
        </p:txBody>
      </p:sp>
      <p:sp>
        <p:nvSpPr>
          <p:cNvPr id="97284" name="Rectangle 4">
            <a:extLst>
              <a:ext uri="{FF2B5EF4-FFF2-40B4-BE49-F238E27FC236}">
                <a16:creationId xmlns:a16="http://schemas.microsoft.com/office/drawing/2014/main" id="{F5BC468E-763E-44DB-AE3B-A362170EDFB1}"/>
              </a:ext>
            </a:extLst>
          </p:cNvPr>
          <p:cNvSpPr>
            <a:spLocks noChangeArrowheads="1"/>
          </p:cNvSpPr>
          <p:nvPr/>
        </p:nvSpPr>
        <p:spPr bwMode="auto">
          <a:xfrm>
            <a:off x="1905000" y="685800"/>
            <a:ext cx="2819400" cy="5638800"/>
          </a:xfrm>
          <a:prstGeom prst="rect">
            <a:avLst/>
          </a:prstGeom>
          <a:noFill/>
          <a:ln w="12700">
            <a:solidFill>
              <a:schemeClr val="tx1"/>
            </a:solidFill>
            <a:prstDash val="dash"/>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sz="2400" b="0"/>
          </a:p>
        </p:txBody>
      </p:sp>
      <p:sp>
        <p:nvSpPr>
          <p:cNvPr id="97285" name="Rectangle 5">
            <a:extLst>
              <a:ext uri="{FF2B5EF4-FFF2-40B4-BE49-F238E27FC236}">
                <a16:creationId xmlns:a16="http://schemas.microsoft.com/office/drawing/2014/main" id="{41A59A61-0719-42AE-83D5-884C69DF71C6}"/>
              </a:ext>
            </a:extLst>
          </p:cNvPr>
          <p:cNvSpPr>
            <a:spLocks noChangeArrowheads="1"/>
          </p:cNvSpPr>
          <p:nvPr/>
        </p:nvSpPr>
        <p:spPr bwMode="auto">
          <a:xfrm>
            <a:off x="5410200" y="685800"/>
            <a:ext cx="2819400" cy="5638800"/>
          </a:xfrm>
          <a:prstGeom prst="rect">
            <a:avLst/>
          </a:prstGeom>
          <a:noFill/>
          <a:ln w="12700">
            <a:solidFill>
              <a:schemeClr val="tx1"/>
            </a:solidFill>
            <a:prstDash val="dash"/>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sz="2400" b="0"/>
          </a:p>
        </p:txBody>
      </p:sp>
    </p:spTree>
    <p:custDataLst>
      <p:tags r:id="rId1"/>
    </p:custData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Text Box 2">
            <a:extLst>
              <a:ext uri="{FF2B5EF4-FFF2-40B4-BE49-F238E27FC236}">
                <a16:creationId xmlns:a16="http://schemas.microsoft.com/office/drawing/2014/main" id="{1AAD3287-A006-4875-AF13-A412C1A92DF2}"/>
              </a:ext>
            </a:extLst>
          </p:cNvPr>
          <p:cNvSpPr txBox="1">
            <a:spLocks noChangeArrowheads="1"/>
          </p:cNvSpPr>
          <p:nvPr/>
        </p:nvSpPr>
        <p:spPr bwMode="auto">
          <a:xfrm>
            <a:off x="1981200" y="1295400"/>
            <a:ext cx="6400800" cy="432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dash"/>
                <a:miter lim="800000"/>
                <a:headEnd/>
                <a:tailEnd/>
              </a14:hiddenLine>
            </a:ext>
          </a:extLst>
        </p:spPr>
        <p:txBody>
          <a:bodyPr>
            <a:spAutoFit/>
          </a:bodyPr>
          <a:lstStyle>
            <a:lvl1pPr marL="457200" indent="-457200">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914400" indent="-45720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2800" u="none"/>
              <a:t>子程序调用</a:t>
            </a:r>
            <a:r>
              <a:rPr lang="zh-CN" altLang="en-US" sz="2400" u="none"/>
              <a:t>：隐含使用堆栈保存返回地址</a:t>
            </a:r>
          </a:p>
          <a:p>
            <a:pPr>
              <a:spcBef>
                <a:spcPct val="0"/>
              </a:spcBef>
              <a:buClrTx/>
              <a:buFontTx/>
              <a:buNone/>
            </a:pPr>
            <a:r>
              <a:rPr lang="zh-CN" altLang="en-US" sz="2400" i="1" u="none">
                <a:latin typeface="Lucida Sans Unicode" panose="020B0602030504020204" pitchFamily="34" charset="0"/>
              </a:rPr>
              <a:t>  </a:t>
            </a:r>
          </a:p>
          <a:p>
            <a:pPr>
              <a:spcBef>
                <a:spcPct val="0"/>
              </a:spcBef>
              <a:buClrTx/>
              <a:buFontTx/>
              <a:buNone/>
            </a:pPr>
            <a:r>
              <a:rPr lang="zh-CN" altLang="en-US" sz="2400" i="1" u="none">
                <a:latin typeface="Lucida Sans Unicode" panose="020B0602030504020204" pitchFamily="34" charset="0"/>
              </a:rPr>
              <a:t>  </a:t>
            </a:r>
            <a:r>
              <a:rPr lang="en-US" altLang="zh-CN" sz="2400" i="1" u="none">
                <a:latin typeface="Lucida Sans Unicode" panose="020B0602030504020204" pitchFamily="34" charset="0"/>
              </a:rPr>
              <a:t>call  </a:t>
            </a:r>
            <a:r>
              <a:rPr lang="en-US" altLang="zh-CN" sz="2400" i="1" u="none">
                <a:solidFill>
                  <a:schemeClr val="hlink"/>
                </a:solidFill>
                <a:latin typeface="Lucida Sans Unicode" panose="020B0602030504020204" pitchFamily="34" charset="0"/>
              </a:rPr>
              <a:t>near</a:t>
            </a:r>
            <a:r>
              <a:rPr lang="en-US" altLang="zh-CN" sz="2400" i="1" u="none">
                <a:latin typeface="Lucida Sans Unicode" panose="020B0602030504020204" pitchFamily="34" charset="0"/>
              </a:rPr>
              <a:t>  ptr  subp</a:t>
            </a:r>
            <a:r>
              <a:rPr lang="en-US" altLang="zh-CN" sz="2400" u="none">
                <a:latin typeface="Lucida Sans Unicode" panose="020B0602030504020204" pitchFamily="34" charset="0"/>
              </a:rPr>
              <a:t>        </a:t>
            </a:r>
          </a:p>
          <a:p>
            <a:pPr lvl="1">
              <a:spcBef>
                <a:spcPct val="0"/>
              </a:spcBef>
              <a:buClrTx/>
              <a:buFontTx/>
              <a:buNone/>
            </a:pPr>
            <a:r>
              <a:rPr lang="en-US" altLang="zh-CN" sz="2200" u="none"/>
              <a:t>(1)  </a:t>
            </a:r>
            <a:r>
              <a:rPr lang="zh-CN" altLang="en-US" sz="2200" u="none"/>
              <a:t>保存返回地址</a:t>
            </a:r>
          </a:p>
          <a:p>
            <a:pPr lvl="1">
              <a:spcBef>
                <a:spcPct val="0"/>
              </a:spcBef>
              <a:buClrTx/>
              <a:buFontTx/>
              <a:buNone/>
            </a:pPr>
            <a:r>
              <a:rPr lang="en-US" altLang="zh-CN" sz="2200" u="none"/>
              <a:t>(2)  </a:t>
            </a:r>
            <a:r>
              <a:rPr lang="zh-CN" altLang="en-US" sz="2200" u="none"/>
              <a:t>转子程序</a:t>
            </a:r>
          </a:p>
          <a:p>
            <a:pPr lvl="1">
              <a:spcBef>
                <a:spcPct val="0"/>
              </a:spcBef>
              <a:buClrTx/>
              <a:buFontTx/>
              <a:buNone/>
            </a:pPr>
            <a:r>
              <a:rPr lang="zh-CN" altLang="en-US" sz="2400" u="none">
                <a:latin typeface="Lucida Sans Unicode" panose="020B0602030504020204" pitchFamily="34" charset="0"/>
              </a:rPr>
              <a:t>     </a:t>
            </a:r>
            <a:r>
              <a:rPr lang="en-US" altLang="zh-CN" sz="1800" u="none"/>
              <a:t>( IP )  ←  </a:t>
            </a:r>
            <a:r>
              <a:rPr lang="en-US" altLang="zh-CN" sz="1800" i="1" u="none">
                <a:latin typeface="Lucida Console" panose="020B0609040504020204" pitchFamily="49" charset="0"/>
              </a:rPr>
              <a:t>subp</a:t>
            </a:r>
            <a:r>
              <a:rPr lang="en-US" altLang="zh-CN" sz="1800" u="none">
                <a:latin typeface="Lucida Sans Unicode" panose="020B0602030504020204" pitchFamily="34" charset="0"/>
              </a:rPr>
              <a:t> </a:t>
            </a:r>
            <a:r>
              <a:rPr lang="zh-CN" altLang="en-US" sz="1800" u="none">
                <a:latin typeface="宋体" panose="02010600030101010101" pitchFamily="2" charset="-122"/>
              </a:rPr>
              <a:t>的偏移地址</a:t>
            </a:r>
          </a:p>
          <a:p>
            <a:pPr>
              <a:spcBef>
                <a:spcPct val="0"/>
              </a:spcBef>
              <a:buClrTx/>
              <a:buFontTx/>
              <a:buNone/>
            </a:pPr>
            <a:r>
              <a:rPr lang="zh-CN" altLang="en-US" sz="2400" i="1" u="none">
                <a:latin typeface="Lucida Sans Unicode" panose="020B0602030504020204" pitchFamily="34" charset="0"/>
              </a:rPr>
              <a:t>  </a:t>
            </a:r>
          </a:p>
          <a:p>
            <a:pPr>
              <a:spcBef>
                <a:spcPct val="0"/>
              </a:spcBef>
              <a:buClrTx/>
              <a:buFontTx/>
              <a:buNone/>
            </a:pPr>
            <a:r>
              <a:rPr lang="zh-CN" altLang="en-US" sz="2400" i="1" u="none">
                <a:latin typeface="Lucida Sans Unicode" panose="020B0602030504020204" pitchFamily="34" charset="0"/>
              </a:rPr>
              <a:t>  </a:t>
            </a:r>
            <a:r>
              <a:rPr lang="en-US" altLang="zh-CN" sz="2400" i="1" u="none">
                <a:latin typeface="Lucida Sans Unicode" panose="020B0602030504020204" pitchFamily="34" charset="0"/>
              </a:rPr>
              <a:t>call  </a:t>
            </a:r>
            <a:r>
              <a:rPr lang="en-US" altLang="zh-CN" sz="2400" i="1" u="none">
                <a:solidFill>
                  <a:schemeClr val="hlink"/>
                </a:solidFill>
                <a:latin typeface="Lucida Sans Unicode" panose="020B0602030504020204" pitchFamily="34" charset="0"/>
              </a:rPr>
              <a:t>far</a:t>
            </a:r>
            <a:r>
              <a:rPr lang="en-US" altLang="zh-CN" sz="2400" i="1" u="none">
                <a:latin typeface="Lucida Sans Unicode" panose="020B0602030504020204" pitchFamily="34" charset="0"/>
              </a:rPr>
              <a:t>  ptr  subp</a:t>
            </a:r>
            <a:r>
              <a:rPr lang="en-US" altLang="zh-CN" sz="2400" u="none">
                <a:latin typeface="Lucida Sans Unicode" panose="020B0602030504020204" pitchFamily="34" charset="0"/>
              </a:rPr>
              <a:t> </a:t>
            </a:r>
          </a:p>
          <a:p>
            <a:pPr lvl="1">
              <a:spcBef>
                <a:spcPct val="0"/>
              </a:spcBef>
              <a:buClrTx/>
              <a:buFontTx/>
              <a:buNone/>
            </a:pPr>
            <a:r>
              <a:rPr lang="en-US" altLang="zh-CN" sz="2200" u="none"/>
              <a:t>(1)  </a:t>
            </a:r>
            <a:r>
              <a:rPr lang="zh-CN" altLang="en-US" sz="2200" u="none"/>
              <a:t>保存返回地址</a:t>
            </a:r>
          </a:p>
          <a:p>
            <a:pPr lvl="1">
              <a:spcBef>
                <a:spcPct val="0"/>
              </a:spcBef>
              <a:buClrTx/>
              <a:buFontTx/>
              <a:buNone/>
            </a:pPr>
            <a:r>
              <a:rPr lang="en-US" altLang="zh-CN" sz="2200" u="none"/>
              <a:t>(2)  </a:t>
            </a:r>
            <a:r>
              <a:rPr lang="zh-CN" altLang="en-US" sz="2200" u="none"/>
              <a:t>转子程序</a:t>
            </a:r>
          </a:p>
          <a:p>
            <a:pPr lvl="1" algn="just">
              <a:spcBef>
                <a:spcPct val="0"/>
              </a:spcBef>
              <a:buClrTx/>
              <a:buFontTx/>
              <a:buNone/>
            </a:pPr>
            <a:r>
              <a:rPr lang="zh-CN" altLang="en-US" sz="2400" u="none">
                <a:latin typeface="宋体" panose="02010600030101010101" pitchFamily="2" charset="-122"/>
              </a:rPr>
              <a:t>   </a:t>
            </a:r>
            <a:r>
              <a:rPr lang="en-US" altLang="zh-CN" sz="1800" u="none"/>
              <a:t>( CS )  ←  </a:t>
            </a:r>
            <a:r>
              <a:rPr lang="en-US" altLang="zh-CN" sz="1800" i="1" u="none">
                <a:latin typeface="Lucida Console" panose="020B0609040504020204" pitchFamily="49" charset="0"/>
              </a:rPr>
              <a:t>subp</a:t>
            </a:r>
            <a:r>
              <a:rPr lang="en-US" altLang="zh-CN" sz="1800" u="none"/>
              <a:t> </a:t>
            </a:r>
            <a:r>
              <a:rPr lang="zh-CN" altLang="en-US" sz="1800" u="none"/>
              <a:t>的段地址</a:t>
            </a:r>
          </a:p>
          <a:p>
            <a:pPr lvl="1" algn="just">
              <a:spcBef>
                <a:spcPct val="0"/>
              </a:spcBef>
              <a:buClrTx/>
              <a:buFontTx/>
              <a:buNone/>
            </a:pPr>
            <a:r>
              <a:rPr lang="zh-CN" altLang="en-US" sz="1800" u="none"/>
              <a:t>         </a:t>
            </a:r>
            <a:r>
              <a:rPr lang="en-US" altLang="zh-CN" sz="1800" u="none"/>
              <a:t>( IP )  ←  </a:t>
            </a:r>
            <a:r>
              <a:rPr lang="en-US" altLang="zh-CN" sz="1800" i="1" u="none">
                <a:latin typeface="Lucida Console" panose="020B0609040504020204" pitchFamily="49" charset="0"/>
              </a:rPr>
              <a:t>subp</a:t>
            </a:r>
            <a:r>
              <a:rPr lang="en-US" altLang="zh-CN" sz="1800" u="none"/>
              <a:t> </a:t>
            </a:r>
            <a:r>
              <a:rPr lang="zh-CN" altLang="en-US" sz="1800" u="none"/>
              <a:t>的偏移地址</a:t>
            </a:r>
            <a:endParaRPr lang="zh-CN" altLang="en-US" sz="1800" i="1" u="none">
              <a:ea typeface="楷体_GB2312" pitchFamily="49" charset="-122"/>
            </a:endParaRPr>
          </a:p>
        </p:txBody>
      </p:sp>
      <p:sp>
        <p:nvSpPr>
          <p:cNvPr id="98307" name="Text Box 3">
            <a:extLst>
              <a:ext uri="{FF2B5EF4-FFF2-40B4-BE49-F238E27FC236}">
                <a16:creationId xmlns:a16="http://schemas.microsoft.com/office/drawing/2014/main" id="{0F23FF54-744F-458D-923E-93AAAB710312}"/>
              </a:ext>
            </a:extLst>
          </p:cNvPr>
          <p:cNvSpPr txBox="1">
            <a:spLocks noChangeArrowheads="1"/>
          </p:cNvSpPr>
          <p:nvPr/>
        </p:nvSpPr>
        <p:spPr bwMode="auto">
          <a:xfrm>
            <a:off x="1371600" y="457200"/>
            <a:ext cx="50292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dash"/>
                <a:miter lim="800000"/>
                <a:headEnd/>
                <a:tailEnd/>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50000"/>
              </a:spcBef>
              <a:buClrTx/>
              <a:buFontTx/>
              <a:buNone/>
            </a:pPr>
            <a:r>
              <a:rPr lang="en-US" altLang="zh-CN" sz="3600" u="none">
                <a:solidFill>
                  <a:schemeClr val="tx2"/>
                </a:solidFill>
                <a:latin typeface="Arial" panose="020B0604020202020204" pitchFamily="34" charset="0"/>
              </a:rPr>
              <a:t>2.  </a:t>
            </a:r>
            <a:r>
              <a:rPr lang="zh-CN" altLang="en-US" sz="3600" u="none">
                <a:solidFill>
                  <a:schemeClr val="tx2"/>
                </a:solidFill>
              </a:rPr>
              <a:t>子程序的调用与返回</a:t>
            </a:r>
          </a:p>
        </p:txBody>
      </p:sp>
      <p:grpSp>
        <p:nvGrpSpPr>
          <p:cNvPr id="98308" name="Group 4">
            <a:extLst>
              <a:ext uri="{FF2B5EF4-FFF2-40B4-BE49-F238E27FC236}">
                <a16:creationId xmlns:a16="http://schemas.microsoft.com/office/drawing/2014/main" id="{0E018428-9261-4DA2-AC0B-DFF17C4C1546}"/>
              </a:ext>
            </a:extLst>
          </p:cNvPr>
          <p:cNvGrpSpPr>
            <a:grpSpLocks/>
          </p:cNvGrpSpPr>
          <p:nvPr/>
        </p:nvGrpSpPr>
        <p:grpSpPr bwMode="auto">
          <a:xfrm>
            <a:off x="6096000" y="2057400"/>
            <a:ext cx="1828800" cy="1381125"/>
            <a:chOff x="3696" y="1632"/>
            <a:chExt cx="1152" cy="870"/>
          </a:xfrm>
        </p:grpSpPr>
        <p:sp>
          <p:nvSpPr>
            <p:cNvPr id="98319" name="Line 5">
              <a:extLst>
                <a:ext uri="{FF2B5EF4-FFF2-40B4-BE49-F238E27FC236}">
                  <a16:creationId xmlns:a16="http://schemas.microsoft.com/office/drawing/2014/main" id="{6535975A-7696-410A-B153-30E507103C9F}"/>
                </a:ext>
              </a:extLst>
            </p:cNvPr>
            <p:cNvSpPr>
              <a:spLocks noChangeShapeType="1"/>
            </p:cNvSpPr>
            <p:nvPr/>
          </p:nvSpPr>
          <p:spPr bwMode="auto">
            <a:xfrm>
              <a:off x="4272" y="1632"/>
              <a:ext cx="0" cy="864"/>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98320" name="Line 6">
              <a:extLst>
                <a:ext uri="{FF2B5EF4-FFF2-40B4-BE49-F238E27FC236}">
                  <a16:creationId xmlns:a16="http://schemas.microsoft.com/office/drawing/2014/main" id="{70E6E8B9-DC42-41F1-889C-EC9F05555533}"/>
                </a:ext>
              </a:extLst>
            </p:cNvPr>
            <p:cNvSpPr>
              <a:spLocks noChangeShapeType="1"/>
            </p:cNvSpPr>
            <p:nvPr/>
          </p:nvSpPr>
          <p:spPr bwMode="auto">
            <a:xfrm>
              <a:off x="4848" y="1632"/>
              <a:ext cx="0" cy="864"/>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98321" name="Line 7">
              <a:extLst>
                <a:ext uri="{FF2B5EF4-FFF2-40B4-BE49-F238E27FC236}">
                  <a16:creationId xmlns:a16="http://schemas.microsoft.com/office/drawing/2014/main" id="{D466BDB7-C270-42F7-9813-D6DE09C3491D}"/>
                </a:ext>
              </a:extLst>
            </p:cNvPr>
            <p:cNvSpPr>
              <a:spLocks noChangeShapeType="1"/>
            </p:cNvSpPr>
            <p:nvPr/>
          </p:nvSpPr>
          <p:spPr bwMode="auto">
            <a:xfrm>
              <a:off x="4272" y="2496"/>
              <a:ext cx="576"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98322" name="Line 8">
              <a:extLst>
                <a:ext uri="{FF2B5EF4-FFF2-40B4-BE49-F238E27FC236}">
                  <a16:creationId xmlns:a16="http://schemas.microsoft.com/office/drawing/2014/main" id="{F53A3B54-D704-42CC-AD71-E56A287AF1B4}"/>
                </a:ext>
              </a:extLst>
            </p:cNvPr>
            <p:cNvSpPr>
              <a:spLocks noChangeShapeType="1"/>
            </p:cNvSpPr>
            <p:nvPr/>
          </p:nvSpPr>
          <p:spPr bwMode="auto">
            <a:xfrm>
              <a:off x="4272" y="2256"/>
              <a:ext cx="576"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98323" name="Line 9">
              <a:extLst>
                <a:ext uri="{FF2B5EF4-FFF2-40B4-BE49-F238E27FC236}">
                  <a16:creationId xmlns:a16="http://schemas.microsoft.com/office/drawing/2014/main" id="{8D9D5449-CBC8-45F1-8373-7AEF5C77DED6}"/>
                </a:ext>
              </a:extLst>
            </p:cNvPr>
            <p:cNvSpPr>
              <a:spLocks noChangeShapeType="1"/>
            </p:cNvSpPr>
            <p:nvPr/>
          </p:nvSpPr>
          <p:spPr bwMode="auto">
            <a:xfrm>
              <a:off x="4272" y="2016"/>
              <a:ext cx="576"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98324" name="Line 10">
              <a:extLst>
                <a:ext uri="{FF2B5EF4-FFF2-40B4-BE49-F238E27FC236}">
                  <a16:creationId xmlns:a16="http://schemas.microsoft.com/office/drawing/2014/main" id="{494C8A5C-91B4-4870-876F-3F1DC3255D71}"/>
                </a:ext>
              </a:extLst>
            </p:cNvPr>
            <p:cNvSpPr>
              <a:spLocks noChangeShapeType="1"/>
            </p:cNvSpPr>
            <p:nvPr/>
          </p:nvSpPr>
          <p:spPr bwMode="auto">
            <a:xfrm>
              <a:off x="4272" y="1776"/>
              <a:ext cx="576"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98325" name="Rectangle 11">
              <a:extLst>
                <a:ext uri="{FF2B5EF4-FFF2-40B4-BE49-F238E27FC236}">
                  <a16:creationId xmlns:a16="http://schemas.microsoft.com/office/drawing/2014/main" id="{CC6D2C3F-244E-47A7-A383-4EA25FC2D651}"/>
                </a:ext>
              </a:extLst>
            </p:cNvPr>
            <p:cNvSpPr>
              <a:spLocks noChangeArrowheads="1"/>
            </p:cNvSpPr>
            <p:nvPr/>
          </p:nvSpPr>
          <p:spPr bwMode="auto">
            <a:xfrm>
              <a:off x="3696" y="2271"/>
              <a:ext cx="109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en-US" altLang="zh-CN" sz="1800" u="none"/>
                <a:t>( SP ) </a:t>
              </a:r>
              <a:r>
                <a:rPr lang="en-US" altLang="zh-CN" sz="1800" u="none">
                  <a:latin typeface="宋体" panose="02010600030101010101" pitchFamily="2" charset="-122"/>
                </a:rPr>
                <a:t>→  </a:t>
              </a:r>
              <a:r>
                <a:rPr lang="en-US" altLang="zh-CN" sz="1800" u="none"/>
                <a:t>( IP )</a:t>
              </a:r>
            </a:p>
          </p:txBody>
        </p:sp>
        <p:sp>
          <p:nvSpPr>
            <p:cNvPr id="98326" name="Rectangle 12">
              <a:extLst>
                <a:ext uri="{FF2B5EF4-FFF2-40B4-BE49-F238E27FC236}">
                  <a16:creationId xmlns:a16="http://schemas.microsoft.com/office/drawing/2014/main" id="{50E03FBE-1210-4353-B5DD-80409B26FFB7}"/>
                </a:ext>
              </a:extLst>
            </p:cNvPr>
            <p:cNvSpPr>
              <a:spLocks noChangeArrowheads="1"/>
            </p:cNvSpPr>
            <p:nvPr/>
          </p:nvSpPr>
          <p:spPr bwMode="auto">
            <a:xfrm>
              <a:off x="4368" y="2245"/>
              <a:ext cx="11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zh-CN" sz="2000" u="none"/>
            </a:p>
          </p:txBody>
        </p:sp>
      </p:grpSp>
      <p:grpSp>
        <p:nvGrpSpPr>
          <p:cNvPr id="98309" name="Group 13">
            <a:extLst>
              <a:ext uri="{FF2B5EF4-FFF2-40B4-BE49-F238E27FC236}">
                <a16:creationId xmlns:a16="http://schemas.microsoft.com/office/drawing/2014/main" id="{3B7DA75C-5E3F-4ECB-BBCC-85535F32B09E}"/>
              </a:ext>
            </a:extLst>
          </p:cNvPr>
          <p:cNvGrpSpPr>
            <a:grpSpLocks/>
          </p:cNvGrpSpPr>
          <p:nvPr/>
        </p:nvGrpSpPr>
        <p:grpSpPr bwMode="auto">
          <a:xfrm>
            <a:off x="6172200" y="4191000"/>
            <a:ext cx="1828800" cy="1371600"/>
            <a:chOff x="3888" y="2880"/>
            <a:chExt cx="1152" cy="864"/>
          </a:xfrm>
        </p:grpSpPr>
        <p:sp>
          <p:nvSpPr>
            <p:cNvPr id="98311" name="Line 14">
              <a:extLst>
                <a:ext uri="{FF2B5EF4-FFF2-40B4-BE49-F238E27FC236}">
                  <a16:creationId xmlns:a16="http://schemas.microsoft.com/office/drawing/2014/main" id="{987A8128-01F2-4EDE-97B2-D21AA72B6F84}"/>
                </a:ext>
              </a:extLst>
            </p:cNvPr>
            <p:cNvSpPr>
              <a:spLocks noChangeShapeType="1"/>
            </p:cNvSpPr>
            <p:nvPr/>
          </p:nvSpPr>
          <p:spPr bwMode="auto">
            <a:xfrm>
              <a:off x="4464" y="2880"/>
              <a:ext cx="0" cy="864"/>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98312" name="Line 15">
              <a:extLst>
                <a:ext uri="{FF2B5EF4-FFF2-40B4-BE49-F238E27FC236}">
                  <a16:creationId xmlns:a16="http://schemas.microsoft.com/office/drawing/2014/main" id="{6319CD7C-B34F-4143-9F50-E82D596D5BAE}"/>
                </a:ext>
              </a:extLst>
            </p:cNvPr>
            <p:cNvSpPr>
              <a:spLocks noChangeShapeType="1"/>
            </p:cNvSpPr>
            <p:nvPr/>
          </p:nvSpPr>
          <p:spPr bwMode="auto">
            <a:xfrm>
              <a:off x="5040" y="2880"/>
              <a:ext cx="0" cy="864"/>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98313" name="Line 16">
              <a:extLst>
                <a:ext uri="{FF2B5EF4-FFF2-40B4-BE49-F238E27FC236}">
                  <a16:creationId xmlns:a16="http://schemas.microsoft.com/office/drawing/2014/main" id="{57F0F0AA-859C-4CF9-9F27-F73B00AB6750}"/>
                </a:ext>
              </a:extLst>
            </p:cNvPr>
            <p:cNvSpPr>
              <a:spLocks noChangeShapeType="1"/>
            </p:cNvSpPr>
            <p:nvPr/>
          </p:nvSpPr>
          <p:spPr bwMode="auto">
            <a:xfrm>
              <a:off x="4464" y="3744"/>
              <a:ext cx="576"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98314" name="Line 17">
              <a:extLst>
                <a:ext uri="{FF2B5EF4-FFF2-40B4-BE49-F238E27FC236}">
                  <a16:creationId xmlns:a16="http://schemas.microsoft.com/office/drawing/2014/main" id="{D2BD6C04-3AA5-4DC7-AB0D-0D54F0988E02}"/>
                </a:ext>
              </a:extLst>
            </p:cNvPr>
            <p:cNvSpPr>
              <a:spLocks noChangeShapeType="1"/>
            </p:cNvSpPr>
            <p:nvPr/>
          </p:nvSpPr>
          <p:spPr bwMode="auto">
            <a:xfrm>
              <a:off x="4464" y="3504"/>
              <a:ext cx="576"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98315" name="Line 18">
              <a:extLst>
                <a:ext uri="{FF2B5EF4-FFF2-40B4-BE49-F238E27FC236}">
                  <a16:creationId xmlns:a16="http://schemas.microsoft.com/office/drawing/2014/main" id="{E29A8973-95F9-4859-B0E9-A33FAA5BC97A}"/>
                </a:ext>
              </a:extLst>
            </p:cNvPr>
            <p:cNvSpPr>
              <a:spLocks noChangeShapeType="1"/>
            </p:cNvSpPr>
            <p:nvPr/>
          </p:nvSpPr>
          <p:spPr bwMode="auto">
            <a:xfrm>
              <a:off x="4464" y="3264"/>
              <a:ext cx="576"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98316" name="Line 19">
              <a:extLst>
                <a:ext uri="{FF2B5EF4-FFF2-40B4-BE49-F238E27FC236}">
                  <a16:creationId xmlns:a16="http://schemas.microsoft.com/office/drawing/2014/main" id="{2D9B8653-6B45-49FA-BC60-8963B522B549}"/>
                </a:ext>
              </a:extLst>
            </p:cNvPr>
            <p:cNvSpPr>
              <a:spLocks noChangeShapeType="1"/>
            </p:cNvSpPr>
            <p:nvPr/>
          </p:nvSpPr>
          <p:spPr bwMode="auto">
            <a:xfrm>
              <a:off x="4464" y="3024"/>
              <a:ext cx="576"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98317" name="Rectangle 20">
              <a:extLst>
                <a:ext uri="{FF2B5EF4-FFF2-40B4-BE49-F238E27FC236}">
                  <a16:creationId xmlns:a16="http://schemas.microsoft.com/office/drawing/2014/main" id="{021BB170-B5EF-47EB-999B-8EC69A79C3C9}"/>
                </a:ext>
              </a:extLst>
            </p:cNvPr>
            <p:cNvSpPr>
              <a:spLocks noChangeArrowheads="1"/>
            </p:cNvSpPr>
            <p:nvPr/>
          </p:nvSpPr>
          <p:spPr bwMode="auto">
            <a:xfrm>
              <a:off x="4560" y="3504"/>
              <a:ext cx="46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en-US" altLang="zh-CN" sz="1800" u="none"/>
                <a:t>( CS )</a:t>
              </a:r>
            </a:p>
          </p:txBody>
        </p:sp>
        <p:sp>
          <p:nvSpPr>
            <p:cNvPr id="98318" name="Rectangle 21">
              <a:extLst>
                <a:ext uri="{FF2B5EF4-FFF2-40B4-BE49-F238E27FC236}">
                  <a16:creationId xmlns:a16="http://schemas.microsoft.com/office/drawing/2014/main" id="{1E0AF48D-51BC-4DF5-B25D-9B90E4646779}"/>
                </a:ext>
              </a:extLst>
            </p:cNvPr>
            <p:cNvSpPr>
              <a:spLocks noChangeArrowheads="1"/>
            </p:cNvSpPr>
            <p:nvPr/>
          </p:nvSpPr>
          <p:spPr bwMode="auto">
            <a:xfrm>
              <a:off x="3888" y="3264"/>
              <a:ext cx="109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en-US" altLang="zh-CN" sz="1800" u="none"/>
                <a:t>( SP ) </a:t>
              </a:r>
              <a:r>
                <a:rPr lang="en-US" altLang="zh-CN" sz="1800" u="none">
                  <a:latin typeface="宋体" panose="02010600030101010101" pitchFamily="2" charset="-122"/>
                </a:rPr>
                <a:t>→  </a:t>
              </a:r>
              <a:r>
                <a:rPr lang="en-US" altLang="zh-CN" sz="1800" u="none"/>
                <a:t>( IP )</a:t>
              </a:r>
            </a:p>
          </p:txBody>
        </p:sp>
      </p:grpSp>
      <p:sp>
        <p:nvSpPr>
          <p:cNvPr id="98310" name="Rectangle 22">
            <a:extLst>
              <a:ext uri="{FF2B5EF4-FFF2-40B4-BE49-F238E27FC236}">
                <a16:creationId xmlns:a16="http://schemas.microsoft.com/office/drawing/2014/main" id="{8CFC873F-9855-44FC-A055-55B9D195CE9F}"/>
              </a:ext>
            </a:extLst>
          </p:cNvPr>
          <p:cNvSpPr>
            <a:spLocks noChangeArrowheads="1"/>
          </p:cNvSpPr>
          <p:nvPr/>
        </p:nvSpPr>
        <p:spPr bwMode="auto">
          <a:xfrm>
            <a:off x="1905000" y="6019800"/>
            <a:ext cx="4572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ClrTx/>
              <a:buFontTx/>
              <a:buNone/>
            </a:pPr>
            <a:r>
              <a:rPr lang="zh-CN" altLang="en-US" sz="2800" u="none"/>
              <a:t>子程序返回</a:t>
            </a:r>
            <a:r>
              <a:rPr lang="zh-CN" altLang="en-US" sz="2400" u="none"/>
              <a:t>：</a:t>
            </a:r>
            <a:r>
              <a:rPr lang="en-US" altLang="zh-CN" sz="2400" i="1" u="none">
                <a:latin typeface="Lucida Sans Unicode" panose="020B0602030504020204" pitchFamily="34" charset="0"/>
              </a:rPr>
              <a:t>ret</a:t>
            </a:r>
          </a:p>
        </p:txBody>
      </p:sp>
    </p:spTree>
    <p:custDataLst>
      <p:tags r:id="rId1"/>
    </p:custData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Text Box 2">
            <a:extLst>
              <a:ext uri="{FF2B5EF4-FFF2-40B4-BE49-F238E27FC236}">
                <a16:creationId xmlns:a16="http://schemas.microsoft.com/office/drawing/2014/main" id="{53FC9059-5E79-4E73-9C5E-DDB74B7EA9BC}"/>
              </a:ext>
            </a:extLst>
          </p:cNvPr>
          <p:cNvSpPr txBox="1">
            <a:spLocks noChangeArrowheads="1"/>
          </p:cNvSpPr>
          <p:nvPr/>
        </p:nvSpPr>
        <p:spPr bwMode="auto">
          <a:xfrm>
            <a:off x="1752600" y="533400"/>
            <a:ext cx="50292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dash"/>
                <a:miter lim="800000"/>
                <a:headEnd/>
                <a:tailEnd/>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50000"/>
              </a:spcBef>
              <a:buClrTx/>
              <a:buFontTx/>
              <a:buNone/>
            </a:pPr>
            <a:r>
              <a:rPr lang="en-US" altLang="zh-CN" sz="3600" u="none">
                <a:solidFill>
                  <a:schemeClr val="tx2"/>
                </a:solidFill>
                <a:latin typeface="Arial" panose="020B0604020202020204" pitchFamily="34" charset="0"/>
              </a:rPr>
              <a:t>3.  </a:t>
            </a:r>
            <a:r>
              <a:rPr lang="zh-CN" altLang="en-US" sz="3600" u="none">
                <a:solidFill>
                  <a:schemeClr val="tx2"/>
                </a:solidFill>
              </a:rPr>
              <a:t>保存与恢复寄存器</a:t>
            </a:r>
          </a:p>
        </p:txBody>
      </p:sp>
      <p:sp>
        <p:nvSpPr>
          <p:cNvPr id="99331" name="Rectangle 3">
            <a:extLst>
              <a:ext uri="{FF2B5EF4-FFF2-40B4-BE49-F238E27FC236}">
                <a16:creationId xmlns:a16="http://schemas.microsoft.com/office/drawing/2014/main" id="{47FD3878-A954-42FF-8D1F-460514059F8F}"/>
              </a:ext>
            </a:extLst>
          </p:cNvPr>
          <p:cNvSpPr>
            <a:spLocks noChangeArrowheads="1"/>
          </p:cNvSpPr>
          <p:nvPr/>
        </p:nvSpPr>
        <p:spPr bwMode="auto">
          <a:xfrm>
            <a:off x="3276600" y="1371600"/>
            <a:ext cx="3276600" cy="5021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nSpc>
                <a:spcPct val="90000"/>
              </a:lnSpc>
              <a:spcBef>
                <a:spcPct val="0"/>
              </a:spcBef>
              <a:buClrTx/>
              <a:buFontTx/>
              <a:buNone/>
            </a:pPr>
            <a:r>
              <a:rPr lang="en-US" altLang="zh-CN" sz="2400" i="1" u="none">
                <a:solidFill>
                  <a:schemeClr val="hlink"/>
                </a:solidFill>
                <a:latin typeface="Lucida Sans Unicode" panose="020B0602030504020204" pitchFamily="34" charset="0"/>
              </a:rPr>
              <a:t>subt</a:t>
            </a:r>
            <a:r>
              <a:rPr lang="en-US" altLang="zh-CN" sz="2400" u="none">
                <a:latin typeface="Lucida Sans Unicode" panose="020B0602030504020204" pitchFamily="34" charset="0"/>
              </a:rPr>
              <a:t>    proc     far</a:t>
            </a:r>
          </a:p>
          <a:p>
            <a:pPr>
              <a:lnSpc>
                <a:spcPct val="90000"/>
              </a:lnSpc>
              <a:spcBef>
                <a:spcPct val="0"/>
              </a:spcBef>
              <a:buClrTx/>
              <a:buFontTx/>
              <a:buNone/>
            </a:pPr>
            <a:r>
              <a:rPr lang="en-US" altLang="zh-CN" sz="2400" u="none">
                <a:latin typeface="Lucida Sans Unicode" panose="020B0602030504020204" pitchFamily="34" charset="0"/>
              </a:rPr>
              <a:t>           </a:t>
            </a:r>
          </a:p>
          <a:p>
            <a:pPr>
              <a:lnSpc>
                <a:spcPct val="90000"/>
              </a:lnSpc>
              <a:spcBef>
                <a:spcPct val="0"/>
              </a:spcBef>
              <a:buClrTx/>
              <a:buFontTx/>
              <a:buNone/>
            </a:pPr>
            <a:r>
              <a:rPr lang="en-US" altLang="zh-CN" sz="2400" u="none">
                <a:latin typeface="Lucida Sans Unicode" panose="020B0602030504020204" pitchFamily="34" charset="0"/>
              </a:rPr>
              <a:t>           push    ax</a:t>
            </a:r>
          </a:p>
          <a:p>
            <a:pPr>
              <a:lnSpc>
                <a:spcPct val="90000"/>
              </a:lnSpc>
              <a:spcBef>
                <a:spcPct val="0"/>
              </a:spcBef>
              <a:buClrTx/>
              <a:buFontTx/>
              <a:buNone/>
            </a:pPr>
            <a:r>
              <a:rPr lang="en-US" altLang="zh-CN" sz="2400" u="none">
                <a:latin typeface="Lucida Sans Unicode" panose="020B0602030504020204" pitchFamily="34" charset="0"/>
              </a:rPr>
              <a:t>           push    bx</a:t>
            </a:r>
          </a:p>
          <a:p>
            <a:pPr>
              <a:lnSpc>
                <a:spcPct val="90000"/>
              </a:lnSpc>
              <a:spcBef>
                <a:spcPct val="0"/>
              </a:spcBef>
              <a:buClrTx/>
              <a:buFontTx/>
              <a:buNone/>
            </a:pPr>
            <a:r>
              <a:rPr lang="en-US" altLang="zh-CN" sz="2400" u="none">
                <a:latin typeface="Lucida Sans Unicode" panose="020B0602030504020204" pitchFamily="34" charset="0"/>
              </a:rPr>
              <a:t>           push    cx</a:t>
            </a:r>
          </a:p>
          <a:p>
            <a:pPr>
              <a:lnSpc>
                <a:spcPct val="90000"/>
              </a:lnSpc>
              <a:spcBef>
                <a:spcPct val="0"/>
              </a:spcBef>
              <a:buClrTx/>
              <a:buFontTx/>
              <a:buNone/>
            </a:pPr>
            <a:r>
              <a:rPr lang="en-US" altLang="zh-CN" sz="2400" u="none">
                <a:latin typeface="Lucida Sans Unicode" panose="020B0602030504020204" pitchFamily="34" charset="0"/>
              </a:rPr>
              <a:t>           push    dx</a:t>
            </a:r>
          </a:p>
          <a:p>
            <a:pPr>
              <a:lnSpc>
                <a:spcPct val="90000"/>
              </a:lnSpc>
              <a:spcBef>
                <a:spcPct val="0"/>
              </a:spcBef>
              <a:buClrTx/>
              <a:buFontTx/>
              <a:buNone/>
            </a:pPr>
            <a:r>
              <a:rPr lang="en-US" altLang="zh-CN" sz="2400" u="none">
                <a:latin typeface="Lucida Sans Unicode" panose="020B0602030504020204" pitchFamily="34" charset="0"/>
              </a:rPr>
              <a:t>           ......</a:t>
            </a:r>
          </a:p>
          <a:p>
            <a:pPr>
              <a:lnSpc>
                <a:spcPct val="90000"/>
              </a:lnSpc>
              <a:spcBef>
                <a:spcPct val="0"/>
              </a:spcBef>
              <a:buClrTx/>
              <a:buFontTx/>
              <a:buNone/>
            </a:pPr>
            <a:r>
              <a:rPr lang="en-US" altLang="zh-CN" sz="2400" u="none">
                <a:latin typeface="Lucida Sans Unicode" panose="020B0602030504020204" pitchFamily="34" charset="0"/>
              </a:rPr>
              <a:t>           pop     dx</a:t>
            </a:r>
          </a:p>
          <a:p>
            <a:pPr>
              <a:lnSpc>
                <a:spcPct val="90000"/>
              </a:lnSpc>
              <a:spcBef>
                <a:spcPct val="0"/>
              </a:spcBef>
              <a:buClrTx/>
              <a:buFontTx/>
              <a:buNone/>
            </a:pPr>
            <a:r>
              <a:rPr lang="en-US" altLang="zh-CN" sz="2400" u="none">
                <a:latin typeface="Lucida Sans Unicode" panose="020B0602030504020204" pitchFamily="34" charset="0"/>
              </a:rPr>
              <a:t>           pop     cx</a:t>
            </a:r>
          </a:p>
          <a:p>
            <a:pPr>
              <a:lnSpc>
                <a:spcPct val="90000"/>
              </a:lnSpc>
              <a:spcBef>
                <a:spcPct val="0"/>
              </a:spcBef>
              <a:buClrTx/>
              <a:buFontTx/>
              <a:buNone/>
            </a:pPr>
            <a:r>
              <a:rPr lang="en-US" altLang="zh-CN" sz="2400" u="none">
                <a:latin typeface="Lucida Sans Unicode" panose="020B0602030504020204" pitchFamily="34" charset="0"/>
              </a:rPr>
              <a:t>           pop     bx</a:t>
            </a:r>
          </a:p>
          <a:p>
            <a:pPr>
              <a:lnSpc>
                <a:spcPct val="90000"/>
              </a:lnSpc>
              <a:spcBef>
                <a:spcPct val="0"/>
              </a:spcBef>
              <a:buClrTx/>
              <a:buFontTx/>
              <a:buNone/>
            </a:pPr>
            <a:r>
              <a:rPr lang="en-US" altLang="zh-CN" sz="2400" u="none">
                <a:latin typeface="Lucida Sans Unicode" panose="020B0602030504020204" pitchFamily="34" charset="0"/>
              </a:rPr>
              <a:t>           pop     ax</a:t>
            </a:r>
          </a:p>
          <a:p>
            <a:pPr>
              <a:lnSpc>
                <a:spcPct val="90000"/>
              </a:lnSpc>
              <a:spcBef>
                <a:spcPct val="0"/>
              </a:spcBef>
              <a:buClrTx/>
              <a:buFontTx/>
              <a:buNone/>
            </a:pPr>
            <a:endParaRPr lang="en-US" altLang="zh-CN" sz="2400" u="none">
              <a:latin typeface="Lucida Sans Unicode" panose="020B0602030504020204" pitchFamily="34" charset="0"/>
            </a:endParaRPr>
          </a:p>
          <a:p>
            <a:pPr>
              <a:lnSpc>
                <a:spcPct val="90000"/>
              </a:lnSpc>
              <a:spcBef>
                <a:spcPct val="0"/>
              </a:spcBef>
              <a:buClrTx/>
              <a:buFontTx/>
              <a:buNone/>
            </a:pPr>
            <a:r>
              <a:rPr lang="en-US" altLang="zh-CN" sz="2400" u="none">
                <a:latin typeface="Lucida Sans Unicode" panose="020B0602030504020204" pitchFamily="34" charset="0"/>
              </a:rPr>
              <a:t>           ret</a:t>
            </a:r>
          </a:p>
          <a:p>
            <a:pPr>
              <a:lnSpc>
                <a:spcPct val="90000"/>
              </a:lnSpc>
              <a:spcBef>
                <a:spcPct val="0"/>
              </a:spcBef>
              <a:buClrTx/>
              <a:buFontTx/>
              <a:buNone/>
            </a:pPr>
            <a:endParaRPr lang="en-US" altLang="zh-CN" sz="2400" u="none">
              <a:latin typeface="Lucida Sans Unicode" panose="020B0602030504020204" pitchFamily="34" charset="0"/>
            </a:endParaRPr>
          </a:p>
          <a:p>
            <a:pPr>
              <a:lnSpc>
                <a:spcPct val="90000"/>
              </a:lnSpc>
              <a:spcBef>
                <a:spcPct val="0"/>
              </a:spcBef>
              <a:buClrTx/>
              <a:buFontTx/>
              <a:buNone/>
            </a:pPr>
            <a:r>
              <a:rPr lang="en-US" altLang="zh-CN" sz="2400" i="1" u="none">
                <a:solidFill>
                  <a:schemeClr val="hlink"/>
                </a:solidFill>
                <a:latin typeface="Lucida Sans Unicode" panose="020B0602030504020204" pitchFamily="34" charset="0"/>
              </a:rPr>
              <a:t>subt</a:t>
            </a:r>
            <a:r>
              <a:rPr lang="en-US" altLang="zh-CN" sz="2400" u="none">
                <a:latin typeface="Lucida Sans Unicode" panose="020B0602030504020204" pitchFamily="34" charset="0"/>
              </a:rPr>
              <a:t>    endp</a:t>
            </a:r>
          </a:p>
        </p:txBody>
      </p:sp>
    </p:spTree>
    <p:custDataLst>
      <p:tags r:id="rId1"/>
    </p:custData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Text Box 2">
            <a:extLst>
              <a:ext uri="{FF2B5EF4-FFF2-40B4-BE49-F238E27FC236}">
                <a16:creationId xmlns:a16="http://schemas.microsoft.com/office/drawing/2014/main" id="{2BED75DF-39F7-4496-83BA-3718EAEBCCA5}"/>
              </a:ext>
            </a:extLst>
          </p:cNvPr>
          <p:cNvSpPr txBox="1">
            <a:spLocks noChangeArrowheads="1"/>
          </p:cNvSpPr>
          <p:nvPr/>
        </p:nvSpPr>
        <p:spPr bwMode="auto">
          <a:xfrm>
            <a:off x="762000" y="533400"/>
            <a:ext cx="7696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dash"/>
                <a:miter lim="800000"/>
                <a:headEnd/>
                <a:tailEnd/>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0"/>
              </a:spcBef>
              <a:buClrTx/>
              <a:buFontTx/>
              <a:buNone/>
            </a:pPr>
            <a:endParaRPr lang="zh-CN" altLang="zh-CN" sz="2400" i="1" u="none">
              <a:ea typeface="楷体_GB2312" pitchFamily="49" charset="-122"/>
            </a:endParaRPr>
          </a:p>
        </p:txBody>
      </p:sp>
      <p:sp>
        <p:nvSpPr>
          <p:cNvPr id="100355" name="Text Box 3">
            <a:extLst>
              <a:ext uri="{FF2B5EF4-FFF2-40B4-BE49-F238E27FC236}">
                <a16:creationId xmlns:a16="http://schemas.microsoft.com/office/drawing/2014/main" id="{67D47691-66A9-4278-A121-5F6240DC8C45}"/>
              </a:ext>
            </a:extLst>
          </p:cNvPr>
          <p:cNvSpPr txBox="1">
            <a:spLocks noChangeArrowheads="1"/>
          </p:cNvSpPr>
          <p:nvPr/>
        </p:nvSpPr>
        <p:spPr bwMode="auto">
          <a:xfrm>
            <a:off x="2362200" y="2057400"/>
            <a:ext cx="4876800" cy="272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dash"/>
                <a:miter lim="800000"/>
                <a:headEnd/>
                <a:tailEnd/>
              </a14:hiddenLine>
            </a:ext>
          </a:extLst>
        </p:spPr>
        <p:txBody>
          <a:bodyPr>
            <a:spAutoFit/>
          </a:bodyPr>
          <a:lstStyle>
            <a:lvl1pPr marL="457200" indent="-457200">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lnSpc>
                <a:spcPct val="180000"/>
              </a:lnSpc>
              <a:spcBef>
                <a:spcPct val="0"/>
              </a:spcBef>
              <a:buClrTx/>
              <a:buFontTx/>
              <a:buNone/>
            </a:pPr>
            <a:r>
              <a:rPr lang="en-US" altLang="zh-CN" sz="2400" u="none" dirty="0"/>
              <a:t>(1)   </a:t>
            </a:r>
            <a:r>
              <a:rPr lang="zh-CN" altLang="en-US" sz="2400" u="none" dirty="0"/>
              <a:t>通过寄存器传送参数</a:t>
            </a:r>
          </a:p>
          <a:p>
            <a:pPr algn="just">
              <a:lnSpc>
                <a:spcPct val="180000"/>
              </a:lnSpc>
              <a:spcBef>
                <a:spcPct val="0"/>
              </a:spcBef>
              <a:buClrTx/>
              <a:buFontTx/>
              <a:buNone/>
            </a:pPr>
            <a:r>
              <a:rPr lang="en-US" altLang="zh-CN" sz="2400" u="none" dirty="0"/>
              <a:t>(2)   </a:t>
            </a:r>
            <a:r>
              <a:rPr lang="zh-CN" altLang="en-US" sz="2400" u="none" dirty="0"/>
              <a:t>通过存储器传送参数</a:t>
            </a:r>
            <a:endParaRPr lang="zh-CN" altLang="en-US" sz="2400" b="0" u="none" dirty="0"/>
          </a:p>
          <a:p>
            <a:pPr algn="just">
              <a:lnSpc>
                <a:spcPct val="180000"/>
              </a:lnSpc>
              <a:spcBef>
                <a:spcPct val="0"/>
              </a:spcBef>
              <a:buClrTx/>
              <a:buFontTx/>
              <a:buNone/>
            </a:pPr>
            <a:r>
              <a:rPr lang="en-US" altLang="zh-CN" sz="2400" u="none" dirty="0"/>
              <a:t>(3)   </a:t>
            </a:r>
            <a:r>
              <a:rPr lang="zh-CN" altLang="en-US" sz="2400" u="none" dirty="0"/>
              <a:t>通过地址表传送参数地址</a:t>
            </a:r>
          </a:p>
          <a:p>
            <a:pPr>
              <a:lnSpc>
                <a:spcPct val="180000"/>
              </a:lnSpc>
              <a:spcBef>
                <a:spcPct val="0"/>
              </a:spcBef>
              <a:buClrTx/>
              <a:buFontTx/>
              <a:buNone/>
            </a:pPr>
            <a:r>
              <a:rPr lang="en-US" altLang="zh-CN" sz="2400" u="none" dirty="0"/>
              <a:t>(4)   </a:t>
            </a:r>
            <a:r>
              <a:rPr lang="zh-CN" altLang="en-US" sz="2400" u="none" dirty="0"/>
              <a:t>通过堆栈传送参数或参数地址</a:t>
            </a:r>
          </a:p>
        </p:txBody>
      </p:sp>
      <p:sp>
        <p:nvSpPr>
          <p:cNvPr id="100356" name="Rectangle 4">
            <a:extLst>
              <a:ext uri="{FF2B5EF4-FFF2-40B4-BE49-F238E27FC236}">
                <a16:creationId xmlns:a16="http://schemas.microsoft.com/office/drawing/2014/main" id="{E9905436-370A-4B5B-8455-E5D346FC09C5}"/>
              </a:ext>
            </a:extLst>
          </p:cNvPr>
          <p:cNvSpPr>
            <a:spLocks noChangeArrowheads="1"/>
          </p:cNvSpPr>
          <p:nvPr/>
        </p:nvSpPr>
        <p:spPr bwMode="auto">
          <a:xfrm>
            <a:off x="1752600" y="685800"/>
            <a:ext cx="4979988"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en-US" altLang="zh-CN" sz="3600" u="none">
                <a:solidFill>
                  <a:schemeClr val="tx2"/>
                </a:solidFill>
                <a:latin typeface="Arial" panose="020B0604020202020204" pitchFamily="34" charset="0"/>
              </a:rPr>
              <a:t>4.  </a:t>
            </a:r>
            <a:r>
              <a:rPr lang="zh-CN" altLang="en-US" sz="3600" u="none">
                <a:solidFill>
                  <a:schemeClr val="tx2"/>
                </a:solidFill>
              </a:rPr>
              <a:t>子程序的参数传送</a:t>
            </a:r>
          </a:p>
        </p:txBody>
      </p:sp>
    </p:spTree>
    <p:custDataLst>
      <p:tags r:id="rId1"/>
    </p:custData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a:extLst>
              <a:ext uri="{FF2B5EF4-FFF2-40B4-BE49-F238E27FC236}">
                <a16:creationId xmlns:a16="http://schemas.microsoft.com/office/drawing/2014/main" id="{5E747581-BD7F-4687-B856-F60FFAEDF59C}"/>
              </a:ext>
            </a:extLst>
          </p:cNvPr>
          <p:cNvSpPr>
            <a:spLocks noChangeArrowheads="1"/>
          </p:cNvSpPr>
          <p:nvPr/>
        </p:nvSpPr>
        <p:spPr bwMode="auto">
          <a:xfrm>
            <a:off x="1828800" y="685800"/>
            <a:ext cx="6400800" cy="204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2800" u="none">
                <a:solidFill>
                  <a:schemeClr val="hlink"/>
                </a:solidFill>
                <a:ea typeface="楷体_GB2312" pitchFamily="49" charset="-122"/>
              </a:rPr>
              <a:t>例子：</a:t>
            </a:r>
          </a:p>
          <a:p>
            <a:pPr>
              <a:spcBef>
                <a:spcPct val="0"/>
              </a:spcBef>
              <a:buClrTx/>
              <a:buFontTx/>
              <a:buNone/>
            </a:pPr>
            <a:endParaRPr lang="zh-CN" altLang="en-US" sz="2800" u="none">
              <a:solidFill>
                <a:schemeClr val="hlink"/>
              </a:solidFill>
              <a:ea typeface="楷体_GB2312" pitchFamily="49" charset="-122"/>
            </a:endParaRPr>
          </a:p>
          <a:p>
            <a:pPr>
              <a:spcBef>
                <a:spcPct val="0"/>
              </a:spcBef>
              <a:buClrTx/>
              <a:buFontTx/>
              <a:buChar char="•"/>
            </a:pPr>
            <a:r>
              <a:rPr lang="zh-CN" altLang="en-US" sz="2400" u="none"/>
              <a:t>   十进制数到十六进制数的转换</a:t>
            </a:r>
          </a:p>
          <a:p>
            <a:pPr>
              <a:spcBef>
                <a:spcPct val="0"/>
              </a:spcBef>
              <a:buClrTx/>
              <a:buFontTx/>
              <a:buNone/>
            </a:pPr>
            <a:endParaRPr lang="zh-CN" altLang="en-US" sz="2400" u="none"/>
          </a:p>
          <a:p>
            <a:pPr>
              <a:spcBef>
                <a:spcPct val="0"/>
              </a:spcBef>
              <a:buClrTx/>
              <a:buFontTx/>
              <a:buChar char="•"/>
            </a:pPr>
            <a:r>
              <a:rPr lang="zh-CN" altLang="en-US" sz="2400" u="none"/>
              <a:t>   累加数组中的元素</a:t>
            </a:r>
          </a:p>
        </p:txBody>
      </p:sp>
      <p:sp>
        <p:nvSpPr>
          <p:cNvPr id="101379" name="Rectangle 3">
            <a:extLst>
              <a:ext uri="{FF2B5EF4-FFF2-40B4-BE49-F238E27FC236}">
                <a16:creationId xmlns:a16="http://schemas.microsoft.com/office/drawing/2014/main" id="{C941A25F-4A31-4872-938C-007DFDFF8052}"/>
              </a:ext>
            </a:extLst>
          </p:cNvPr>
          <p:cNvSpPr>
            <a:spLocks noChangeArrowheads="1"/>
          </p:cNvSpPr>
          <p:nvPr/>
        </p:nvSpPr>
        <p:spPr bwMode="auto">
          <a:xfrm>
            <a:off x="2209800" y="3200400"/>
            <a:ext cx="6172200" cy="264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ClrTx/>
              <a:buFontTx/>
              <a:buNone/>
            </a:pPr>
            <a:r>
              <a:rPr lang="en-US" altLang="zh-CN" sz="2400" u="none">
                <a:latin typeface="Lucida Sans Unicode" panose="020B0602030504020204" pitchFamily="34" charset="0"/>
              </a:rPr>
              <a:t>data   segment</a:t>
            </a:r>
          </a:p>
          <a:p>
            <a:pPr lvl="1">
              <a:spcBef>
                <a:spcPct val="50000"/>
              </a:spcBef>
              <a:buClrTx/>
              <a:buFontTx/>
              <a:buNone/>
            </a:pPr>
            <a:r>
              <a:rPr lang="en-US" altLang="zh-CN" sz="2400" u="none">
                <a:latin typeface="Lucida Sans Unicode" panose="020B0602030504020204" pitchFamily="34" charset="0"/>
              </a:rPr>
              <a:t>     </a:t>
            </a:r>
            <a:r>
              <a:rPr lang="en-US" altLang="zh-CN" sz="2400" i="1" u="none">
                <a:solidFill>
                  <a:schemeClr val="hlink"/>
                </a:solidFill>
                <a:latin typeface="Lucida Sans Unicode" panose="020B0602030504020204" pitchFamily="34" charset="0"/>
              </a:rPr>
              <a:t>ary</a:t>
            </a:r>
            <a:r>
              <a:rPr lang="en-US" altLang="zh-CN" sz="2400" u="none">
                <a:solidFill>
                  <a:schemeClr val="hlink"/>
                </a:solidFill>
                <a:latin typeface="Lucida Sans Unicode" panose="020B0602030504020204" pitchFamily="34" charset="0"/>
              </a:rPr>
              <a:t> </a:t>
            </a:r>
            <a:r>
              <a:rPr lang="en-US" altLang="zh-CN" sz="2400" u="none">
                <a:latin typeface="Lucida Sans Unicode" panose="020B0602030504020204" pitchFamily="34" charset="0"/>
              </a:rPr>
              <a:t>      dw   1,2,3,4,5,6,7,8,9,10</a:t>
            </a:r>
          </a:p>
          <a:p>
            <a:pPr lvl="1">
              <a:spcBef>
                <a:spcPct val="50000"/>
              </a:spcBef>
              <a:buClrTx/>
              <a:buFontTx/>
              <a:buNone/>
            </a:pPr>
            <a:r>
              <a:rPr lang="en-US" altLang="zh-CN" sz="2400" u="none">
                <a:latin typeface="Lucida Sans Unicode" panose="020B0602030504020204" pitchFamily="34" charset="0"/>
              </a:rPr>
              <a:t>     </a:t>
            </a:r>
            <a:r>
              <a:rPr lang="en-US" altLang="zh-CN" sz="2400" i="1" u="none">
                <a:solidFill>
                  <a:schemeClr val="hlink"/>
                </a:solidFill>
                <a:latin typeface="Lucida Sans Unicode" panose="020B0602030504020204" pitchFamily="34" charset="0"/>
              </a:rPr>
              <a:t>count</a:t>
            </a:r>
            <a:r>
              <a:rPr lang="en-US" altLang="zh-CN" sz="2400" u="none">
                <a:latin typeface="Lucida Sans Unicode" panose="020B0602030504020204" pitchFamily="34" charset="0"/>
              </a:rPr>
              <a:t>   dw   10</a:t>
            </a:r>
          </a:p>
          <a:p>
            <a:pPr lvl="1">
              <a:spcBef>
                <a:spcPct val="50000"/>
              </a:spcBef>
              <a:buClrTx/>
              <a:buFontTx/>
              <a:buNone/>
            </a:pPr>
            <a:r>
              <a:rPr lang="en-US" altLang="zh-CN" sz="2400" u="none">
                <a:latin typeface="Lucida Sans Unicode" panose="020B0602030504020204" pitchFamily="34" charset="0"/>
              </a:rPr>
              <a:t>     </a:t>
            </a:r>
            <a:r>
              <a:rPr lang="en-US" altLang="zh-CN" sz="2400" i="1" u="none">
                <a:solidFill>
                  <a:schemeClr val="hlink"/>
                </a:solidFill>
                <a:latin typeface="Lucida Sans Unicode" panose="020B0602030504020204" pitchFamily="34" charset="0"/>
              </a:rPr>
              <a:t>sum</a:t>
            </a:r>
            <a:r>
              <a:rPr lang="en-US" altLang="zh-CN" sz="2400" u="none">
                <a:latin typeface="Lucida Sans Unicode" panose="020B0602030504020204" pitchFamily="34" charset="0"/>
              </a:rPr>
              <a:t>     dw    ?</a:t>
            </a:r>
          </a:p>
          <a:p>
            <a:pPr>
              <a:spcBef>
                <a:spcPct val="50000"/>
              </a:spcBef>
              <a:buClrTx/>
              <a:buFontTx/>
              <a:buNone/>
            </a:pPr>
            <a:r>
              <a:rPr lang="en-US" altLang="zh-CN" sz="2400" u="none">
                <a:latin typeface="Lucida Sans Unicode" panose="020B0602030504020204" pitchFamily="34" charset="0"/>
              </a:rPr>
              <a:t>data   ends</a:t>
            </a:r>
          </a:p>
        </p:txBody>
      </p:sp>
    </p:spTree>
    <p:custDataLst>
      <p:tags r:id="rId1"/>
    </p:custData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Text Box 2">
            <a:extLst>
              <a:ext uri="{FF2B5EF4-FFF2-40B4-BE49-F238E27FC236}">
                <a16:creationId xmlns:a16="http://schemas.microsoft.com/office/drawing/2014/main" id="{F40F04FA-AEA0-44F0-A223-3DA57B3A4AC2}"/>
              </a:ext>
            </a:extLst>
          </p:cNvPr>
          <p:cNvSpPr txBox="1">
            <a:spLocks noChangeArrowheads="1"/>
          </p:cNvSpPr>
          <p:nvPr/>
        </p:nvSpPr>
        <p:spPr bwMode="auto">
          <a:xfrm>
            <a:off x="3505200" y="1981200"/>
            <a:ext cx="4114800" cy="4473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dash"/>
                <a:miter lim="800000"/>
                <a:headEnd/>
                <a:tailEnd/>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en-US" altLang="zh-CN" sz="2400" u="none">
                <a:solidFill>
                  <a:schemeClr val="hlink"/>
                </a:solidFill>
                <a:latin typeface="Lucida Sans Unicode" panose="020B0602030504020204" pitchFamily="34" charset="0"/>
              </a:rPr>
              <a:t>proadd</a:t>
            </a:r>
            <a:r>
              <a:rPr lang="en-US" altLang="zh-CN" sz="2400" u="none">
                <a:latin typeface="Lucida Sans Unicode" panose="020B0602030504020204" pitchFamily="34" charset="0"/>
              </a:rPr>
              <a:t>  proc  near</a:t>
            </a:r>
          </a:p>
          <a:p>
            <a:pPr lvl="1">
              <a:spcBef>
                <a:spcPct val="0"/>
              </a:spcBef>
              <a:buClrTx/>
              <a:buFontTx/>
              <a:buNone/>
            </a:pPr>
            <a:r>
              <a:rPr lang="en-US" altLang="zh-CN" sz="2400" u="none">
                <a:latin typeface="Lucida Sans Unicode" panose="020B0602030504020204" pitchFamily="34" charset="0"/>
              </a:rPr>
              <a:t>       ……</a:t>
            </a:r>
          </a:p>
          <a:p>
            <a:pPr lvl="1">
              <a:spcBef>
                <a:spcPct val="0"/>
              </a:spcBef>
              <a:buClrTx/>
              <a:buFontTx/>
              <a:buNone/>
            </a:pPr>
            <a:r>
              <a:rPr lang="en-US" altLang="zh-CN" sz="2400" u="none">
                <a:latin typeface="Lucida Sans Unicode" panose="020B0602030504020204" pitchFamily="34" charset="0"/>
              </a:rPr>
              <a:t>       </a:t>
            </a:r>
            <a:r>
              <a:rPr lang="en-US" altLang="zh-CN" sz="2400" i="1" u="none">
                <a:latin typeface="Lucida Sans Unicode" panose="020B0602030504020204" pitchFamily="34" charset="0"/>
              </a:rPr>
              <a:t>lea     si, </a:t>
            </a:r>
            <a:r>
              <a:rPr lang="en-US" altLang="zh-CN" sz="2400" i="1" u="none">
                <a:solidFill>
                  <a:schemeClr val="hlink"/>
                </a:solidFill>
                <a:latin typeface="Lucida Sans Unicode" panose="020B0602030504020204" pitchFamily="34" charset="0"/>
              </a:rPr>
              <a:t>ary</a:t>
            </a:r>
          </a:p>
          <a:p>
            <a:pPr lvl="1">
              <a:spcBef>
                <a:spcPct val="0"/>
              </a:spcBef>
              <a:buClrTx/>
              <a:buFontTx/>
              <a:buNone/>
            </a:pPr>
            <a:r>
              <a:rPr lang="en-US" altLang="zh-CN" sz="2400" i="1" u="none">
                <a:latin typeface="Lucida Sans Unicode" panose="020B0602030504020204" pitchFamily="34" charset="0"/>
              </a:rPr>
              <a:t>       mov   cx, </a:t>
            </a:r>
            <a:r>
              <a:rPr lang="en-US" altLang="zh-CN" sz="2400" i="1" u="none">
                <a:solidFill>
                  <a:schemeClr val="hlink"/>
                </a:solidFill>
                <a:latin typeface="Lucida Sans Unicode" panose="020B0602030504020204" pitchFamily="34" charset="0"/>
              </a:rPr>
              <a:t>count</a:t>
            </a:r>
          </a:p>
          <a:p>
            <a:pPr lvl="1">
              <a:spcBef>
                <a:spcPct val="0"/>
              </a:spcBef>
              <a:buClrTx/>
              <a:buFontTx/>
              <a:buNone/>
            </a:pPr>
            <a:r>
              <a:rPr lang="en-US" altLang="zh-CN" sz="2400" i="1" u="none">
                <a:latin typeface="Lucida Sans Unicode" panose="020B0602030504020204" pitchFamily="34" charset="0"/>
              </a:rPr>
              <a:t>       xor    ax, ax</a:t>
            </a:r>
          </a:p>
          <a:p>
            <a:pPr>
              <a:spcBef>
                <a:spcPct val="0"/>
              </a:spcBef>
              <a:buClrTx/>
              <a:buFontTx/>
              <a:buNone/>
            </a:pPr>
            <a:r>
              <a:rPr lang="en-US" altLang="zh-CN" sz="2400" i="1" u="none">
                <a:latin typeface="Lucida Sans Unicode" panose="020B0602030504020204" pitchFamily="34" charset="0"/>
              </a:rPr>
              <a:t>next :   add   ax, [si]</a:t>
            </a:r>
          </a:p>
          <a:p>
            <a:pPr lvl="1">
              <a:spcBef>
                <a:spcPct val="0"/>
              </a:spcBef>
              <a:buClrTx/>
              <a:buFontTx/>
              <a:buNone/>
            </a:pPr>
            <a:r>
              <a:rPr lang="en-US" altLang="zh-CN" sz="2400" i="1" u="none">
                <a:latin typeface="Lucida Sans Unicode" panose="020B0602030504020204" pitchFamily="34" charset="0"/>
              </a:rPr>
              <a:t>       add   si, 2</a:t>
            </a:r>
          </a:p>
          <a:p>
            <a:pPr lvl="1">
              <a:spcBef>
                <a:spcPct val="0"/>
              </a:spcBef>
              <a:buClrTx/>
              <a:buFontTx/>
              <a:buNone/>
            </a:pPr>
            <a:r>
              <a:rPr lang="en-US" altLang="zh-CN" sz="2400" i="1" u="none">
                <a:latin typeface="Lucida Sans Unicode" panose="020B0602030504020204" pitchFamily="34" charset="0"/>
              </a:rPr>
              <a:t>       loop  next</a:t>
            </a:r>
          </a:p>
          <a:p>
            <a:pPr lvl="1">
              <a:spcBef>
                <a:spcPct val="0"/>
              </a:spcBef>
              <a:buClrTx/>
              <a:buFontTx/>
              <a:buNone/>
            </a:pPr>
            <a:r>
              <a:rPr lang="en-US" altLang="zh-CN" sz="2400" i="1" u="none">
                <a:latin typeface="Lucida Sans Unicode" panose="020B0602030504020204" pitchFamily="34" charset="0"/>
              </a:rPr>
              <a:t>       mov   </a:t>
            </a:r>
            <a:r>
              <a:rPr lang="en-US" altLang="zh-CN" sz="2400" i="1" u="none">
                <a:solidFill>
                  <a:schemeClr val="hlink"/>
                </a:solidFill>
                <a:latin typeface="Lucida Sans Unicode" panose="020B0602030504020204" pitchFamily="34" charset="0"/>
              </a:rPr>
              <a:t>sum</a:t>
            </a:r>
            <a:r>
              <a:rPr lang="en-US" altLang="zh-CN" sz="2400" i="1" u="none">
                <a:latin typeface="Lucida Sans Unicode" panose="020B0602030504020204" pitchFamily="34" charset="0"/>
              </a:rPr>
              <a:t>, ax</a:t>
            </a:r>
          </a:p>
          <a:p>
            <a:pPr lvl="1">
              <a:spcBef>
                <a:spcPct val="0"/>
              </a:spcBef>
              <a:buClrTx/>
              <a:buFontTx/>
              <a:buNone/>
            </a:pPr>
            <a:r>
              <a:rPr lang="en-US" altLang="zh-CN" sz="2400" u="none">
                <a:latin typeface="Lucida Sans Unicode" panose="020B0602030504020204" pitchFamily="34" charset="0"/>
              </a:rPr>
              <a:t>       ……</a:t>
            </a:r>
          </a:p>
          <a:p>
            <a:pPr lvl="1">
              <a:spcBef>
                <a:spcPct val="0"/>
              </a:spcBef>
              <a:buClrTx/>
              <a:buFontTx/>
              <a:buNone/>
            </a:pPr>
            <a:r>
              <a:rPr lang="en-US" altLang="zh-CN" sz="2400" u="none">
                <a:latin typeface="Lucida Sans Unicode" panose="020B0602030504020204" pitchFamily="34" charset="0"/>
              </a:rPr>
              <a:t>       ret</a:t>
            </a:r>
          </a:p>
          <a:p>
            <a:pPr>
              <a:spcBef>
                <a:spcPct val="0"/>
              </a:spcBef>
              <a:buClrTx/>
              <a:buFontTx/>
              <a:buNone/>
            </a:pPr>
            <a:r>
              <a:rPr lang="en-US" altLang="zh-CN" sz="2400" u="none">
                <a:solidFill>
                  <a:schemeClr val="hlink"/>
                </a:solidFill>
                <a:latin typeface="Lucida Sans Unicode" panose="020B0602030504020204" pitchFamily="34" charset="0"/>
              </a:rPr>
              <a:t>proadd</a:t>
            </a:r>
            <a:r>
              <a:rPr lang="en-US" altLang="zh-CN" sz="2400" u="none">
                <a:latin typeface="Lucida Sans Unicode" panose="020B0602030504020204" pitchFamily="34" charset="0"/>
              </a:rPr>
              <a:t>  endp</a:t>
            </a:r>
          </a:p>
        </p:txBody>
      </p:sp>
      <p:sp>
        <p:nvSpPr>
          <p:cNvPr id="102403" name="Rectangle 3">
            <a:extLst>
              <a:ext uri="{FF2B5EF4-FFF2-40B4-BE49-F238E27FC236}">
                <a16:creationId xmlns:a16="http://schemas.microsoft.com/office/drawing/2014/main" id="{245DFC18-8E09-4144-8F2F-89E1A35CE0AD}"/>
              </a:ext>
            </a:extLst>
          </p:cNvPr>
          <p:cNvSpPr>
            <a:spLocks noChangeArrowheads="1"/>
          </p:cNvSpPr>
          <p:nvPr/>
        </p:nvSpPr>
        <p:spPr bwMode="auto">
          <a:xfrm>
            <a:off x="2057400" y="1069975"/>
            <a:ext cx="3895725" cy="1358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60000"/>
              </a:lnSpc>
              <a:spcBef>
                <a:spcPct val="0"/>
              </a:spcBef>
              <a:buClrTx/>
              <a:buFontTx/>
              <a:buNone/>
            </a:pPr>
            <a:r>
              <a:rPr lang="zh-CN" altLang="en-US" sz="2400" u="none">
                <a:latin typeface="Lucida Sans Unicode" panose="020B0602030504020204" pitchFamily="34" charset="0"/>
              </a:rPr>
              <a:t>主程序： </a:t>
            </a:r>
            <a:r>
              <a:rPr lang="en-US" altLang="zh-CN" sz="2800" u="none">
                <a:latin typeface="Lucida Sans Unicode" panose="020B0602030504020204" pitchFamily="34" charset="0"/>
              </a:rPr>
              <a:t>call     </a:t>
            </a:r>
            <a:r>
              <a:rPr lang="en-US" altLang="zh-CN" sz="2800" u="none">
                <a:solidFill>
                  <a:schemeClr val="hlink"/>
                </a:solidFill>
                <a:latin typeface="Lucida Sans Unicode" panose="020B0602030504020204" pitchFamily="34" charset="0"/>
              </a:rPr>
              <a:t>proadd</a:t>
            </a:r>
          </a:p>
          <a:p>
            <a:pPr eaLnBrk="1" hangingPunct="1">
              <a:lnSpc>
                <a:spcPct val="160000"/>
              </a:lnSpc>
              <a:spcBef>
                <a:spcPct val="0"/>
              </a:spcBef>
              <a:buClrTx/>
              <a:buFontTx/>
              <a:buNone/>
            </a:pPr>
            <a:r>
              <a:rPr lang="zh-CN" altLang="en-US" sz="2400" u="none">
                <a:latin typeface="Lucida Sans Unicode" panose="020B0602030504020204" pitchFamily="34" charset="0"/>
              </a:rPr>
              <a:t>子程序：</a:t>
            </a:r>
          </a:p>
        </p:txBody>
      </p:sp>
      <p:sp>
        <p:nvSpPr>
          <p:cNvPr id="102404" name="Rectangle 4">
            <a:extLst>
              <a:ext uri="{FF2B5EF4-FFF2-40B4-BE49-F238E27FC236}">
                <a16:creationId xmlns:a16="http://schemas.microsoft.com/office/drawing/2014/main" id="{4B78B118-6B9B-4B27-829B-04AB7159F18F}"/>
              </a:ext>
            </a:extLst>
          </p:cNvPr>
          <p:cNvSpPr>
            <a:spLocks noChangeArrowheads="1"/>
          </p:cNvSpPr>
          <p:nvPr/>
        </p:nvSpPr>
        <p:spPr bwMode="auto">
          <a:xfrm>
            <a:off x="2057400" y="481013"/>
            <a:ext cx="48910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zh-CN" altLang="en-US" sz="2800" u="none">
                <a:ea typeface="楷体_GB2312" pitchFamily="49" charset="-122"/>
              </a:rPr>
              <a:t>通过存储器传送参数：</a:t>
            </a:r>
          </a:p>
        </p:txBody>
      </p:sp>
    </p:spTree>
    <p:custDataLst>
      <p:tags r:id="rId1"/>
    </p:custData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a:extLst>
              <a:ext uri="{FF2B5EF4-FFF2-40B4-BE49-F238E27FC236}">
                <a16:creationId xmlns:a16="http://schemas.microsoft.com/office/drawing/2014/main" id="{14C512EE-CBF1-4B83-8144-32E616C347C1}"/>
              </a:ext>
            </a:extLst>
          </p:cNvPr>
          <p:cNvSpPr>
            <a:spLocks noChangeArrowheads="1"/>
          </p:cNvSpPr>
          <p:nvPr/>
        </p:nvSpPr>
        <p:spPr bwMode="auto">
          <a:xfrm>
            <a:off x="1524000" y="457200"/>
            <a:ext cx="44894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2800" u="none">
                <a:ea typeface="楷体_GB2312" pitchFamily="49" charset="-122"/>
              </a:rPr>
              <a:t>通过</a:t>
            </a:r>
            <a:r>
              <a:rPr lang="zh-CN" altLang="en-US" sz="2800" u="none">
                <a:solidFill>
                  <a:schemeClr val="hlink"/>
                </a:solidFill>
                <a:ea typeface="楷体_GB2312" pitchFamily="49" charset="-122"/>
              </a:rPr>
              <a:t>地址表</a:t>
            </a:r>
            <a:r>
              <a:rPr lang="zh-CN" altLang="en-US" sz="2800" u="none">
                <a:ea typeface="楷体_GB2312" pitchFamily="49" charset="-122"/>
              </a:rPr>
              <a:t>传送参数地址：</a:t>
            </a:r>
          </a:p>
        </p:txBody>
      </p:sp>
      <p:sp>
        <p:nvSpPr>
          <p:cNvPr id="103427" name="Rectangle 3">
            <a:extLst>
              <a:ext uri="{FF2B5EF4-FFF2-40B4-BE49-F238E27FC236}">
                <a16:creationId xmlns:a16="http://schemas.microsoft.com/office/drawing/2014/main" id="{53980D4C-A0E5-4248-9F8B-F17894111885}"/>
              </a:ext>
            </a:extLst>
          </p:cNvPr>
          <p:cNvSpPr>
            <a:spLocks noChangeArrowheads="1"/>
          </p:cNvSpPr>
          <p:nvPr/>
        </p:nvSpPr>
        <p:spPr bwMode="auto">
          <a:xfrm>
            <a:off x="1447800" y="1371600"/>
            <a:ext cx="4038600" cy="3838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ClrTx/>
              <a:buFontTx/>
              <a:buNone/>
            </a:pPr>
            <a:r>
              <a:rPr lang="en-US" altLang="zh-CN" sz="2400" u="none">
                <a:solidFill>
                  <a:schemeClr val="hlink"/>
                </a:solidFill>
                <a:latin typeface="Lucida Sans Unicode" panose="020B0602030504020204" pitchFamily="34" charset="0"/>
              </a:rPr>
              <a:t>table    dw   3  dup  ( ? )</a:t>
            </a:r>
            <a:r>
              <a:rPr lang="en-US" altLang="zh-CN" sz="2000" u="none">
                <a:solidFill>
                  <a:srgbClr val="FF3300"/>
                </a:solidFill>
                <a:latin typeface="Lucida Sans Unicode" panose="020B0602030504020204" pitchFamily="34" charset="0"/>
              </a:rPr>
              <a:t> </a:t>
            </a:r>
          </a:p>
          <a:p>
            <a:pPr>
              <a:spcBef>
                <a:spcPct val="50000"/>
              </a:spcBef>
              <a:buClrTx/>
              <a:buFontTx/>
              <a:buNone/>
            </a:pPr>
            <a:endParaRPr lang="en-US" altLang="zh-CN" sz="2000" u="none">
              <a:solidFill>
                <a:srgbClr val="FF3300"/>
              </a:solidFill>
              <a:latin typeface="Lucida Sans Unicode" panose="020B0602030504020204" pitchFamily="34" charset="0"/>
            </a:endParaRPr>
          </a:p>
          <a:p>
            <a:pPr>
              <a:spcBef>
                <a:spcPct val="50000"/>
              </a:spcBef>
              <a:buClrTx/>
              <a:buFontTx/>
              <a:buNone/>
            </a:pPr>
            <a:r>
              <a:rPr lang="en-US" altLang="zh-CN" sz="2000" u="none">
                <a:latin typeface="Lucida Sans Unicode" panose="020B0602030504020204" pitchFamily="34" charset="0"/>
              </a:rPr>
              <a:t>mov   </a:t>
            </a:r>
            <a:r>
              <a:rPr lang="en-US" altLang="zh-CN" sz="2000" u="none">
                <a:solidFill>
                  <a:schemeClr val="hlink"/>
                </a:solidFill>
                <a:latin typeface="Lucida Sans Unicode" panose="020B0602030504020204" pitchFamily="34" charset="0"/>
              </a:rPr>
              <a:t>table</a:t>
            </a:r>
            <a:r>
              <a:rPr lang="en-US" altLang="zh-CN" sz="2000" u="none">
                <a:latin typeface="Lucida Sans Unicode" panose="020B0602030504020204" pitchFamily="34" charset="0"/>
              </a:rPr>
              <a:t>,      offset  </a:t>
            </a:r>
            <a:r>
              <a:rPr lang="en-US" altLang="zh-CN" sz="2000" u="none">
                <a:solidFill>
                  <a:srgbClr val="009900"/>
                </a:solidFill>
                <a:latin typeface="Lucida Sans Unicode" panose="020B0602030504020204" pitchFamily="34" charset="0"/>
              </a:rPr>
              <a:t>ary</a:t>
            </a:r>
          </a:p>
          <a:p>
            <a:pPr>
              <a:spcBef>
                <a:spcPct val="50000"/>
              </a:spcBef>
              <a:buClrTx/>
              <a:buFontTx/>
              <a:buNone/>
            </a:pPr>
            <a:r>
              <a:rPr lang="en-US" altLang="zh-CN" sz="2000" u="none">
                <a:latin typeface="Lucida Sans Unicode" panose="020B0602030504020204" pitchFamily="34" charset="0"/>
              </a:rPr>
              <a:t>mov   </a:t>
            </a:r>
            <a:r>
              <a:rPr lang="en-US" altLang="zh-CN" sz="2000" u="none">
                <a:solidFill>
                  <a:schemeClr val="hlink"/>
                </a:solidFill>
                <a:latin typeface="Lucida Sans Unicode" panose="020B0602030504020204" pitchFamily="34" charset="0"/>
              </a:rPr>
              <a:t>table</a:t>
            </a:r>
            <a:r>
              <a:rPr lang="en-US" altLang="zh-CN" sz="2000" u="none">
                <a:latin typeface="Lucida Sans Unicode" panose="020B0602030504020204" pitchFamily="34" charset="0"/>
              </a:rPr>
              <a:t>+2,  offset  </a:t>
            </a:r>
            <a:r>
              <a:rPr lang="en-US" altLang="zh-CN" sz="2000" u="none">
                <a:solidFill>
                  <a:srgbClr val="009900"/>
                </a:solidFill>
                <a:latin typeface="Lucida Sans Unicode" panose="020B0602030504020204" pitchFamily="34" charset="0"/>
              </a:rPr>
              <a:t>count</a:t>
            </a:r>
          </a:p>
          <a:p>
            <a:pPr>
              <a:spcBef>
                <a:spcPct val="50000"/>
              </a:spcBef>
              <a:buClrTx/>
              <a:buFontTx/>
              <a:buNone/>
            </a:pPr>
            <a:r>
              <a:rPr lang="en-US" altLang="zh-CN" sz="2000" u="none">
                <a:latin typeface="Lucida Sans Unicode" panose="020B0602030504020204" pitchFamily="34" charset="0"/>
              </a:rPr>
              <a:t>mov   </a:t>
            </a:r>
            <a:r>
              <a:rPr lang="en-US" altLang="zh-CN" sz="2000" u="none">
                <a:solidFill>
                  <a:schemeClr val="hlink"/>
                </a:solidFill>
                <a:latin typeface="Lucida Sans Unicode" panose="020B0602030504020204" pitchFamily="34" charset="0"/>
              </a:rPr>
              <a:t>table</a:t>
            </a:r>
            <a:r>
              <a:rPr lang="en-US" altLang="zh-CN" sz="2000" u="none">
                <a:latin typeface="Lucida Sans Unicode" panose="020B0602030504020204" pitchFamily="34" charset="0"/>
              </a:rPr>
              <a:t>+4,  offset  </a:t>
            </a:r>
            <a:r>
              <a:rPr lang="en-US" altLang="zh-CN" sz="2000" u="none">
                <a:solidFill>
                  <a:srgbClr val="009900"/>
                </a:solidFill>
                <a:latin typeface="Lucida Sans Unicode" panose="020B0602030504020204" pitchFamily="34" charset="0"/>
              </a:rPr>
              <a:t>sum</a:t>
            </a:r>
          </a:p>
          <a:p>
            <a:pPr>
              <a:spcBef>
                <a:spcPct val="50000"/>
              </a:spcBef>
              <a:buClrTx/>
              <a:buFontTx/>
              <a:buNone/>
            </a:pPr>
            <a:r>
              <a:rPr lang="en-US" altLang="zh-CN" sz="2000" u="none">
                <a:latin typeface="Lucida Sans Unicode" panose="020B0602030504020204" pitchFamily="34" charset="0"/>
              </a:rPr>
              <a:t>mov   </a:t>
            </a:r>
            <a:r>
              <a:rPr lang="en-US" altLang="zh-CN" sz="2000" i="1" u="none">
                <a:latin typeface="Lucida Sans Unicode" panose="020B0602030504020204" pitchFamily="34" charset="0"/>
              </a:rPr>
              <a:t>bx </a:t>
            </a:r>
            <a:r>
              <a:rPr lang="en-US" altLang="zh-CN" sz="2000" u="none">
                <a:latin typeface="Lucida Sans Unicode" panose="020B0602030504020204" pitchFamily="34" charset="0"/>
              </a:rPr>
              <a:t>,         offset  </a:t>
            </a:r>
            <a:r>
              <a:rPr lang="en-US" altLang="zh-CN" sz="2000" u="none">
                <a:solidFill>
                  <a:schemeClr val="hlink"/>
                </a:solidFill>
                <a:latin typeface="Lucida Sans Unicode" panose="020B0602030504020204" pitchFamily="34" charset="0"/>
              </a:rPr>
              <a:t>table</a:t>
            </a:r>
          </a:p>
          <a:p>
            <a:pPr>
              <a:spcBef>
                <a:spcPct val="50000"/>
              </a:spcBef>
              <a:buClrTx/>
              <a:buFontTx/>
              <a:buNone/>
            </a:pPr>
            <a:endParaRPr lang="en-US" altLang="zh-CN" sz="2400" u="none">
              <a:latin typeface="Lucida Sans Unicode" panose="020B0602030504020204" pitchFamily="34" charset="0"/>
            </a:endParaRPr>
          </a:p>
          <a:p>
            <a:pPr>
              <a:spcBef>
                <a:spcPct val="50000"/>
              </a:spcBef>
              <a:buClrTx/>
              <a:buFontTx/>
              <a:buNone/>
            </a:pPr>
            <a:r>
              <a:rPr lang="en-US" altLang="zh-CN" sz="2400" u="none">
                <a:latin typeface="Lucida Sans Unicode" panose="020B0602030504020204" pitchFamily="34" charset="0"/>
              </a:rPr>
              <a:t>call    </a:t>
            </a:r>
            <a:r>
              <a:rPr lang="en-US" altLang="zh-CN" sz="2400" u="none">
                <a:solidFill>
                  <a:srgbClr val="FF0000"/>
                </a:solidFill>
                <a:latin typeface="Lucida Sans Unicode" panose="020B0602030504020204" pitchFamily="34" charset="0"/>
              </a:rPr>
              <a:t>proadd</a:t>
            </a:r>
          </a:p>
        </p:txBody>
      </p:sp>
      <p:sp>
        <p:nvSpPr>
          <p:cNvPr id="103428" name="Rectangle 4">
            <a:extLst>
              <a:ext uri="{FF2B5EF4-FFF2-40B4-BE49-F238E27FC236}">
                <a16:creationId xmlns:a16="http://schemas.microsoft.com/office/drawing/2014/main" id="{6D4A0F6E-A8CC-46E2-A3A2-96FE1BFA279D}"/>
              </a:ext>
            </a:extLst>
          </p:cNvPr>
          <p:cNvSpPr>
            <a:spLocks noChangeArrowheads="1"/>
          </p:cNvSpPr>
          <p:nvPr/>
        </p:nvSpPr>
        <p:spPr bwMode="auto">
          <a:xfrm>
            <a:off x="5715000" y="1289050"/>
            <a:ext cx="2971800" cy="535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nSpc>
                <a:spcPct val="115000"/>
              </a:lnSpc>
              <a:spcBef>
                <a:spcPct val="0"/>
              </a:spcBef>
              <a:buClrTx/>
              <a:buFontTx/>
              <a:buNone/>
            </a:pPr>
            <a:r>
              <a:rPr lang="en-US" altLang="zh-CN" sz="2000" u="none">
                <a:solidFill>
                  <a:srgbClr val="FF0000"/>
                </a:solidFill>
                <a:latin typeface="Lucida Sans Unicode" panose="020B0602030504020204" pitchFamily="34" charset="0"/>
              </a:rPr>
              <a:t>proadd</a:t>
            </a:r>
            <a:r>
              <a:rPr lang="en-US" altLang="zh-CN" sz="2000" u="none">
                <a:latin typeface="Lucida Sans Unicode" panose="020B0602030504020204" pitchFamily="34" charset="0"/>
              </a:rPr>
              <a:t>  proc  near</a:t>
            </a:r>
          </a:p>
          <a:p>
            <a:pPr lvl="1">
              <a:lnSpc>
                <a:spcPct val="115000"/>
              </a:lnSpc>
              <a:spcBef>
                <a:spcPct val="0"/>
              </a:spcBef>
              <a:buClrTx/>
              <a:buFontTx/>
              <a:buNone/>
            </a:pPr>
            <a:r>
              <a:rPr lang="en-US" altLang="zh-CN" sz="2000" i="1" u="none">
                <a:latin typeface="Lucida Sans Unicode" panose="020B0602030504020204" pitchFamily="34" charset="0"/>
              </a:rPr>
              <a:t>……</a:t>
            </a:r>
          </a:p>
          <a:p>
            <a:pPr lvl="1">
              <a:lnSpc>
                <a:spcPct val="115000"/>
              </a:lnSpc>
              <a:spcBef>
                <a:spcPct val="0"/>
              </a:spcBef>
              <a:buClrTx/>
              <a:buFontTx/>
              <a:buNone/>
            </a:pPr>
            <a:r>
              <a:rPr lang="en-US" altLang="zh-CN" sz="2000" i="1" u="none">
                <a:latin typeface="Lucida Sans Unicode" panose="020B0602030504020204" pitchFamily="34" charset="0"/>
              </a:rPr>
              <a:t>mov   si, [bx]</a:t>
            </a:r>
          </a:p>
          <a:p>
            <a:pPr lvl="1">
              <a:lnSpc>
                <a:spcPct val="115000"/>
              </a:lnSpc>
              <a:spcBef>
                <a:spcPct val="0"/>
              </a:spcBef>
              <a:buClrTx/>
              <a:buFontTx/>
              <a:buNone/>
            </a:pPr>
            <a:r>
              <a:rPr lang="en-US" altLang="zh-CN" sz="2000" i="1" u="none">
                <a:latin typeface="Lucida Sans Unicode" panose="020B0602030504020204" pitchFamily="34" charset="0"/>
              </a:rPr>
              <a:t>mov   di, [bx+2]</a:t>
            </a:r>
          </a:p>
          <a:p>
            <a:pPr lvl="1">
              <a:lnSpc>
                <a:spcPct val="115000"/>
              </a:lnSpc>
              <a:spcBef>
                <a:spcPct val="0"/>
              </a:spcBef>
              <a:buClrTx/>
              <a:buFontTx/>
              <a:buNone/>
            </a:pPr>
            <a:r>
              <a:rPr lang="en-US" altLang="zh-CN" sz="2000" i="1" u="none">
                <a:latin typeface="Lucida Sans Unicode" panose="020B0602030504020204" pitchFamily="34" charset="0"/>
              </a:rPr>
              <a:t>mov   cx, [di]</a:t>
            </a:r>
          </a:p>
          <a:p>
            <a:pPr lvl="1">
              <a:lnSpc>
                <a:spcPct val="115000"/>
              </a:lnSpc>
              <a:spcBef>
                <a:spcPct val="0"/>
              </a:spcBef>
              <a:buClrTx/>
              <a:buFontTx/>
              <a:buNone/>
            </a:pPr>
            <a:r>
              <a:rPr lang="en-US" altLang="zh-CN" sz="2000" i="1" u="none">
                <a:latin typeface="Lucida Sans Unicode" panose="020B0602030504020204" pitchFamily="34" charset="0"/>
              </a:rPr>
              <a:t>mov   di, [bx+4]</a:t>
            </a:r>
          </a:p>
          <a:p>
            <a:pPr lvl="1">
              <a:lnSpc>
                <a:spcPct val="115000"/>
              </a:lnSpc>
              <a:spcBef>
                <a:spcPct val="0"/>
              </a:spcBef>
              <a:buClrTx/>
              <a:buFontTx/>
              <a:buNone/>
            </a:pPr>
            <a:r>
              <a:rPr lang="en-US" altLang="zh-CN" sz="2000" i="1" u="none">
                <a:latin typeface="Lucida Sans Unicode" panose="020B0602030504020204" pitchFamily="34" charset="0"/>
              </a:rPr>
              <a:t>xor    ax, ax</a:t>
            </a:r>
          </a:p>
          <a:p>
            <a:pPr>
              <a:lnSpc>
                <a:spcPct val="115000"/>
              </a:lnSpc>
              <a:spcBef>
                <a:spcPct val="0"/>
              </a:spcBef>
              <a:buClrTx/>
              <a:buFontTx/>
              <a:buNone/>
            </a:pPr>
            <a:r>
              <a:rPr lang="en-US" altLang="zh-CN" sz="2000" i="1" u="none">
                <a:latin typeface="Lucida Sans Unicode" panose="020B0602030504020204" pitchFamily="34" charset="0"/>
              </a:rPr>
              <a:t>next :    </a:t>
            </a:r>
          </a:p>
          <a:p>
            <a:pPr>
              <a:lnSpc>
                <a:spcPct val="115000"/>
              </a:lnSpc>
              <a:spcBef>
                <a:spcPct val="0"/>
              </a:spcBef>
              <a:buClrTx/>
              <a:buFontTx/>
              <a:buNone/>
            </a:pPr>
            <a:r>
              <a:rPr lang="en-US" altLang="zh-CN" sz="2000" i="1" u="none">
                <a:latin typeface="Lucida Sans Unicode" panose="020B0602030504020204" pitchFamily="34" charset="0"/>
              </a:rPr>
              <a:t>     add   ax, [si]</a:t>
            </a:r>
          </a:p>
          <a:p>
            <a:pPr>
              <a:lnSpc>
                <a:spcPct val="115000"/>
              </a:lnSpc>
              <a:spcBef>
                <a:spcPct val="0"/>
              </a:spcBef>
              <a:buClrTx/>
              <a:buFontTx/>
              <a:buNone/>
            </a:pPr>
            <a:r>
              <a:rPr lang="en-US" altLang="zh-CN" sz="2000" i="1" u="none">
                <a:latin typeface="Lucida Sans Unicode" panose="020B0602030504020204" pitchFamily="34" charset="0"/>
              </a:rPr>
              <a:t>     add   si, 2</a:t>
            </a:r>
          </a:p>
          <a:p>
            <a:pPr lvl="1">
              <a:lnSpc>
                <a:spcPct val="115000"/>
              </a:lnSpc>
              <a:spcBef>
                <a:spcPct val="0"/>
              </a:spcBef>
              <a:buClrTx/>
              <a:buFontTx/>
              <a:buNone/>
            </a:pPr>
            <a:r>
              <a:rPr lang="en-US" altLang="zh-CN" sz="2000" i="1" u="none">
                <a:latin typeface="Lucida Sans Unicode" panose="020B0602030504020204" pitchFamily="34" charset="0"/>
              </a:rPr>
              <a:t>loop  next</a:t>
            </a:r>
          </a:p>
          <a:p>
            <a:pPr lvl="1">
              <a:lnSpc>
                <a:spcPct val="115000"/>
              </a:lnSpc>
              <a:spcBef>
                <a:spcPct val="0"/>
              </a:spcBef>
              <a:buClrTx/>
              <a:buFontTx/>
              <a:buNone/>
            </a:pPr>
            <a:r>
              <a:rPr lang="en-US" altLang="zh-CN" sz="2000" i="1" u="none">
                <a:latin typeface="Lucida Sans Unicode" panose="020B0602030504020204" pitchFamily="34" charset="0"/>
              </a:rPr>
              <a:t>mov   [di], ax</a:t>
            </a:r>
          </a:p>
          <a:p>
            <a:pPr lvl="1">
              <a:lnSpc>
                <a:spcPct val="115000"/>
              </a:lnSpc>
              <a:spcBef>
                <a:spcPct val="0"/>
              </a:spcBef>
              <a:buClrTx/>
              <a:buFontTx/>
              <a:buNone/>
            </a:pPr>
            <a:r>
              <a:rPr lang="en-US" altLang="zh-CN" sz="2000" i="1" u="none">
                <a:latin typeface="Lucida Sans Unicode" panose="020B0602030504020204" pitchFamily="34" charset="0"/>
              </a:rPr>
              <a:t>……</a:t>
            </a:r>
            <a:endParaRPr lang="en-US" altLang="zh-CN" sz="2000" u="none">
              <a:latin typeface="Lucida Sans Unicode" panose="020B0602030504020204" pitchFamily="34" charset="0"/>
            </a:endParaRPr>
          </a:p>
          <a:p>
            <a:pPr lvl="1">
              <a:lnSpc>
                <a:spcPct val="115000"/>
              </a:lnSpc>
              <a:spcBef>
                <a:spcPct val="0"/>
              </a:spcBef>
              <a:buClrTx/>
              <a:buFontTx/>
              <a:buNone/>
            </a:pPr>
            <a:r>
              <a:rPr lang="en-US" altLang="zh-CN" sz="2000" u="none">
                <a:latin typeface="Lucida Sans Unicode" panose="020B0602030504020204" pitchFamily="34" charset="0"/>
              </a:rPr>
              <a:t>ret</a:t>
            </a:r>
          </a:p>
          <a:p>
            <a:pPr>
              <a:lnSpc>
                <a:spcPct val="115000"/>
              </a:lnSpc>
              <a:spcBef>
                <a:spcPct val="0"/>
              </a:spcBef>
              <a:buClrTx/>
              <a:buFontTx/>
              <a:buNone/>
            </a:pPr>
            <a:r>
              <a:rPr lang="en-US" altLang="zh-CN" sz="2000" u="none">
                <a:solidFill>
                  <a:srgbClr val="FF0000"/>
                </a:solidFill>
                <a:latin typeface="Lucida Sans Unicode" panose="020B0602030504020204" pitchFamily="34" charset="0"/>
              </a:rPr>
              <a:t>proadd </a:t>
            </a:r>
            <a:r>
              <a:rPr lang="en-US" altLang="zh-CN" sz="2000" u="none">
                <a:latin typeface="Lucida Sans Unicode" panose="020B0602030504020204" pitchFamily="34" charset="0"/>
              </a:rPr>
              <a:t> endp</a:t>
            </a:r>
          </a:p>
        </p:txBody>
      </p:sp>
      <p:sp>
        <p:nvSpPr>
          <p:cNvPr id="103429" name="Rectangle 5">
            <a:extLst>
              <a:ext uri="{FF2B5EF4-FFF2-40B4-BE49-F238E27FC236}">
                <a16:creationId xmlns:a16="http://schemas.microsoft.com/office/drawing/2014/main" id="{0A45E676-4427-4458-96AE-F17450C53821}"/>
              </a:ext>
            </a:extLst>
          </p:cNvPr>
          <p:cNvSpPr>
            <a:spLocks noChangeArrowheads="1"/>
          </p:cNvSpPr>
          <p:nvPr/>
        </p:nvSpPr>
        <p:spPr bwMode="auto">
          <a:xfrm>
            <a:off x="5562600" y="1219200"/>
            <a:ext cx="3124200" cy="5410200"/>
          </a:xfrm>
          <a:prstGeom prst="rect">
            <a:avLst/>
          </a:prstGeom>
          <a:noFill/>
          <a:ln w="12700">
            <a:solidFill>
              <a:schemeClr val="tx1"/>
            </a:solidFill>
            <a:prstDash val="dash"/>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sz="2400" b="0"/>
          </a:p>
        </p:txBody>
      </p:sp>
      <p:sp>
        <p:nvSpPr>
          <p:cNvPr id="103430" name="Rectangle 6">
            <a:extLst>
              <a:ext uri="{FF2B5EF4-FFF2-40B4-BE49-F238E27FC236}">
                <a16:creationId xmlns:a16="http://schemas.microsoft.com/office/drawing/2014/main" id="{1D6541A6-C544-4C52-93B8-396E44D6CB6C}"/>
              </a:ext>
            </a:extLst>
          </p:cNvPr>
          <p:cNvSpPr>
            <a:spLocks noChangeArrowheads="1"/>
          </p:cNvSpPr>
          <p:nvPr/>
        </p:nvSpPr>
        <p:spPr bwMode="auto">
          <a:xfrm>
            <a:off x="4038600" y="5562600"/>
            <a:ext cx="17240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zh-CN" altLang="en-US" sz="2400" u="none">
                <a:latin typeface="Lucida Sans Unicode" panose="020B0602030504020204" pitchFamily="34" charset="0"/>
              </a:rPr>
              <a:t>子程序中：</a:t>
            </a:r>
          </a:p>
        </p:txBody>
      </p:sp>
    </p:spTree>
    <p:custDataLst>
      <p:tags r:id="rId1"/>
    </p:custData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Text Box 2">
            <a:extLst>
              <a:ext uri="{FF2B5EF4-FFF2-40B4-BE49-F238E27FC236}">
                <a16:creationId xmlns:a16="http://schemas.microsoft.com/office/drawing/2014/main" id="{B0095A25-407C-410B-9502-72A5CA9C24AC}"/>
              </a:ext>
            </a:extLst>
          </p:cNvPr>
          <p:cNvSpPr txBox="1">
            <a:spLocks noChangeArrowheads="1"/>
          </p:cNvSpPr>
          <p:nvPr/>
        </p:nvSpPr>
        <p:spPr bwMode="auto">
          <a:xfrm>
            <a:off x="1600200" y="838200"/>
            <a:ext cx="5791200" cy="2574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dash"/>
                <a:miter lim="800000"/>
                <a:headEnd/>
                <a:tailEnd/>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lvl="1" algn="just">
              <a:spcBef>
                <a:spcPct val="0"/>
              </a:spcBef>
              <a:buClrTx/>
              <a:buFontTx/>
              <a:buNone/>
            </a:pPr>
            <a:endParaRPr lang="en-US" altLang="zh-CN" sz="2400" u="none">
              <a:latin typeface="Lucida Sans Unicode" panose="020B0602030504020204" pitchFamily="34" charset="0"/>
            </a:endParaRPr>
          </a:p>
          <a:p>
            <a:pPr algn="just">
              <a:spcBef>
                <a:spcPct val="0"/>
              </a:spcBef>
              <a:buClrTx/>
              <a:buFontTx/>
              <a:buNone/>
            </a:pPr>
            <a:endParaRPr lang="en-US" altLang="zh-CN" sz="2400" u="none">
              <a:latin typeface="Lucida Sans Unicode" panose="020B0602030504020204" pitchFamily="34" charset="0"/>
            </a:endParaRPr>
          </a:p>
          <a:p>
            <a:pPr algn="just">
              <a:lnSpc>
                <a:spcPct val="120000"/>
              </a:lnSpc>
              <a:spcBef>
                <a:spcPct val="0"/>
              </a:spcBef>
              <a:buClrTx/>
              <a:buFontTx/>
              <a:buNone/>
            </a:pPr>
            <a:r>
              <a:rPr lang="en-US" altLang="zh-CN" sz="2400" u="none">
                <a:latin typeface="Lucida Sans Unicode" panose="020B0602030504020204" pitchFamily="34" charset="0"/>
              </a:rPr>
              <a:t>       stack  segment</a:t>
            </a:r>
          </a:p>
          <a:p>
            <a:pPr algn="just">
              <a:lnSpc>
                <a:spcPct val="120000"/>
              </a:lnSpc>
              <a:spcBef>
                <a:spcPct val="0"/>
              </a:spcBef>
              <a:buClrTx/>
              <a:buFontTx/>
              <a:buNone/>
            </a:pPr>
            <a:r>
              <a:rPr lang="en-US" altLang="zh-CN" sz="2400" u="none">
                <a:latin typeface="Lucida Sans Unicode" panose="020B0602030504020204" pitchFamily="34" charset="0"/>
              </a:rPr>
              <a:t>                 dw      100     dup  (?)</a:t>
            </a:r>
          </a:p>
          <a:p>
            <a:pPr algn="just">
              <a:lnSpc>
                <a:spcPct val="120000"/>
              </a:lnSpc>
              <a:spcBef>
                <a:spcPct val="0"/>
              </a:spcBef>
              <a:buClrTx/>
              <a:buFontTx/>
              <a:buNone/>
            </a:pPr>
            <a:r>
              <a:rPr lang="en-US" altLang="zh-CN" sz="2400" u="none">
                <a:latin typeface="Lucida Sans Unicode" panose="020B0602030504020204" pitchFamily="34" charset="0"/>
              </a:rPr>
              <a:t>                 tos      label   word</a:t>
            </a:r>
          </a:p>
          <a:p>
            <a:pPr algn="just">
              <a:lnSpc>
                <a:spcPct val="120000"/>
              </a:lnSpc>
              <a:spcBef>
                <a:spcPct val="0"/>
              </a:spcBef>
              <a:buClrTx/>
              <a:buFontTx/>
              <a:buNone/>
            </a:pPr>
            <a:r>
              <a:rPr lang="en-US" altLang="zh-CN" sz="2400" u="none">
                <a:latin typeface="Lucida Sans Unicode" panose="020B0602030504020204" pitchFamily="34" charset="0"/>
              </a:rPr>
              <a:t>       stack  ends</a:t>
            </a:r>
            <a:endParaRPr lang="en-US" altLang="zh-CN" sz="2400" b="0" u="none">
              <a:latin typeface="Lucida Sans Unicode" panose="020B0602030504020204" pitchFamily="34" charset="0"/>
            </a:endParaRPr>
          </a:p>
        </p:txBody>
      </p:sp>
      <p:sp>
        <p:nvSpPr>
          <p:cNvPr id="104451" name="Rectangle 3">
            <a:extLst>
              <a:ext uri="{FF2B5EF4-FFF2-40B4-BE49-F238E27FC236}">
                <a16:creationId xmlns:a16="http://schemas.microsoft.com/office/drawing/2014/main" id="{0F7C7483-6ADF-4B77-A178-07DDD705A693}"/>
              </a:ext>
            </a:extLst>
          </p:cNvPr>
          <p:cNvSpPr>
            <a:spLocks noChangeArrowheads="1"/>
          </p:cNvSpPr>
          <p:nvPr/>
        </p:nvSpPr>
        <p:spPr bwMode="auto">
          <a:xfrm>
            <a:off x="1600200" y="609600"/>
            <a:ext cx="50260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2800" u="none">
                <a:latin typeface="楷体_GB2312" pitchFamily="49" charset="-122"/>
                <a:ea typeface="楷体_GB2312" pitchFamily="49" charset="-122"/>
              </a:rPr>
              <a:t>通过堆栈传送参数或参数地址</a:t>
            </a:r>
            <a:r>
              <a:rPr lang="en-US" altLang="zh-CN" sz="2800" u="none">
                <a:latin typeface="楷体_GB2312" pitchFamily="49" charset="-122"/>
                <a:ea typeface="楷体_GB2312" pitchFamily="49" charset="-122"/>
              </a:rPr>
              <a:t>:</a:t>
            </a:r>
          </a:p>
        </p:txBody>
      </p:sp>
      <p:sp>
        <p:nvSpPr>
          <p:cNvPr id="104452" name="Rectangle 4">
            <a:extLst>
              <a:ext uri="{FF2B5EF4-FFF2-40B4-BE49-F238E27FC236}">
                <a16:creationId xmlns:a16="http://schemas.microsoft.com/office/drawing/2014/main" id="{0C37D5E1-4495-4DCE-9FDF-902C63A5CB87}"/>
              </a:ext>
            </a:extLst>
          </p:cNvPr>
          <p:cNvSpPr>
            <a:spLocks noChangeArrowheads="1"/>
          </p:cNvSpPr>
          <p:nvPr/>
        </p:nvSpPr>
        <p:spPr bwMode="auto">
          <a:xfrm>
            <a:off x="2362200" y="4267200"/>
            <a:ext cx="3657600"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ClrTx/>
              <a:buFontTx/>
              <a:buNone/>
            </a:pPr>
            <a:r>
              <a:rPr lang="en-US" altLang="zh-CN" sz="2400" u="none">
                <a:latin typeface="Lucida Sans Unicode" panose="020B0602030504020204" pitchFamily="34" charset="0"/>
              </a:rPr>
              <a:t>mov   ax,  stack</a:t>
            </a:r>
          </a:p>
          <a:p>
            <a:pPr>
              <a:spcBef>
                <a:spcPct val="50000"/>
              </a:spcBef>
              <a:buClrTx/>
              <a:buFontTx/>
              <a:buNone/>
            </a:pPr>
            <a:r>
              <a:rPr lang="en-US" altLang="zh-CN" sz="2400" u="none">
                <a:latin typeface="Lucida Sans Unicode" panose="020B0602030504020204" pitchFamily="34" charset="0"/>
              </a:rPr>
              <a:t>mov   ss,  ax</a:t>
            </a:r>
          </a:p>
          <a:p>
            <a:pPr>
              <a:spcBef>
                <a:spcPct val="50000"/>
              </a:spcBef>
              <a:buClrTx/>
              <a:buFontTx/>
              <a:buNone/>
            </a:pPr>
            <a:r>
              <a:rPr lang="en-US" altLang="zh-CN" sz="2400" u="none">
                <a:latin typeface="Lucida Sans Unicode" panose="020B0602030504020204" pitchFamily="34" charset="0"/>
              </a:rPr>
              <a:t>mov   sp,  offset  tos</a:t>
            </a:r>
          </a:p>
        </p:txBody>
      </p:sp>
    </p:spTree>
    <p:custDataLst>
      <p:tags r:id="rId1"/>
    </p:custData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Text Box 2">
            <a:extLst>
              <a:ext uri="{FF2B5EF4-FFF2-40B4-BE49-F238E27FC236}">
                <a16:creationId xmlns:a16="http://schemas.microsoft.com/office/drawing/2014/main" id="{F8BBA923-EF34-4A99-A286-920091217E68}"/>
              </a:ext>
            </a:extLst>
          </p:cNvPr>
          <p:cNvSpPr txBox="1">
            <a:spLocks noChangeArrowheads="1"/>
          </p:cNvSpPr>
          <p:nvPr/>
        </p:nvSpPr>
        <p:spPr bwMode="auto">
          <a:xfrm>
            <a:off x="609600" y="381000"/>
            <a:ext cx="8001000"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dash"/>
                <a:miter lim="800000"/>
                <a:headEnd/>
                <a:tailEnd/>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0"/>
              </a:spcBef>
              <a:buClrTx/>
              <a:buFontTx/>
              <a:buNone/>
            </a:pPr>
            <a:endParaRPr lang="zh-CN" altLang="zh-CN" sz="2200" u="none">
              <a:ea typeface="楷体_GB2312" pitchFamily="49" charset="-122"/>
            </a:endParaRPr>
          </a:p>
        </p:txBody>
      </p:sp>
      <p:sp>
        <p:nvSpPr>
          <p:cNvPr id="105475" name="Text Box 3">
            <a:extLst>
              <a:ext uri="{FF2B5EF4-FFF2-40B4-BE49-F238E27FC236}">
                <a16:creationId xmlns:a16="http://schemas.microsoft.com/office/drawing/2014/main" id="{89F77D5D-6513-4789-B83D-9934D06D89D9}"/>
              </a:ext>
            </a:extLst>
          </p:cNvPr>
          <p:cNvSpPr txBox="1">
            <a:spLocks noChangeArrowheads="1"/>
          </p:cNvSpPr>
          <p:nvPr/>
        </p:nvSpPr>
        <p:spPr bwMode="auto">
          <a:xfrm>
            <a:off x="1981200" y="1371600"/>
            <a:ext cx="5943600"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dash"/>
                <a:miter lim="800000"/>
                <a:headEnd/>
                <a:tailEnd/>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0"/>
              </a:spcBef>
              <a:buClrTx/>
              <a:buFontTx/>
              <a:buNone/>
            </a:pPr>
            <a:r>
              <a:rPr lang="zh-CN" altLang="en-US" sz="2400" u="none">
                <a:sym typeface="Monotype Sorts" pitchFamily="2" charset="2"/>
              </a:rPr>
              <a:t>子程序的嵌套：</a:t>
            </a:r>
          </a:p>
          <a:p>
            <a:pPr algn="just">
              <a:spcBef>
                <a:spcPct val="0"/>
              </a:spcBef>
              <a:buClrTx/>
              <a:buFontTx/>
              <a:buNone/>
            </a:pPr>
            <a:endParaRPr lang="zh-CN" altLang="en-US" sz="2400" u="none">
              <a:ea typeface="楷体_GB2312" pitchFamily="49" charset="-122"/>
              <a:sym typeface="Monotype Sorts" pitchFamily="2" charset="2"/>
            </a:endParaRPr>
          </a:p>
          <a:p>
            <a:pPr algn="just">
              <a:spcBef>
                <a:spcPct val="0"/>
              </a:spcBef>
              <a:buClrTx/>
              <a:buFontTx/>
              <a:buNone/>
            </a:pPr>
            <a:r>
              <a:rPr lang="zh-CN" altLang="en-US" sz="2400" u="none">
                <a:ea typeface="楷体_GB2312" pitchFamily="49" charset="-122"/>
                <a:sym typeface="Monotype Sorts" pitchFamily="2" charset="2"/>
              </a:rPr>
              <a:t>   主程序</a:t>
            </a:r>
            <a:r>
              <a:rPr lang="zh-CN" altLang="en-US" sz="2400" u="none">
                <a:sym typeface="Monotype Sorts" pitchFamily="2" charset="2"/>
              </a:rPr>
              <a:t>                 </a:t>
            </a:r>
            <a:r>
              <a:rPr lang="zh-CN" altLang="en-US" sz="2400" u="none">
                <a:ea typeface="楷体_GB2312" pitchFamily="49" charset="-122"/>
                <a:sym typeface="Monotype Sorts" pitchFamily="2" charset="2"/>
              </a:rPr>
              <a:t>子程序</a:t>
            </a:r>
            <a:r>
              <a:rPr lang="en-US" altLang="zh-CN" sz="2400" u="none">
                <a:solidFill>
                  <a:schemeClr val="hlink"/>
                </a:solidFill>
                <a:latin typeface="Lucida Sans Unicode" panose="020B0602030504020204" pitchFamily="34" charset="0"/>
                <a:sym typeface="Monotype Sorts" pitchFamily="2" charset="2"/>
              </a:rPr>
              <a:t>A</a:t>
            </a:r>
            <a:r>
              <a:rPr lang="en-US" altLang="zh-CN" sz="2400" u="none">
                <a:solidFill>
                  <a:srgbClr val="0000FF"/>
                </a:solidFill>
                <a:sym typeface="Monotype Sorts" pitchFamily="2" charset="2"/>
              </a:rPr>
              <a:t> </a:t>
            </a:r>
            <a:r>
              <a:rPr lang="en-US" altLang="zh-CN" sz="2400" u="none">
                <a:sym typeface="Monotype Sorts" pitchFamily="2" charset="2"/>
              </a:rPr>
              <a:t>            </a:t>
            </a:r>
            <a:r>
              <a:rPr lang="zh-CN" altLang="en-US" sz="2400" u="none">
                <a:ea typeface="楷体_GB2312" pitchFamily="49" charset="-122"/>
                <a:sym typeface="Monotype Sorts" pitchFamily="2" charset="2"/>
              </a:rPr>
              <a:t>子程序</a:t>
            </a:r>
            <a:r>
              <a:rPr lang="en-US" altLang="zh-CN" sz="2400" u="none">
                <a:solidFill>
                  <a:srgbClr val="FF0000"/>
                </a:solidFill>
                <a:latin typeface="Lucida Sans Unicode" panose="020B0602030504020204" pitchFamily="34" charset="0"/>
                <a:sym typeface="Monotype Sorts" pitchFamily="2" charset="2"/>
              </a:rPr>
              <a:t>B</a:t>
            </a:r>
          </a:p>
        </p:txBody>
      </p:sp>
      <p:sp>
        <p:nvSpPr>
          <p:cNvPr id="105476" name="Text Box 4">
            <a:extLst>
              <a:ext uri="{FF2B5EF4-FFF2-40B4-BE49-F238E27FC236}">
                <a16:creationId xmlns:a16="http://schemas.microsoft.com/office/drawing/2014/main" id="{AE688299-36A5-499C-A6CF-62C9FD2D33F5}"/>
              </a:ext>
            </a:extLst>
          </p:cNvPr>
          <p:cNvSpPr txBox="1">
            <a:spLocks noChangeArrowheads="1"/>
          </p:cNvSpPr>
          <p:nvPr/>
        </p:nvSpPr>
        <p:spPr bwMode="auto">
          <a:xfrm>
            <a:off x="1905000" y="5715000"/>
            <a:ext cx="23034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50000"/>
              </a:spcBef>
              <a:buClrTx/>
              <a:buFontTx/>
              <a:buNone/>
            </a:pPr>
            <a:r>
              <a:rPr lang="zh-CN" altLang="en-US" sz="2400" u="none"/>
              <a:t>递归子程序：</a:t>
            </a:r>
            <a:r>
              <a:rPr lang="en-US" altLang="zh-CN" sz="2400" u="none"/>
              <a:t>n!</a:t>
            </a:r>
          </a:p>
        </p:txBody>
      </p:sp>
      <p:sp>
        <p:nvSpPr>
          <p:cNvPr id="105477" name="Rectangle 5">
            <a:extLst>
              <a:ext uri="{FF2B5EF4-FFF2-40B4-BE49-F238E27FC236}">
                <a16:creationId xmlns:a16="http://schemas.microsoft.com/office/drawing/2014/main" id="{48FBFC36-92E7-45E9-AEDE-477E3DECA382}"/>
              </a:ext>
            </a:extLst>
          </p:cNvPr>
          <p:cNvSpPr>
            <a:spLocks noChangeArrowheads="1"/>
          </p:cNvSpPr>
          <p:nvPr/>
        </p:nvSpPr>
        <p:spPr bwMode="auto">
          <a:xfrm>
            <a:off x="1600200" y="533400"/>
            <a:ext cx="57086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en-US" altLang="zh-CN" sz="3600" u="none">
                <a:solidFill>
                  <a:schemeClr val="tx2"/>
                </a:solidFill>
                <a:latin typeface="Arial" panose="020B0604020202020204" pitchFamily="34" charset="0"/>
              </a:rPr>
              <a:t>5.  </a:t>
            </a:r>
            <a:r>
              <a:rPr lang="zh-CN" altLang="en-US" sz="3600" u="none">
                <a:solidFill>
                  <a:schemeClr val="tx2"/>
                </a:solidFill>
              </a:rPr>
              <a:t>子程序的嵌套与递归</a:t>
            </a:r>
          </a:p>
        </p:txBody>
      </p:sp>
      <p:grpSp>
        <p:nvGrpSpPr>
          <p:cNvPr id="105478" name="Group 6">
            <a:extLst>
              <a:ext uri="{FF2B5EF4-FFF2-40B4-BE49-F238E27FC236}">
                <a16:creationId xmlns:a16="http://schemas.microsoft.com/office/drawing/2014/main" id="{F4F95C99-EE54-408B-AEC7-D11380DA36D5}"/>
              </a:ext>
            </a:extLst>
          </p:cNvPr>
          <p:cNvGrpSpPr>
            <a:grpSpLocks/>
          </p:cNvGrpSpPr>
          <p:nvPr/>
        </p:nvGrpSpPr>
        <p:grpSpPr bwMode="auto">
          <a:xfrm>
            <a:off x="1981200" y="2667000"/>
            <a:ext cx="1752600" cy="1447800"/>
            <a:chOff x="1152" y="2064"/>
            <a:chExt cx="1392" cy="1056"/>
          </a:xfrm>
        </p:grpSpPr>
        <p:sp>
          <p:nvSpPr>
            <p:cNvPr id="105489" name="Rectangle 7">
              <a:extLst>
                <a:ext uri="{FF2B5EF4-FFF2-40B4-BE49-F238E27FC236}">
                  <a16:creationId xmlns:a16="http://schemas.microsoft.com/office/drawing/2014/main" id="{D0FF2EF7-FE69-4664-A1FC-BCE60898B523}"/>
                </a:ext>
              </a:extLst>
            </p:cNvPr>
            <p:cNvSpPr>
              <a:spLocks noChangeArrowheads="1"/>
            </p:cNvSpPr>
            <p:nvPr/>
          </p:nvSpPr>
          <p:spPr bwMode="auto">
            <a:xfrm>
              <a:off x="1200" y="2064"/>
              <a:ext cx="1344" cy="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ClrTx/>
                <a:buFontTx/>
                <a:buNone/>
              </a:pPr>
              <a:r>
                <a:rPr lang="en-US" altLang="zh-CN" sz="2000" u="none">
                  <a:latin typeface="Lucida Sans Unicode" panose="020B0602030504020204" pitchFamily="34" charset="0"/>
                  <a:sym typeface="Monotype Sorts" pitchFamily="2" charset="2"/>
                </a:rPr>
                <a:t>……   </a:t>
              </a:r>
            </a:p>
            <a:p>
              <a:pPr>
                <a:spcBef>
                  <a:spcPct val="50000"/>
                </a:spcBef>
                <a:buClrTx/>
                <a:buFontTx/>
                <a:buNone/>
              </a:pPr>
              <a:r>
                <a:rPr lang="en-US" altLang="zh-CN" sz="2000" u="none">
                  <a:latin typeface="Lucida Sans Unicode" panose="020B0602030504020204" pitchFamily="34" charset="0"/>
                  <a:sym typeface="Monotype Sorts" pitchFamily="2" charset="2"/>
                </a:rPr>
                <a:t>call  </a:t>
              </a:r>
              <a:r>
                <a:rPr lang="en-US" altLang="zh-CN" sz="2000" u="none">
                  <a:solidFill>
                    <a:schemeClr val="hlink"/>
                  </a:solidFill>
                  <a:latin typeface="Lucida Sans Unicode" panose="020B0602030504020204" pitchFamily="34" charset="0"/>
                  <a:sym typeface="Monotype Sorts" pitchFamily="2" charset="2"/>
                </a:rPr>
                <a:t>proc_A</a:t>
              </a:r>
            </a:p>
            <a:p>
              <a:pPr>
                <a:spcBef>
                  <a:spcPct val="50000"/>
                </a:spcBef>
                <a:buClrTx/>
                <a:buFontTx/>
                <a:buNone/>
              </a:pPr>
              <a:r>
                <a:rPr lang="en-US" altLang="zh-CN" sz="2000" u="none">
                  <a:latin typeface="Lucida Sans Unicode" panose="020B0602030504020204" pitchFamily="34" charset="0"/>
                  <a:sym typeface="Monotype Sorts" pitchFamily="2" charset="2"/>
                </a:rPr>
                <a:t>……</a:t>
              </a:r>
            </a:p>
          </p:txBody>
        </p:sp>
        <p:sp>
          <p:nvSpPr>
            <p:cNvPr id="105490" name="Rectangle 8">
              <a:extLst>
                <a:ext uri="{FF2B5EF4-FFF2-40B4-BE49-F238E27FC236}">
                  <a16:creationId xmlns:a16="http://schemas.microsoft.com/office/drawing/2014/main" id="{BC1791C4-1EB4-4E62-B784-7F22C25B8C7B}"/>
                </a:ext>
              </a:extLst>
            </p:cNvPr>
            <p:cNvSpPr>
              <a:spLocks noChangeArrowheads="1"/>
            </p:cNvSpPr>
            <p:nvPr/>
          </p:nvSpPr>
          <p:spPr bwMode="auto">
            <a:xfrm>
              <a:off x="1152" y="2112"/>
              <a:ext cx="1392" cy="1008"/>
            </a:xfrm>
            <a:prstGeom prst="rect">
              <a:avLst/>
            </a:prstGeom>
            <a:noFill/>
            <a:ln w="12700">
              <a:solidFill>
                <a:schemeClr val="tx1"/>
              </a:solidFill>
              <a:prstDash val="dash"/>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sz="2400" b="0"/>
            </a:p>
          </p:txBody>
        </p:sp>
      </p:grpSp>
      <p:grpSp>
        <p:nvGrpSpPr>
          <p:cNvPr id="105479" name="Group 9">
            <a:extLst>
              <a:ext uri="{FF2B5EF4-FFF2-40B4-BE49-F238E27FC236}">
                <a16:creationId xmlns:a16="http://schemas.microsoft.com/office/drawing/2014/main" id="{DDB19CE7-7BEF-40A2-BBD9-772BB44E934C}"/>
              </a:ext>
            </a:extLst>
          </p:cNvPr>
          <p:cNvGrpSpPr>
            <a:grpSpLocks/>
          </p:cNvGrpSpPr>
          <p:nvPr/>
        </p:nvGrpSpPr>
        <p:grpSpPr bwMode="auto">
          <a:xfrm>
            <a:off x="4191000" y="2743200"/>
            <a:ext cx="1828800" cy="2514600"/>
            <a:chOff x="3264" y="2304"/>
            <a:chExt cx="1440" cy="1776"/>
          </a:xfrm>
        </p:grpSpPr>
        <p:sp>
          <p:nvSpPr>
            <p:cNvPr id="105487" name="Rectangle 10">
              <a:extLst>
                <a:ext uri="{FF2B5EF4-FFF2-40B4-BE49-F238E27FC236}">
                  <a16:creationId xmlns:a16="http://schemas.microsoft.com/office/drawing/2014/main" id="{CEDCE206-07E8-4D46-9535-B91BBB4CD5C5}"/>
                </a:ext>
              </a:extLst>
            </p:cNvPr>
            <p:cNvSpPr>
              <a:spLocks noChangeArrowheads="1"/>
            </p:cNvSpPr>
            <p:nvPr/>
          </p:nvSpPr>
          <p:spPr bwMode="auto">
            <a:xfrm>
              <a:off x="3312" y="2400"/>
              <a:ext cx="1344" cy="15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ClrTx/>
                <a:buFontTx/>
                <a:buNone/>
              </a:pPr>
              <a:r>
                <a:rPr lang="en-US" altLang="zh-CN" sz="2000" u="none">
                  <a:solidFill>
                    <a:schemeClr val="hlink"/>
                  </a:solidFill>
                  <a:latin typeface="Lucida Sans Unicode" panose="020B0602030504020204" pitchFamily="34" charset="0"/>
                  <a:sym typeface="Monotype Sorts" pitchFamily="2" charset="2"/>
                </a:rPr>
                <a:t>proc_A</a:t>
              </a:r>
              <a:r>
                <a:rPr lang="en-US" altLang="zh-CN" sz="2000" u="none">
                  <a:latin typeface="Lucida Sans Unicode" panose="020B0602030504020204" pitchFamily="34" charset="0"/>
                  <a:sym typeface="Monotype Sorts" pitchFamily="2" charset="2"/>
                </a:rPr>
                <a:t> </a:t>
              </a:r>
            </a:p>
            <a:p>
              <a:pPr>
                <a:spcBef>
                  <a:spcPct val="50000"/>
                </a:spcBef>
                <a:buClrTx/>
                <a:buFontTx/>
                <a:buNone/>
              </a:pPr>
              <a:r>
                <a:rPr lang="en-US" altLang="zh-CN" sz="2000" u="none">
                  <a:latin typeface="Lucida Sans Unicode" panose="020B0602030504020204" pitchFamily="34" charset="0"/>
                  <a:sym typeface="Monotype Sorts" pitchFamily="2" charset="2"/>
                </a:rPr>
                <a:t>……   </a:t>
              </a:r>
            </a:p>
            <a:p>
              <a:pPr>
                <a:spcBef>
                  <a:spcPct val="50000"/>
                </a:spcBef>
                <a:buClrTx/>
                <a:buFontTx/>
                <a:buNone/>
              </a:pPr>
              <a:r>
                <a:rPr lang="en-US" altLang="zh-CN" sz="2000" u="none">
                  <a:latin typeface="Lucida Sans Unicode" panose="020B0602030504020204" pitchFamily="34" charset="0"/>
                  <a:sym typeface="Monotype Sorts" pitchFamily="2" charset="2"/>
                </a:rPr>
                <a:t>call  </a:t>
              </a:r>
              <a:r>
                <a:rPr lang="en-US" altLang="zh-CN" sz="2000" u="none">
                  <a:solidFill>
                    <a:srgbClr val="FF0000"/>
                  </a:solidFill>
                  <a:latin typeface="Lucida Sans Unicode" panose="020B0602030504020204" pitchFamily="34" charset="0"/>
                  <a:sym typeface="Monotype Sorts" pitchFamily="2" charset="2"/>
                </a:rPr>
                <a:t>proc_B</a:t>
              </a:r>
            </a:p>
            <a:p>
              <a:pPr>
                <a:spcBef>
                  <a:spcPct val="50000"/>
                </a:spcBef>
                <a:buClrTx/>
                <a:buFontTx/>
                <a:buNone/>
              </a:pPr>
              <a:r>
                <a:rPr lang="en-US" altLang="zh-CN" sz="2000" u="none">
                  <a:latin typeface="Lucida Sans Unicode" panose="020B0602030504020204" pitchFamily="34" charset="0"/>
                  <a:sym typeface="Monotype Sorts" pitchFamily="2" charset="2"/>
                </a:rPr>
                <a:t>……</a:t>
              </a:r>
            </a:p>
            <a:p>
              <a:pPr>
                <a:spcBef>
                  <a:spcPct val="50000"/>
                </a:spcBef>
                <a:buClrTx/>
                <a:buFontTx/>
                <a:buNone/>
              </a:pPr>
              <a:r>
                <a:rPr lang="en-US" altLang="zh-CN" sz="2000" u="none">
                  <a:latin typeface="Lucida Sans Unicode" panose="020B0602030504020204" pitchFamily="34" charset="0"/>
                  <a:sym typeface="Monotype Sorts" pitchFamily="2" charset="2"/>
                </a:rPr>
                <a:t>ret</a:t>
              </a:r>
            </a:p>
          </p:txBody>
        </p:sp>
        <p:sp>
          <p:nvSpPr>
            <p:cNvPr id="105488" name="Rectangle 11">
              <a:extLst>
                <a:ext uri="{FF2B5EF4-FFF2-40B4-BE49-F238E27FC236}">
                  <a16:creationId xmlns:a16="http://schemas.microsoft.com/office/drawing/2014/main" id="{31D9F54D-380F-4274-B527-931682723D4E}"/>
                </a:ext>
              </a:extLst>
            </p:cNvPr>
            <p:cNvSpPr>
              <a:spLocks noChangeArrowheads="1"/>
            </p:cNvSpPr>
            <p:nvPr/>
          </p:nvSpPr>
          <p:spPr bwMode="auto">
            <a:xfrm>
              <a:off x="3264" y="2304"/>
              <a:ext cx="1440" cy="1776"/>
            </a:xfrm>
            <a:prstGeom prst="rect">
              <a:avLst/>
            </a:prstGeom>
            <a:noFill/>
            <a:ln w="12700">
              <a:solidFill>
                <a:schemeClr val="tx1"/>
              </a:solidFill>
              <a:prstDash val="dash"/>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sz="2400" b="0"/>
            </a:p>
          </p:txBody>
        </p:sp>
      </p:grpSp>
      <p:grpSp>
        <p:nvGrpSpPr>
          <p:cNvPr id="105480" name="Group 12">
            <a:extLst>
              <a:ext uri="{FF2B5EF4-FFF2-40B4-BE49-F238E27FC236}">
                <a16:creationId xmlns:a16="http://schemas.microsoft.com/office/drawing/2014/main" id="{CC4D6C63-0CEC-46F2-BCE4-DA37D68F0A53}"/>
              </a:ext>
            </a:extLst>
          </p:cNvPr>
          <p:cNvGrpSpPr>
            <a:grpSpLocks/>
          </p:cNvGrpSpPr>
          <p:nvPr/>
        </p:nvGrpSpPr>
        <p:grpSpPr bwMode="auto">
          <a:xfrm>
            <a:off x="6629400" y="2743200"/>
            <a:ext cx="1219200" cy="1524000"/>
            <a:chOff x="3264" y="2304"/>
            <a:chExt cx="1440" cy="1776"/>
          </a:xfrm>
        </p:grpSpPr>
        <p:sp>
          <p:nvSpPr>
            <p:cNvPr id="105485" name="Rectangle 13">
              <a:extLst>
                <a:ext uri="{FF2B5EF4-FFF2-40B4-BE49-F238E27FC236}">
                  <a16:creationId xmlns:a16="http://schemas.microsoft.com/office/drawing/2014/main" id="{10AD808F-3EE9-4F0E-B6F0-C25FB24D9DAC}"/>
                </a:ext>
              </a:extLst>
            </p:cNvPr>
            <p:cNvSpPr>
              <a:spLocks noChangeArrowheads="1"/>
            </p:cNvSpPr>
            <p:nvPr/>
          </p:nvSpPr>
          <p:spPr bwMode="auto">
            <a:xfrm>
              <a:off x="3312" y="2400"/>
              <a:ext cx="1345" cy="1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ClrTx/>
                <a:buFontTx/>
                <a:buNone/>
              </a:pPr>
              <a:r>
                <a:rPr lang="en-US" altLang="zh-CN" sz="2000" u="none">
                  <a:solidFill>
                    <a:srgbClr val="FF0000"/>
                  </a:solidFill>
                  <a:latin typeface="Lucida Sans Unicode" panose="020B0602030504020204" pitchFamily="34" charset="0"/>
                  <a:sym typeface="Monotype Sorts" pitchFamily="2" charset="2"/>
                </a:rPr>
                <a:t>proc_B</a:t>
              </a:r>
            </a:p>
            <a:p>
              <a:pPr>
                <a:spcBef>
                  <a:spcPct val="50000"/>
                </a:spcBef>
                <a:buClrTx/>
                <a:buFontTx/>
                <a:buNone/>
              </a:pPr>
              <a:r>
                <a:rPr lang="en-US" altLang="zh-CN" sz="2000" u="none">
                  <a:latin typeface="Lucida Sans Unicode" panose="020B0602030504020204" pitchFamily="34" charset="0"/>
                  <a:sym typeface="Monotype Sorts" pitchFamily="2" charset="2"/>
                </a:rPr>
                <a:t>……   </a:t>
              </a:r>
            </a:p>
            <a:p>
              <a:pPr>
                <a:spcBef>
                  <a:spcPct val="50000"/>
                </a:spcBef>
                <a:buClrTx/>
                <a:buFontTx/>
                <a:buNone/>
              </a:pPr>
              <a:r>
                <a:rPr lang="en-US" altLang="zh-CN" sz="2000" u="none">
                  <a:latin typeface="Lucida Sans Unicode" panose="020B0602030504020204" pitchFamily="34" charset="0"/>
                  <a:sym typeface="Monotype Sorts" pitchFamily="2" charset="2"/>
                </a:rPr>
                <a:t>ret</a:t>
              </a:r>
            </a:p>
          </p:txBody>
        </p:sp>
        <p:sp>
          <p:nvSpPr>
            <p:cNvPr id="105486" name="Rectangle 14">
              <a:extLst>
                <a:ext uri="{FF2B5EF4-FFF2-40B4-BE49-F238E27FC236}">
                  <a16:creationId xmlns:a16="http://schemas.microsoft.com/office/drawing/2014/main" id="{841AF75A-F5F0-4226-BE1D-4E5668C92F7C}"/>
                </a:ext>
              </a:extLst>
            </p:cNvPr>
            <p:cNvSpPr>
              <a:spLocks noChangeArrowheads="1"/>
            </p:cNvSpPr>
            <p:nvPr/>
          </p:nvSpPr>
          <p:spPr bwMode="auto">
            <a:xfrm>
              <a:off x="3264" y="2304"/>
              <a:ext cx="1440" cy="1776"/>
            </a:xfrm>
            <a:prstGeom prst="rect">
              <a:avLst/>
            </a:prstGeom>
            <a:noFill/>
            <a:ln w="12700">
              <a:solidFill>
                <a:schemeClr val="tx1"/>
              </a:solidFill>
              <a:prstDash val="dash"/>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sz="2400" b="0"/>
            </a:p>
          </p:txBody>
        </p:sp>
      </p:grpSp>
      <p:sp>
        <p:nvSpPr>
          <p:cNvPr id="105481" name="Line 15">
            <a:extLst>
              <a:ext uri="{FF2B5EF4-FFF2-40B4-BE49-F238E27FC236}">
                <a16:creationId xmlns:a16="http://schemas.microsoft.com/office/drawing/2014/main" id="{0A767B69-E497-4AC3-8D12-8598A8BDC68B}"/>
              </a:ext>
            </a:extLst>
          </p:cNvPr>
          <p:cNvSpPr>
            <a:spLocks noChangeShapeType="1"/>
          </p:cNvSpPr>
          <p:nvPr/>
        </p:nvSpPr>
        <p:spPr bwMode="auto">
          <a:xfrm flipV="1">
            <a:off x="3657600" y="3124200"/>
            <a:ext cx="609600" cy="228600"/>
          </a:xfrm>
          <a:prstGeom prst="line">
            <a:avLst/>
          </a:prstGeom>
          <a:noFill/>
          <a:ln w="1270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105482" name="Line 16">
            <a:extLst>
              <a:ext uri="{FF2B5EF4-FFF2-40B4-BE49-F238E27FC236}">
                <a16:creationId xmlns:a16="http://schemas.microsoft.com/office/drawing/2014/main" id="{02CDF3DB-A2F7-44F9-9144-7954C1956F9E}"/>
              </a:ext>
            </a:extLst>
          </p:cNvPr>
          <p:cNvSpPr>
            <a:spLocks noChangeShapeType="1"/>
          </p:cNvSpPr>
          <p:nvPr/>
        </p:nvSpPr>
        <p:spPr bwMode="auto">
          <a:xfrm flipV="1">
            <a:off x="5867400" y="3048000"/>
            <a:ext cx="838200" cy="914400"/>
          </a:xfrm>
          <a:prstGeom prst="line">
            <a:avLst/>
          </a:prstGeom>
          <a:noFill/>
          <a:ln w="1270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105483" name="Line 17">
            <a:extLst>
              <a:ext uri="{FF2B5EF4-FFF2-40B4-BE49-F238E27FC236}">
                <a16:creationId xmlns:a16="http://schemas.microsoft.com/office/drawing/2014/main" id="{30DD9FDA-9122-4B6A-9689-F6ADEB884755}"/>
              </a:ext>
            </a:extLst>
          </p:cNvPr>
          <p:cNvSpPr>
            <a:spLocks noChangeShapeType="1"/>
          </p:cNvSpPr>
          <p:nvPr/>
        </p:nvSpPr>
        <p:spPr bwMode="auto">
          <a:xfrm flipH="1">
            <a:off x="5486400" y="3962400"/>
            <a:ext cx="1219200" cy="228600"/>
          </a:xfrm>
          <a:prstGeom prst="line">
            <a:avLst/>
          </a:prstGeom>
          <a:noFill/>
          <a:ln w="1270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105484" name="Line 18">
            <a:extLst>
              <a:ext uri="{FF2B5EF4-FFF2-40B4-BE49-F238E27FC236}">
                <a16:creationId xmlns:a16="http://schemas.microsoft.com/office/drawing/2014/main" id="{CCC679AA-85BA-4484-8116-DCDE9099CA8B}"/>
              </a:ext>
            </a:extLst>
          </p:cNvPr>
          <p:cNvSpPr>
            <a:spLocks noChangeShapeType="1"/>
          </p:cNvSpPr>
          <p:nvPr/>
        </p:nvSpPr>
        <p:spPr bwMode="auto">
          <a:xfrm flipH="1" flipV="1">
            <a:off x="3352800" y="3505200"/>
            <a:ext cx="914400" cy="1447800"/>
          </a:xfrm>
          <a:prstGeom prst="line">
            <a:avLst/>
          </a:prstGeom>
          <a:noFill/>
          <a:ln w="1270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spAutoFit/>
          </a:bodyPr>
          <a:lstStyle/>
          <a:p>
            <a:endParaRPr lang="zh-CN" altLang="en-US"/>
          </a:p>
        </p:txBody>
      </p:sp>
    </p:spTree>
    <p:custDataLst>
      <p:tags r:id="rId1"/>
    </p:custData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a:extLst>
              <a:ext uri="{FF2B5EF4-FFF2-40B4-BE49-F238E27FC236}">
                <a16:creationId xmlns:a16="http://schemas.microsoft.com/office/drawing/2014/main" id="{405240DA-8199-4FA6-A213-07441ECA5F21}"/>
              </a:ext>
            </a:extLst>
          </p:cNvPr>
          <p:cNvSpPr>
            <a:spLocks noChangeArrowheads="1"/>
          </p:cNvSpPr>
          <p:nvPr/>
        </p:nvSpPr>
        <p:spPr bwMode="auto">
          <a:xfrm>
            <a:off x="3581400" y="2286000"/>
            <a:ext cx="2819400" cy="2776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Clr>
                <a:schemeClr val="tx2"/>
              </a:buClr>
              <a:buSzPct val="90000"/>
              <a:buFont typeface="Symbol" panose="05050102010706020507" pitchFamily="18" charset="2"/>
              <a:buNone/>
            </a:pPr>
            <a:r>
              <a:rPr lang="en-US" altLang="zh-CN" u="none" dirty="0">
                <a:latin typeface="Arial" panose="020B0604020202020204" pitchFamily="34" charset="0"/>
                <a:sym typeface="Symbol" panose="05050102010706020507" pitchFamily="18" charset="2"/>
              </a:rPr>
              <a:t>   </a:t>
            </a:r>
            <a:r>
              <a:rPr lang="zh-CN" altLang="en-US" u="none" dirty="0">
                <a:latin typeface="Arial" panose="020B0604020202020204" pitchFamily="34" charset="0"/>
                <a:sym typeface="Symbol" panose="05050102010706020507" pitchFamily="18" charset="2"/>
              </a:rPr>
              <a:t>宏</a:t>
            </a:r>
            <a:r>
              <a:rPr lang="zh-CN" altLang="en-US" u="none" dirty="0">
                <a:latin typeface="Arial" panose="020B0604020202020204" pitchFamily="34" charset="0"/>
              </a:rPr>
              <a:t>汇编</a:t>
            </a:r>
          </a:p>
          <a:p>
            <a:pPr eaLnBrk="1" hangingPunct="1">
              <a:lnSpc>
                <a:spcPct val="150000"/>
              </a:lnSpc>
              <a:spcBef>
                <a:spcPct val="50000"/>
              </a:spcBef>
              <a:buClr>
                <a:schemeClr val="tx2"/>
              </a:buClr>
              <a:buSzPct val="90000"/>
              <a:buFont typeface="Symbol" panose="05050102010706020507" pitchFamily="18" charset="2"/>
              <a:buNone/>
            </a:pPr>
            <a:r>
              <a:rPr lang="zh-CN" altLang="en-US" u="none" dirty="0">
                <a:latin typeface="Arial" panose="020B0604020202020204" pitchFamily="34" charset="0"/>
                <a:sym typeface="Symbol" panose="05050102010706020507" pitchFamily="18" charset="2"/>
              </a:rPr>
              <a:t>  </a:t>
            </a:r>
            <a:r>
              <a:rPr lang="zh-CN" altLang="en-US" u="none" dirty="0">
                <a:latin typeface="Arial" panose="020B0604020202020204" pitchFamily="34" charset="0"/>
              </a:rPr>
              <a:t> </a:t>
            </a:r>
            <a:r>
              <a:rPr lang="zh-CN" altLang="en-US" u="none" dirty="0">
                <a:solidFill>
                  <a:schemeClr val="bg1">
                    <a:lumMod val="85000"/>
                  </a:schemeClr>
                </a:solidFill>
                <a:latin typeface="Arial" panose="020B0604020202020204" pitchFamily="34" charset="0"/>
              </a:rPr>
              <a:t>重复汇编</a:t>
            </a:r>
          </a:p>
          <a:p>
            <a:pPr eaLnBrk="1" hangingPunct="1">
              <a:lnSpc>
                <a:spcPct val="150000"/>
              </a:lnSpc>
              <a:spcBef>
                <a:spcPct val="50000"/>
              </a:spcBef>
              <a:buClr>
                <a:schemeClr val="tx2"/>
              </a:buClr>
              <a:buSzPct val="90000"/>
              <a:buFont typeface="Symbol" panose="05050102010706020507" pitchFamily="18" charset="2"/>
              <a:buNone/>
            </a:pPr>
            <a:r>
              <a:rPr lang="zh-CN" altLang="en-US" u="none" dirty="0">
                <a:solidFill>
                  <a:schemeClr val="bg1">
                    <a:lumMod val="85000"/>
                  </a:schemeClr>
                </a:solidFill>
                <a:latin typeface="Arial" panose="020B0604020202020204" pitchFamily="34" charset="0"/>
                <a:sym typeface="Symbol" panose="05050102010706020507" pitchFamily="18" charset="2"/>
              </a:rPr>
              <a:t>   条件汇编</a:t>
            </a:r>
            <a:endParaRPr lang="zh-CN" altLang="en-US" u="none" dirty="0">
              <a:solidFill>
                <a:schemeClr val="bg1">
                  <a:lumMod val="85000"/>
                </a:schemeClr>
              </a:solidFill>
              <a:latin typeface="Arial" panose="020B0604020202020204" pitchFamily="34" charset="0"/>
            </a:endParaRPr>
          </a:p>
        </p:txBody>
      </p:sp>
      <p:sp>
        <p:nvSpPr>
          <p:cNvPr id="72709" name="AutoShape 5">
            <a:extLst>
              <a:ext uri="{FF2B5EF4-FFF2-40B4-BE49-F238E27FC236}">
                <a16:creationId xmlns:a16="http://schemas.microsoft.com/office/drawing/2014/main" id="{BBCCDA84-A09E-445F-9249-15A1B6BCE268}"/>
              </a:ext>
            </a:extLst>
          </p:cNvPr>
          <p:cNvSpPr>
            <a:spLocks noChangeArrowheads="1"/>
          </p:cNvSpPr>
          <p:nvPr/>
        </p:nvSpPr>
        <p:spPr bwMode="auto">
          <a:xfrm>
            <a:off x="5715000" y="2514600"/>
            <a:ext cx="533400" cy="457200"/>
          </a:xfrm>
          <a:prstGeom prst="star5">
            <a:avLst/>
          </a:prstGeom>
          <a:solidFill>
            <a:srgbClr val="FF0000"/>
          </a:solidFill>
          <a:ln w="9525">
            <a:solidFill>
              <a:schemeClr val="tx1"/>
            </a:solidFill>
            <a:miter lim="800000"/>
            <a:headEnd/>
            <a:tailEnd/>
          </a:ln>
          <a:effectLst/>
        </p:spPr>
        <p:txBody>
          <a:bodyPr wrap="none" anchor="ctr"/>
          <a:lstStyle/>
          <a:p>
            <a:pPr eaLnBrk="1" hangingPunct="1">
              <a:defRPr/>
            </a:pPr>
            <a:endParaRPr lang="zh-CN" altLang="en-US">
              <a:ea typeface="宋体" charset="-122"/>
            </a:endParaRPr>
          </a:p>
        </p:txBody>
      </p:sp>
    </p:spTree>
    <p:custDataLst>
      <p:tags r:id="rId1"/>
    </p:custData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a:extLst>
              <a:ext uri="{FF2B5EF4-FFF2-40B4-BE49-F238E27FC236}">
                <a16:creationId xmlns:a16="http://schemas.microsoft.com/office/drawing/2014/main" id="{189EE19A-BA15-47FD-ACA3-0F0CE38F3CC5}"/>
              </a:ext>
            </a:extLst>
          </p:cNvPr>
          <p:cNvSpPr>
            <a:spLocks noChangeArrowheads="1"/>
          </p:cNvSpPr>
          <p:nvPr/>
        </p:nvSpPr>
        <p:spPr bwMode="auto">
          <a:xfrm>
            <a:off x="1905000" y="762000"/>
            <a:ext cx="25908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en-US" altLang="zh-CN" sz="3600" u="none">
                <a:solidFill>
                  <a:schemeClr val="tx2"/>
                </a:solidFill>
                <a:latin typeface="Arial" panose="020B0604020202020204" pitchFamily="34" charset="0"/>
              </a:rPr>
              <a:t>1.  </a:t>
            </a:r>
            <a:r>
              <a:rPr lang="zh-CN" altLang="en-US" sz="3600" u="none">
                <a:solidFill>
                  <a:schemeClr val="tx2"/>
                </a:solidFill>
                <a:latin typeface="Arial" panose="020B0604020202020204" pitchFamily="34" charset="0"/>
              </a:rPr>
              <a:t>宏汇编</a:t>
            </a:r>
          </a:p>
        </p:txBody>
      </p:sp>
      <p:sp>
        <p:nvSpPr>
          <p:cNvPr id="107523" name="Rectangle 3">
            <a:extLst>
              <a:ext uri="{FF2B5EF4-FFF2-40B4-BE49-F238E27FC236}">
                <a16:creationId xmlns:a16="http://schemas.microsoft.com/office/drawing/2014/main" id="{2BB2883B-0F8D-47F4-85F9-E08B78075A04}"/>
              </a:ext>
            </a:extLst>
          </p:cNvPr>
          <p:cNvSpPr>
            <a:spLocks noChangeArrowheads="1"/>
          </p:cNvSpPr>
          <p:nvPr/>
        </p:nvSpPr>
        <p:spPr bwMode="auto">
          <a:xfrm>
            <a:off x="1905000" y="1905000"/>
            <a:ext cx="6781800"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ClrTx/>
              <a:buFontTx/>
              <a:buNone/>
            </a:pPr>
            <a:r>
              <a:rPr lang="en-US" altLang="zh-CN" sz="2400" u="none">
                <a:solidFill>
                  <a:schemeClr val="hlink"/>
                </a:solidFill>
              </a:rPr>
              <a:t>        </a:t>
            </a:r>
            <a:r>
              <a:rPr lang="zh-CN" altLang="en-US" sz="2400" u="none">
                <a:solidFill>
                  <a:schemeClr val="hlink"/>
                </a:solidFill>
              </a:rPr>
              <a:t>宏</a:t>
            </a:r>
            <a:r>
              <a:rPr lang="zh-CN" altLang="en-US" sz="2400" u="none"/>
              <a:t>：</a:t>
            </a:r>
            <a:r>
              <a:rPr lang="zh-CN" altLang="en-US" sz="2400" u="none">
                <a:ea typeface="楷体_GB2312" pitchFamily="49" charset="-122"/>
              </a:rPr>
              <a:t>源程序中一段有独立功能的程序代码。</a:t>
            </a:r>
          </a:p>
          <a:p>
            <a:pPr>
              <a:spcBef>
                <a:spcPct val="50000"/>
              </a:spcBef>
              <a:buClrTx/>
              <a:buFontTx/>
              <a:buNone/>
            </a:pPr>
            <a:r>
              <a:rPr lang="zh-CN" altLang="en-US" sz="2400" u="none">
                <a:solidFill>
                  <a:schemeClr val="hlink"/>
                </a:solidFill>
              </a:rPr>
              <a:t>宏指令</a:t>
            </a:r>
            <a:r>
              <a:rPr lang="zh-CN" altLang="en-US" sz="2400" u="none"/>
              <a:t>：</a:t>
            </a:r>
            <a:r>
              <a:rPr lang="zh-CN" altLang="en-US" sz="2400" u="none">
                <a:latin typeface="楷体_GB2312" pitchFamily="49" charset="-122"/>
                <a:ea typeface="楷体_GB2312" pitchFamily="49" charset="-122"/>
              </a:rPr>
              <a:t>用户自定义的指令。在编程时，将多次</a:t>
            </a:r>
          </a:p>
          <a:p>
            <a:pPr>
              <a:spcBef>
                <a:spcPct val="50000"/>
              </a:spcBef>
              <a:buClrTx/>
              <a:buFontTx/>
              <a:buNone/>
            </a:pPr>
            <a:r>
              <a:rPr lang="zh-CN" altLang="en-US" sz="2400" u="none">
                <a:latin typeface="楷体_GB2312" pitchFamily="49" charset="-122"/>
                <a:ea typeface="楷体_GB2312" pitchFamily="49" charset="-122"/>
              </a:rPr>
              <a:t>        使用的功能用一条宏指令来代替。 </a:t>
            </a:r>
          </a:p>
        </p:txBody>
      </p:sp>
      <p:grpSp>
        <p:nvGrpSpPr>
          <p:cNvPr id="107524" name="Group 4">
            <a:extLst>
              <a:ext uri="{FF2B5EF4-FFF2-40B4-BE49-F238E27FC236}">
                <a16:creationId xmlns:a16="http://schemas.microsoft.com/office/drawing/2014/main" id="{75E79B37-ED9B-4F45-A906-888AB78AF508}"/>
              </a:ext>
            </a:extLst>
          </p:cNvPr>
          <p:cNvGrpSpPr>
            <a:grpSpLocks/>
          </p:cNvGrpSpPr>
          <p:nvPr/>
        </p:nvGrpSpPr>
        <p:grpSpPr bwMode="auto">
          <a:xfrm>
            <a:off x="2133600" y="4419600"/>
            <a:ext cx="5029200" cy="1552575"/>
            <a:chOff x="624" y="3264"/>
            <a:chExt cx="3168" cy="978"/>
          </a:xfrm>
        </p:grpSpPr>
        <p:sp>
          <p:nvSpPr>
            <p:cNvPr id="107525" name="Text Box 5">
              <a:extLst>
                <a:ext uri="{FF2B5EF4-FFF2-40B4-BE49-F238E27FC236}">
                  <a16:creationId xmlns:a16="http://schemas.microsoft.com/office/drawing/2014/main" id="{9B25DE41-9273-4070-AB7B-21519E174542}"/>
                </a:ext>
              </a:extLst>
            </p:cNvPr>
            <p:cNvSpPr txBox="1">
              <a:spLocks noChangeArrowheads="1"/>
            </p:cNvSpPr>
            <p:nvPr/>
          </p:nvSpPr>
          <p:spPr bwMode="auto">
            <a:xfrm>
              <a:off x="624" y="3552"/>
              <a:ext cx="139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dash"/>
                  <a:miter lim="800000"/>
                  <a:headEnd/>
                  <a:tailEnd/>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50000"/>
                </a:spcBef>
                <a:buClrTx/>
                <a:buFontTx/>
                <a:buNone/>
              </a:pPr>
              <a:r>
                <a:rPr lang="zh-CN" altLang="en-US" sz="2400" u="none">
                  <a:latin typeface="Lucida Sans Unicode" panose="020B0602030504020204" pitchFamily="34" charset="0"/>
                </a:rPr>
                <a:t>汇编语言程序</a:t>
              </a:r>
              <a:endParaRPr lang="zh-CN" altLang="en-US" sz="2400" b="0" u="none">
                <a:solidFill>
                  <a:schemeClr val="accent2"/>
                </a:solidFill>
                <a:latin typeface="Lucida Sans Unicode" panose="020B0602030504020204" pitchFamily="34" charset="0"/>
              </a:endParaRPr>
            </a:p>
          </p:txBody>
        </p:sp>
        <p:sp>
          <p:nvSpPr>
            <p:cNvPr id="107526" name="Text Box 6">
              <a:extLst>
                <a:ext uri="{FF2B5EF4-FFF2-40B4-BE49-F238E27FC236}">
                  <a16:creationId xmlns:a16="http://schemas.microsoft.com/office/drawing/2014/main" id="{75BF181C-F0EE-4078-B953-5B718E5F6FC3}"/>
                </a:ext>
              </a:extLst>
            </p:cNvPr>
            <p:cNvSpPr txBox="1">
              <a:spLocks noChangeArrowheads="1"/>
            </p:cNvSpPr>
            <p:nvPr/>
          </p:nvSpPr>
          <p:spPr bwMode="auto">
            <a:xfrm>
              <a:off x="2064" y="3264"/>
              <a:ext cx="1728" cy="9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dash"/>
                  <a:miter lim="800000"/>
                  <a:headEnd/>
                  <a:tailEnd/>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50000"/>
                </a:spcBef>
                <a:buClrTx/>
                <a:buFontTx/>
                <a:buNone/>
              </a:pPr>
              <a:r>
                <a:rPr lang="zh-CN" altLang="en-US" sz="2400" u="none">
                  <a:latin typeface="Lucida Sans Unicode" panose="020B0602030504020204" pitchFamily="34" charset="0"/>
                </a:rPr>
                <a:t>指令</a:t>
              </a:r>
            </a:p>
            <a:p>
              <a:pPr algn="just">
                <a:spcBef>
                  <a:spcPct val="50000"/>
                </a:spcBef>
                <a:buClrTx/>
                <a:buFontTx/>
                <a:buNone/>
              </a:pPr>
              <a:r>
                <a:rPr lang="zh-CN" altLang="en-US" sz="2400" u="none">
                  <a:latin typeface="Lucida Sans Unicode" panose="020B0602030504020204" pitchFamily="34" charset="0"/>
                </a:rPr>
                <a:t>伪指令（伪操作）</a:t>
              </a:r>
            </a:p>
            <a:p>
              <a:pPr algn="just">
                <a:spcBef>
                  <a:spcPct val="50000"/>
                </a:spcBef>
                <a:buClrTx/>
                <a:buFontTx/>
                <a:buNone/>
              </a:pPr>
              <a:r>
                <a:rPr lang="zh-CN" altLang="en-US" sz="2400" u="none">
                  <a:solidFill>
                    <a:schemeClr val="hlink"/>
                  </a:solidFill>
                  <a:latin typeface="Lucida Sans Unicode" panose="020B0602030504020204" pitchFamily="34" charset="0"/>
                </a:rPr>
                <a:t>宏指令</a:t>
              </a:r>
            </a:p>
          </p:txBody>
        </p:sp>
        <p:sp>
          <p:nvSpPr>
            <p:cNvPr id="107527" name="AutoShape 7">
              <a:extLst>
                <a:ext uri="{FF2B5EF4-FFF2-40B4-BE49-F238E27FC236}">
                  <a16:creationId xmlns:a16="http://schemas.microsoft.com/office/drawing/2014/main" id="{F7FEDA35-CA78-41EF-B452-6F36D7F43558}"/>
                </a:ext>
              </a:extLst>
            </p:cNvPr>
            <p:cNvSpPr>
              <a:spLocks/>
            </p:cNvSpPr>
            <p:nvPr/>
          </p:nvSpPr>
          <p:spPr bwMode="auto">
            <a:xfrm>
              <a:off x="1920" y="3360"/>
              <a:ext cx="96" cy="768"/>
            </a:xfrm>
            <a:prstGeom prst="leftBrace">
              <a:avLst>
                <a:gd name="adj1" fmla="val 66667"/>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sz="2400" b="0"/>
            </a:p>
          </p:txBody>
        </p:sp>
      </p:grpSp>
    </p:spTree>
    <p:custDataLst>
      <p:tags r:id="rId1"/>
    </p:custData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Text Box 2">
            <a:extLst>
              <a:ext uri="{FF2B5EF4-FFF2-40B4-BE49-F238E27FC236}">
                <a16:creationId xmlns:a16="http://schemas.microsoft.com/office/drawing/2014/main" id="{C878A187-AE6D-4826-8B32-76C9E012E8E3}"/>
              </a:ext>
            </a:extLst>
          </p:cNvPr>
          <p:cNvSpPr txBox="1">
            <a:spLocks noChangeArrowheads="1"/>
          </p:cNvSpPr>
          <p:nvPr/>
        </p:nvSpPr>
        <p:spPr bwMode="auto">
          <a:xfrm>
            <a:off x="1828800" y="685800"/>
            <a:ext cx="6096000" cy="548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dash"/>
                <a:miter lim="800000"/>
                <a:headEnd/>
                <a:tailEnd/>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0"/>
              </a:spcBef>
              <a:buClrTx/>
              <a:buFontTx/>
              <a:buNone/>
            </a:pPr>
            <a:r>
              <a:rPr lang="zh-CN" altLang="en-US" sz="2800" u="none">
                <a:solidFill>
                  <a:srgbClr val="FF0000"/>
                </a:solidFill>
              </a:rPr>
              <a:t>宏定义：</a:t>
            </a:r>
            <a:endParaRPr lang="zh-CN" altLang="en-US" sz="2800" b="0" u="none">
              <a:solidFill>
                <a:srgbClr val="FF0000"/>
              </a:solidFill>
            </a:endParaRPr>
          </a:p>
          <a:p>
            <a:pPr algn="just">
              <a:spcBef>
                <a:spcPct val="0"/>
              </a:spcBef>
              <a:buClrTx/>
              <a:buFontTx/>
              <a:buNone/>
            </a:pPr>
            <a:r>
              <a:rPr lang="zh-CN" altLang="en-US" sz="2400" b="0" u="none"/>
              <a:t>               </a:t>
            </a:r>
          </a:p>
          <a:p>
            <a:pPr algn="just">
              <a:spcBef>
                <a:spcPct val="0"/>
              </a:spcBef>
              <a:buClrTx/>
              <a:buFontTx/>
              <a:buNone/>
            </a:pPr>
            <a:r>
              <a:rPr lang="zh-CN" altLang="en-US" sz="2400" b="0" u="none"/>
              <a:t>        </a:t>
            </a:r>
            <a:r>
              <a:rPr lang="en-US" altLang="zh-CN" sz="2400" u="none">
                <a:latin typeface="Lucida Sans Unicode" panose="020B0602030504020204" pitchFamily="34" charset="0"/>
              </a:rPr>
              <a:t>macro_name</a:t>
            </a:r>
            <a:r>
              <a:rPr lang="en-US" altLang="zh-CN" sz="2400" u="none"/>
              <a:t>     </a:t>
            </a:r>
            <a:r>
              <a:rPr lang="en-US" altLang="zh-CN" sz="2400" u="none">
                <a:solidFill>
                  <a:schemeClr val="hlink"/>
                </a:solidFill>
              </a:rPr>
              <a:t>MACRO</a:t>
            </a:r>
            <a:r>
              <a:rPr lang="en-US" altLang="zh-CN" sz="2400" u="none"/>
              <a:t>  </a:t>
            </a:r>
            <a:r>
              <a:rPr lang="en-US" altLang="zh-CN" sz="2400" u="none">
                <a:latin typeface="楷体_GB2312" pitchFamily="49" charset="-122"/>
                <a:ea typeface="楷体_GB2312" pitchFamily="49" charset="-122"/>
              </a:rPr>
              <a:t>[</a:t>
            </a:r>
            <a:r>
              <a:rPr lang="zh-CN" altLang="en-US" sz="2400" u="none">
                <a:latin typeface="楷体_GB2312" pitchFamily="49" charset="-122"/>
                <a:ea typeface="楷体_GB2312" pitchFamily="49" charset="-122"/>
              </a:rPr>
              <a:t>哑元表</a:t>
            </a:r>
            <a:r>
              <a:rPr lang="en-US" altLang="zh-CN" sz="2400" u="none">
                <a:latin typeface="楷体_GB2312" pitchFamily="49" charset="-122"/>
                <a:ea typeface="楷体_GB2312" pitchFamily="49" charset="-122"/>
              </a:rPr>
              <a:t>]    </a:t>
            </a:r>
            <a:r>
              <a:rPr lang="en-US" altLang="zh-CN" sz="2400" u="none"/>
              <a:t> </a:t>
            </a:r>
          </a:p>
          <a:p>
            <a:pPr algn="just">
              <a:spcBef>
                <a:spcPct val="0"/>
              </a:spcBef>
              <a:buClrTx/>
              <a:buFontTx/>
              <a:buNone/>
            </a:pPr>
            <a:r>
              <a:rPr lang="en-US" altLang="zh-CN" sz="2400" u="none"/>
              <a:t>                                      [ LOCAL   </a:t>
            </a:r>
            <a:r>
              <a:rPr lang="zh-CN" altLang="en-US" sz="2400" u="none">
                <a:ea typeface="楷体_GB2312" pitchFamily="49" charset="-122"/>
              </a:rPr>
              <a:t>标号表 </a:t>
            </a:r>
            <a:r>
              <a:rPr lang="en-US" altLang="zh-CN" sz="2400" u="none"/>
              <a:t>]</a:t>
            </a:r>
          </a:p>
          <a:p>
            <a:pPr lvl="4" algn="just">
              <a:spcBef>
                <a:spcPct val="0"/>
              </a:spcBef>
              <a:buFontTx/>
              <a:buNone/>
            </a:pPr>
            <a:r>
              <a:rPr lang="en-US" altLang="zh-CN" sz="2400" b="1" u="none"/>
              <a:t>              ……     </a:t>
            </a:r>
            <a:r>
              <a:rPr lang="zh-CN" altLang="en-US" sz="2400" b="1" u="none">
                <a:ea typeface="楷体_GB2312" pitchFamily="49" charset="-122"/>
              </a:rPr>
              <a:t>（宏定义体）</a:t>
            </a:r>
            <a:r>
              <a:rPr lang="zh-CN" altLang="en-US" sz="2400" b="1" u="none"/>
              <a:t>              </a:t>
            </a:r>
          </a:p>
          <a:p>
            <a:pPr algn="just">
              <a:spcBef>
                <a:spcPct val="0"/>
              </a:spcBef>
              <a:buClrTx/>
              <a:buFontTx/>
              <a:buNone/>
            </a:pPr>
            <a:r>
              <a:rPr lang="zh-CN" altLang="en-US" sz="2400" u="none"/>
              <a:t>                                      </a:t>
            </a:r>
            <a:r>
              <a:rPr lang="en-US" altLang="zh-CN" sz="2400" u="none">
                <a:solidFill>
                  <a:schemeClr val="hlink"/>
                </a:solidFill>
              </a:rPr>
              <a:t>ENDM</a:t>
            </a:r>
          </a:p>
          <a:p>
            <a:pPr algn="just">
              <a:spcBef>
                <a:spcPct val="0"/>
              </a:spcBef>
              <a:buClrTx/>
              <a:buFontTx/>
              <a:buNone/>
            </a:pPr>
            <a:endParaRPr lang="en-US" altLang="zh-CN" sz="2400" u="none"/>
          </a:p>
          <a:p>
            <a:pPr algn="just">
              <a:spcBef>
                <a:spcPct val="0"/>
              </a:spcBef>
              <a:buClrTx/>
              <a:buFontTx/>
              <a:buNone/>
            </a:pPr>
            <a:r>
              <a:rPr lang="zh-CN" altLang="en-US" sz="2800" u="none">
                <a:solidFill>
                  <a:srgbClr val="FF0000"/>
                </a:solidFill>
              </a:rPr>
              <a:t>宏调用：</a:t>
            </a:r>
            <a:r>
              <a:rPr lang="zh-CN" altLang="en-US" sz="2800" u="none">
                <a:solidFill>
                  <a:srgbClr val="FFFF00"/>
                </a:solidFill>
              </a:rPr>
              <a:t> </a:t>
            </a:r>
            <a:r>
              <a:rPr lang="zh-CN" altLang="en-US" sz="2400" u="none">
                <a:latin typeface="楷体_GB2312" pitchFamily="49" charset="-122"/>
                <a:ea typeface="楷体_GB2312" pitchFamily="49" charset="-122"/>
              </a:rPr>
              <a:t>（必须先定义后调用）</a:t>
            </a:r>
            <a:endParaRPr lang="zh-CN" altLang="en-US" sz="2800" u="none">
              <a:solidFill>
                <a:srgbClr val="FFFF00"/>
              </a:solidFill>
            </a:endParaRPr>
          </a:p>
          <a:p>
            <a:pPr algn="just">
              <a:spcBef>
                <a:spcPct val="0"/>
              </a:spcBef>
              <a:buClrTx/>
              <a:buFontTx/>
              <a:buNone/>
            </a:pPr>
            <a:r>
              <a:rPr lang="zh-CN" altLang="en-US" sz="2400" b="0" u="none"/>
              <a:t>               </a:t>
            </a:r>
          </a:p>
          <a:p>
            <a:pPr algn="just">
              <a:spcBef>
                <a:spcPct val="0"/>
              </a:spcBef>
              <a:buClrTx/>
              <a:buFontTx/>
              <a:buNone/>
            </a:pPr>
            <a:r>
              <a:rPr lang="zh-CN" altLang="en-US" sz="2400" b="0" u="none"/>
              <a:t>        </a:t>
            </a:r>
            <a:r>
              <a:rPr lang="en-US" altLang="zh-CN" sz="2400" u="none">
                <a:latin typeface="Lucida Sans Unicode" panose="020B0602030504020204" pitchFamily="34" charset="0"/>
              </a:rPr>
              <a:t>macro_name</a:t>
            </a:r>
            <a:r>
              <a:rPr lang="en-US" altLang="zh-CN" sz="2400" u="none"/>
              <a:t>    </a:t>
            </a:r>
            <a:r>
              <a:rPr lang="en-US" altLang="zh-CN" sz="2400" u="none">
                <a:latin typeface="楷体_GB2312" pitchFamily="49" charset="-122"/>
                <a:ea typeface="楷体_GB2312" pitchFamily="49" charset="-122"/>
              </a:rPr>
              <a:t>[</a:t>
            </a:r>
            <a:r>
              <a:rPr lang="zh-CN" altLang="en-US" sz="2400" u="none">
                <a:latin typeface="楷体_GB2312" pitchFamily="49" charset="-122"/>
                <a:ea typeface="楷体_GB2312" pitchFamily="49" charset="-122"/>
              </a:rPr>
              <a:t>实元表</a:t>
            </a:r>
            <a:r>
              <a:rPr lang="en-US" altLang="zh-CN" sz="2400" u="none">
                <a:latin typeface="楷体_GB2312" pitchFamily="49" charset="-122"/>
                <a:ea typeface="楷体_GB2312" pitchFamily="49" charset="-122"/>
              </a:rPr>
              <a:t>]  </a:t>
            </a:r>
          </a:p>
          <a:p>
            <a:pPr algn="just">
              <a:spcBef>
                <a:spcPct val="0"/>
              </a:spcBef>
              <a:buClrTx/>
              <a:buFontTx/>
              <a:buNone/>
            </a:pPr>
            <a:endParaRPr lang="en-US" altLang="zh-CN" sz="2400" u="none">
              <a:latin typeface="楷体_GB2312" pitchFamily="49" charset="-122"/>
              <a:ea typeface="楷体_GB2312" pitchFamily="49" charset="-122"/>
            </a:endParaRPr>
          </a:p>
          <a:p>
            <a:pPr algn="just">
              <a:spcBef>
                <a:spcPct val="0"/>
              </a:spcBef>
              <a:buClrTx/>
              <a:buFontTx/>
              <a:buNone/>
            </a:pPr>
            <a:r>
              <a:rPr lang="zh-CN" altLang="en-US" sz="2800" u="none">
                <a:solidFill>
                  <a:srgbClr val="FF0000"/>
                </a:solidFill>
              </a:rPr>
              <a:t>宏展开：</a:t>
            </a:r>
          </a:p>
          <a:p>
            <a:pPr algn="just">
              <a:spcBef>
                <a:spcPct val="0"/>
              </a:spcBef>
              <a:buClrTx/>
              <a:buFontTx/>
              <a:buNone/>
            </a:pPr>
            <a:endParaRPr lang="zh-CN" altLang="en-US" sz="2800" u="none">
              <a:solidFill>
                <a:srgbClr val="FFFF00"/>
              </a:solidFill>
            </a:endParaRPr>
          </a:p>
          <a:p>
            <a:pPr algn="just">
              <a:spcBef>
                <a:spcPct val="0"/>
              </a:spcBef>
              <a:buClrTx/>
              <a:buFontTx/>
              <a:buNone/>
            </a:pPr>
            <a:r>
              <a:rPr lang="zh-CN" altLang="en-US" sz="2400" u="none">
                <a:latin typeface="楷体_GB2312" pitchFamily="49" charset="-122"/>
                <a:ea typeface="楷体_GB2312" pitchFamily="49" charset="-122"/>
              </a:rPr>
              <a:t>    </a:t>
            </a:r>
            <a:r>
              <a:rPr lang="zh-CN" altLang="en-US" sz="2600" u="none">
                <a:latin typeface="楷体_GB2312" pitchFamily="49" charset="-122"/>
                <a:ea typeface="楷体_GB2312" pitchFamily="49" charset="-122"/>
              </a:rPr>
              <a:t>汇编程序把</a:t>
            </a:r>
            <a:r>
              <a:rPr lang="zh-CN" altLang="en-US" sz="2600" u="none">
                <a:solidFill>
                  <a:srgbClr val="FF0000"/>
                </a:solidFill>
                <a:latin typeface="楷体_GB2312" pitchFamily="49" charset="-122"/>
                <a:ea typeface="楷体_GB2312" pitchFamily="49" charset="-122"/>
              </a:rPr>
              <a:t>宏调用</a:t>
            </a:r>
            <a:r>
              <a:rPr lang="zh-CN" altLang="en-US" sz="2600" u="none">
                <a:latin typeface="楷体_GB2312" pitchFamily="49" charset="-122"/>
                <a:ea typeface="楷体_GB2312" pitchFamily="49" charset="-122"/>
              </a:rPr>
              <a:t>展开</a:t>
            </a:r>
          </a:p>
        </p:txBody>
      </p:sp>
    </p:spTree>
    <p:custDataLst>
      <p:tags r:id="rId1"/>
    </p:custData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Text Box 2">
            <a:extLst>
              <a:ext uri="{FF2B5EF4-FFF2-40B4-BE49-F238E27FC236}">
                <a16:creationId xmlns:a16="http://schemas.microsoft.com/office/drawing/2014/main" id="{1EF45F02-2FD7-4CAD-A5EB-45CF6EE6FF26}"/>
              </a:ext>
            </a:extLst>
          </p:cNvPr>
          <p:cNvSpPr txBox="1">
            <a:spLocks noChangeArrowheads="1"/>
          </p:cNvSpPr>
          <p:nvPr/>
        </p:nvSpPr>
        <p:spPr bwMode="auto">
          <a:xfrm>
            <a:off x="1600200" y="304800"/>
            <a:ext cx="3429000" cy="621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dash"/>
                <a:miter lim="800000"/>
                <a:headEnd/>
                <a:tailEnd/>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0"/>
              </a:spcBef>
              <a:buClrTx/>
              <a:buFontTx/>
              <a:buNone/>
            </a:pPr>
            <a:r>
              <a:rPr lang="zh-CN" altLang="en-US" sz="2600" u="none"/>
              <a:t>例：求绝对值</a:t>
            </a:r>
            <a:endParaRPr lang="zh-CN" altLang="en-US" sz="2600" b="0" u="none"/>
          </a:p>
          <a:p>
            <a:pPr algn="just">
              <a:spcBef>
                <a:spcPct val="0"/>
              </a:spcBef>
              <a:buClrTx/>
              <a:buFontTx/>
              <a:buNone/>
            </a:pPr>
            <a:endParaRPr lang="zh-CN" altLang="en-US" sz="2400" b="0" u="none"/>
          </a:p>
          <a:p>
            <a:pPr algn="just">
              <a:spcBef>
                <a:spcPct val="0"/>
              </a:spcBef>
              <a:buClrTx/>
              <a:buFontTx/>
              <a:buNone/>
            </a:pPr>
            <a:r>
              <a:rPr lang="zh-CN" altLang="en-US" sz="2400" u="none">
                <a:solidFill>
                  <a:schemeClr val="hlink"/>
                </a:solidFill>
              </a:rPr>
              <a:t>宏定义</a:t>
            </a:r>
            <a:r>
              <a:rPr lang="zh-CN" altLang="en-US" sz="2400" u="none">
                <a:solidFill>
                  <a:srgbClr val="FFFF00"/>
                </a:solidFill>
              </a:rPr>
              <a:t>：</a:t>
            </a:r>
          </a:p>
          <a:p>
            <a:pPr lvl="1" algn="just">
              <a:spcBef>
                <a:spcPct val="0"/>
              </a:spcBef>
              <a:buClrTx/>
              <a:buFontTx/>
              <a:buNone/>
            </a:pPr>
            <a:endParaRPr lang="zh-CN" altLang="en-US" sz="2000" u="none">
              <a:latin typeface="Lucida Sans Unicode" panose="020B0602030504020204" pitchFamily="34" charset="0"/>
            </a:endParaRPr>
          </a:p>
          <a:p>
            <a:pPr algn="just">
              <a:spcBef>
                <a:spcPct val="0"/>
              </a:spcBef>
              <a:buClrTx/>
              <a:buFontTx/>
              <a:buNone/>
            </a:pPr>
            <a:r>
              <a:rPr lang="en-US" altLang="zh-CN" sz="2000" u="none">
                <a:latin typeface="Lucida Sans Unicode" panose="020B0602030504020204" pitchFamily="34" charset="0"/>
              </a:rPr>
              <a:t>absol   </a:t>
            </a:r>
            <a:r>
              <a:rPr lang="en-US" altLang="zh-CN" sz="2000" u="none">
                <a:solidFill>
                  <a:srgbClr val="FF3300"/>
                </a:solidFill>
                <a:latin typeface="Lucida Sans Unicode" panose="020B0602030504020204" pitchFamily="34" charset="0"/>
              </a:rPr>
              <a:t>MACRO</a:t>
            </a:r>
            <a:r>
              <a:rPr lang="en-US" altLang="zh-CN" sz="2000" u="none">
                <a:latin typeface="Lucida Sans Unicode" panose="020B0602030504020204" pitchFamily="34" charset="0"/>
              </a:rPr>
              <a:t>   </a:t>
            </a:r>
            <a:r>
              <a:rPr lang="en-US" altLang="zh-CN" sz="2000" u="none">
                <a:solidFill>
                  <a:schemeClr val="hlink"/>
                </a:solidFill>
                <a:latin typeface="Lucida Sans Unicode" panose="020B0602030504020204" pitchFamily="34" charset="0"/>
              </a:rPr>
              <a:t>oper</a:t>
            </a:r>
          </a:p>
          <a:p>
            <a:pPr algn="just">
              <a:lnSpc>
                <a:spcPct val="120000"/>
              </a:lnSpc>
              <a:spcBef>
                <a:spcPct val="0"/>
              </a:spcBef>
              <a:buClrTx/>
              <a:buFontTx/>
              <a:buNone/>
            </a:pPr>
            <a:r>
              <a:rPr lang="en-US" altLang="zh-CN" sz="2000" u="none">
                <a:latin typeface="Lucida Sans Unicode" panose="020B0602030504020204" pitchFamily="34" charset="0"/>
              </a:rPr>
              <a:t>           </a:t>
            </a:r>
            <a:r>
              <a:rPr lang="en-US" altLang="zh-CN" sz="2000" i="1" u="none">
                <a:latin typeface="Lucida Sans Unicode" panose="020B0602030504020204" pitchFamily="34" charset="0"/>
              </a:rPr>
              <a:t>LOCAL  next</a:t>
            </a:r>
          </a:p>
          <a:p>
            <a:pPr algn="just">
              <a:lnSpc>
                <a:spcPct val="120000"/>
              </a:lnSpc>
              <a:spcBef>
                <a:spcPct val="0"/>
              </a:spcBef>
              <a:buClrTx/>
              <a:buFontTx/>
              <a:buNone/>
            </a:pPr>
            <a:r>
              <a:rPr lang="en-US" altLang="zh-CN" sz="2000" u="none">
                <a:latin typeface="Lucida Sans Unicode" panose="020B0602030504020204" pitchFamily="34" charset="0"/>
              </a:rPr>
              <a:t>           cmp  </a:t>
            </a:r>
            <a:r>
              <a:rPr lang="en-US" altLang="zh-CN" sz="2000" u="none">
                <a:solidFill>
                  <a:schemeClr val="hlink"/>
                </a:solidFill>
                <a:latin typeface="Lucida Sans Unicode" panose="020B0602030504020204" pitchFamily="34" charset="0"/>
              </a:rPr>
              <a:t>oper</a:t>
            </a:r>
            <a:r>
              <a:rPr lang="en-US" altLang="zh-CN" sz="2000" u="none">
                <a:solidFill>
                  <a:schemeClr val="folHlink"/>
                </a:solidFill>
                <a:latin typeface="Lucida Sans Unicode" panose="020B0602030504020204" pitchFamily="34" charset="0"/>
              </a:rPr>
              <a:t> </a:t>
            </a:r>
            <a:r>
              <a:rPr lang="en-US" altLang="zh-CN" sz="2000" u="none">
                <a:latin typeface="Lucida Sans Unicode" panose="020B0602030504020204" pitchFamily="34" charset="0"/>
              </a:rPr>
              <a:t>, 0</a:t>
            </a:r>
          </a:p>
          <a:p>
            <a:pPr algn="just">
              <a:lnSpc>
                <a:spcPct val="120000"/>
              </a:lnSpc>
              <a:spcBef>
                <a:spcPct val="0"/>
              </a:spcBef>
              <a:buClrTx/>
              <a:buFontTx/>
              <a:buNone/>
            </a:pPr>
            <a:r>
              <a:rPr lang="en-US" altLang="zh-CN" sz="2000" u="none">
                <a:latin typeface="Lucida Sans Unicode" panose="020B0602030504020204" pitchFamily="34" charset="0"/>
              </a:rPr>
              <a:t>           jge   next</a:t>
            </a:r>
          </a:p>
          <a:p>
            <a:pPr algn="just">
              <a:lnSpc>
                <a:spcPct val="120000"/>
              </a:lnSpc>
              <a:spcBef>
                <a:spcPct val="0"/>
              </a:spcBef>
              <a:buClrTx/>
              <a:buFontTx/>
              <a:buNone/>
            </a:pPr>
            <a:r>
              <a:rPr lang="en-US" altLang="zh-CN" sz="2000" u="none">
                <a:latin typeface="Lucida Sans Unicode" panose="020B0602030504020204" pitchFamily="34" charset="0"/>
              </a:rPr>
              <a:t>           neg  </a:t>
            </a:r>
            <a:r>
              <a:rPr lang="en-US" altLang="zh-CN" sz="2000" u="none">
                <a:solidFill>
                  <a:schemeClr val="hlink"/>
                </a:solidFill>
                <a:latin typeface="Lucida Sans Unicode" panose="020B0602030504020204" pitchFamily="34" charset="0"/>
              </a:rPr>
              <a:t>oper</a:t>
            </a:r>
          </a:p>
          <a:p>
            <a:pPr algn="just">
              <a:lnSpc>
                <a:spcPct val="120000"/>
              </a:lnSpc>
              <a:spcBef>
                <a:spcPct val="0"/>
              </a:spcBef>
              <a:buClrTx/>
              <a:buFontTx/>
              <a:buNone/>
            </a:pPr>
            <a:r>
              <a:rPr lang="en-US" altLang="zh-CN" sz="2000" u="none">
                <a:latin typeface="Lucida Sans Unicode" panose="020B0602030504020204" pitchFamily="34" charset="0"/>
              </a:rPr>
              <a:t>next:  </a:t>
            </a:r>
          </a:p>
          <a:p>
            <a:pPr algn="just">
              <a:lnSpc>
                <a:spcPct val="120000"/>
              </a:lnSpc>
              <a:spcBef>
                <a:spcPct val="0"/>
              </a:spcBef>
              <a:buClrTx/>
              <a:buFontTx/>
              <a:buNone/>
            </a:pPr>
            <a:r>
              <a:rPr lang="en-US" altLang="zh-CN" sz="2000" u="none">
                <a:latin typeface="Lucida Sans Unicode" panose="020B0602030504020204" pitchFamily="34" charset="0"/>
              </a:rPr>
              <a:t>           </a:t>
            </a:r>
            <a:r>
              <a:rPr lang="en-US" altLang="zh-CN" sz="2000" u="none">
                <a:solidFill>
                  <a:srgbClr val="FF3300"/>
                </a:solidFill>
                <a:latin typeface="Lucida Sans Unicode" panose="020B0602030504020204" pitchFamily="34" charset="0"/>
              </a:rPr>
              <a:t>ENDM</a:t>
            </a:r>
          </a:p>
          <a:p>
            <a:pPr algn="just">
              <a:spcBef>
                <a:spcPct val="0"/>
              </a:spcBef>
              <a:buClrTx/>
              <a:buFontTx/>
              <a:buNone/>
            </a:pPr>
            <a:endParaRPr lang="en-US" altLang="zh-CN" sz="2000" u="none">
              <a:latin typeface="Lucida Sans Unicode" panose="020B0602030504020204" pitchFamily="34" charset="0"/>
            </a:endParaRPr>
          </a:p>
          <a:p>
            <a:pPr algn="just">
              <a:spcBef>
                <a:spcPct val="0"/>
              </a:spcBef>
              <a:buClrTx/>
              <a:buFontTx/>
              <a:buNone/>
            </a:pPr>
            <a:r>
              <a:rPr lang="zh-CN" altLang="en-US" sz="2400" u="none">
                <a:solidFill>
                  <a:schemeClr val="hlink"/>
                </a:solidFill>
              </a:rPr>
              <a:t>宏调用</a:t>
            </a:r>
            <a:r>
              <a:rPr lang="zh-CN" altLang="en-US" sz="2400" u="none">
                <a:solidFill>
                  <a:srgbClr val="FFFF00"/>
                </a:solidFill>
              </a:rPr>
              <a:t>：</a:t>
            </a:r>
          </a:p>
          <a:p>
            <a:pPr lvl="1" algn="just">
              <a:spcBef>
                <a:spcPct val="0"/>
              </a:spcBef>
              <a:buClrTx/>
              <a:buFontTx/>
              <a:buNone/>
            </a:pPr>
            <a:r>
              <a:rPr lang="en-US" altLang="zh-CN" sz="2000" u="none">
                <a:latin typeface="Lucida Sans Unicode" panose="020B0602030504020204" pitchFamily="34" charset="0"/>
              </a:rPr>
              <a:t>……</a:t>
            </a:r>
          </a:p>
          <a:p>
            <a:pPr lvl="1" algn="just">
              <a:spcBef>
                <a:spcPct val="0"/>
              </a:spcBef>
              <a:buClrTx/>
              <a:buFontTx/>
              <a:buNone/>
            </a:pPr>
            <a:r>
              <a:rPr lang="en-US" altLang="zh-CN" sz="2000" u="none">
                <a:latin typeface="Lucida Sans Unicode" panose="020B0602030504020204" pitchFamily="34" charset="0"/>
              </a:rPr>
              <a:t>absol  </a:t>
            </a:r>
            <a:r>
              <a:rPr lang="en-US" altLang="zh-CN" sz="2000" u="none">
                <a:solidFill>
                  <a:schemeClr val="hlink"/>
                </a:solidFill>
                <a:latin typeface="Lucida Sans Unicode" panose="020B0602030504020204" pitchFamily="34" charset="0"/>
              </a:rPr>
              <a:t>var</a:t>
            </a:r>
          </a:p>
          <a:p>
            <a:pPr lvl="1" algn="just">
              <a:spcBef>
                <a:spcPct val="0"/>
              </a:spcBef>
              <a:buClrTx/>
              <a:buFontTx/>
              <a:buNone/>
            </a:pPr>
            <a:r>
              <a:rPr lang="en-US" altLang="zh-CN" sz="2000" u="none">
                <a:latin typeface="Lucida Sans Unicode" panose="020B0602030504020204" pitchFamily="34" charset="0"/>
              </a:rPr>
              <a:t>……</a:t>
            </a:r>
          </a:p>
          <a:p>
            <a:pPr lvl="1" algn="just">
              <a:spcBef>
                <a:spcPct val="0"/>
              </a:spcBef>
              <a:buClrTx/>
              <a:buFontTx/>
              <a:buNone/>
            </a:pPr>
            <a:r>
              <a:rPr lang="en-US" altLang="zh-CN" sz="2000" u="none">
                <a:latin typeface="Lucida Sans Unicode" panose="020B0602030504020204" pitchFamily="34" charset="0"/>
              </a:rPr>
              <a:t>absol  </a:t>
            </a:r>
            <a:r>
              <a:rPr lang="en-US" altLang="zh-CN" sz="2000" u="none">
                <a:solidFill>
                  <a:schemeClr val="hlink"/>
                </a:solidFill>
                <a:latin typeface="Lucida Sans Unicode" panose="020B0602030504020204" pitchFamily="34" charset="0"/>
              </a:rPr>
              <a:t>bx</a:t>
            </a:r>
          </a:p>
          <a:p>
            <a:pPr lvl="1" algn="just">
              <a:spcBef>
                <a:spcPct val="0"/>
              </a:spcBef>
              <a:buClrTx/>
              <a:buFontTx/>
              <a:buNone/>
            </a:pPr>
            <a:r>
              <a:rPr lang="en-US" altLang="zh-CN" sz="2000" u="none">
                <a:latin typeface="Lucida Sans Unicode" panose="020B0602030504020204" pitchFamily="34" charset="0"/>
              </a:rPr>
              <a:t>……</a:t>
            </a:r>
          </a:p>
        </p:txBody>
      </p:sp>
      <p:sp>
        <p:nvSpPr>
          <p:cNvPr id="109571" name="Text Box 3">
            <a:extLst>
              <a:ext uri="{FF2B5EF4-FFF2-40B4-BE49-F238E27FC236}">
                <a16:creationId xmlns:a16="http://schemas.microsoft.com/office/drawing/2014/main" id="{4732207D-447F-4C6F-A84E-DFDF5669ACEB}"/>
              </a:ext>
            </a:extLst>
          </p:cNvPr>
          <p:cNvSpPr txBox="1">
            <a:spLocks noChangeArrowheads="1"/>
          </p:cNvSpPr>
          <p:nvPr/>
        </p:nvSpPr>
        <p:spPr bwMode="auto">
          <a:xfrm>
            <a:off x="5105400" y="1295400"/>
            <a:ext cx="3352800" cy="483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dash"/>
                <a:miter lim="800000"/>
                <a:headEnd/>
                <a:tailEnd/>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0"/>
              </a:spcBef>
              <a:buClrTx/>
              <a:buFontTx/>
              <a:buNone/>
            </a:pPr>
            <a:r>
              <a:rPr lang="zh-CN" altLang="en-US" sz="2400" u="none">
                <a:solidFill>
                  <a:schemeClr val="hlink"/>
                </a:solidFill>
              </a:rPr>
              <a:t>宏展开：</a:t>
            </a:r>
            <a:endParaRPr lang="zh-CN" altLang="en-US" sz="2400" b="0" u="none">
              <a:solidFill>
                <a:schemeClr val="hlink"/>
              </a:solidFill>
            </a:endParaRPr>
          </a:p>
          <a:p>
            <a:pPr algn="just">
              <a:spcBef>
                <a:spcPct val="0"/>
              </a:spcBef>
              <a:buClrTx/>
              <a:buFontTx/>
              <a:buNone/>
            </a:pPr>
            <a:r>
              <a:rPr lang="zh-CN" altLang="en-US" sz="2400" b="0" u="none"/>
              <a:t>                 </a:t>
            </a:r>
            <a:r>
              <a:rPr lang="en-US" altLang="zh-CN" sz="2400" u="none"/>
              <a:t>……</a:t>
            </a:r>
          </a:p>
          <a:p>
            <a:pPr algn="just">
              <a:spcBef>
                <a:spcPct val="0"/>
              </a:spcBef>
              <a:buClrTx/>
              <a:buFontTx/>
              <a:buNone/>
            </a:pPr>
            <a:r>
              <a:rPr lang="en-US" altLang="zh-CN" sz="2400" u="none"/>
              <a:t>+               cmp  </a:t>
            </a:r>
            <a:r>
              <a:rPr lang="en-US" altLang="zh-CN" sz="2400" u="none">
                <a:solidFill>
                  <a:schemeClr val="hlink"/>
                </a:solidFill>
              </a:rPr>
              <a:t>var </a:t>
            </a:r>
            <a:r>
              <a:rPr lang="en-US" altLang="zh-CN" sz="2400" u="none"/>
              <a:t>, 0</a:t>
            </a:r>
          </a:p>
          <a:p>
            <a:pPr algn="just">
              <a:spcBef>
                <a:spcPct val="0"/>
              </a:spcBef>
              <a:buClrTx/>
              <a:buFontTx/>
              <a:buNone/>
            </a:pPr>
            <a:r>
              <a:rPr lang="en-US" altLang="zh-CN" sz="2400" u="none"/>
              <a:t>+               jge    ??0000</a:t>
            </a:r>
          </a:p>
          <a:p>
            <a:pPr algn="just">
              <a:spcBef>
                <a:spcPct val="0"/>
              </a:spcBef>
              <a:buClrTx/>
              <a:buFontTx/>
              <a:buNone/>
            </a:pPr>
            <a:r>
              <a:rPr lang="en-US" altLang="zh-CN" sz="2400" u="none"/>
              <a:t>+               </a:t>
            </a:r>
            <a:r>
              <a:rPr lang="en-US" altLang="zh-CN" sz="2400" u="none">
                <a:solidFill>
                  <a:schemeClr val="hlink"/>
                </a:solidFill>
              </a:rPr>
              <a:t>neg   var</a:t>
            </a:r>
          </a:p>
          <a:p>
            <a:pPr algn="just">
              <a:spcBef>
                <a:spcPct val="0"/>
              </a:spcBef>
              <a:buClrTx/>
              <a:buFontTx/>
              <a:buNone/>
            </a:pPr>
            <a:r>
              <a:rPr lang="en-US" altLang="zh-CN" sz="2400" u="none"/>
              <a:t>+  ??0000:  </a:t>
            </a:r>
          </a:p>
          <a:p>
            <a:pPr algn="just">
              <a:spcBef>
                <a:spcPct val="0"/>
              </a:spcBef>
              <a:buClrTx/>
              <a:buFontTx/>
              <a:buNone/>
            </a:pPr>
            <a:endParaRPr lang="en-US" altLang="zh-CN" sz="2400" u="none"/>
          </a:p>
          <a:p>
            <a:pPr algn="just">
              <a:spcBef>
                <a:spcPct val="0"/>
              </a:spcBef>
              <a:buClrTx/>
              <a:buFontTx/>
              <a:buNone/>
            </a:pPr>
            <a:r>
              <a:rPr lang="en-US" altLang="zh-CN" sz="2400" u="none"/>
              <a:t>                  ……</a:t>
            </a:r>
          </a:p>
          <a:p>
            <a:pPr algn="just">
              <a:spcBef>
                <a:spcPct val="0"/>
              </a:spcBef>
              <a:buClrTx/>
              <a:buFontTx/>
              <a:buNone/>
            </a:pPr>
            <a:r>
              <a:rPr lang="en-US" altLang="zh-CN" sz="2400" u="none"/>
              <a:t>+               cmp  </a:t>
            </a:r>
            <a:r>
              <a:rPr lang="en-US" altLang="zh-CN" sz="2400" u="none">
                <a:solidFill>
                  <a:schemeClr val="hlink"/>
                </a:solidFill>
              </a:rPr>
              <a:t>bx</a:t>
            </a:r>
            <a:r>
              <a:rPr lang="en-US" altLang="zh-CN" sz="2400" u="none">
                <a:solidFill>
                  <a:schemeClr val="folHlink"/>
                </a:solidFill>
              </a:rPr>
              <a:t> </a:t>
            </a:r>
            <a:r>
              <a:rPr lang="en-US" altLang="zh-CN" sz="2400" u="none"/>
              <a:t>, 0</a:t>
            </a:r>
          </a:p>
          <a:p>
            <a:pPr algn="just">
              <a:spcBef>
                <a:spcPct val="0"/>
              </a:spcBef>
              <a:buClrTx/>
              <a:buFontTx/>
              <a:buNone/>
            </a:pPr>
            <a:r>
              <a:rPr lang="en-US" altLang="zh-CN" sz="2400" u="none"/>
              <a:t>+               jge    ??0001</a:t>
            </a:r>
          </a:p>
          <a:p>
            <a:pPr algn="just">
              <a:spcBef>
                <a:spcPct val="0"/>
              </a:spcBef>
              <a:buClrTx/>
              <a:buFontTx/>
              <a:buNone/>
            </a:pPr>
            <a:r>
              <a:rPr lang="en-US" altLang="zh-CN" sz="2400" u="none"/>
              <a:t>+               neg   </a:t>
            </a:r>
            <a:r>
              <a:rPr lang="en-US" altLang="zh-CN" sz="2400" u="none">
                <a:solidFill>
                  <a:schemeClr val="hlink"/>
                </a:solidFill>
              </a:rPr>
              <a:t>bx</a:t>
            </a:r>
          </a:p>
          <a:p>
            <a:pPr algn="just">
              <a:spcBef>
                <a:spcPct val="0"/>
              </a:spcBef>
              <a:buClrTx/>
              <a:buFontTx/>
              <a:buNone/>
            </a:pPr>
            <a:r>
              <a:rPr lang="en-US" altLang="zh-CN" sz="2400" u="none"/>
              <a:t>+  ??0001:  </a:t>
            </a:r>
          </a:p>
          <a:p>
            <a:pPr algn="just">
              <a:spcBef>
                <a:spcPct val="0"/>
              </a:spcBef>
              <a:buClrTx/>
              <a:buFontTx/>
              <a:buNone/>
            </a:pPr>
            <a:r>
              <a:rPr lang="en-US" altLang="zh-CN" sz="2400" u="none"/>
              <a:t>                 ……</a:t>
            </a:r>
            <a:endParaRPr lang="en-US" altLang="zh-CN" sz="2400" b="0" u="none">
              <a:solidFill>
                <a:schemeClr val="accent2"/>
              </a:solidFill>
              <a:latin typeface="Lucida Sans Unicode" panose="020B0602030504020204" pitchFamily="34" charset="0"/>
            </a:endParaRPr>
          </a:p>
        </p:txBody>
      </p:sp>
      <p:sp>
        <p:nvSpPr>
          <p:cNvPr id="109572" name="Rectangle 4">
            <a:extLst>
              <a:ext uri="{FF2B5EF4-FFF2-40B4-BE49-F238E27FC236}">
                <a16:creationId xmlns:a16="http://schemas.microsoft.com/office/drawing/2014/main" id="{695D7905-0DC0-4C83-84CB-740723B1CC46}"/>
              </a:ext>
            </a:extLst>
          </p:cNvPr>
          <p:cNvSpPr>
            <a:spLocks noChangeArrowheads="1"/>
          </p:cNvSpPr>
          <p:nvPr/>
        </p:nvSpPr>
        <p:spPr bwMode="auto">
          <a:xfrm>
            <a:off x="4953000" y="2057400"/>
            <a:ext cx="3352800" cy="1524000"/>
          </a:xfrm>
          <a:prstGeom prst="rect">
            <a:avLst/>
          </a:prstGeom>
          <a:noFill/>
          <a:ln w="9525">
            <a:solidFill>
              <a:schemeClr val="tx1"/>
            </a:solidFill>
            <a:prstDash val="dash"/>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sz="2400" b="0"/>
          </a:p>
        </p:txBody>
      </p:sp>
      <p:sp>
        <p:nvSpPr>
          <p:cNvPr id="109573" name="Rectangle 5">
            <a:extLst>
              <a:ext uri="{FF2B5EF4-FFF2-40B4-BE49-F238E27FC236}">
                <a16:creationId xmlns:a16="http://schemas.microsoft.com/office/drawing/2014/main" id="{5E5F7535-115C-434E-A2DF-0584C5DFA9B8}"/>
              </a:ext>
            </a:extLst>
          </p:cNvPr>
          <p:cNvSpPr>
            <a:spLocks noChangeArrowheads="1"/>
          </p:cNvSpPr>
          <p:nvPr/>
        </p:nvSpPr>
        <p:spPr bwMode="auto">
          <a:xfrm>
            <a:off x="4953000" y="4267200"/>
            <a:ext cx="3352800" cy="1524000"/>
          </a:xfrm>
          <a:prstGeom prst="rect">
            <a:avLst/>
          </a:prstGeom>
          <a:noFill/>
          <a:ln w="9525">
            <a:solidFill>
              <a:schemeClr val="tx1"/>
            </a:solidFill>
            <a:prstDash val="dash"/>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sz="2400" b="0"/>
          </a:p>
        </p:txBody>
      </p:sp>
      <p:sp>
        <p:nvSpPr>
          <p:cNvPr id="109574" name="Line 6">
            <a:extLst>
              <a:ext uri="{FF2B5EF4-FFF2-40B4-BE49-F238E27FC236}">
                <a16:creationId xmlns:a16="http://schemas.microsoft.com/office/drawing/2014/main" id="{331DB747-674A-43AC-B4E8-98FD0584E4A0}"/>
              </a:ext>
            </a:extLst>
          </p:cNvPr>
          <p:cNvSpPr>
            <a:spLocks noChangeShapeType="1"/>
          </p:cNvSpPr>
          <p:nvPr/>
        </p:nvSpPr>
        <p:spPr bwMode="auto">
          <a:xfrm flipV="1">
            <a:off x="3505200" y="2743200"/>
            <a:ext cx="1600200" cy="2667000"/>
          </a:xfrm>
          <a:prstGeom prst="line">
            <a:avLst/>
          </a:prstGeom>
          <a:noFill/>
          <a:ln w="1270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109575" name="Line 7">
            <a:extLst>
              <a:ext uri="{FF2B5EF4-FFF2-40B4-BE49-F238E27FC236}">
                <a16:creationId xmlns:a16="http://schemas.microsoft.com/office/drawing/2014/main" id="{C021742D-1931-43CF-8D89-3A4B2406B310}"/>
              </a:ext>
            </a:extLst>
          </p:cNvPr>
          <p:cNvSpPr>
            <a:spLocks noChangeShapeType="1"/>
          </p:cNvSpPr>
          <p:nvPr/>
        </p:nvSpPr>
        <p:spPr bwMode="auto">
          <a:xfrm flipV="1">
            <a:off x="3429000" y="5029200"/>
            <a:ext cx="1676400" cy="1066800"/>
          </a:xfrm>
          <a:prstGeom prst="line">
            <a:avLst/>
          </a:prstGeom>
          <a:noFill/>
          <a:ln w="1270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spAutoFit/>
          </a:bodyPr>
          <a:lstStyle/>
          <a:p>
            <a:endParaRPr lang="zh-CN" altLang="en-US"/>
          </a:p>
        </p:txBody>
      </p:sp>
    </p:spTree>
    <p:custDataLst>
      <p:tags r:id="rId1"/>
    </p:custData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Text Box 2">
            <a:extLst>
              <a:ext uri="{FF2B5EF4-FFF2-40B4-BE49-F238E27FC236}">
                <a16:creationId xmlns:a16="http://schemas.microsoft.com/office/drawing/2014/main" id="{64EF9CFF-69C1-4841-874D-7DA56B1E483C}"/>
              </a:ext>
            </a:extLst>
          </p:cNvPr>
          <p:cNvSpPr txBox="1">
            <a:spLocks noChangeArrowheads="1"/>
          </p:cNvSpPr>
          <p:nvPr/>
        </p:nvSpPr>
        <p:spPr bwMode="auto">
          <a:xfrm>
            <a:off x="1676400" y="685800"/>
            <a:ext cx="7086600" cy="559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dash"/>
                <a:miter lim="800000"/>
                <a:headEnd/>
                <a:tailEnd/>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50000"/>
              </a:spcBef>
              <a:buClrTx/>
              <a:buFontTx/>
              <a:buNone/>
            </a:pPr>
            <a:r>
              <a:rPr lang="zh-CN" altLang="en-US" sz="2800" u="none"/>
              <a:t>宏汇编操作符：</a:t>
            </a:r>
            <a:r>
              <a:rPr lang="zh-CN" altLang="en-US" sz="2400" u="none"/>
              <a:t>  </a:t>
            </a:r>
            <a:r>
              <a:rPr lang="en-US" altLang="zh-CN" sz="2400" u="none"/>
              <a:t>&amp;     ;;     %</a:t>
            </a:r>
          </a:p>
          <a:p>
            <a:pPr algn="just">
              <a:lnSpc>
                <a:spcPct val="80000"/>
              </a:lnSpc>
              <a:spcBef>
                <a:spcPct val="50000"/>
              </a:spcBef>
              <a:buClrTx/>
              <a:buFontTx/>
              <a:buNone/>
            </a:pPr>
            <a:endParaRPr lang="en-US" altLang="zh-CN" sz="2400" u="none"/>
          </a:p>
          <a:p>
            <a:pPr algn="just">
              <a:lnSpc>
                <a:spcPct val="80000"/>
              </a:lnSpc>
              <a:spcBef>
                <a:spcPct val="50000"/>
              </a:spcBef>
              <a:buClrTx/>
              <a:buFontTx/>
              <a:buNone/>
            </a:pPr>
            <a:r>
              <a:rPr lang="zh-CN" altLang="en-US" sz="2400" u="none">
                <a:solidFill>
                  <a:srgbClr val="009900"/>
                </a:solidFill>
              </a:rPr>
              <a:t>符号</a:t>
            </a:r>
            <a:r>
              <a:rPr lang="en-US" altLang="zh-CN" sz="2400" u="none">
                <a:solidFill>
                  <a:srgbClr val="009900"/>
                </a:solidFill>
              </a:rPr>
              <a:t>1  &amp;  </a:t>
            </a:r>
            <a:r>
              <a:rPr lang="zh-CN" altLang="en-US" sz="2400" u="none">
                <a:solidFill>
                  <a:srgbClr val="009900"/>
                </a:solidFill>
              </a:rPr>
              <a:t>符号</a:t>
            </a:r>
            <a:r>
              <a:rPr lang="en-US" altLang="zh-CN" sz="2400" u="none">
                <a:solidFill>
                  <a:srgbClr val="009900"/>
                </a:solidFill>
              </a:rPr>
              <a:t>2</a:t>
            </a:r>
            <a:r>
              <a:rPr lang="en-US" altLang="zh-CN" sz="2400" u="none"/>
              <a:t>      </a:t>
            </a:r>
          </a:p>
          <a:p>
            <a:pPr algn="just">
              <a:lnSpc>
                <a:spcPct val="80000"/>
              </a:lnSpc>
              <a:spcBef>
                <a:spcPct val="50000"/>
              </a:spcBef>
              <a:buClrTx/>
              <a:buFontTx/>
              <a:buNone/>
            </a:pPr>
            <a:r>
              <a:rPr lang="en-US" altLang="zh-CN" sz="2400" u="none"/>
              <a:t>        </a:t>
            </a:r>
            <a:r>
              <a:rPr lang="zh-CN" altLang="en-US" sz="2400" u="none">
                <a:latin typeface="楷体_GB2312" pitchFamily="49" charset="-122"/>
                <a:ea typeface="楷体_GB2312" pitchFamily="49" charset="-122"/>
              </a:rPr>
              <a:t>宏展开时</a:t>
            </a:r>
            <a:r>
              <a:rPr lang="en-US" altLang="zh-CN" sz="2400" u="none">
                <a:latin typeface="楷体_GB2312" pitchFamily="49" charset="-122"/>
                <a:ea typeface="楷体_GB2312" pitchFamily="49" charset="-122"/>
              </a:rPr>
              <a:t>,</a:t>
            </a:r>
            <a:r>
              <a:rPr lang="zh-CN" altLang="en-US" sz="2400" u="none">
                <a:latin typeface="楷体_GB2312" pitchFamily="49" charset="-122"/>
                <a:ea typeface="楷体_GB2312" pitchFamily="49" charset="-122"/>
              </a:rPr>
              <a:t>合并前后两个符号形成一个符号。</a:t>
            </a:r>
          </a:p>
          <a:p>
            <a:pPr>
              <a:spcBef>
                <a:spcPct val="50000"/>
              </a:spcBef>
              <a:buClrTx/>
              <a:buFontTx/>
              <a:buNone/>
            </a:pPr>
            <a:endParaRPr lang="zh-CN" altLang="en-US" sz="2400" u="none"/>
          </a:p>
          <a:p>
            <a:pPr>
              <a:spcBef>
                <a:spcPct val="50000"/>
              </a:spcBef>
              <a:buClrTx/>
              <a:buFontTx/>
              <a:buNone/>
            </a:pPr>
            <a:r>
              <a:rPr lang="en-US" altLang="zh-CN" sz="2400" u="none">
                <a:solidFill>
                  <a:srgbClr val="009900"/>
                </a:solidFill>
              </a:rPr>
              <a:t>;;  </a:t>
            </a:r>
            <a:r>
              <a:rPr lang="zh-CN" altLang="en-US" sz="2400" u="none">
                <a:solidFill>
                  <a:srgbClr val="009900"/>
                </a:solidFill>
              </a:rPr>
              <a:t>注释</a:t>
            </a:r>
            <a:r>
              <a:rPr lang="zh-CN" altLang="en-US" sz="2400" u="none"/>
              <a:t>              </a:t>
            </a:r>
          </a:p>
          <a:p>
            <a:pPr>
              <a:spcBef>
                <a:spcPct val="50000"/>
              </a:spcBef>
              <a:buClrTx/>
              <a:buFontTx/>
              <a:buNone/>
            </a:pPr>
            <a:r>
              <a:rPr lang="zh-CN" altLang="en-US" sz="2400" u="none"/>
              <a:t>        </a:t>
            </a:r>
            <a:r>
              <a:rPr lang="zh-CN" altLang="en-US" sz="2400" u="none">
                <a:latin typeface="楷体_GB2312" pitchFamily="49" charset="-122"/>
                <a:ea typeface="楷体_GB2312" pitchFamily="49" charset="-122"/>
              </a:rPr>
              <a:t>宏展开时，</a:t>
            </a:r>
            <a:r>
              <a:rPr lang="en-US" altLang="zh-CN" sz="2400" u="none">
                <a:ea typeface="楷体_GB2312" pitchFamily="49" charset="-122"/>
              </a:rPr>
              <a:t>;;</a:t>
            </a:r>
            <a:r>
              <a:rPr lang="zh-CN" altLang="en-US" sz="2400" u="none">
                <a:latin typeface="楷体_GB2312" pitchFamily="49" charset="-122"/>
                <a:ea typeface="楷体_GB2312" pitchFamily="49" charset="-122"/>
              </a:rPr>
              <a:t>后面的注释不予展开。</a:t>
            </a:r>
          </a:p>
          <a:p>
            <a:pPr>
              <a:spcBef>
                <a:spcPct val="50000"/>
              </a:spcBef>
              <a:buClrTx/>
              <a:buFontTx/>
              <a:buNone/>
            </a:pPr>
            <a:r>
              <a:rPr lang="zh-CN" altLang="en-US" sz="2400" b="0" u="none">
                <a:latin typeface="楷体_GB2312" pitchFamily="49" charset="-122"/>
                <a:ea typeface="楷体_GB2312" pitchFamily="49" charset="-122"/>
              </a:rPr>
              <a:t>   </a:t>
            </a:r>
            <a:endParaRPr lang="zh-CN" altLang="en-US" sz="2400" u="none"/>
          </a:p>
          <a:p>
            <a:pPr>
              <a:spcBef>
                <a:spcPct val="50000"/>
              </a:spcBef>
              <a:buClrTx/>
              <a:buFontTx/>
              <a:buNone/>
            </a:pPr>
            <a:r>
              <a:rPr lang="zh-CN" altLang="en-US" sz="2400" u="none">
                <a:solidFill>
                  <a:srgbClr val="009900"/>
                </a:solidFill>
              </a:rPr>
              <a:t> </a:t>
            </a:r>
            <a:r>
              <a:rPr lang="en-US" altLang="zh-CN" sz="2400" u="none">
                <a:solidFill>
                  <a:srgbClr val="009900"/>
                </a:solidFill>
              </a:rPr>
              <a:t>% </a:t>
            </a:r>
            <a:r>
              <a:rPr lang="zh-CN" altLang="zh-CN" sz="2400" u="none">
                <a:solidFill>
                  <a:srgbClr val="009900"/>
                </a:solidFill>
              </a:rPr>
              <a:t>表达式</a:t>
            </a:r>
            <a:r>
              <a:rPr lang="zh-CN" altLang="en-US" sz="2400" u="none"/>
              <a:t>      </a:t>
            </a:r>
          </a:p>
          <a:p>
            <a:pPr>
              <a:spcBef>
                <a:spcPct val="50000"/>
              </a:spcBef>
              <a:buClrTx/>
              <a:buFontTx/>
              <a:buNone/>
            </a:pPr>
            <a:r>
              <a:rPr lang="zh-CN" altLang="en-US" sz="2400" u="none"/>
              <a:t>        </a:t>
            </a:r>
            <a:r>
              <a:rPr lang="zh-CN" altLang="en-US" sz="2400" u="none">
                <a:latin typeface="楷体_GB2312" pitchFamily="49" charset="-122"/>
                <a:ea typeface="楷体_GB2312" pitchFamily="49" charset="-122"/>
              </a:rPr>
              <a:t>汇编程序将</a:t>
            </a:r>
            <a:r>
              <a:rPr lang="en-US" altLang="zh-CN" sz="2400" u="none">
                <a:ea typeface="楷体_GB2312" pitchFamily="49" charset="-122"/>
              </a:rPr>
              <a:t>%</a:t>
            </a:r>
            <a:r>
              <a:rPr lang="zh-CN" altLang="en-US" sz="2400" u="none">
                <a:latin typeface="楷体_GB2312" pitchFamily="49" charset="-122"/>
                <a:ea typeface="楷体_GB2312" pitchFamily="49" charset="-122"/>
              </a:rPr>
              <a:t>后面的表达式转换为数字，并在展开期间用这个数取代哑元。</a:t>
            </a:r>
            <a:endParaRPr lang="zh-CN" altLang="en-US" sz="2400" u="none"/>
          </a:p>
        </p:txBody>
      </p:sp>
    </p:spTree>
    <p:custDataLst>
      <p:tags r:id="rId1"/>
    </p:custData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BBBC75B-62AD-4731-9FDC-97FF1151A589}"/>
              </a:ext>
            </a:extLst>
          </p:cNvPr>
          <p:cNvSpPr>
            <a:spLocks noGrp="1"/>
          </p:cNvSpPr>
          <p:nvPr>
            <p:ph type="title"/>
          </p:nvPr>
        </p:nvSpPr>
        <p:spPr>
          <a:xfrm>
            <a:off x="685800" y="2692400"/>
            <a:ext cx="7772400" cy="571500"/>
          </a:xfrm>
        </p:spPr>
        <p:txBody>
          <a:bodyPr/>
          <a:lstStyle/>
          <a:p>
            <a:pPr>
              <a:defRPr/>
            </a:pPr>
            <a:r>
              <a:rPr lang="zh-CN" altLang="en-US" dirty="0"/>
              <a:t>第 </a:t>
            </a:r>
            <a:r>
              <a:rPr lang="en-US" altLang="zh-CN" dirty="0"/>
              <a:t>5 </a:t>
            </a:r>
            <a:r>
              <a:rPr lang="zh-CN" altLang="en-US" dirty="0"/>
              <a:t>章</a:t>
            </a:r>
          </a:p>
        </p:txBody>
      </p:sp>
    </p:spTree>
    <p:custDataLst>
      <p:tags r:id="rId1"/>
    </p:custDataLst>
  </p:cSld>
  <p:clrMapOvr>
    <a:masterClrMapping/>
  </p:clrMapOvr>
  <p:transition>
    <p:random/>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Text Box 2">
            <a:extLst>
              <a:ext uri="{FF2B5EF4-FFF2-40B4-BE49-F238E27FC236}">
                <a16:creationId xmlns:a16="http://schemas.microsoft.com/office/drawing/2014/main" id="{C5465259-263A-404B-8689-920E5F6ABCC8}"/>
              </a:ext>
            </a:extLst>
          </p:cNvPr>
          <p:cNvSpPr txBox="1">
            <a:spLocks noChangeArrowheads="1"/>
          </p:cNvSpPr>
          <p:nvPr/>
        </p:nvSpPr>
        <p:spPr bwMode="auto">
          <a:xfrm>
            <a:off x="1981200" y="1676400"/>
            <a:ext cx="5867400" cy="443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dash"/>
                <a:miter lim="800000"/>
                <a:headEnd/>
                <a:tailEnd/>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lnSpc>
                <a:spcPct val="125000"/>
              </a:lnSpc>
              <a:spcBef>
                <a:spcPct val="0"/>
              </a:spcBef>
              <a:buClrTx/>
              <a:buFontTx/>
              <a:buNone/>
            </a:pPr>
            <a:r>
              <a:rPr lang="zh-CN" altLang="en-US" sz="2800" u="none"/>
              <a:t>中断源：</a:t>
            </a:r>
            <a:r>
              <a:rPr lang="zh-CN" altLang="en-US" sz="2400" u="none">
                <a:ea typeface="楷体_GB2312" pitchFamily="49" charset="-122"/>
              </a:rPr>
              <a:t>引起中断的事件</a:t>
            </a:r>
          </a:p>
          <a:p>
            <a:pPr algn="just">
              <a:lnSpc>
                <a:spcPct val="125000"/>
              </a:lnSpc>
              <a:spcBef>
                <a:spcPct val="0"/>
              </a:spcBef>
              <a:buClrTx/>
              <a:buFontTx/>
              <a:buNone/>
            </a:pPr>
            <a:endParaRPr lang="zh-CN" altLang="en-US" sz="2400" u="none">
              <a:ea typeface="楷体_GB2312" pitchFamily="49" charset="-122"/>
            </a:endParaRPr>
          </a:p>
          <a:p>
            <a:pPr algn="just">
              <a:lnSpc>
                <a:spcPct val="125000"/>
              </a:lnSpc>
              <a:spcBef>
                <a:spcPct val="0"/>
              </a:spcBef>
              <a:buClrTx/>
              <a:buFontTx/>
              <a:buNone/>
            </a:pPr>
            <a:r>
              <a:rPr lang="zh-CN" altLang="en-US" sz="2800" u="none"/>
              <a:t>外中断</a:t>
            </a:r>
            <a:r>
              <a:rPr lang="zh-CN" altLang="en-US" sz="2400" u="none">
                <a:ea typeface="楷体_GB2312" pitchFamily="49" charset="-122"/>
              </a:rPr>
              <a:t>（</a:t>
            </a:r>
            <a:r>
              <a:rPr lang="zh-CN" altLang="en-US" sz="2400" u="none">
                <a:solidFill>
                  <a:srgbClr val="FF0000"/>
                </a:solidFill>
                <a:ea typeface="楷体_GB2312" pitchFamily="49" charset="-122"/>
              </a:rPr>
              <a:t>硬中断</a:t>
            </a:r>
            <a:r>
              <a:rPr lang="zh-CN" altLang="en-US" sz="2400" u="none">
                <a:ea typeface="楷体_GB2312" pitchFamily="49" charset="-122"/>
              </a:rPr>
              <a:t>）</a:t>
            </a:r>
            <a:r>
              <a:rPr lang="zh-CN" altLang="en-US" sz="2800" u="none"/>
              <a:t>：</a:t>
            </a:r>
          </a:p>
          <a:p>
            <a:pPr algn="just">
              <a:lnSpc>
                <a:spcPct val="125000"/>
              </a:lnSpc>
              <a:spcBef>
                <a:spcPct val="0"/>
              </a:spcBef>
              <a:buClrTx/>
              <a:buFontTx/>
              <a:buNone/>
            </a:pPr>
            <a:r>
              <a:rPr lang="zh-CN" altLang="en-US" sz="2400" u="none">
                <a:ea typeface="楷体_GB2312" pitchFamily="49" charset="-122"/>
              </a:rPr>
              <a:t>     外设的 </a:t>
            </a:r>
            <a:r>
              <a:rPr lang="en-US" altLang="zh-CN" sz="2400" u="none">
                <a:ea typeface="楷体_GB2312" pitchFamily="49" charset="-122"/>
              </a:rPr>
              <a:t>I/O </a:t>
            </a:r>
            <a:r>
              <a:rPr lang="zh-CN" altLang="en-US" sz="2400" u="none">
                <a:ea typeface="楷体_GB2312" pitchFamily="49" charset="-122"/>
              </a:rPr>
              <a:t>请求      </a:t>
            </a:r>
            <a:r>
              <a:rPr lang="en-US" altLang="zh-CN" sz="2400" u="none">
                <a:ea typeface="楷体_GB2312" pitchFamily="49" charset="-122"/>
              </a:rPr>
              <a:t>——  </a:t>
            </a:r>
            <a:r>
              <a:rPr lang="zh-CN" altLang="en-US" sz="2400" u="none">
                <a:ea typeface="楷体_GB2312" pitchFamily="49" charset="-122"/>
              </a:rPr>
              <a:t>可屏蔽中断</a:t>
            </a:r>
          </a:p>
          <a:p>
            <a:pPr algn="just">
              <a:lnSpc>
                <a:spcPct val="125000"/>
              </a:lnSpc>
              <a:spcBef>
                <a:spcPct val="0"/>
              </a:spcBef>
              <a:buClrTx/>
              <a:buFontTx/>
              <a:buNone/>
            </a:pPr>
            <a:r>
              <a:rPr lang="zh-CN" altLang="en-US" sz="2400" u="none">
                <a:ea typeface="楷体_GB2312" pitchFamily="49" charset="-122"/>
              </a:rPr>
              <a:t>     电源掉电 </a:t>
            </a:r>
            <a:r>
              <a:rPr lang="en-US" altLang="zh-CN" sz="2400" u="none">
                <a:ea typeface="楷体_GB2312" pitchFamily="49" charset="-122"/>
              </a:rPr>
              <a:t>/ </a:t>
            </a:r>
            <a:r>
              <a:rPr lang="zh-CN" altLang="en-US" sz="2400" u="none">
                <a:ea typeface="楷体_GB2312" pitchFamily="49" charset="-122"/>
              </a:rPr>
              <a:t>奇偶错   </a:t>
            </a:r>
            <a:r>
              <a:rPr lang="en-US" altLang="zh-CN" sz="2400" u="none">
                <a:ea typeface="楷体_GB2312" pitchFamily="49" charset="-122"/>
              </a:rPr>
              <a:t>——  </a:t>
            </a:r>
            <a:r>
              <a:rPr lang="zh-CN" altLang="en-US" sz="2400" u="none">
                <a:ea typeface="楷体_GB2312" pitchFamily="49" charset="-122"/>
              </a:rPr>
              <a:t>非屏蔽中断</a:t>
            </a:r>
          </a:p>
          <a:p>
            <a:pPr algn="just">
              <a:lnSpc>
                <a:spcPct val="125000"/>
              </a:lnSpc>
              <a:spcBef>
                <a:spcPct val="0"/>
              </a:spcBef>
              <a:buClrTx/>
              <a:buFontTx/>
              <a:buNone/>
            </a:pPr>
            <a:endParaRPr lang="zh-CN" altLang="en-US" sz="2400" u="none">
              <a:ea typeface="楷体_GB2312" pitchFamily="49" charset="-122"/>
            </a:endParaRPr>
          </a:p>
          <a:p>
            <a:pPr algn="just">
              <a:lnSpc>
                <a:spcPct val="125000"/>
              </a:lnSpc>
              <a:spcBef>
                <a:spcPct val="0"/>
              </a:spcBef>
              <a:buClrTx/>
              <a:buFontTx/>
              <a:buNone/>
            </a:pPr>
            <a:r>
              <a:rPr lang="zh-CN" altLang="en-US" sz="2800" u="none"/>
              <a:t>内中断</a:t>
            </a:r>
            <a:r>
              <a:rPr lang="zh-CN" altLang="en-US" sz="2400" u="none">
                <a:ea typeface="楷体_GB2312" pitchFamily="49" charset="-122"/>
              </a:rPr>
              <a:t>（</a:t>
            </a:r>
            <a:r>
              <a:rPr lang="zh-CN" altLang="en-US" sz="2400" u="none">
                <a:solidFill>
                  <a:srgbClr val="FF0000"/>
                </a:solidFill>
                <a:ea typeface="楷体_GB2312" pitchFamily="49" charset="-122"/>
              </a:rPr>
              <a:t>软中断</a:t>
            </a:r>
            <a:r>
              <a:rPr lang="zh-CN" altLang="en-US" sz="2400" u="none">
                <a:ea typeface="楷体_GB2312" pitchFamily="49" charset="-122"/>
              </a:rPr>
              <a:t>）</a:t>
            </a:r>
            <a:r>
              <a:rPr lang="zh-CN" altLang="en-US" sz="2800" u="none"/>
              <a:t>：</a:t>
            </a:r>
          </a:p>
          <a:p>
            <a:pPr algn="just">
              <a:lnSpc>
                <a:spcPct val="125000"/>
              </a:lnSpc>
              <a:spcBef>
                <a:spcPct val="0"/>
              </a:spcBef>
              <a:buClrTx/>
              <a:buFontTx/>
              <a:buNone/>
            </a:pPr>
            <a:r>
              <a:rPr lang="zh-CN" altLang="en-US" sz="2400" u="none"/>
              <a:t>     </a:t>
            </a:r>
            <a:r>
              <a:rPr lang="en-US" altLang="zh-CN" sz="2400" u="none">
                <a:ea typeface="楷体_GB2312" pitchFamily="49" charset="-122"/>
              </a:rPr>
              <a:t>INT </a:t>
            </a:r>
            <a:r>
              <a:rPr lang="zh-CN" altLang="en-US" sz="2400" u="none">
                <a:ea typeface="楷体_GB2312" pitchFamily="49" charset="-122"/>
              </a:rPr>
              <a:t>指令 </a:t>
            </a:r>
            <a:r>
              <a:rPr lang="en-US" altLang="zh-CN" sz="2400" u="none">
                <a:ea typeface="楷体_GB2312" pitchFamily="49" charset="-122"/>
              </a:rPr>
              <a:t>/ CPU </a:t>
            </a:r>
            <a:r>
              <a:rPr lang="zh-CN" altLang="en-US" sz="2400" u="none">
                <a:ea typeface="楷体_GB2312" pitchFamily="49" charset="-122"/>
              </a:rPr>
              <a:t>错（除法错、溢出）</a:t>
            </a:r>
            <a:r>
              <a:rPr lang="en-US" altLang="zh-CN" sz="2400" u="none">
                <a:ea typeface="楷体_GB2312" pitchFamily="49" charset="-122"/>
              </a:rPr>
              <a:t>/  </a:t>
            </a:r>
          </a:p>
          <a:p>
            <a:pPr algn="just">
              <a:lnSpc>
                <a:spcPct val="125000"/>
              </a:lnSpc>
              <a:spcBef>
                <a:spcPct val="0"/>
              </a:spcBef>
              <a:buClrTx/>
              <a:buFontTx/>
              <a:buNone/>
            </a:pPr>
            <a:r>
              <a:rPr lang="en-US" altLang="zh-CN" sz="2400" u="none">
                <a:ea typeface="楷体_GB2312" pitchFamily="49" charset="-122"/>
              </a:rPr>
              <a:t>     </a:t>
            </a:r>
            <a:r>
              <a:rPr lang="zh-CN" altLang="en-US" sz="2400" u="none">
                <a:ea typeface="楷体_GB2312" pitchFamily="49" charset="-122"/>
              </a:rPr>
              <a:t>为调试程序设置的中断</a:t>
            </a:r>
            <a:endParaRPr lang="zh-CN" altLang="en-US" sz="2400" b="0" u="none"/>
          </a:p>
        </p:txBody>
      </p:sp>
      <p:sp>
        <p:nvSpPr>
          <p:cNvPr id="112643" name="Rectangle 3">
            <a:extLst>
              <a:ext uri="{FF2B5EF4-FFF2-40B4-BE49-F238E27FC236}">
                <a16:creationId xmlns:a16="http://schemas.microsoft.com/office/drawing/2014/main" id="{1BB086CF-EA92-4730-8B1B-B6F9EA71CBF3}"/>
              </a:ext>
            </a:extLst>
          </p:cNvPr>
          <p:cNvSpPr>
            <a:spLocks noChangeArrowheads="1"/>
          </p:cNvSpPr>
          <p:nvPr/>
        </p:nvSpPr>
        <p:spPr bwMode="auto">
          <a:xfrm>
            <a:off x="395288" y="620713"/>
            <a:ext cx="475932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en-US" altLang="zh-CN" sz="3600" u="none">
                <a:solidFill>
                  <a:schemeClr val="tx2"/>
                </a:solidFill>
                <a:latin typeface="Arial" panose="020B0604020202020204" pitchFamily="34" charset="0"/>
              </a:rPr>
              <a:t>   </a:t>
            </a:r>
            <a:r>
              <a:rPr lang="zh-CN" altLang="en-US" sz="3600" u="none">
                <a:solidFill>
                  <a:schemeClr val="tx2"/>
                </a:solidFill>
              </a:rPr>
              <a:t>中断传送方式</a:t>
            </a:r>
            <a:endParaRPr lang="zh-CN" altLang="en-US" sz="3600" u="none">
              <a:solidFill>
                <a:schemeClr val="tx2"/>
              </a:solidFill>
              <a:latin typeface="Arial" panose="020B0604020202020204" pitchFamily="34" charset="0"/>
            </a:endParaRPr>
          </a:p>
        </p:txBody>
      </p:sp>
    </p:spTree>
    <p:custDataLst>
      <p:tags r:id="rId1"/>
    </p:custData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3666" name="Group 2">
            <a:extLst>
              <a:ext uri="{FF2B5EF4-FFF2-40B4-BE49-F238E27FC236}">
                <a16:creationId xmlns:a16="http://schemas.microsoft.com/office/drawing/2014/main" id="{FECBBCA1-75E8-4D9C-8491-63FEF1DA6269}"/>
              </a:ext>
            </a:extLst>
          </p:cNvPr>
          <p:cNvGrpSpPr>
            <a:grpSpLocks/>
          </p:cNvGrpSpPr>
          <p:nvPr/>
        </p:nvGrpSpPr>
        <p:grpSpPr bwMode="auto">
          <a:xfrm>
            <a:off x="2057400" y="1143000"/>
            <a:ext cx="3200400" cy="5346700"/>
            <a:chOff x="912" y="672"/>
            <a:chExt cx="2016" cy="3368"/>
          </a:xfrm>
        </p:grpSpPr>
        <p:sp>
          <p:nvSpPr>
            <p:cNvPr id="113669" name="Text Box 3">
              <a:extLst>
                <a:ext uri="{FF2B5EF4-FFF2-40B4-BE49-F238E27FC236}">
                  <a16:creationId xmlns:a16="http://schemas.microsoft.com/office/drawing/2014/main" id="{6CFEA6BD-F0DE-4E14-838F-CBFD858B4434}"/>
                </a:ext>
              </a:extLst>
            </p:cNvPr>
            <p:cNvSpPr txBox="1">
              <a:spLocks noChangeArrowheads="1"/>
            </p:cNvSpPr>
            <p:nvPr/>
          </p:nvSpPr>
          <p:spPr bwMode="auto">
            <a:xfrm>
              <a:off x="1488" y="672"/>
              <a:ext cx="1248" cy="296"/>
            </a:xfrm>
            <a:prstGeom prst="rect">
              <a:avLst/>
            </a:prstGeom>
            <a:noFill/>
            <a:ln w="12700" cap="sq">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ClrTx/>
                <a:buFontTx/>
                <a:buNone/>
              </a:pPr>
              <a:r>
                <a:rPr lang="en-US" altLang="zh-CN" sz="2400" u="none">
                  <a:ea typeface="楷体_GB2312" pitchFamily="49" charset="-122"/>
                </a:rPr>
                <a:t> </a:t>
              </a:r>
              <a:r>
                <a:rPr lang="zh-CN" altLang="en-US" sz="2000" u="none">
                  <a:ea typeface="楷体_GB2312" pitchFamily="49" charset="-122"/>
                </a:rPr>
                <a:t>类型</a:t>
              </a:r>
              <a:r>
                <a:rPr lang="en-US" altLang="zh-CN" sz="2000" u="none"/>
                <a:t>0</a:t>
              </a:r>
              <a:r>
                <a:rPr lang="zh-CN" altLang="en-US" sz="2000" u="none">
                  <a:ea typeface="楷体_GB2312" pitchFamily="49" charset="-122"/>
                </a:rPr>
                <a:t>的</a:t>
              </a:r>
              <a:r>
                <a:rPr lang="en-US" altLang="zh-CN" sz="2000" u="none"/>
                <a:t>(IP)</a:t>
              </a:r>
            </a:p>
          </p:txBody>
        </p:sp>
        <p:sp>
          <p:nvSpPr>
            <p:cNvPr id="113670" name="Text Box 4">
              <a:extLst>
                <a:ext uri="{FF2B5EF4-FFF2-40B4-BE49-F238E27FC236}">
                  <a16:creationId xmlns:a16="http://schemas.microsoft.com/office/drawing/2014/main" id="{440E43F5-817F-46DD-9AE3-5C1CCD6837AA}"/>
                </a:ext>
              </a:extLst>
            </p:cNvPr>
            <p:cNvSpPr txBox="1">
              <a:spLocks noChangeArrowheads="1"/>
            </p:cNvSpPr>
            <p:nvPr/>
          </p:nvSpPr>
          <p:spPr bwMode="auto">
            <a:xfrm>
              <a:off x="1488" y="960"/>
              <a:ext cx="1248" cy="296"/>
            </a:xfrm>
            <a:prstGeom prst="rect">
              <a:avLst/>
            </a:prstGeom>
            <a:noFill/>
            <a:ln w="12700" cap="sq">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ClrTx/>
                <a:buFontTx/>
                <a:buNone/>
              </a:pPr>
              <a:r>
                <a:rPr lang="en-US" altLang="zh-CN" sz="2400" u="none">
                  <a:ea typeface="楷体_GB2312" pitchFamily="49" charset="-122"/>
                </a:rPr>
                <a:t> </a:t>
              </a:r>
              <a:r>
                <a:rPr lang="zh-CN" altLang="en-US" sz="2000" u="none">
                  <a:ea typeface="楷体_GB2312" pitchFamily="49" charset="-122"/>
                </a:rPr>
                <a:t>类型</a:t>
              </a:r>
              <a:r>
                <a:rPr lang="en-US" altLang="zh-CN" sz="2000" u="none"/>
                <a:t>0</a:t>
              </a:r>
              <a:r>
                <a:rPr lang="zh-CN" altLang="en-US" sz="2000" u="none">
                  <a:ea typeface="楷体_GB2312" pitchFamily="49" charset="-122"/>
                </a:rPr>
                <a:t>的</a:t>
              </a:r>
              <a:r>
                <a:rPr lang="en-US" altLang="zh-CN" sz="2000" u="none"/>
                <a:t>(CS)</a:t>
              </a:r>
            </a:p>
          </p:txBody>
        </p:sp>
        <p:sp>
          <p:nvSpPr>
            <p:cNvPr id="113671" name="Text Box 5">
              <a:extLst>
                <a:ext uri="{FF2B5EF4-FFF2-40B4-BE49-F238E27FC236}">
                  <a16:creationId xmlns:a16="http://schemas.microsoft.com/office/drawing/2014/main" id="{39A21438-E287-435C-9AA7-6BBC01F3E440}"/>
                </a:ext>
              </a:extLst>
            </p:cNvPr>
            <p:cNvSpPr txBox="1">
              <a:spLocks noChangeArrowheads="1"/>
            </p:cNvSpPr>
            <p:nvPr/>
          </p:nvSpPr>
          <p:spPr bwMode="auto">
            <a:xfrm>
              <a:off x="1488" y="1248"/>
              <a:ext cx="1248" cy="296"/>
            </a:xfrm>
            <a:prstGeom prst="rect">
              <a:avLst/>
            </a:prstGeom>
            <a:noFill/>
            <a:ln w="12700" cap="sq">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ClrTx/>
                <a:buFontTx/>
                <a:buNone/>
              </a:pPr>
              <a:r>
                <a:rPr lang="en-US" altLang="zh-CN" sz="2400" u="none">
                  <a:ea typeface="楷体_GB2312" pitchFamily="49" charset="-122"/>
                </a:rPr>
                <a:t> </a:t>
              </a:r>
              <a:r>
                <a:rPr lang="zh-CN" altLang="en-US" sz="2000" u="none">
                  <a:ea typeface="楷体_GB2312" pitchFamily="49" charset="-122"/>
                </a:rPr>
                <a:t>类型</a:t>
              </a:r>
              <a:r>
                <a:rPr lang="en-US" altLang="zh-CN" sz="2000" u="none">
                  <a:ea typeface="楷体_GB2312" pitchFamily="49" charset="-122"/>
                </a:rPr>
                <a:t>1</a:t>
              </a:r>
              <a:r>
                <a:rPr lang="zh-CN" altLang="en-US" sz="2000" u="none">
                  <a:ea typeface="楷体_GB2312" pitchFamily="49" charset="-122"/>
                </a:rPr>
                <a:t>的</a:t>
              </a:r>
              <a:r>
                <a:rPr lang="en-US" altLang="zh-CN" sz="2000" u="none"/>
                <a:t>(IP)</a:t>
              </a:r>
            </a:p>
          </p:txBody>
        </p:sp>
        <p:sp>
          <p:nvSpPr>
            <p:cNvPr id="113672" name="Text Box 6">
              <a:extLst>
                <a:ext uri="{FF2B5EF4-FFF2-40B4-BE49-F238E27FC236}">
                  <a16:creationId xmlns:a16="http://schemas.microsoft.com/office/drawing/2014/main" id="{FD8D5571-EB5E-4C07-A3DD-9F6E277B5A1E}"/>
                </a:ext>
              </a:extLst>
            </p:cNvPr>
            <p:cNvSpPr txBox="1">
              <a:spLocks noChangeArrowheads="1"/>
            </p:cNvSpPr>
            <p:nvPr/>
          </p:nvSpPr>
          <p:spPr bwMode="auto">
            <a:xfrm>
              <a:off x="1488" y="1536"/>
              <a:ext cx="1248" cy="296"/>
            </a:xfrm>
            <a:prstGeom prst="rect">
              <a:avLst/>
            </a:prstGeom>
            <a:noFill/>
            <a:ln w="12700" cap="sq">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ClrTx/>
                <a:buFontTx/>
                <a:buNone/>
              </a:pPr>
              <a:r>
                <a:rPr lang="en-US" altLang="zh-CN" sz="2400" u="none">
                  <a:ea typeface="楷体_GB2312" pitchFamily="49" charset="-122"/>
                </a:rPr>
                <a:t> </a:t>
              </a:r>
              <a:r>
                <a:rPr lang="zh-CN" altLang="en-US" sz="2000" u="none">
                  <a:ea typeface="楷体_GB2312" pitchFamily="49" charset="-122"/>
                </a:rPr>
                <a:t>类型</a:t>
              </a:r>
              <a:r>
                <a:rPr lang="en-US" altLang="zh-CN" sz="2000" u="none">
                  <a:ea typeface="楷体_GB2312" pitchFamily="49" charset="-122"/>
                </a:rPr>
                <a:t>1</a:t>
              </a:r>
              <a:r>
                <a:rPr lang="zh-CN" altLang="en-US" sz="2000" u="none">
                  <a:ea typeface="楷体_GB2312" pitchFamily="49" charset="-122"/>
                </a:rPr>
                <a:t>的</a:t>
              </a:r>
              <a:r>
                <a:rPr lang="en-US" altLang="zh-CN" sz="2000" u="none"/>
                <a:t>(CS)</a:t>
              </a:r>
            </a:p>
          </p:txBody>
        </p:sp>
        <p:sp>
          <p:nvSpPr>
            <p:cNvPr id="113673" name="Rectangle 7">
              <a:extLst>
                <a:ext uri="{FF2B5EF4-FFF2-40B4-BE49-F238E27FC236}">
                  <a16:creationId xmlns:a16="http://schemas.microsoft.com/office/drawing/2014/main" id="{92BD760A-1E84-42EC-A291-2D511544AA2B}"/>
                </a:ext>
              </a:extLst>
            </p:cNvPr>
            <p:cNvSpPr>
              <a:spLocks noChangeArrowheads="1"/>
            </p:cNvSpPr>
            <p:nvPr/>
          </p:nvSpPr>
          <p:spPr bwMode="auto">
            <a:xfrm>
              <a:off x="1488" y="1824"/>
              <a:ext cx="1248" cy="528"/>
            </a:xfrm>
            <a:prstGeom prst="rect">
              <a:avLst/>
            </a:prstGeom>
            <a:noFill/>
            <a:ln w="12700" cap="sq">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sz="2400" b="0"/>
            </a:p>
          </p:txBody>
        </p:sp>
        <p:sp>
          <p:nvSpPr>
            <p:cNvPr id="113674" name="Text Box 8">
              <a:extLst>
                <a:ext uri="{FF2B5EF4-FFF2-40B4-BE49-F238E27FC236}">
                  <a16:creationId xmlns:a16="http://schemas.microsoft.com/office/drawing/2014/main" id="{32139AD4-CF8C-41A2-978E-585B976EB30C}"/>
                </a:ext>
              </a:extLst>
            </p:cNvPr>
            <p:cNvSpPr txBox="1">
              <a:spLocks noChangeArrowheads="1"/>
            </p:cNvSpPr>
            <p:nvPr/>
          </p:nvSpPr>
          <p:spPr bwMode="auto">
            <a:xfrm>
              <a:off x="1488" y="2352"/>
              <a:ext cx="1248" cy="296"/>
            </a:xfrm>
            <a:prstGeom prst="rect">
              <a:avLst/>
            </a:prstGeom>
            <a:noFill/>
            <a:ln w="12700" cap="sq">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ClrTx/>
                <a:buFontTx/>
                <a:buNone/>
              </a:pPr>
              <a:r>
                <a:rPr lang="en-US" altLang="zh-CN" sz="2400" u="none">
                  <a:ea typeface="楷体_GB2312" pitchFamily="49" charset="-122"/>
                </a:rPr>
                <a:t> </a:t>
              </a:r>
              <a:r>
                <a:rPr lang="zh-CN" altLang="en-US" sz="2000" u="none">
                  <a:ea typeface="楷体_GB2312" pitchFamily="49" charset="-122"/>
                </a:rPr>
                <a:t>类型</a:t>
              </a:r>
              <a:r>
                <a:rPr lang="en-US" altLang="zh-CN" sz="2000" u="none"/>
                <a:t>N</a:t>
              </a:r>
              <a:r>
                <a:rPr lang="zh-CN" altLang="en-US" sz="2000" u="none">
                  <a:ea typeface="楷体_GB2312" pitchFamily="49" charset="-122"/>
                </a:rPr>
                <a:t>的</a:t>
              </a:r>
              <a:r>
                <a:rPr lang="en-US" altLang="zh-CN" sz="2000" u="none"/>
                <a:t>(IP)</a:t>
              </a:r>
            </a:p>
          </p:txBody>
        </p:sp>
        <p:sp>
          <p:nvSpPr>
            <p:cNvPr id="113675" name="Text Box 9">
              <a:extLst>
                <a:ext uri="{FF2B5EF4-FFF2-40B4-BE49-F238E27FC236}">
                  <a16:creationId xmlns:a16="http://schemas.microsoft.com/office/drawing/2014/main" id="{5350967B-57CD-4485-91DE-97F8F6066A72}"/>
                </a:ext>
              </a:extLst>
            </p:cNvPr>
            <p:cNvSpPr txBox="1">
              <a:spLocks noChangeArrowheads="1"/>
            </p:cNvSpPr>
            <p:nvPr/>
          </p:nvSpPr>
          <p:spPr bwMode="auto">
            <a:xfrm>
              <a:off x="1488" y="2640"/>
              <a:ext cx="1248" cy="296"/>
            </a:xfrm>
            <a:prstGeom prst="rect">
              <a:avLst/>
            </a:prstGeom>
            <a:noFill/>
            <a:ln w="12700" cap="sq">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ClrTx/>
                <a:buFontTx/>
                <a:buNone/>
              </a:pPr>
              <a:r>
                <a:rPr lang="en-US" altLang="zh-CN" sz="2400" u="none">
                  <a:ea typeface="楷体_GB2312" pitchFamily="49" charset="-122"/>
                </a:rPr>
                <a:t> </a:t>
              </a:r>
              <a:r>
                <a:rPr lang="zh-CN" altLang="en-US" sz="2000" u="none">
                  <a:ea typeface="楷体_GB2312" pitchFamily="49" charset="-122"/>
                </a:rPr>
                <a:t>类型</a:t>
              </a:r>
              <a:r>
                <a:rPr lang="en-US" altLang="zh-CN" sz="2000" u="none">
                  <a:ea typeface="楷体_GB2312" pitchFamily="49" charset="-122"/>
                </a:rPr>
                <a:t>N</a:t>
              </a:r>
              <a:r>
                <a:rPr lang="zh-CN" altLang="en-US" sz="2000" u="none">
                  <a:ea typeface="楷体_GB2312" pitchFamily="49" charset="-122"/>
                </a:rPr>
                <a:t>的</a:t>
              </a:r>
              <a:r>
                <a:rPr lang="en-US" altLang="zh-CN" sz="2000" u="none"/>
                <a:t>(CS)</a:t>
              </a:r>
            </a:p>
          </p:txBody>
        </p:sp>
        <p:sp>
          <p:nvSpPr>
            <p:cNvPr id="113676" name="Rectangle 10">
              <a:extLst>
                <a:ext uri="{FF2B5EF4-FFF2-40B4-BE49-F238E27FC236}">
                  <a16:creationId xmlns:a16="http://schemas.microsoft.com/office/drawing/2014/main" id="{C0A694AB-11EA-4351-AB98-6DF0579A27C6}"/>
                </a:ext>
              </a:extLst>
            </p:cNvPr>
            <p:cNvSpPr>
              <a:spLocks noChangeArrowheads="1"/>
            </p:cNvSpPr>
            <p:nvPr/>
          </p:nvSpPr>
          <p:spPr bwMode="auto">
            <a:xfrm>
              <a:off x="1488" y="2928"/>
              <a:ext cx="1248" cy="528"/>
            </a:xfrm>
            <a:prstGeom prst="rect">
              <a:avLst/>
            </a:prstGeom>
            <a:noFill/>
            <a:ln w="12700" cap="sq">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sz="2400" b="0"/>
            </a:p>
          </p:txBody>
        </p:sp>
        <p:sp>
          <p:nvSpPr>
            <p:cNvPr id="113677" name="Text Box 11">
              <a:extLst>
                <a:ext uri="{FF2B5EF4-FFF2-40B4-BE49-F238E27FC236}">
                  <a16:creationId xmlns:a16="http://schemas.microsoft.com/office/drawing/2014/main" id="{69F9639A-E717-43DE-AE46-BC6605038D50}"/>
                </a:ext>
              </a:extLst>
            </p:cNvPr>
            <p:cNvSpPr txBox="1">
              <a:spLocks noChangeArrowheads="1"/>
            </p:cNvSpPr>
            <p:nvPr/>
          </p:nvSpPr>
          <p:spPr bwMode="auto">
            <a:xfrm>
              <a:off x="1488" y="3456"/>
              <a:ext cx="1248" cy="296"/>
            </a:xfrm>
            <a:prstGeom prst="rect">
              <a:avLst/>
            </a:prstGeom>
            <a:noFill/>
            <a:ln w="12700" cap="sq">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ClrTx/>
                <a:buFontTx/>
                <a:buNone/>
              </a:pPr>
              <a:r>
                <a:rPr lang="en-US" altLang="zh-CN" sz="2400" u="none">
                  <a:ea typeface="楷体_GB2312" pitchFamily="49" charset="-122"/>
                </a:rPr>
                <a:t> </a:t>
              </a:r>
              <a:r>
                <a:rPr lang="zh-CN" altLang="en-US" sz="2000" u="none">
                  <a:ea typeface="楷体_GB2312" pitchFamily="49" charset="-122"/>
                </a:rPr>
                <a:t>类型</a:t>
              </a:r>
              <a:r>
                <a:rPr lang="en-US" altLang="zh-CN" sz="2000" u="none"/>
                <a:t>255</a:t>
              </a:r>
              <a:r>
                <a:rPr lang="zh-CN" altLang="en-US" sz="2000" u="none">
                  <a:ea typeface="楷体_GB2312" pitchFamily="49" charset="-122"/>
                </a:rPr>
                <a:t>的</a:t>
              </a:r>
              <a:r>
                <a:rPr lang="en-US" altLang="zh-CN" sz="2000" u="none"/>
                <a:t>(IP)</a:t>
              </a:r>
            </a:p>
          </p:txBody>
        </p:sp>
        <p:sp>
          <p:nvSpPr>
            <p:cNvPr id="113678" name="Text Box 12">
              <a:extLst>
                <a:ext uri="{FF2B5EF4-FFF2-40B4-BE49-F238E27FC236}">
                  <a16:creationId xmlns:a16="http://schemas.microsoft.com/office/drawing/2014/main" id="{D255B88D-D8E4-43E3-A5B3-664CDC527232}"/>
                </a:ext>
              </a:extLst>
            </p:cNvPr>
            <p:cNvSpPr txBox="1">
              <a:spLocks noChangeArrowheads="1"/>
            </p:cNvSpPr>
            <p:nvPr/>
          </p:nvSpPr>
          <p:spPr bwMode="auto">
            <a:xfrm>
              <a:off x="1488" y="3744"/>
              <a:ext cx="1248" cy="296"/>
            </a:xfrm>
            <a:prstGeom prst="rect">
              <a:avLst/>
            </a:prstGeom>
            <a:noFill/>
            <a:ln w="12700" cap="sq">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ClrTx/>
                <a:buFontTx/>
                <a:buNone/>
              </a:pPr>
              <a:r>
                <a:rPr lang="en-US" altLang="zh-CN" sz="2400" u="none">
                  <a:ea typeface="楷体_GB2312" pitchFamily="49" charset="-122"/>
                </a:rPr>
                <a:t> </a:t>
              </a:r>
              <a:r>
                <a:rPr lang="zh-CN" altLang="en-US" sz="2000" u="none">
                  <a:ea typeface="楷体_GB2312" pitchFamily="49" charset="-122"/>
                </a:rPr>
                <a:t>类型</a:t>
              </a:r>
              <a:r>
                <a:rPr lang="en-US" altLang="zh-CN" sz="2000" u="none"/>
                <a:t>255</a:t>
              </a:r>
              <a:r>
                <a:rPr lang="zh-CN" altLang="en-US" sz="2000" u="none">
                  <a:ea typeface="楷体_GB2312" pitchFamily="49" charset="-122"/>
                </a:rPr>
                <a:t>的</a:t>
              </a:r>
              <a:r>
                <a:rPr lang="en-US" altLang="zh-CN" sz="2000" u="none"/>
                <a:t>(CS)</a:t>
              </a:r>
            </a:p>
          </p:txBody>
        </p:sp>
        <p:sp>
          <p:nvSpPr>
            <p:cNvPr id="113679" name="Text Box 13">
              <a:extLst>
                <a:ext uri="{FF2B5EF4-FFF2-40B4-BE49-F238E27FC236}">
                  <a16:creationId xmlns:a16="http://schemas.microsoft.com/office/drawing/2014/main" id="{BF12ACE8-1593-4BBA-9A6C-8414046983AC}"/>
                </a:ext>
              </a:extLst>
            </p:cNvPr>
            <p:cNvSpPr txBox="1">
              <a:spLocks noChangeArrowheads="1"/>
            </p:cNvSpPr>
            <p:nvPr/>
          </p:nvSpPr>
          <p:spPr bwMode="auto">
            <a:xfrm>
              <a:off x="960" y="720"/>
              <a:ext cx="52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ClrTx/>
                <a:buFontTx/>
                <a:buNone/>
              </a:pPr>
              <a:r>
                <a:rPr lang="en-US" altLang="zh-CN" sz="2000" u="none"/>
                <a:t>00000</a:t>
              </a:r>
            </a:p>
          </p:txBody>
        </p:sp>
        <p:sp>
          <p:nvSpPr>
            <p:cNvPr id="113680" name="Text Box 14">
              <a:extLst>
                <a:ext uri="{FF2B5EF4-FFF2-40B4-BE49-F238E27FC236}">
                  <a16:creationId xmlns:a16="http://schemas.microsoft.com/office/drawing/2014/main" id="{D9B2C239-74DD-4508-854C-54C7B1314557}"/>
                </a:ext>
              </a:extLst>
            </p:cNvPr>
            <p:cNvSpPr txBox="1">
              <a:spLocks noChangeArrowheads="1"/>
            </p:cNvSpPr>
            <p:nvPr/>
          </p:nvSpPr>
          <p:spPr bwMode="auto">
            <a:xfrm>
              <a:off x="960" y="1296"/>
              <a:ext cx="52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ClrTx/>
                <a:buFontTx/>
                <a:buNone/>
              </a:pPr>
              <a:r>
                <a:rPr lang="en-US" altLang="zh-CN" sz="2000" u="none"/>
                <a:t>00004</a:t>
              </a:r>
            </a:p>
          </p:txBody>
        </p:sp>
        <p:sp>
          <p:nvSpPr>
            <p:cNvPr id="113681" name="Text Box 15">
              <a:extLst>
                <a:ext uri="{FF2B5EF4-FFF2-40B4-BE49-F238E27FC236}">
                  <a16:creationId xmlns:a16="http://schemas.microsoft.com/office/drawing/2014/main" id="{E9DC1990-3DAA-4CD0-9E1A-E6EB9C40037A}"/>
                </a:ext>
              </a:extLst>
            </p:cNvPr>
            <p:cNvSpPr txBox="1">
              <a:spLocks noChangeArrowheads="1"/>
            </p:cNvSpPr>
            <p:nvPr/>
          </p:nvSpPr>
          <p:spPr bwMode="auto">
            <a:xfrm>
              <a:off x="1008" y="2400"/>
              <a:ext cx="52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ClrTx/>
                <a:buFontTx/>
                <a:buNone/>
              </a:pPr>
              <a:r>
                <a:rPr lang="en-US" altLang="zh-CN" sz="2000" u="none"/>
                <a:t>  4*N</a:t>
              </a:r>
            </a:p>
          </p:txBody>
        </p:sp>
        <p:sp>
          <p:nvSpPr>
            <p:cNvPr id="113682" name="Text Box 16">
              <a:extLst>
                <a:ext uri="{FF2B5EF4-FFF2-40B4-BE49-F238E27FC236}">
                  <a16:creationId xmlns:a16="http://schemas.microsoft.com/office/drawing/2014/main" id="{00568571-91FB-4171-BEF9-C3C064EDC699}"/>
                </a:ext>
              </a:extLst>
            </p:cNvPr>
            <p:cNvSpPr txBox="1">
              <a:spLocks noChangeArrowheads="1"/>
            </p:cNvSpPr>
            <p:nvPr/>
          </p:nvSpPr>
          <p:spPr bwMode="auto">
            <a:xfrm>
              <a:off x="912" y="3504"/>
              <a:ext cx="62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ClrTx/>
                <a:buFontTx/>
                <a:buNone/>
              </a:pPr>
              <a:r>
                <a:rPr lang="en-US" altLang="zh-CN" sz="2000" u="none"/>
                <a:t>003FC</a:t>
              </a:r>
            </a:p>
          </p:txBody>
        </p:sp>
        <p:sp>
          <p:nvSpPr>
            <p:cNvPr id="113683" name="AutoShape 17">
              <a:extLst>
                <a:ext uri="{FF2B5EF4-FFF2-40B4-BE49-F238E27FC236}">
                  <a16:creationId xmlns:a16="http://schemas.microsoft.com/office/drawing/2014/main" id="{424030B4-F348-43C3-924A-91FD36489EC9}"/>
                </a:ext>
              </a:extLst>
            </p:cNvPr>
            <p:cNvSpPr>
              <a:spLocks/>
            </p:cNvSpPr>
            <p:nvPr/>
          </p:nvSpPr>
          <p:spPr bwMode="auto">
            <a:xfrm>
              <a:off x="2832" y="720"/>
              <a:ext cx="96" cy="480"/>
            </a:xfrm>
            <a:prstGeom prst="rightBrace">
              <a:avLst>
                <a:gd name="adj1" fmla="val 41667"/>
                <a:gd name="adj2" fmla="val 50000"/>
              </a:avLst>
            </a:prstGeom>
            <a:noFill/>
            <a:ln w="12700" cap="sq">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sz="2400" b="0"/>
            </a:p>
          </p:txBody>
        </p:sp>
        <p:sp>
          <p:nvSpPr>
            <p:cNvPr id="113684" name="AutoShape 18">
              <a:extLst>
                <a:ext uri="{FF2B5EF4-FFF2-40B4-BE49-F238E27FC236}">
                  <a16:creationId xmlns:a16="http://schemas.microsoft.com/office/drawing/2014/main" id="{04C77E9E-5C42-4828-9649-9ADF02F233E5}"/>
                </a:ext>
              </a:extLst>
            </p:cNvPr>
            <p:cNvSpPr>
              <a:spLocks/>
            </p:cNvSpPr>
            <p:nvPr/>
          </p:nvSpPr>
          <p:spPr bwMode="auto">
            <a:xfrm>
              <a:off x="2832" y="1296"/>
              <a:ext cx="96" cy="480"/>
            </a:xfrm>
            <a:prstGeom prst="rightBrace">
              <a:avLst>
                <a:gd name="adj1" fmla="val 41667"/>
                <a:gd name="adj2" fmla="val 50000"/>
              </a:avLst>
            </a:prstGeom>
            <a:noFill/>
            <a:ln w="12700" cap="sq">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sz="2400" b="0"/>
            </a:p>
          </p:txBody>
        </p:sp>
        <p:sp>
          <p:nvSpPr>
            <p:cNvPr id="113685" name="AutoShape 19">
              <a:extLst>
                <a:ext uri="{FF2B5EF4-FFF2-40B4-BE49-F238E27FC236}">
                  <a16:creationId xmlns:a16="http://schemas.microsoft.com/office/drawing/2014/main" id="{02C2B3F3-92AC-4A9A-B4A6-B577585717A1}"/>
                </a:ext>
              </a:extLst>
            </p:cNvPr>
            <p:cNvSpPr>
              <a:spLocks/>
            </p:cNvSpPr>
            <p:nvPr/>
          </p:nvSpPr>
          <p:spPr bwMode="auto">
            <a:xfrm>
              <a:off x="2832" y="2400"/>
              <a:ext cx="96" cy="480"/>
            </a:xfrm>
            <a:prstGeom prst="rightBrace">
              <a:avLst>
                <a:gd name="adj1" fmla="val 41667"/>
                <a:gd name="adj2" fmla="val 50000"/>
              </a:avLst>
            </a:prstGeom>
            <a:noFill/>
            <a:ln w="12700" cap="sq">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sz="2400" b="0"/>
            </a:p>
          </p:txBody>
        </p:sp>
        <p:sp>
          <p:nvSpPr>
            <p:cNvPr id="113686" name="AutoShape 20">
              <a:extLst>
                <a:ext uri="{FF2B5EF4-FFF2-40B4-BE49-F238E27FC236}">
                  <a16:creationId xmlns:a16="http://schemas.microsoft.com/office/drawing/2014/main" id="{9F68BF7B-B549-49C1-9EC6-314EE33129D5}"/>
                </a:ext>
              </a:extLst>
            </p:cNvPr>
            <p:cNvSpPr>
              <a:spLocks/>
            </p:cNvSpPr>
            <p:nvPr/>
          </p:nvSpPr>
          <p:spPr bwMode="auto">
            <a:xfrm>
              <a:off x="2832" y="3504"/>
              <a:ext cx="96" cy="480"/>
            </a:xfrm>
            <a:prstGeom prst="rightBrace">
              <a:avLst>
                <a:gd name="adj1" fmla="val 41667"/>
                <a:gd name="adj2" fmla="val 50000"/>
              </a:avLst>
            </a:prstGeom>
            <a:noFill/>
            <a:ln w="12700" cap="sq">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sz="2400" b="0"/>
            </a:p>
          </p:txBody>
        </p:sp>
      </p:grpSp>
      <p:sp>
        <p:nvSpPr>
          <p:cNvPr id="113667" name="Text Box 21">
            <a:extLst>
              <a:ext uri="{FF2B5EF4-FFF2-40B4-BE49-F238E27FC236}">
                <a16:creationId xmlns:a16="http://schemas.microsoft.com/office/drawing/2014/main" id="{B968CFDC-12DA-4F91-B97A-6A870D2D9A51}"/>
              </a:ext>
            </a:extLst>
          </p:cNvPr>
          <p:cNvSpPr txBox="1">
            <a:spLocks noChangeArrowheads="1"/>
          </p:cNvSpPr>
          <p:nvPr/>
        </p:nvSpPr>
        <p:spPr bwMode="auto">
          <a:xfrm>
            <a:off x="5257800" y="2209800"/>
            <a:ext cx="3429000" cy="133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lnSpc>
                <a:spcPct val="120000"/>
              </a:lnSpc>
              <a:spcBef>
                <a:spcPct val="0"/>
              </a:spcBef>
              <a:buClrTx/>
              <a:buFontTx/>
              <a:buNone/>
            </a:pPr>
            <a:r>
              <a:rPr lang="zh-CN" altLang="en-US" sz="2400" u="none">
                <a:solidFill>
                  <a:schemeClr val="hlink"/>
                </a:solidFill>
              </a:rPr>
              <a:t>中断向量：</a:t>
            </a:r>
          </a:p>
          <a:p>
            <a:pPr algn="just">
              <a:lnSpc>
                <a:spcPct val="120000"/>
              </a:lnSpc>
              <a:spcBef>
                <a:spcPct val="0"/>
              </a:spcBef>
              <a:buClrTx/>
              <a:buFontTx/>
              <a:buNone/>
            </a:pPr>
            <a:r>
              <a:rPr lang="zh-CN" altLang="en-US" sz="2200" u="none">
                <a:latin typeface="楷体_GB2312" pitchFamily="49" charset="-122"/>
                <a:ea typeface="楷体_GB2312" pitchFamily="49" charset="-122"/>
              </a:rPr>
              <a:t>  </a:t>
            </a:r>
          </a:p>
          <a:p>
            <a:pPr algn="just">
              <a:lnSpc>
                <a:spcPct val="120000"/>
              </a:lnSpc>
              <a:spcBef>
                <a:spcPct val="0"/>
              </a:spcBef>
              <a:buClrTx/>
              <a:buFontTx/>
              <a:buNone/>
            </a:pPr>
            <a:r>
              <a:rPr lang="zh-CN" altLang="en-US" sz="2200" u="none">
                <a:latin typeface="楷体_GB2312" pitchFamily="49" charset="-122"/>
                <a:ea typeface="楷体_GB2312" pitchFamily="49" charset="-122"/>
              </a:rPr>
              <a:t>中断例行程序的入口地址</a:t>
            </a:r>
            <a:endParaRPr lang="zh-CN" altLang="en-US" sz="2400" b="0" u="none">
              <a:latin typeface="楷体_GB2312" pitchFamily="49" charset="-122"/>
              <a:ea typeface="楷体_GB2312" pitchFamily="49" charset="-122"/>
            </a:endParaRPr>
          </a:p>
        </p:txBody>
      </p:sp>
      <p:sp>
        <p:nvSpPr>
          <p:cNvPr id="113668" name="Rectangle 22">
            <a:extLst>
              <a:ext uri="{FF2B5EF4-FFF2-40B4-BE49-F238E27FC236}">
                <a16:creationId xmlns:a16="http://schemas.microsoft.com/office/drawing/2014/main" id="{A44AD672-5FAE-4C3C-B44B-EB5B0D99EBB6}"/>
              </a:ext>
            </a:extLst>
          </p:cNvPr>
          <p:cNvSpPr>
            <a:spLocks noChangeArrowheads="1"/>
          </p:cNvSpPr>
          <p:nvPr/>
        </p:nvSpPr>
        <p:spPr bwMode="auto">
          <a:xfrm>
            <a:off x="2971800" y="457200"/>
            <a:ext cx="19700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zh-CN" altLang="en-US" sz="2800" u="none">
                <a:solidFill>
                  <a:srgbClr val="FF0000"/>
                </a:solidFill>
                <a:ea typeface="楷体_GB2312" pitchFamily="49" charset="-122"/>
              </a:rPr>
              <a:t>中断向量表</a:t>
            </a:r>
          </a:p>
        </p:txBody>
      </p:sp>
    </p:spTree>
    <p:custDataLst>
      <p:tags r:id="rId1"/>
    </p:custData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a:extLst>
              <a:ext uri="{FF2B5EF4-FFF2-40B4-BE49-F238E27FC236}">
                <a16:creationId xmlns:a16="http://schemas.microsoft.com/office/drawing/2014/main" id="{DC636EFB-835D-4513-B54A-E9D37A36B445}"/>
              </a:ext>
            </a:extLst>
          </p:cNvPr>
          <p:cNvSpPr>
            <a:spLocks noChangeArrowheads="1"/>
          </p:cNvSpPr>
          <p:nvPr/>
        </p:nvSpPr>
        <p:spPr bwMode="auto">
          <a:xfrm>
            <a:off x="2057400" y="685800"/>
            <a:ext cx="4572000" cy="3351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ClrTx/>
              <a:buFontTx/>
              <a:buNone/>
            </a:pPr>
            <a:r>
              <a:rPr lang="en-US" altLang="zh-CN" sz="2800" u="none">
                <a:solidFill>
                  <a:schemeClr val="hlink"/>
                </a:solidFill>
              </a:rPr>
              <a:t>INT  n</a:t>
            </a:r>
            <a:r>
              <a:rPr lang="en-US" altLang="zh-CN" sz="2800" u="none"/>
              <a:t> </a:t>
            </a:r>
            <a:r>
              <a:rPr lang="zh-CN" altLang="en-US" sz="2800" u="none"/>
              <a:t>（</a:t>
            </a:r>
            <a:r>
              <a:rPr lang="en-US" altLang="zh-CN" sz="2400" u="none"/>
              <a:t>n : </a:t>
            </a:r>
            <a:r>
              <a:rPr lang="zh-CN" altLang="en-US" sz="2400" u="none"/>
              <a:t>中断类型号</a:t>
            </a:r>
            <a:r>
              <a:rPr lang="zh-CN" altLang="en-US" sz="2800" u="none"/>
              <a:t>）</a:t>
            </a:r>
            <a:endParaRPr lang="zh-CN" altLang="en-US" sz="2800" b="0" u="none"/>
          </a:p>
          <a:p>
            <a:pPr>
              <a:spcBef>
                <a:spcPct val="50000"/>
              </a:spcBef>
              <a:buClrTx/>
              <a:buFontTx/>
              <a:buNone/>
            </a:pPr>
            <a:r>
              <a:rPr lang="en-US" altLang="zh-CN" sz="2400" u="none"/>
              <a:t>(1)   </a:t>
            </a:r>
            <a:r>
              <a:rPr lang="zh-CN" altLang="en-US" sz="2400" u="none"/>
              <a:t>保存现场和返回地址</a:t>
            </a:r>
          </a:p>
          <a:p>
            <a:pPr>
              <a:spcBef>
                <a:spcPct val="50000"/>
              </a:spcBef>
              <a:buClrTx/>
              <a:buFontTx/>
              <a:buNone/>
            </a:pPr>
            <a:r>
              <a:rPr lang="en-US" altLang="zh-CN" sz="2400" u="none"/>
              <a:t>(2)   </a:t>
            </a:r>
            <a:r>
              <a:rPr lang="zh-CN" altLang="en-US" sz="2400" u="none"/>
              <a:t>转中断处理程序</a:t>
            </a:r>
          </a:p>
          <a:p>
            <a:pPr>
              <a:spcBef>
                <a:spcPct val="50000"/>
              </a:spcBef>
              <a:buClrTx/>
              <a:buFontTx/>
              <a:buNone/>
            </a:pPr>
            <a:r>
              <a:rPr lang="zh-CN" altLang="en-US" sz="2400" u="none"/>
              <a:t>         </a:t>
            </a:r>
            <a:r>
              <a:rPr lang="en-US" altLang="zh-CN" sz="2400" u="none"/>
              <a:t>( IP )  ←  ( n*4 )</a:t>
            </a:r>
          </a:p>
          <a:p>
            <a:pPr>
              <a:spcBef>
                <a:spcPct val="50000"/>
              </a:spcBef>
              <a:buClrTx/>
              <a:buFontTx/>
              <a:buNone/>
            </a:pPr>
            <a:r>
              <a:rPr lang="en-US" altLang="zh-CN" sz="2400" u="none"/>
              <a:t>         ( CS ) ←  ( n*4 + 2 )</a:t>
            </a:r>
          </a:p>
          <a:p>
            <a:pPr>
              <a:spcBef>
                <a:spcPct val="50000"/>
              </a:spcBef>
              <a:buClrTx/>
              <a:buFontTx/>
              <a:buNone/>
            </a:pPr>
            <a:r>
              <a:rPr lang="en-US" altLang="zh-CN" sz="2800" u="none">
                <a:solidFill>
                  <a:schemeClr val="hlink"/>
                </a:solidFill>
              </a:rPr>
              <a:t>IRET</a:t>
            </a:r>
          </a:p>
        </p:txBody>
      </p:sp>
      <p:grpSp>
        <p:nvGrpSpPr>
          <p:cNvPr id="114691" name="Group 3">
            <a:extLst>
              <a:ext uri="{FF2B5EF4-FFF2-40B4-BE49-F238E27FC236}">
                <a16:creationId xmlns:a16="http://schemas.microsoft.com/office/drawing/2014/main" id="{E8E9E186-5006-4C60-8FBB-0FCADA5A6A58}"/>
              </a:ext>
            </a:extLst>
          </p:cNvPr>
          <p:cNvGrpSpPr>
            <a:grpSpLocks/>
          </p:cNvGrpSpPr>
          <p:nvPr/>
        </p:nvGrpSpPr>
        <p:grpSpPr bwMode="auto">
          <a:xfrm>
            <a:off x="5791200" y="1752600"/>
            <a:ext cx="1860550" cy="1371600"/>
            <a:chOff x="3888" y="2640"/>
            <a:chExt cx="1172" cy="864"/>
          </a:xfrm>
        </p:grpSpPr>
        <p:sp>
          <p:nvSpPr>
            <p:cNvPr id="114693" name="Line 4">
              <a:extLst>
                <a:ext uri="{FF2B5EF4-FFF2-40B4-BE49-F238E27FC236}">
                  <a16:creationId xmlns:a16="http://schemas.microsoft.com/office/drawing/2014/main" id="{8D49F4C4-DDB8-4DAC-B0C4-7519CA056B6E}"/>
                </a:ext>
              </a:extLst>
            </p:cNvPr>
            <p:cNvSpPr>
              <a:spLocks noChangeShapeType="1"/>
            </p:cNvSpPr>
            <p:nvPr/>
          </p:nvSpPr>
          <p:spPr bwMode="auto">
            <a:xfrm>
              <a:off x="4464" y="2640"/>
              <a:ext cx="0" cy="864"/>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114694" name="Line 5">
              <a:extLst>
                <a:ext uri="{FF2B5EF4-FFF2-40B4-BE49-F238E27FC236}">
                  <a16:creationId xmlns:a16="http://schemas.microsoft.com/office/drawing/2014/main" id="{3A66D6BD-8CAD-41D2-8C58-2D798B65FC13}"/>
                </a:ext>
              </a:extLst>
            </p:cNvPr>
            <p:cNvSpPr>
              <a:spLocks noChangeShapeType="1"/>
            </p:cNvSpPr>
            <p:nvPr/>
          </p:nvSpPr>
          <p:spPr bwMode="auto">
            <a:xfrm>
              <a:off x="5040" y="2640"/>
              <a:ext cx="0" cy="864"/>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114695" name="Line 6">
              <a:extLst>
                <a:ext uri="{FF2B5EF4-FFF2-40B4-BE49-F238E27FC236}">
                  <a16:creationId xmlns:a16="http://schemas.microsoft.com/office/drawing/2014/main" id="{89286197-C7CD-457B-9490-0B4DAD031D54}"/>
                </a:ext>
              </a:extLst>
            </p:cNvPr>
            <p:cNvSpPr>
              <a:spLocks noChangeShapeType="1"/>
            </p:cNvSpPr>
            <p:nvPr/>
          </p:nvSpPr>
          <p:spPr bwMode="auto">
            <a:xfrm>
              <a:off x="4464" y="3504"/>
              <a:ext cx="576"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114696" name="Line 7">
              <a:extLst>
                <a:ext uri="{FF2B5EF4-FFF2-40B4-BE49-F238E27FC236}">
                  <a16:creationId xmlns:a16="http://schemas.microsoft.com/office/drawing/2014/main" id="{BA91A1E3-A22A-4752-AE27-A72CA0F30E07}"/>
                </a:ext>
              </a:extLst>
            </p:cNvPr>
            <p:cNvSpPr>
              <a:spLocks noChangeShapeType="1"/>
            </p:cNvSpPr>
            <p:nvPr/>
          </p:nvSpPr>
          <p:spPr bwMode="auto">
            <a:xfrm>
              <a:off x="4464" y="3264"/>
              <a:ext cx="576"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114697" name="Line 8">
              <a:extLst>
                <a:ext uri="{FF2B5EF4-FFF2-40B4-BE49-F238E27FC236}">
                  <a16:creationId xmlns:a16="http://schemas.microsoft.com/office/drawing/2014/main" id="{0D65F8AC-08C4-482B-A4A4-A69F1DF6B971}"/>
                </a:ext>
              </a:extLst>
            </p:cNvPr>
            <p:cNvSpPr>
              <a:spLocks noChangeShapeType="1"/>
            </p:cNvSpPr>
            <p:nvPr/>
          </p:nvSpPr>
          <p:spPr bwMode="auto">
            <a:xfrm>
              <a:off x="4464" y="3024"/>
              <a:ext cx="576"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114698" name="Line 9">
              <a:extLst>
                <a:ext uri="{FF2B5EF4-FFF2-40B4-BE49-F238E27FC236}">
                  <a16:creationId xmlns:a16="http://schemas.microsoft.com/office/drawing/2014/main" id="{895BE662-ABA1-41A6-A639-A797CF2ABEA2}"/>
                </a:ext>
              </a:extLst>
            </p:cNvPr>
            <p:cNvSpPr>
              <a:spLocks noChangeShapeType="1"/>
            </p:cNvSpPr>
            <p:nvPr/>
          </p:nvSpPr>
          <p:spPr bwMode="auto">
            <a:xfrm>
              <a:off x="4464" y="2784"/>
              <a:ext cx="576"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114699" name="Rectangle 10">
              <a:extLst>
                <a:ext uri="{FF2B5EF4-FFF2-40B4-BE49-F238E27FC236}">
                  <a16:creationId xmlns:a16="http://schemas.microsoft.com/office/drawing/2014/main" id="{8F051050-6AFA-4867-9CFD-47ABC0740B2E}"/>
                </a:ext>
              </a:extLst>
            </p:cNvPr>
            <p:cNvSpPr>
              <a:spLocks noChangeArrowheads="1"/>
            </p:cNvSpPr>
            <p:nvPr/>
          </p:nvSpPr>
          <p:spPr bwMode="auto">
            <a:xfrm>
              <a:off x="4560" y="3024"/>
              <a:ext cx="46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en-US" altLang="zh-CN" sz="1800" u="none"/>
                <a:t>( CS )</a:t>
              </a:r>
            </a:p>
          </p:txBody>
        </p:sp>
        <p:sp>
          <p:nvSpPr>
            <p:cNvPr id="114700" name="Rectangle 11">
              <a:extLst>
                <a:ext uri="{FF2B5EF4-FFF2-40B4-BE49-F238E27FC236}">
                  <a16:creationId xmlns:a16="http://schemas.microsoft.com/office/drawing/2014/main" id="{1B2F6559-8E55-499D-8D3F-CD0A29E4F8AD}"/>
                </a:ext>
              </a:extLst>
            </p:cNvPr>
            <p:cNvSpPr>
              <a:spLocks noChangeArrowheads="1"/>
            </p:cNvSpPr>
            <p:nvPr/>
          </p:nvSpPr>
          <p:spPr bwMode="auto">
            <a:xfrm>
              <a:off x="3888" y="2784"/>
              <a:ext cx="109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en-US" altLang="zh-CN" sz="1800" u="none"/>
                <a:t>( SP ) </a:t>
              </a:r>
              <a:r>
                <a:rPr lang="en-US" altLang="zh-CN" sz="1800" u="none">
                  <a:latin typeface="宋体" panose="02010600030101010101" pitchFamily="2" charset="-122"/>
                </a:rPr>
                <a:t>→  </a:t>
              </a:r>
              <a:r>
                <a:rPr lang="en-US" altLang="zh-CN" sz="1800" u="none"/>
                <a:t>( IP )</a:t>
              </a:r>
            </a:p>
          </p:txBody>
        </p:sp>
        <p:sp>
          <p:nvSpPr>
            <p:cNvPr id="114701" name="Rectangle 12">
              <a:extLst>
                <a:ext uri="{FF2B5EF4-FFF2-40B4-BE49-F238E27FC236}">
                  <a16:creationId xmlns:a16="http://schemas.microsoft.com/office/drawing/2014/main" id="{3B1E99B3-2B2A-41A8-B29F-071AEFE88B8C}"/>
                </a:ext>
              </a:extLst>
            </p:cNvPr>
            <p:cNvSpPr>
              <a:spLocks noChangeArrowheads="1"/>
            </p:cNvSpPr>
            <p:nvPr/>
          </p:nvSpPr>
          <p:spPr bwMode="auto">
            <a:xfrm>
              <a:off x="4464" y="3264"/>
              <a:ext cx="5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en-US" altLang="zh-CN" sz="1800" u="none"/>
                <a:t>( PSW )</a:t>
              </a:r>
            </a:p>
          </p:txBody>
        </p:sp>
      </p:grpSp>
      <p:sp>
        <p:nvSpPr>
          <p:cNvPr id="114692" name="Text Box 13">
            <a:extLst>
              <a:ext uri="{FF2B5EF4-FFF2-40B4-BE49-F238E27FC236}">
                <a16:creationId xmlns:a16="http://schemas.microsoft.com/office/drawing/2014/main" id="{184BAD4D-0D48-48A5-B491-D80A3548B8DA}"/>
              </a:ext>
            </a:extLst>
          </p:cNvPr>
          <p:cNvSpPr txBox="1">
            <a:spLocks noChangeArrowheads="1"/>
          </p:cNvSpPr>
          <p:nvPr/>
        </p:nvSpPr>
        <p:spPr bwMode="auto">
          <a:xfrm>
            <a:off x="2057400" y="4191000"/>
            <a:ext cx="4114800" cy="223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dash"/>
                <a:miter lim="800000"/>
                <a:headEnd/>
                <a:tailEnd/>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nSpc>
                <a:spcPct val="130000"/>
              </a:lnSpc>
              <a:spcBef>
                <a:spcPct val="0"/>
              </a:spcBef>
              <a:buClrTx/>
              <a:buFontTx/>
              <a:buNone/>
            </a:pPr>
            <a:r>
              <a:rPr lang="zh-CN" altLang="en-US" sz="2400" u="none"/>
              <a:t>例</a:t>
            </a:r>
            <a:r>
              <a:rPr lang="zh-CN" altLang="en-US" sz="2400" b="0" u="none"/>
              <a:t>：  </a:t>
            </a:r>
            <a:r>
              <a:rPr lang="en-US" altLang="zh-CN" sz="2400" u="none"/>
              <a:t>BIOS</a:t>
            </a:r>
            <a:r>
              <a:rPr lang="zh-CN" altLang="en-US" sz="2400" u="none"/>
              <a:t>中断 </a:t>
            </a:r>
            <a:r>
              <a:rPr lang="en-US" altLang="zh-CN" sz="2400" u="none">
                <a:solidFill>
                  <a:srgbClr val="FF0000"/>
                </a:solidFill>
              </a:rPr>
              <a:t>INT  4AH</a:t>
            </a:r>
          </a:p>
          <a:p>
            <a:pPr lvl="1">
              <a:lnSpc>
                <a:spcPct val="130000"/>
              </a:lnSpc>
              <a:spcBef>
                <a:spcPct val="0"/>
              </a:spcBef>
              <a:buClrTx/>
              <a:buFontTx/>
              <a:buNone/>
            </a:pPr>
            <a:r>
              <a:rPr lang="en-US" altLang="zh-CN" sz="2000" u="none"/>
              <a:t>        </a:t>
            </a:r>
            <a:r>
              <a:rPr lang="en-US" altLang="zh-CN" sz="2300" u="none"/>
              <a:t>4AH </a:t>
            </a:r>
            <a:r>
              <a:rPr lang="en-US" altLang="zh-CN" sz="2300" u="none">
                <a:sym typeface="Symbol" panose="05050102010706020507" pitchFamily="18" charset="2"/>
              </a:rPr>
              <a:t> </a:t>
            </a:r>
            <a:r>
              <a:rPr lang="en-US" altLang="zh-CN" sz="2300" u="none"/>
              <a:t>4  = 128 H  </a:t>
            </a:r>
          </a:p>
          <a:p>
            <a:pPr lvl="1">
              <a:lnSpc>
                <a:spcPct val="115000"/>
              </a:lnSpc>
              <a:spcBef>
                <a:spcPct val="0"/>
              </a:spcBef>
              <a:buClrTx/>
              <a:buFontTx/>
              <a:buNone/>
            </a:pPr>
            <a:r>
              <a:rPr lang="en-US" altLang="zh-CN" sz="2300" u="none"/>
              <a:t>       4AH </a:t>
            </a:r>
            <a:r>
              <a:rPr lang="en-US" altLang="zh-CN" sz="2300" u="none">
                <a:sym typeface="Symbol" panose="05050102010706020507" pitchFamily="18" charset="2"/>
              </a:rPr>
              <a:t></a:t>
            </a:r>
            <a:r>
              <a:rPr lang="en-US" altLang="zh-CN" sz="2300" u="none"/>
              <a:t>4 + 2  = 12A H</a:t>
            </a:r>
          </a:p>
          <a:p>
            <a:pPr lvl="1">
              <a:lnSpc>
                <a:spcPct val="115000"/>
              </a:lnSpc>
              <a:spcBef>
                <a:spcPct val="0"/>
              </a:spcBef>
              <a:buClrTx/>
              <a:buFontTx/>
              <a:buNone/>
            </a:pPr>
            <a:r>
              <a:rPr lang="en-US" altLang="zh-CN" sz="2300" u="none"/>
              <a:t>       ( 128H )  </a:t>
            </a:r>
            <a:r>
              <a:rPr lang="en-US" altLang="zh-CN" sz="2300" u="none">
                <a:sym typeface="Symbol" panose="05050102010706020507" pitchFamily="18" charset="2"/>
              </a:rPr>
              <a:t></a:t>
            </a:r>
            <a:r>
              <a:rPr lang="en-US" altLang="zh-CN" sz="2300" u="none"/>
              <a:t>  ( IP )</a:t>
            </a:r>
          </a:p>
          <a:p>
            <a:pPr lvl="1">
              <a:lnSpc>
                <a:spcPct val="115000"/>
              </a:lnSpc>
              <a:spcBef>
                <a:spcPct val="0"/>
              </a:spcBef>
              <a:buClrTx/>
              <a:buFontTx/>
              <a:buNone/>
            </a:pPr>
            <a:r>
              <a:rPr lang="en-US" altLang="zh-CN" sz="2300" u="none"/>
              <a:t>       ( 12AH ) </a:t>
            </a:r>
            <a:r>
              <a:rPr lang="en-US" altLang="zh-CN" sz="2300" u="none">
                <a:sym typeface="Symbol" panose="05050102010706020507" pitchFamily="18" charset="2"/>
              </a:rPr>
              <a:t></a:t>
            </a:r>
            <a:r>
              <a:rPr lang="en-US" altLang="zh-CN" sz="2300" u="none"/>
              <a:t>  ( CS )</a:t>
            </a:r>
          </a:p>
        </p:txBody>
      </p:sp>
    </p:spTree>
    <p:custDataLst>
      <p:tags r:id="rId1"/>
    </p:custData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Text Box 2">
            <a:extLst>
              <a:ext uri="{FF2B5EF4-FFF2-40B4-BE49-F238E27FC236}">
                <a16:creationId xmlns:a16="http://schemas.microsoft.com/office/drawing/2014/main" id="{69F9DF84-A605-42E2-86D3-2D9CCAC1065D}"/>
              </a:ext>
            </a:extLst>
          </p:cNvPr>
          <p:cNvSpPr txBox="1">
            <a:spLocks noChangeArrowheads="1"/>
          </p:cNvSpPr>
          <p:nvPr/>
        </p:nvSpPr>
        <p:spPr bwMode="auto">
          <a:xfrm>
            <a:off x="1752600" y="457200"/>
            <a:ext cx="6629400" cy="5991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marL="457200" indent="-457200">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914400" indent="-45720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371600" indent="-4572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lnSpc>
                <a:spcPct val="110000"/>
              </a:lnSpc>
              <a:spcBef>
                <a:spcPct val="0"/>
              </a:spcBef>
              <a:buClrTx/>
              <a:buFontTx/>
              <a:buNone/>
            </a:pPr>
            <a:r>
              <a:rPr lang="zh-CN" altLang="en-US" sz="2800" u="none"/>
              <a:t>中断程序的编写步骤：</a:t>
            </a:r>
          </a:p>
          <a:p>
            <a:pPr lvl="1" algn="just">
              <a:lnSpc>
                <a:spcPct val="110000"/>
              </a:lnSpc>
              <a:spcBef>
                <a:spcPct val="0"/>
              </a:spcBef>
              <a:buClrTx/>
              <a:buFontTx/>
              <a:buNone/>
            </a:pPr>
            <a:endParaRPr lang="zh-CN" altLang="en-US" sz="2600" u="none">
              <a:solidFill>
                <a:srgbClr val="FFFF00"/>
              </a:solidFill>
            </a:endParaRPr>
          </a:p>
          <a:p>
            <a:pPr lvl="1" algn="just">
              <a:lnSpc>
                <a:spcPct val="110000"/>
              </a:lnSpc>
              <a:spcBef>
                <a:spcPct val="0"/>
              </a:spcBef>
              <a:buClrTx/>
              <a:buFontTx/>
              <a:buNone/>
            </a:pPr>
            <a:r>
              <a:rPr lang="zh-CN" altLang="en-US" sz="2600" u="none">
                <a:solidFill>
                  <a:srgbClr val="FF0000"/>
                </a:solidFill>
              </a:rPr>
              <a:t>主程序：</a:t>
            </a:r>
          </a:p>
          <a:p>
            <a:pPr lvl="2" algn="just">
              <a:lnSpc>
                <a:spcPct val="110000"/>
              </a:lnSpc>
              <a:spcBef>
                <a:spcPct val="0"/>
              </a:spcBef>
              <a:buFontTx/>
              <a:buAutoNum type="arabicParenBoth"/>
            </a:pPr>
            <a:r>
              <a:rPr lang="zh-CN" altLang="en-US" sz="2200" u="none">
                <a:ea typeface="楷体_GB2312" pitchFamily="49" charset="-122"/>
              </a:rPr>
              <a:t>设置中断向量</a:t>
            </a:r>
          </a:p>
          <a:p>
            <a:pPr lvl="2" algn="just">
              <a:lnSpc>
                <a:spcPct val="110000"/>
              </a:lnSpc>
              <a:spcBef>
                <a:spcPct val="0"/>
              </a:spcBef>
              <a:buFontTx/>
              <a:buAutoNum type="arabicParenBoth"/>
            </a:pPr>
            <a:r>
              <a:rPr lang="zh-CN" altLang="en-US" sz="2200" u="none">
                <a:ea typeface="楷体_GB2312" pitchFamily="49" charset="-122"/>
              </a:rPr>
              <a:t>设置 </a:t>
            </a:r>
            <a:r>
              <a:rPr lang="en-US" altLang="zh-CN" sz="2200" u="none">
                <a:ea typeface="楷体_GB2312" pitchFamily="49" charset="-122"/>
              </a:rPr>
              <a:t>CPU </a:t>
            </a:r>
            <a:r>
              <a:rPr lang="zh-CN" altLang="en-US" sz="2200" u="none">
                <a:ea typeface="楷体_GB2312" pitchFamily="49" charset="-122"/>
              </a:rPr>
              <a:t>的中断允许位 </a:t>
            </a:r>
            <a:r>
              <a:rPr lang="en-US" altLang="zh-CN" sz="2200" u="none">
                <a:ea typeface="楷体_GB2312" pitchFamily="49" charset="-122"/>
              </a:rPr>
              <a:t>IF</a:t>
            </a:r>
          </a:p>
          <a:p>
            <a:pPr lvl="2" algn="just">
              <a:lnSpc>
                <a:spcPct val="110000"/>
              </a:lnSpc>
              <a:spcBef>
                <a:spcPct val="0"/>
              </a:spcBef>
              <a:buFontTx/>
              <a:buAutoNum type="arabicParenBoth"/>
            </a:pPr>
            <a:r>
              <a:rPr lang="zh-CN" altLang="en-US" sz="2200" u="none">
                <a:ea typeface="楷体_GB2312" pitchFamily="49" charset="-122"/>
              </a:rPr>
              <a:t>设置设备的中断屏蔽位</a:t>
            </a:r>
          </a:p>
          <a:p>
            <a:pPr lvl="1" algn="just">
              <a:lnSpc>
                <a:spcPct val="110000"/>
              </a:lnSpc>
              <a:spcBef>
                <a:spcPct val="0"/>
              </a:spcBef>
              <a:buClrTx/>
              <a:buFontTx/>
              <a:buNone/>
            </a:pPr>
            <a:endParaRPr lang="zh-CN" altLang="en-US" sz="2600" u="none">
              <a:solidFill>
                <a:srgbClr val="FFFF00"/>
              </a:solidFill>
            </a:endParaRPr>
          </a:p>
          <a:p>
            <a:pPr lvl="1" algn="just">
              <a:lnSpc>
                <a:spcPct val="110000"/>
              </a:lnSpc>
              <a:spcBef>
                <a:spcPct val="0"/>
              </a:spcBef>
              <a:buClrTx/>
              <a:buFontTx/>
              <a:buNone/>
            </a:pPr>
            <a:r>
              <a:rPr lang="zh-CN" altLang="en-US" sz="2600" u="none">
                <a:solidFill>
                  <a:srgbClr val="FF0000"/>
                </a:solidFill>
              </a:rPr>
              <a:t>中断处理子程序：</a:t>
            </a:r>
          </a:p>
          <a:p>
            <a:pPr lvl="2" algn="just">
              <a:lnSpc>
                <a:spcPct val="110000"/>
              </a:lnSpc>
              <a:spcBef>
                <a:spcPct val="0"/>
              </a:spcBef>
              <a:buFontTx/>
              <a:buAutoNum type="arabicParenBoth"/>
            </a:pPr>
            <a:r>
              <a:rPr lang="zh-CN" altLang="en-US" sz="2200" u="none">
                <a:ea typeface="楷体_GB2312" pitchFamily="49" charset="-122"/>
              </a:rPr>
              <a:t>保存寄存器内容</a:t>
            </a:r>
          </a:p>
          <a:p>
            <a:pPr lvl="2" algn="just">
              <a:lnSpc>
                <a:spcPct val="110000"/>
              </a:lnSpc>
              <a:spcBef>
                <a:spcPct val="0"/>
              </a:spcBef>
              <a:buFontTx/>
              <a:buAutoNum type="arabicParenBoth"/>
            </a:pPr>
            <a:r>
              <a:rPr lang="zh-CN" altLang="en-US" sz="2200" u="none">
                <a:ea typeface="楷体_GB2312" pitchFamily="49" charset="-122"/>
              </a:rPr>
              <a:t>如允许中断嵌套，则开中断</a:t>
            </a:r>
          </a:p>
          <a:p>
            <a:pPr lvl="2" algn="just">
              <a:lnSpc>
                <a:spcPct val="110000"/>
              </a:lnSpc>
              <a:spcBef>
                <a:spcPct val="0"/>
              </a:spcBef>
              <a:buFontTx/>
              <a:buAutoNum type="arabicParenBoth"/>
            </a:pPr>
            <a:r>
              <a:rPr lang="zh-CN" altLang="en-US" sz="2200" u="none">
                <a:ea typeface="楷体_GB2312" pitchFamily="49" charset="-122"/>
              </a:rPr>
              <a:t>处理中断</a:t>
            </a:r>
          </a:p>
          <a:p>
            <a:pPr lvl="2" algn="just">
              <a:lnSpc>
                <a:spcPct val="110000"/>
              </a:lnSpc>
              <a:spcBef>
                <a:spcPct val="0"/>
              </a:spcBef>
              <a:buFontTx/>
              <a:buAutoNum type="arabicParenBoth"/>
            </a:pPr>
            <a:r>
              <a:rPr lang="zh-CN" altLang="en-US" sz="2200" u="none">
                <a:ea typeface="楷体_GB2312" pitchFamily="49" charset="-122"/>
              </a:rPr>
              <a:t>关中断</a:t>
            </a:r>
          </a:p>
          <a:p>
            <a:pPr lvl="2" algn="just">
              <a:lnSpc>
                <a:spcPct val="110000"/>
              </a:lnSpc>
              <a:spcBef>
                <a:spcPct val="0"/>
              </a:spcBef>
              <a:buFontTx/>
              <a:buAutoNum type="arabicParenBoth"/>
            </a:pPr>
            <a:r>
              <a:rPr lang="zh-CN" altLang="en-US" sz="2200" u="none">
                <a:ea typeface="楷体_GB2312" pitchFamily="49" charset="-122"/>
              </a:rPr>
              <a:t>送中断结束命令</a:t>
            </a:r>
            <a:r>
              <a:rPr lang="en-US" altLang="zh-CN" sz="2200" u="none">
                <a:ea typeface="楷体_GB2312" pitchFamily="49" charset="-122"/>
              </a:rPr>
              <a:t>( EOI )</a:t>
            </a:r>
            <a:r>
              <a:rPr lang="zh-CN" altLang="en-US" sz="2200" u="none">
                <a:ea typeface="楷体_GB2312" pitchFamily="49" charset="-122"/>
              </a:rPr>
              <a:t>给中断命令寄存器</a:t>
            </a:r>
          </a:p>
          <a:p>
            <a:pPr lvl="2" algn="just">
              <a:lnSpc>
                <a:spcPct val="110000"/>
              </a:lnSpc>
              <a:spcBef>
                <a:spcPct val="0"/>
              </a:spcBef>
              <a:buFontTx/>
              <a:buAutoNum type="arabicParenBoth"/>
            </a:pPr>
            <a:r>
              <a:rPr lang="zh-CN" altLang="en-US" sz="2200" u="none">
                <a:ea typeface="楷体_GB2312" pitchFamily="49" charset="-122"/>
              </a:rPr>
              <a:t>恢复寄存器内容</a:t>
            </a:r>
          </a:p>
          <a:p>
            <a:pPr lvl="2" algn="just">
              <a:lnSpc>
                <a:spcPct val="110000"/>
              </a:lnSpc>
              <a:spcBef>
                <a:spcPct val="0"/>
              </a:spcBef>
              <a:buFontTx/>
              <a:buAutoNum type="arabicParenBoth"/>
            </a:pPr>
            <a:r>
              <a:rPr lang="en-US" altLang="zh-CN" sz="2200" u="none">
                <a:ea typeface="楷体_GB2312" pitchFamily="49" charset="-122"/>
              </a:rPr>
              <a:t>IRET</a:t>
            </a:r>
            <a:r>
              <a:rPr lang="zh-CN" altLang="en-US" sz="2200" u="none">
                <a:ea typeface="楷体_GB2312" pitchFamily="49" charset="-122"/>
              </a:rPr>
              <a:t>中断返回</a:t>
            </a:r>
            <a:endParaRPr lang="zh-CN" altLang="en-US" sz="2200" b="0" u="none">
              <a:ea typeface="楷体_GB2312" pitchFamily="49" charset="-122"/>
            </a:endParaRPr>
          </a:p>
        </p:txBody>
      </p:sp>
    </p:spTree>
    <p:custDataLst>
      <p:tags r:id="rId1"/>
    </p:custData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8" name="Rectangle 4">
            <a:extLst>
              <a:ext uri="{FF2B5EF4-FFF2-40B4-BE49-F238E27FC236}">
                <a16:creationId xmlns:a16="http://schemas.microsoft.com/office/drawing/2014/main" id="{FA5C2BB9-FE4A-4BB5-98A2-98FDEF5C7CE5}"/>
              </a:ext>
            </a:extLst>
          </p:cNvPr>
          <p:cNvSpPr>
            <a:spLocks noGrp="1" noChangeArrowheads="1"/>
          </p:cNvSpPr>
          <p:nvPr>
            <p:ph type="title" idx="4294967295"/>
          </p:nvPr>
        </p:nvSpPr>
        <p:spPr>
          <a:xfrm>
            <a:off x="1116013" y="2997200"/>
            <a:ext cx="7772400" cy="762000"/>
          </a:xfrm>
        </p:spPr>
        <p:txBody>
          <a:bodyPr/>
          <a:lstStyle/>
          <a:p>
            <a:pPr eaLnBrk="1" hangingPunct="1">
              <a:defRPr/>
            </a:pPr>
            <a:r>
              <a:rPr lang="en-US" altLang="zh-CN"/>
              <a:t>DOS </a:t>
            </a:r>
            <a:r>
              <a:rPr lang="zh-CN" altLang="en-US"/>
              <a:t>功能调用</a:t>
            </a:r>
          </a:p>
        </p:txBody>
      </p:sp>
    </p:spTree>
    <p:custDataLst>
      <p:tags r:id="rId1"/>
    </p:custData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Text Box 2">
            <a:extLst>
              <a:ext uri="{FF2B5EF4-FFF2-40B4-BE49-F238E27FC236}">
                <a16:creationId xmlns:a16="http://schemas.microsoft.com/office/drawing/2014/main" id="{2AABAE7D-E0F1-44E0-905A-2512CD10BC37}"/>
              </a:ext>
            </a:extLst>
          </p:cNvPr>
          <p:cNvSpPr txBox="1">
            <a:spLocks noChangeArrowheads="1"/>
          </p:cNvSpPr>
          <p:nvPr/>
        </p:nvSpPr>
        <p:spPr bwMode="auto">
          <a:xfrm>
            <a:off x="1905000" y="609600"/>
            <a:ext cx="6019800" cy="444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marL="457200" indent="-457200">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914400" indent="-45720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90000"/>
              </a:lnSpc>
              <a:spcBef>
                <a:spcPct val="0"/>
              </a:spcBef>
              <a:buClrTx/>
              <a:buFontTx/>
              <a:buNone/>
            </a:pPr>
            <a:r>
              <a:rPr lang="zh-CN" altLang="en-US" sz="2400" u="none"/>
              <a:t>调用 </a:t>
            </a:r>
            <a:r>
              <a:rPr lang="en-US" altLang="zh-CN" sz="2400" u="none"/>
              <a:t>DOS </a:t>
            </a:r>
            <a:r>
              <a:rPr lang="zh-CN" altLang="en-US" sz="2400" u="none"/>
              <a:t>或 </a:t>
            </a:r>
            <a:r>
              <a:rPr lang="en-US" altLang="zh-CN" sz="2400" u="none"/>
              <a:t>BIOS </a:t>
            </a:r>
            <a:r>
              <a:rPr lang="zh-CN" altLang="en-US" sz="2400" u="none"/>
              <a:t>功能的基本步骤：</a:t>
            </a:r>
          </a:p>
          <a:p>
            <a:pPr lvl="1" eaLnBrk="1" hangingPunct="1">
              <a:lnSpc>
                <a:spcPct val="190000"/>
              </a:lnSpc>
              <a:spcBef>
                <a:spcPct val="0"/>
              </a:spcBef>
              <a:buClrTx/>
              <a:buFontTx/>
              <a:buAutoNum type="arabicParenBoth"/>
            </a:pPr>
            <a:r>
              <a:rPr lang="zh-CN" altLang="en-US" sz="2200" u="none">
                <a:ea typeface="楷体_GB2312" pitchFamily="49" charset="-122"/>
              </a:rPr>
              <a:t>将调用参数装入指定寄存器</a:t>
            </a:r>
          </a:p>
          <a:p>
            <a:pPr lvl="1" eaLnBrk="1" hangingPunct="1">
              <a:spcBef>
                <a:spcPct val="50000"/>
              </a:spcBef>
              <a:buClrTx/>
              <a:buFontTx/>
              <a:buAutoNum type="arabicParenBoth"/>
            </a:pPr>
            <a:r>
              <a:rPr lang="zh-CN" altLang="en-US" sz="2200" u="none">
                <a:ea typeface="楷体_GB2312" pitchFamily="49" charset="-122"/>
              </a:rPr>
              <a:t>如需功能号，将它装入 </a:t>
            </a:r>
            <a:r>
              <a:rPr lang="en-US" altLang="zh-CN" sz="2200" u="none">
                <a:ea typeface="楷体_GB2312" pitchFamily="49" charset="-122"/>
              </a:rPr>
              <a:t>AH</a:t>
            </a:r>
          </a:p>
          <a:p>
            <a:pPr lvl="1" eaLnBrk="1" hangingPunct="1">
              <a:spcBef>
                <a:spcPct val="50000"/>
              </a:spcBef>
              <a:buClrTx/>
              <a:buFontTx/>
              <a:buAutoNum type="arabicParenBoth"/>
            </a:pPr>
            <a:r>
              <a:rPr lang="zh-CN" altLang="en-US" sz="2200" u="none">
                <a:ea typeface="楷体_GB2312" pitchFamily="49" charset="-122"/>
              </a:rPr>
              <a:t>如需子功能号，将它装入 </a:t>
            </a:r>
            <a:r>
              <a:rPr lang="en-US" altLang="zh-CN" sz="2200" u="none">
                <a:ea typeface="楷体_GB2312" pitchFamily="49" charset="-122"/>
              </a:rPr>
              <a:t>AL</a:t>
            </a:r>
          </a:p>
          <a:p>
            <a:pPr lvl="1" eaLnBrk="1" hangingPunct="1">
              <a:spcBef>
                <a:spcPct val="50000"/>
              </a:spcBef>
              <a:buClrTx/>
              <a:buFontTx/>
              <a:buAutoNum type="arabicParenBoth"/>
            </a:pPr>
            <a:r>
              <a:rPr lang="zh-CN" altLang="en-US" sz="2200" u="none">
                <a:ea typeface="楷体_GB2312" pitchFamily="49" charset="-122"/>
              </a:rPr>
              <a:t>按</a:t>
            </a:r>
            <a:r>
              <a:rPr lang="zh-CN" altLang="en-US" sz="2200" u="none">
                <a:solidFill>
                  <a:schemeClr val="hlink"/>
                </a:solidFill>
                <a:ea typeface="楷体_GB2312" pitchFamily="49" charset="-122"/>
              </a:rPr>
              <a:t>中断类型号</a:t>
            </a:r>
            <a:r>
              <a:rPr lang="zh-CN" altLang="en-US" sz="2200" u="none">
                <a:ea typeface="楷体_GB2312" pitchFamily="49" charset="-122"/>
              </a:rPr>
              <a:t>调用 </a:t>
            </a:r>
            <a:r>
              <a:rPr lang="en-US" altLang="zh-CN" sz="2200" u="none">
                <a:ea typeface="楷体_GB2312" pitchFamily="49" charset="-122"/>
              </a:rPr>
              <a:t>DOS </a:t>
            </a:r>
            <a:r>
              <a:rPr lang="zh-CN" altLang="en-US" sz="2200" u="none">
                <a:ea typeface="楷体_GB2312" pitchFamily="49" charset="-122"/>
              </a:rPr>
              <a:t>或 </a:t>
            </a:r>
            <a:r>
              <a:rPr lang="en-US" altLang="zh-CN" sz="2200" u="none">
                <a:ea typeface="楷体_GB2312" pitchFamily="49" charset="-122"/>
              </a:rPr>
              <a:t>BIOS </a:t>
            </a:r>
            <a:r>
              <a:rPr lang="zh-CN" altLang="en-US" sz="2200" u="none">
                <a:ea typeface="楷体_GB2312" pitchFamily="49" charset="-122"/>
              </a:rPr>
              <a:t>中断</a:t>
            </a:r>
          </a:p>
          <a:p>
            <a:pPr lvl="1" eaLnBrk="1" hangingPunct="1">
              <a:spcBef>
                <a:spcPct val="50000"/>
              </a:spcBef>
              <a:buClrTx/>
              <a:buFontTx/>
              <a:buAutoNum type="arabicParenBoth"/>
            </a:pPr>
            <a:r>
              <a:rPr lang="zh-CN" altLang="en-US" sz="2200" u="none">
                <a:ea typeface="楷体_GB2312" pitchFamily="49" charset="-122"/>
              </a:rPr>
              <a:t>检查返回参数是否正确</a:t>
            </a:r>
          </a:p>
          <a:p>
            <a:pPr eaLnBrk="1" hangingPunct="1">
              <a:spcBef>
                <a:spcPct val="50000"/>
              </a:spcBef>
              <a:buClrTx/>
              <a:buFontTx/>
              <a:buNone/>
            </a:pPr>
            <a:endParaRPr lang="zh-CN" altLang="en-US" sz="2200" u="none">
              <a:ea typeface="楷体_GB2312" pitchFamily="49" charset="-122"/>
            </a:endParaRPr>
          </a:p>
          <a:p>
            <a:pPr eaLnBrk="1" hangingPunct="1">
              <a:spcBef>
                <a:spcPct val="50000"/>
              </a:spcBef>
              <a:buClrTx/>
              <a:buFontTx/>
              <a:buNone/>
            </a:pPr>
            <a:r>
              <a:rPr lang="en-US" altLang="zh-CN" sz="2200" u="none">
                <a:ea typeface="楷体_GB2312" pitchFamily="49" charset="-122"/>
              </a:rPr>
              <a:t>DOS </a:t>
            </a:r>
            <a:r>
              <a:rPr lang="zh-CN" altLang="en-US" sz="2200" u="none">
                <a:ea typeface="楷体_GB2312" pitchFamily="49" charset="-122"/>
              </a:rPr>
              <a:t>功能与 </a:t>
            </a:r>
            <a:r>
              <a:rPr lang="en-US" altLang="zh-CN" sz="2200" u="none">
                <a:ea typeface="楷体_GB2312" pitchFamily="49" charset="-122"/>
              </a:rPr>
              <a:t>BIOS </a:t>
            </a:r>
            <a:r>
              <a:rPr lang="zh-CN" altLang="en-US" sz="2200" u="none">
                <a:ea typeface="楷体_GB2312" pitchFamily="49" charset="-122"/>
              </a:rPr>
              <a:t>功能都通过 </a:t>
            </a:r>
            <a:r>
              <a:rPr lang="zh-CN" altLang="en-US" sz="2200" u="none">
                <a:solidFill>
                  <a:srgbClr val="FF0000"/>
                </a:solidFill>
                <a:ea typeface="楷体_GB2312" pitchFamily="49" charset="-122"/>
              </a:rPr>
              <a:t>软件中断</a:t>
            </a:r>
            <a:r>
              <a:rPr lang="zh-CN" altLang="en-US" sz="2200" u="none">
                <a:solidFill>
                  <a:srgbClr val="FFFF00"/>
                </a:solidFill>
                <a:ea typeface="楷体_GB2312" pitchFamily="49" charset="-122"/>
              </a:rPr>
              <a:t> </a:t>
            </a:r>
            <a:r>
              <a:rPr lang="zh-CN" altLang="en-US" sz="2200" u="none">
                <a:ea typeface="楷体_GB2312" pitchFamily="49" charset="-122"/>
              </a:rPr>
              <a:t>调用。</a:t>
            </a:r>
          </a:p>
        </p:txBody>
      </p:sp>
    </p:spTree>
    <p:custDataLst>
      <p:tags r:id="rId1"/>
    </p:custData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a:extLst>
              <a:ext uri="{FF2B5EF4-FFF2-40B4-BE49-F238E27FC236}">
                <a16:creationId xmlns:a16="http://schemas.microsoft.com/office/drawing/2014/main" id="{F0C64C26-DD47-4F21-BBF4-038459815FF0}"/>
              </a:ext>
            </a:extLst>
          </p:cNvPr>
          <p:cNvSpPr>
            <a:spLocks noChangeArrowheads="1"/>
          </p:cNvSpPr>
          <p:nvPr/>
        </p:nvSpPr>
        <p:spPr bwMode="auto">
          <a:xfrm>
            <a:off x="1828800" y="533400"/>
            <a:ext cx="40386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en-US" altLang="zh-CN" sz="3600" u="none">
                <a:solidFill>
                  <a:schemeClr val="tx2"/>
                </a:solidFill>
                <a:latin typeface="Arial" panose="020B0604020202020204" pitchFamily="34" charset="0"/>
              </a:rPr>
              <a:t>1.  DOS </a:t>
            </a:r>
            <a:r>
              <a:rPr lang="zh-CN" altLang="en-US" sz="3600" u="none">
                <a:solidFill>
                  <a:schemeClr val="tx2"/>
                </a:solidFill>
                <a:latin typeface="Arial" panose="020B0604020202020204" pitchFamily="34" charset="0"/>
              </a:rPr>
              <a:t>中断调用</a:t>
            </a:r>
          </a:p>
        </p:txBody>
      </p:sp>
      <p:sp>
        <p:nvSpPr>
          <p:cNvPr id="118787" name="Text Box 3">
            <a:extLst>
              <a:ext uri="{FF2B5EF4-FFF2-40B4-BE49-F238E27FC236}">
                <a16:creationId xmlns:a16="http://schemas.microsoft.com/office/drawing/2014/main" id="{4A679927-09FE-413B-B7B6-324DFD703390}"/>
              </a:ext>
            </a:extLst>
          </p:cNvPr>
          <p:cNvSpPr txBox="1">
            <a:spLocks noChangeArrowheads="1"/>
          </p:cNvSpPr>
          <p:nvPr/>
        </p:nvSpPr>
        <p:spPr bwMode="auto">
          <a:xfrm>
            <a:off x="2057400" y="1447800"/>
            <a:ext cx="6400800" cy="3422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dash"/>
                <a:miter lim="800000"/>
                <a:headEnd/>
                <a:tailEnd/>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lnSpc>
                <a:spcPct val="125000"/>
              </a:lnSpc>
              <a:spcBef>
                <a:spcPct val="0"/>
              </a:spcBef>
              <a:buClrTx/>
              <a:buFontTx/>
              <a:buNone/>
            </a:pPr>
            <a:r>
              <a:rPr lang="en-US" altLang="zh-CN" sz="2600" u="none"/>
              <a:t>DOS </a:t>
            </a:r>
            <a:r>
              <a:rPr lang="zh-CN" altLang="en-US" sz="2600" u="none"/>
              <a:t>功能调用（ </a:t>
            </a:r>
            <a:r>
              <a:rPr lang="en-US" altLang="zh-CN" sz="2600" u="none">
                <a:solidFill>
                  <a:schemeClr val="hlink"/>
                </a:solidFill>
                <a:latin typeface="Lucida Sans Unicode" panose="020B0602030504020204" pitchFamily="34" charset="0"/>
              </a:rPr>
              <a:t>INT  21H</a:t>
            </a:r>
            <a:r>
              <a:rPr lang="en-US" altLang="zh-CN" sz="2600" u="none">
                <a:latin typeface="Lucida Sans Unicode" panose="020B0602030504020204" pitchFamily="34" charset="0"/>
              </a:rPr>
              <a:t> </a:t>
            </a:r>
            <a:r>
              <a:rPr lang="zh-CN" altLang="en-US" sz="2600" u="none">
                <a:latin typeface="Lucida Sans Unicode" panose="020B0602030504020204" pitchFamily="34" charset="0"/>
              </a:rPr>
              <a:t>）</a:t>
            </a:r>
          </a:p>
          <a:p>
            <a:pPr algn="just">
              <a:lnSpc>
                <a:spcPct val="125000"/>
              </a:lnSpc>
              <a:spcBef>
                <a:spcPct val="0"/>
              </a:spcBef>
              <a:buClrTx/>
              <a:buFontTx/>
              <a:buNone/>
            </a:pPr>
            <a:endParaRPr lang="zh-CN" altLang="en-US" sz="2600" b="0" u="none"/>
          </a:p>
          <a:p>
            <a:pPr algn="just">
              <a:lnSpc>
                <a:spcPct val="160000"/>
              </a:lnSpc>
              <a:spcBef>
                <a:spcPct val="0"/>
              </a:spcBef>
              <a:buClrTx/>
              <a:buFontTx/>
              <a:buNone/>
            </a:pPr>
            <a:r>
              <a:rPr lang="zh-CN" altLang="en-US" sz="2400" u="none">
                <a:ea typeface="楷体_GB2312" pitchFamily="49" charset="-122"/>
              </a:rPr>
              <a:t>用户在程序中调用 </a:t>
            </a:r>
            <a:r>
              <a:rPr lang="en-US" altLang="zh-CN" sz="2400" u="none">
                <a:ea typeface="楷体_GB2312" pitchFamily="49" charset="-122"/>
              </a:rPr>
              <a:t>DOS </a:t>
            </a:r>
            <a:r>
              <a:rPr lang="zh-CN" altLang="en-US" sz="2400" u="none">
                <a:ea typeface="楷体_GB2312" pitchFamily="49" charset="-122"/>
              </a:rPr>
              <a:t>提供的一些子功能：</a:t>
            </a:r>
          </a:p>
          <a:p>
            <a:pPr lvl="1" algn="just">
              <a:lnSpc>
                <a:spcPct val="160000"/>
              </a:lnSpc>
              <a:spcBef>
                <a:spcPct val="0"/>
              </a:spcBef>
              <a:buClrTx/>
              <a:buFontTx/>
              <a:buNone/>
            </a:pPr>
            <a:r>
              <a:rPr lang="en-US" altLang="zh-CN" sz="2400" u="none">
                <a:ea typeface="楷体_GB2312" pitchFamily="49" charset="-122"/>
              </a:rPr>
              <a:t>(1)  </a:t>
            </a:r>
            <a:r>
              <a:rPr lang="zh-CN" altLang="en-US" sz="2400" u="none">
                <a:ea typeface="楷体_GB2312" pitchFamily="49" charset="-122"/>
              </a:rPr>
              <a:t>一般设备的输入输出</a:t>
            </a:r>
          </a:p>
          <a:p>
            <a:pPr lvl="1" algn="just">
              <a:lnSpc>
                <a:spcPct val="160000"/>
              </a:lnSpc>
              <a:spcBef>
                <a:spcPct val="0"/>
              </a:spcBef>
              <a:buClrTx/>
              <a:buFontTx/>
              <a:buNone/>
            </a:pPr>
            <a:r>
              <a:rPr lang="en-US" altLang="zh-CN" sz="2400" u="none">
                <a:ea typeface="楷体_GB2312" pitchFamily="49" charset="-122"/>
              </a:rPr>
              <a:t>(2)  </a:t>
            </a:r>
            <a:r>
              <a:rPr lang="zh-CN" altLang="en-US" sz="2400" u="none">
                <a:ea typeface="楷体_GB2312" pitchFamily="49" charset="-122"/>
              </a:rPr>
              <a:t>磁盘的输入输出及磁盘文件的管理</a:t>
            </a:r>
          </a:p>
          <a:p>
            <a:pPr lvl="1" algn="just">
              <a:lnSpc>
                <a:spcPct val="160000"/>
              </a:lnSpc>
              <a:spcBef>
                <a:spcPct val="0"/>
              </a:spcBef>
              <a:buClrTx/>
              <a:buFontTx/>
              <a:buNone/>
            </a:pPr>
            <a:r>
              <a:rPr lang="en-US" altLang="zh-CN" sz="2400" u="none">
                <a:ea typeface="楷体_GB2312" pitchFamily="49" charset="-122"/>
              </a:rPr>
              <a:t>(3)  </a:t>
            </a:r>
            <a:r>
              <a:rPr lang="zh-CN" altLang="en-US" sz="2400" u="none">
                <a:ea typeface="楷体_GB2312" pitchFamily="49" charset="-122"/>
              </a:rPr>
              <a:t>其它</a:t>
            </a:r>
          </a:p>
        </p:txBody>
      </p:sp>
    </p:spTree>
    <p:custDataLst>
      <p:tags r:id="rId1"/>
    </p:custData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Text Box 2">
            <a:extLst>
              <a:ext uri="{FF2B5EF4-FFF2-40B4-BE49-F238E27FC236}">
                <a16:creationId xmlns:a16="http://schemas.microsoft.com/office/drawing/2014/main" id="{4DAB261A-A6DD-4C80-860C-3B593B5FAB0F}"/>
              </a:ext>
            </a:extLst>
          </p:cNvPr>
          <p:cNvSpPr txBox="1">
            <a:spLocks noChangeArrowheads="1"/>
          </p:cNvSpPr>
          <p:nvPr/>
        </p:nvSpPr>
        <p:spPr bwMode="auto">
          <a:xfrm>
            <a:off x="1676400" y="533400"/>
            <a:ext cx="7010400" cy="930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dash"/>
                <a:miter lim="800000"/>
                <a:headEnd/>
                <a:tailEnd/>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lnSpc>
                <a:spcPct val="125000"/>
              </a:lnSpc>
              <a:spcBef>
                <a:spcPct val="0"/>
              </a:spcBef>
              <a:buClrTx/>
              <a:buFontTx/>
              <a:buNone/>
            </a:pPr>
            <a:r>
              <a:rPr lang="en-US" altLang="zh-CN" sz="2400" u="none">
                <a:solidFill>
                  <a:srgbClr val="FF0000"/>
                </a:solidFill>
              </a:rPr>
              <a:t>DOS </a:t>
            </a:r>
            <a:r>
              <a:rPr lang="zh-CN" altLang="en-US" sz="2400" u="none">
                <a:solidFill>
                  <a:srgbClr val="FF0000"/>
                </a:solidFill>
              </a:rPr>
              <a:t>键盘功能调用</a:t>
            </a:r>
            <a:r>
              <a:rPr lang="zh-CN" altLang="en-US" sz="2400" u="none"/>
              <a:t> </a:t>
            </a:r>
            <a:r>
              <a:rPr lang="en-US" altLang="zh-CN" sz="2000" u="none"/>
              <a:t>( AH = 1, 6, 7, 8, A, B, C )</a:t>
            </a:r>
            <a:r>
              <a:rPr lang="en-US" altLang="zh-CN" sz="2400" u="none"/>
              <a:t>  </a:t>
            </a:r>
          </a:p>
          <a:p>
            <a:pPr algn="just">
              <a:lnSpc>
                <a:spcPct val="125000"/>
              </a:lnSpc>
              <a:spcBef>
                <a:spcPct val="0"/>
              </a:spcBef>
              <a:buClrTx/>
              <a:buFontTx/>
              <a:buNone/>
            </a:pPr>
            <a:r>
              <a:rPr lang="zh-CN" altLang="en-US" sz="2000" u="none">
                <a:latin typeface="楷体_GB2312" pitchFamily="49" charset="-122"/>
                <a:ea typeface="楷体_GB2312" pitchFamily="49" charset="-122"/>
              </a:rPr>
              <a:t>（单字符输入</a:t>
            </a:r>
            <a:r>
              <a:rPr lang="en-US" altLang="zh-CN" sz="2000" u="none">
                <a:latin typeface="楷体_GB2312" pitchFamily="49" charset="-122"/>
                <a:ea typeface="楷体_GB2312" pitchFamily="49" charset="-122"/>
              </a:rPr>
              <a:t>/</a:t>
            </a:r>
            <a:r>
              <a:rPr lang="zh-CN" altLang="en-US" sz="2000" u="none">
                <a:latin typeface="楷体_GB2312" pitchFamily="49" charset="-122"/>
                <a:ea typeface="楷体_GB2312" pitchFamily="49" charset="-122"/>
              </a:rPr>
              <a:t>输入字符串</a:t>
            </a:r>
            <a:r>
              <a:rPr lang="en-US" altLang="zh-CN" sz="2000" u="none">
                <a:latin typeface="楷体_GB2312" pitchFamily="49" charset="-122"/>
                <a:ea typeface="楷体_GB2312" pitchFamily="49" charset="-122"/>
              </a:rPr>
              <a:t>/</a:t>
            </a:r>
            <a:r>
              <a:rPr lang="zh-CN" altLang="en-US" sz="2000" u="none">
                <a:latin typeface="楷体_GB2312" pitchFamily="49" charset="-122"/>
                <a:ea typeface="楷体_GB2312" pitchFamily="49" charset="-122"/>
              </a:rPr>
              <a:t>清除键盘缓冲区</a:t>
            </a:r>
            <a:r>
              <a:rPr lang="en-US" altLang="zh-CN" sz="2000" u="none">
                <a:latin typeface="楷体_GB2312" pitchFamily="49" charset="-122"/>
                <a:ea typeface="楷体_GB2312" pitchFamily="49" charset="-122"/>
              </a:rPr>
              <a:t>/</a:t>
            </a:r>
            <a:r>
              <a:rPr lang="zh-CN" altLang="en-US" sz="2000" u="none">
                <a:latin typeface="楷体_GB2312" pitchFamily="49" charset="-122"/>
                <a:ea typeface="楷体_GB2312" pitchFamily="49" charset="-122"/>
              </a:rPr>
              <a:t>检验键盘状态）</a:t>
            </a:r>
            <a:endParaRPr lang="zh-CN" altLang="en-US" sz="2000" u="none">
              <a:latin typeface="Lucida Sans Unicode" panose="020B0602030504020204" pitchFamily="34" charset="0"/>
            </a:endParaRPr>
          </a:p>
        </p:txBody>
      </p:sp>
      <p:sp>
        <p:nvSpPr>
          <p:cNvPr id="119811" name="Text Box 3">
            <a:extLst>
              <a:ext uri="{FF2B5EF4-FFF2-40B4-BE49-F238E27FC236}">
                <a16:creationId xmlns:a16="http://schemas.microsoft.com/office/drawing/2014/main" id="{62ED2D8C-D59D-4465-B68E-C8D444F5F38A}"/>
              </a:ext>
            </a:extLst>
          </p:cNvPr>
          <p:cNvSpPr txBox="1">
            <a:spLocks noChangeArrowheads="1"/>
          </p:cNvSpPr>
          <p:nvPr/>
        </p:nvSpPr>
        <p:spPr bwMode="auto">
          <a:xfrm>
            <a:off x="1676400" y="1998663"/>
            <a:ext cx="3048000" cy="3752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0"/>
              </a:spcBef>
              <a:buClrTx/>
              <a:buFontTx/>
              <a:buNone/>
            </a:pPr>
            <a:r>
              <a:rPr lang="zh-CN" altLang="en-US" sz="2000" u="none"/>
              <a:t>例：单字符输入 </a:t>
            </a:r>
            <a:r>
              <a:rPr lang="en-US" altLang="zh-CN" sz="2000" u="none"/>
              <a:t>( AH=1 )</a:t>
            </a:r>
          </a:p>
          <a:p>
            <a:pPr lvl="2" algn="just">
              <a:spcBef>
                <a:spcPct val="0"/>
              </a:spcBef>
              <a:buFontTx/>
              <a:buNone/>
            </a:pPr>
            <a:endParaRPr lang="en-US" altLang="zh-CN" sz="2000" u="none">
              <a:latin typeface="Lucida Sans Unicode" panose="020B0602030504020204" pitchFamily="34" charset="0"/>
            </a:endParaRPr>
          </a:p>
          <a:p>
            <a:pPr algn="just">
              <a:spcBef>
                <a:spcPct val="0"/>
              </a:spcBef>
              <a:buClrTx/>
              <a:buFontTx/>
              <a:buNone/>
            </a:pPr>
            <a:r>
              <a:rPr lang="en-US" altLang="zh-CN" sz="2000" u="none">
                <a:latin typeface="Lucida Sans Unicode" panose="020B0602030504020204" pitchFamily="34" charset="0"/>
              </a:rPr>
              <a:t> </a:t>
            </a:r>
            <a:r>
              <a:rPr lang="en-US" altLang="zh-CN" sz="1800" u="none">
                <a:latin typeface="Lucida Sans Unicode" panose="020B0602030504020204" pitchFamily="34" charset="0"/>
              </a:rPr>
              <a:t>get_key:  </a:t>
            </a:r>
            <a:r>
              <a:rPr lang="en-US" altLang="zh-CN" sz="1800" u="none">
                <a:solidFill>
                  <a:schemeClr val="hlink"/>
                </a:solidFill>
                <a:latin typeface="Lucida Sans Unicode" panose="020B0602030504020204" pitchFamily="34" charset="0"/>
              </a:rPr>
              <a:t>mov   ah, 1</a:t>
            </a:r>
          </a:p>
          <a:p>
            <a:pPr algn="just">
              <a:spcBef>
                <a:spcPct val="0"/>
              </a:spcBef>
              <a:buClrTx/>
              <a:buFontTx/>
              <a:buNone/>
            </a:pPr>
            <a:r>
              <a:rPr lang="en-US" altLang="zh-CN" sz="1800" u="none">
                <a:solidFill>
                  <a:schemeClr val="hlink"/>
                </a:solidFill>
                <a:latin typeface="Lucida Sans Unicode" panose="020B0602030504020204" pitchFamily="34" charset="0"/>
              </a:rPr>
              <a:t>                int     21h</a:t>
            </a:r>
          </a:p>
          <a:p>
            <a:pPr algn="just">
              <a:spcBef>
                <a:spcPct val="0"/>
              </a:spcBef>
              <a:buClrTx/>
              <a:buFontTx/>
              <a:buNone/>
            </a:pPr>
            <a:r>
              <a:rPr lang="en-US" altLang="zh-CN" sz="1800" u="none">
                <a:latin typeface="Lucida Sans Unicode" panose="020B0602030504020204" pitchFamily="34" charset="0"/>
              </a:rPr>
              <a:t>                cmp   al, ‘Y’</a:t>
            </a:r>
          </a:p>
          <a:p>
            <a:pPr algn="just">
              <a:spcBef>
                <a:spcPct val="0"/>
              </a:spcBef>
              <a:buClrTx/>
              <a:buFontTx/>
              <a:buNone/>
            </a:pPr>
            <a:r>
              <a:rPr lang="en-US" altLang="zh-CN" sz="1800" u="none">
                <a:latin typeface="Lucida Sans Unicode" panose="020B0602030504020204" pitchFamily="34" charset="0"/>
              </a:rPr>
              <a:t>                je       yes</a:t>
            </a:r>
          </a:p>
          <a:p>
            <a:pPr algn="just">
              <a:spcBef>
                <a:spcPct val="0"/>
              </a:spcBef>
              <a:buClrTx/>
              <a:buFontTx/>
              <a:buNone/>
            </a:pPr>
            <a:r>
              <a:rPr lang="en-US" altLang="zh-CN" sz="1800" u="none">
                <a:latin typeface="Lucida Sans Unicode" panose="020B0602030504020204" pitchFamily="34" charset="0"/>
              </a:rPr>
              <a:t>                cmp   al, ‘N’</a:t>
            </a:r>
          </a:p>
          <a:p>
            <a:pPr algn="just">
              <a:spcBef>
                <a:spcPct val="0"/>
              </a:spcBef>
              <a:buClrTx/>
              <a:buFontTx/>
              <a:buNone/>
            </a:pPr>
            <a:r>
              <a:rPr lang="en-US" altLang="zh-CN" sz="1800" u="none">
                <a:latin typeface="Lucida Sans Unicode" panose="020B0602030504020204" pitchFamily="34" charset="0"/>
              </a:rPr>
              <a:t>                je       no</a:t>
            </a:r>
          </a:p>
          <a:p>
            <a:pPr algn="just">
              <a:spcBef>
                <a:spcPct val="0"/>
              </a:spcBef>
              <a:buClrTx/>
              <a:buFontTx/>
              <a:buNone/>
            </a:pPr>
            <a:r>
              <a:rPr lang="en-US" altLang="zh-CN" sz="1800" u="none">
                <a:latin typeface="Lucida Sans Unicode" panose="020B0602030504020204" pitchFamily="34" charset="0"/>
              </a:rPr>
              <a:t>                jne     get_key</a:t>
            </a:r>
          </a:p>
          <a:p>
            <a:pPr algn="just">
              <a:spcBef>
                <a:spcPct val="0"/>
              </a:spcBef>
              <a:buClrTx/>
              <a:buFontTx/>
              <a:buNone/>
            </a:pPr>
            <a:r>
              <a:rPr lang="en-US" altLang="zh-CN" sz="1800" u="none">
                <a:latin typeface="Lucida Sans Unicode" panose="020B0602030504020204" pitchFamily="34" charset="0"/>
              </a:rPr>
              <a:t> yes:</a:t>
            </a:r>
          </a:p>
          <a:p>
            <a:pPr algn="just">
              <a:spcBef>
                <a:spcPct val="0"/>
              </a:spcBef>
              <a:buClrTx/>
              <a:buFontTx/>
              <a:buNone/>
            </a:pPr>
            <a:r>
              <a:rPr lang="en-US" altLang="zh-CN" sz="1800" u="none">
                <a:latin typeface="Lucida Sans Unicode" panose="020B0602030504020204" pitchFamily="34" charset="0"/>
              </a:rPr>
              <a:t>                ……</a:t>
            </a:r>
          </a:p>
          <a:p>
            <a:pPr algn="just">
              <a:spcBef>
                <a:spcPct val="0"/>
              </a:spcBef>
              <a:buClrTx/>
              <a:buFontTx/>
              <a:buNone/>
            </a:pPr>
            <a:r>
              <a:rPr lang="en-US" altLang="zh-CN" sz="1800" u="none">
                <a:latin typeface="Lucida Sans Unicode" panose="020B0602030504020204" pitchFamily="34" charset="0"/>
              </a:rPr>
              <a:t> no:  </a:t>
            </a:r>
          </a:p>
          <a:p>
            <a:pPr algn="just">
              <a:spcBef>
                <a:spcPct val="0"/>
              </a:spcBef>
              <a:buClrTx/>
              <a:buFontTx/>
              <a:buNone/>
            </a:pPr>
            <a:r>
              <a:rPr lang="en-US" altLang="zh-CN" sz="1800" u="none">
                <a:latin typeface="Lucida Sans Unicode" panose="020B0602030504020204" pitchFamily="34" charset="0"/>
              </a:rPr>
              <a:t>                ……</a:t>
            </a:r>
            <a:endParaRPr lang="en-US" altLang="zh-CN" sz="1800" b="0" u="none"/>
          </a:p>
        </p:txBody>
      </p:sp>
      <p:sp>
        <p:nvSpPr>
          <p:cNvPr id="119812" name="Text Box 4">
            <a:extLst>
              <a:ext uri="{FF2B5EF4-FFF2-40B4-BE49-F238E27FC236}">
                <a16:creationId xmlns:a16="http://schemas.microsoft.com/office/drawing/2014/main" id="{1C9E71CA-1EA3-4E9D-81BB-5B3838F44944}"/>
              </a:ext>
            </a:extLst>
          </p:cNvPr>
          <p:cNvSpPr txBox="1">
            <a:spLocks noChangeArrowheads="1"/>
          </p:cNvSpPr>
          <p:nvPr/>
        </p:nvSpPr>
        <p:spPr bwMode="auto">
          <a:xfrm>
            <a:off x="5029200" y="1998663"/>
            <a:ext cx="3765550" cy="433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dash"/>
                <a:miter lim="800000"/>
                <a:headEnd/>
                <a:tailEnd/>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2000" u="none"/>
              <a:t>例：输入字符串 </a:t>
            </a:r>
            <a:r>
              <a:rPr lang="en-US" altLang="zh-CN" sz="2000" u="none"/>
              <a:t>( AH=0ah )</a:t>
            </a:r>
          </a:p>
          <a:p>
            <a:pPr>
              <a:spcBef>
                <a:spcPct val="0"/>
              </a:spcBef>
              <a:buClrTx/>
              <a:buFontTx/>
              <a:buNone/>
            </a:pPr>
            <a:r>
              <a:rPr lang="en-US" altLang="zh-CN" sz="2000" u="none"/>
              <a:t> </a:t>
            </a:r>
          </a:p>
          <a:p>
            <a:pPr>
              <a:spcBef>
                <a:spcPct val="0"/>
              </a:spcBef>
              <a:buClrTx/>
              <a:buFontTx/>
              <a:buNone/>
            </a:pPr>
            <a:r>
              <a:rPr lang="zh-CN" altLang="en-US" sz="2000" u="none"/>
              <a:t>定义缓冲区：</a:t>
            </a:r>
          </a:p>
          <a:p>
            <a:pPr>
              <a:spcBef>
                <a:spcPct val="0"/>
              </a:spcBef>
              <a:buClrTx/>
              <a:buFontTx/>
              <a:buNone/>
            </a:pPr>
            <a:endParaRPr lang="zh-CN" altLang="en-US" sz="2000" u="none">
              <a:latin typeface="Lucida Sans Unicode" panose="020B0602030504020204" pitchFamily="34" charset="0"/>
            </a:endParaRPr>
          </a:p>
          <a:p>
            <a:pPr>
              <a:spcBef>
                <a:spcPct val="0"/>
              </a:spcBef>
              <a:buClrTx/>
              <a:buFontTx/>
              <a:buNone/>
            </a:pPr>
            <a:r>
              <a:rPr lang="en-US" altLang="zh-CN" sz="1800" u="none">
                <a:latin typeface="Lucida Sans Unicode" panose="020B0602030504020204" pitchFamily="34" charset="0"/>
              </a:rPr>
              <a:t>maxlen  db  32</a:t>
            </a:r>
          </a:p>
          <a:p>
            <a:pPr>
              <a:spcBef>
                <a:spcPct val="0"/>
              </a:spcBef>
              <a:buClrTx/>
              <a:buFontTx/>
              <a:buNone/>
            </a:pPr>
            <a:r>
              <a:rPr lang="en-US" altLang="zh-CN" sz="1800" u="none">
                <a:latin typeface="Lucida Sans Unicode" panose="020B0602030504020204" pitchFamily="34" charset="0"/>
              </a:rPr>
              <a:t>actlen    db   ?</a:t>
            </a:r>
          </a:p>
          <a:p>
            <a:pPr>
              <a:spcBef>
                <a:spcPct val="0"/>
              </a:spcBef>
              <a:buClrTx/>
              <a:buFontTx/>
              <a:buNone/>
            </a:pPr>
            <a:r>
              <a:rPr lang="en-US" altLang="zh-CN" sz="1800" u="none">
                <a:latin typeface="Lucida Sans Unicode" panose="020B0602030504020204" pitchFamily="34" charset="0"/>
              </a:rPr>
              <a:t>string    db  32  dup  ( ? )</a:t>
            </a:r>
          </a:p>
          <a:p>
            <a:pPr lvl="2">
              <a:spcBef>
                <a:spcPct val="0"/>
              </a:spcBef>
              <a:buFontTx/>
              <a:buNone/>
            </a:pPr>
            <a:endParaRPr lang="en-US" altLang="zh-CN" sz="1800" u="none">
              <a:latin typeface="Lucida Sans Unicode" panose="020B0602030504020204" pitchFamily="34" charset="0"/>
            </a:endParaRPr>
          </a:p>
          <a:p>
            <a:pPr>
              <a:spcBef>
                <a:spcPct val="0"/>
              </a:spcBef>
              <a:buClrTx/>
              <a:buFontTx/>
              <a:buNone/>
            </a:pPr>
            <a:r>
              <a:rPr lang="en-US" altLang="zh-CN" sz="1800" u="none">
                <a:latin typeface="Lucida Sans Unicode" panose="020B0602030504020204" pitchFamily="34" charset="0"/>
              </a:rPr>
              <a:t>maxlen  db  32, 0, 32 dup ( ? )</a:t>
            </a:r>
          </a:p>
          <a:p>
            <a:pPr>
              <a:spcBef>
                <a:spcPct val="0"/>
              </a:spcBef>
              <a:buClrTx/>
              <a:buFontTx/>
              <a:buNone/>
            </a:pPr>
            <a:endParaRPr lang="en-US" altLang="zh-CN" sz="1800" u="none">
              <a:latin typeface="Lucida Sans Unicode" panose="020B0602030504020204" pitchFamily="34" charset="0"/>
            </a:endParaRPr>
          </a:p>
          <a:p>
            <a:pPr>
              <a:spcBef>
                <a:spcPct val="0"/>
              </a:spcBef>
              <a:buClrTx/>
              <a:buFontTx/>
              <a:buNone/>
            </a:pPr>
            <a:r>
              <a:rPr lang="en-US" altLang="zh-CN" sz="1800" u="none">
                <a:latin typeface="Lucida Sans Unicode" panose="020B0602030504020204" pitchFamily="34" charset="0"/>
              </a:rPr>
              <a:t>maxlen  db  32, 33  dup  ( ? )</a:t>
            </a:r>
          </a:p>
          <a:p>
            <a:pPr lvl="2">
              <a:spcBef>
                <a:spcPct val="0"/>
              </a:spcBef>
              <a:buFontTx/>
              <a:buNone/>
            </a:pPr>
            <a:endParaRPr lang="en-US" altLang="zh-CN" sz="1800" u="none">
              <a:solidFill>
                <a:schemeClr val="hlink"/>
              </a:solidFill>
              <a:latin typeface="Lucida Sans Unicode" panose="020B0602030504020204" pitchFamily="34" charset="0"/>
            </a:endParaRPr>
          </a:p>
          <a:p>
            <a:pPr lvl="1">
              <a:spcBef>
                <a:spcPct val="0"/>
              </a:spcBef>
              <a:buClrTx/>
              <a:buFontTx/>
              <a:buNone/>
            </a:pPr>
            <a:r>
              <a:rPr lang="en-US" altLang="zh-CN" sz="1800" u="none">
                <a:solidFill>
                  <a:schemeClr val="hlink"/>
                </a:solidFill>
                <a:latin typeface="Lucida Sans Unicode" panose="020B0602030504020204" pitchFamily="34" charset="0"/>
              </a:rPr>
              <a:t>lea    dx,  maxlen</a:t>
            </a:r>
          </a:p>
          <a:p>
            <a:pPr lvl="1">
              <a:spcBef>
                <a:spcPct val="0"/>
              </a:spcBef>
              <a:buClrTx/>
              <a:buFontTx/>
              <a:buNone/>
            </a:pPr>
            <a:r>
              <a:rPr lang="en-US" altLang="zh-CN" sz="1800" u="none">
                <a:solidFill>
                  <a:schemeClr val="hlink"/>
                </a:solidFill>
                <a:latin typeface="Lucida Sans Unicode" panose="020B0602030504020204" pitchFamily="34" charset="0"/>
              </a:rPr>
              <a:t>mov  ah,  0ah</a:t>
            </a:r>
          </a:p>
          <a:p>
            <a:pPr lvl="1">
              <a:spcBef>
                <a:spcPct val="0"/>
              </a:spcBef>
              <a:buClrTx/>
              <a:buFontTx/>
              <a:buNone/>
            </a:pPr>
            <a:r>
              <a:rPr lang="en-US" altLang="zh-CN" sz="1800" u="none">
                <a:solidFill>
                  <a:schemeClr val="hlink"/>
                </a:solidFill>
                <a:latin typeface="Lucida Sans Unicode" panose="020B0602030504020204" pitchFamily="34" charset="0"/>
              </a:rPr>
              <a:t>int    21h</a:t>
            </a:r>
          </a:p>
        </p:txBody>
      </p:sp>
      <p:sp>
        <p:nvSpPr>
          <p:cNvPr id="119813" name="Rectangle 5">
            <a:extLst>
              <a:ext uri="{FF2B5EF4-FFF2-40B4-BE49-F238E27FC236}">
                <a16:creationId xmlns:a16="http://schemas.microsoft.com/office/drawing/2014/main" id="{E4CB2193-E186-4EFC-BE83-0D5AAF418458}"/>
              </a:ext>
            </a:extLst>
          </p:cNvPr>
          <p:cNvSpPr>
            <a:spLocks noChangeArrowheads="1"/>
          </p:cNvSpPr>
          <p:nvPr/>
        </p:nvSpPr>
        <p:spPr bwMode="auto">
          <a:xfrm>
            <a:off x="1651000" y="1903413"/>
            <a:ext cx="2971800" cy="3810000"/>
          </a:xfrm>
          <a:prstGeom prst="rect">
            <a:avLst/>
          </a:prstGeom>
          <a:noFill/>
          <a:ln w="12700">
            <a:solidFill>
              <a:schemeClr val="tx1"/>
            </a:solidFill>
            <a:prstDash val="dash"/>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sz="2400" b="0"/>
          </a:p>
        </p:txBody>
      </p:sp>
      <p:sp>
        <p:nvSpPr>
          <p:cNvPr id="119814" name="Rectangle 6">
            <a:extLst>
              <a:ext uri="{FF2B5EF4-FFF2-40B4-BE49-F238E27FC236}">
                <a16:creationId xmlns:a16="http://schemas.microsoft.com/office/drawing/2014/main" id="{262D6B7B-E1CE-4132-B6EB-56EE9EB4E217}"/>
              </a:ext>
            </a:extLst>
          </p:cNvPr>
          <p:cNvSpPr>
            <a:spLocks noChangeArrowheads="1"/>
          </p:cNvSpPr>
          <p:nvPr/>
        </p:nvSpPr>
        <p:spPr bwMode="auto">
          <a:xfrm>
            <a:off x="5029200" y="1981200"/>
            <a:ext cx="3581400" cy="4343400"/>
          </a:xfrm>
          <a:prstGeom prst="rect">
            <a:avLst/>
          </a:prstGeom>
          <a:noFill/>
          <a:ln w="12700">
            <a:solidFill>
              <a:schemeClr val="tx1"/>
            </a:solidFill>
            <a:prstDash val="dash"/>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sz="2400" b="0"/>
          </a:p>
        </p:txBody>
      </p:sp>
    </p:spTree>
    <p:custDataLst>
      <p:tags r:id="rId1"/>
    </p:custData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Text Box 2">
            <a:extLst>
              <a:ext uri="{FF2B5EF4-FFF2-40B4-BE49-F238E27FC236}">
                <a16:creationId xmlns:a16="http://schemas.microsoft.com/office/drawing/2014/main" id="{432D1300-C68B-4973-85E1-ED29C215D894}"/>
              </a:ext>
            </a:extLst>
          </p:cNvPr>
          <p:cNvSpPr txBox="1">
            <a:spLocks noChangeArrowheads="1"/>
          </p:cNvSpPr>
          <p:nvPr/>
        </p:nvSpPr>
        <p:spPr bwMode="auto">
          <a:xfrm>
            <a:off x="1905000" y="685800"/>
            <a:ext cx="586740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dash"/>
                <a:miter lim="800000"/>
                <a:headEnd/>
                <a:tailEnd/>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lnSpc>
                <a:spcPct val="125000"/>
              </a:lnSpc>
              <a:spcBef>
                <a:spcPct val="0"/>
              </a:spcBef>
              <a:buClrTx/>
              <a:buFontTx/>
              <a:buNone/>
            </a:pPr>
            <a:r>
              <a:rPr lang="en-US" altLang="zh-CN" sz="2400" u="none">
                <a:solidFill>
                  <a:srgbClr val="FF0000"/>
                </a:solidFill>
              </a:rPr>
              <a:t>DOS </a:t>
            </a:r>
            <a:r>
              <a:rPr lang="zh-CN" altLang="en-US" sz="2400" u="none">
                <a:solidFill>
                  <a:srgbClr val="FF0000"/>
                </a:solidFill>
              </a:rPr>
              <a:t>显示功能调用</a:t>
            </a:r>
            <a:r>
              <a:rPr lang="zh-CN" altLang="en-US" sz="2400" u="none"/>
              <a:t> </a:t>
            </a:r>
            <a:r>
              <a:rPr lang="en-US" altLang="zh-CN" sz="2000" u="none"/>
              <a:t>( AH=2, 6, 9 )</a:t>
            </a:r>
          </a:p>
          <a:p>
            <a:pPr algn="just">
              <a:lnSpc>
                <a:spcPct val="125000"/>
              </a:lnSpc>
              <a:spcBef>
                <a:spcPct val="0"/>
              </a:spcBef>
              <a:buClrTx/>
              <a:buFontTx/>
              <a:buNone/>
            </a:pPr>
            <a:r>
              <a:rPr lang="zh-CN" altLang="en-US" sz="2000" u="none">
                <a:latin typeface="楷体_GB2312" pitchFamily="49" charset="-122"/>
                <a:ea typeface="楷体_GB2312" pitchFamily="49" charset="-122"/>
              </a:rPr>
              <a:t>（显示一个字符</a:t>
            </a:r>
            <a:r>
              <a:rPr lang="en-US" altLang="zh-CN" sz="2000" u="none">
                <a:latin typeface="楷体_GB2312" pitchFamily="49" charset="-122"/>
                <a:ea typeface="楷体_GB2312" pitchFamily="49" charset="-122"/>
              </a:rPr>
              <a:t>/</a:t>
            </a:r>
            <a:r>
              <a:rPr lang="zh-CN" altLang="en-US" sz="2000" u="none">
                <a:latin typeface="楷体_GB2312" pitchFamily="49" charset="-122"/>
                <a:ea typeface="楷体_GB2312" pitchFamily="49" charset="-122"/>
              </a:rPr>
              <a:t>显示字符串）</a:t>
            </a:r>
            <a:endParaRPr lang="zh-CN" altLang="en-US" sz="2000" u="none"/>
          </a:p>
          <a:p>
            <a:pPr lvl="2" algn="just">
              <a:spcBef>
                <a:spcPct val="0"/>
              </a:spcBef>
              <a:buFontTx/>
              <a:buNone/>
            </a:pPr>
            <a:endParaRPr lang="zh-CN" altLang="en-US" u="none"/>
          </a:p>
          <a:p>
            <a:pPr lvl="1" algn="just">
              <a:spcBef>
                <a:spcPct val="0"/>
              </a:spcBef>
              <a:buClrTx/>
              <a:buFontTx/>
              <a:buNone/>
            </a:pPr>
            <a:r>
              <a:rPr lang="zh-CN" altLang="en-US" sz="2000" u="none"/>
              <a:t>例：显示一个字符 </a:t>
            </a:r>
            <a:r>
              <a:rPr lang="en-US" altLang="zh-CN" sz="2000" u="none"/>
              <a:t>( AH=2 )</a:t>
            </a:r>
          </a:p>
          <a:p>
            <a:pPr lvl="3" algn="just">
              <a:spcBef>
                <a:spcPct val="0"/>
              </a:spcBef>
              <a:buFontTx/>
              <a:buNone/>
            </a:pPr>
            <a:endParaRPr lang="en-US" altLang="zh-CN" b="1" u="none">
              <a:latin typeface="Lucida Sans Unicode" panose="020B0602030504020204" pitchFamily="34" charset="0"/>
            </a:endParaRPr>
          </a:p>
          <a:p>
            <a:pPr lvl="3" algn="just">
              <a:spcBef>
                <a:spcPct val="0"/>
              </a:spcBef>
              <a:buFontTx/>
              <a:buNone/>
            </a:pPr>
            <a:r>
              <a:rPr lang="en-US" altLang="zh-CN" b="1" u="none">
                <a:latin typeface="Lucida Sans Unicode" panose="020B0602030504020204" pitchFamily="34" charset="0"/>
              </a:rPr>
              <a:t>mov  ah, </a:t>
            </a:r>
            <a:r>
              <a:rPr lang="en-US" altLang="zh-CN" b="1" u="none">
                <a:solidFill>
                  <a:schemeClr val="hlink"/>
                </a:solidFill>
                <a:latin typeface="Lucida Sans Unicode" panose="020B0602030504020204" pitchFamily="34" charset="0"/>
              </a:rPr>
              <a:t>2</a:t>
            </a:r>
          </a:p>
          <a:p>
            <a:pPr lvl="3" algn="just">
              <a:spcBef>
                <a:spcPct val="0"/>
              </a:spcBef>
              <a:buFontTx/>
              <a:buNone/>
            </a:pPr>
            <a:r>
              <a:rPr lang="en-US" altLang="zh-CN" b="1" u="none">
                <a:latin typeface="Lucida Sans Unicode" panose="020B0602030504020204" pitchFamily="34" charset="0"/>
              </a:rPr>
              <a:t>mov  </a:t>
            </a:r>
            <a:r>
              <a:rPr lang="en-US" altLang="zh-CN" b="1" u="none">
                <a:solidFill>
                  <a:schemeClr val="hlink"/>
                </a:solidFill>
                <a:latin typeface="Lucida Sans Unicode" panose="020B0602030504020204" pitchFamily="34" charset="0"/>
              </a:rPr>
              <a:t>dl</a:t>
            </a:r>
            <a:r>
              <a:rPr lang="en-US" altLang="zh-CN" b="1" u="none">
                <a:latin typeface="Lucida Sans Unicode" panose="020B0602030504020204" pitchFamily="34" charset="0"/>
              </a:rPr>
              <a:t>,  ‘A’</a:t>
            </a:r>
          </a:p>
          <a:p>
            <a:pPr lvl="3" algn="just">
              <a:spcBef>
                <a:spcPct val="0"/>
              </a:spcBef>
              <a:buFontTx/>
              <a:buNone/>
            </a:pPr>
            <a:r>
              <a:rPr lang="en-US" altLang="zh-CN" b="1" u="none">
                <a:latin typeface="Lucida Sans Unicode" panose="020B0602030504020204" pitchFamily="34" charset="0"/>
              </a:rPr>
              <a:t>int    21h</a:t>
            </a:r>
          </a:p>
          <a:p>
            <a:pPr lvl="1" algn="just">
              <a:spcBef>
                <a:spcPct val="0"/>
              </a:spcBef>
              <a:buClrTx/>
              <a:buFontTx/>
              <a:buNone/>
            </a:pPr>
            <a:endParaRPr lang="en-US" altLang="zh-CN" sz="2000" u="none">
              <a:latin typeface="Lucida Sans Unicode" panose="020B0602030504020204" pitchFamily="34" charset="0"/>
            </a:endParaRPr>
          </a:p>
          <a:p>
            <a:pPr lvl="1" algn="just">
              <a:spcBef>
                <a:spcPct val="0"/>
              </a:spcBef>
              <a:buClrTx/>
              <a:buFontTx/>
              <a:buNone/>
            </a:pPr>
            <a:r>
              <a:rPr lang="zh-CN" altLang="en-US" sz="2000" u="none"/>
              <a:t>例：显示字符串 </a:t>
            </a:r>
            <a:r>
              <a:rPr lang="en-US" altLang="zh-CN" sz="2000" u="none"/>
              <a:t>( AH=9 )</a:t>
            </a:r>
          </a:p>
          <a:p>
            <a:pPr lvl="3" algn="just">
              <a:spcBef>
                <a:spcPct val="0"/>
              </a:spcBef>
              <a:buFontTx/>
              <a:buNone/>
            </a:pPr>
            <a:endParaRPr lang="en-US" altLang="zh-CN" b="1" u="none">
              <a:latin typeface="Lucida Sans Unicode" panose="020B0602030504020204" pitchFamily="34" charset="0"/>
            </a:endParaRPr>
          </a:p>
          <a:p>
            <a:pPr lvl="3" algn="just">
              <a:spcBef>
                <a:spcPct val="0"/>
              </a:spcBef>
              <a:buFontTx/>
              <a:buNone/>
            </a:pPr>
            <a:r>
              <a:rPr lang="en-US" altLang="zh-CN" b="1" u="none">
                <a:latin typeface="Lucida Sans Unicode" panose="020B0602030504020204" pitchFamily="34" charset="0"/>
              </a:rPr>
              <a:t>string  db  ‘HELLO’, 0dh, 0ah, </a:t>
            </a:r>
            <a:r>
              <a:rPr lang="en-US" altLang="zh-CN" b="1" u="none">
                <a:solidFill>
                  <a:schemeClr val="hlink"/>
                </a:solidFill>
                <a:latin typeface="Lucida Sans Unicode" panose="020B0602030504020204" pitchFamily="34" charset="0"/>
              </a:rPr>
              <a:t>‘$’</a:t>
            </a:r>
          </a:p>
          <a:p>
            <a:pPr lvl="3" algn="just">
              <a:spcBef>
                <a:spcPct val="0"/>
              </a:spcBef>
              <a:buFontTx/>
              <a:buNone/>
            </a:pPr>
            <a:r>
              <a:rPr lang="en-US" altLang="zh-CN" b="1" u="none">
                <a:latin typeface="Lucida Sans Unicode" panose="020B0602030504020204" pitchFamily="34" charset="0"/>
              </a:rPr>
              <a:t>mov    </a:t>
            </a:r>
            <a:r>
              <a:rPr lang="en-US" altLang="zh-CN" b="1" u="none">
                <a:solidFill>
                  <a:schemeClr val="hlink"/>
                </a:solidFill>
                <a:latin typeface="Lucida Sans Unicode" panose="020B0602030504020204" pitchFamily="34" charset="0"/>
              </a:rPr>
              <a:t>dx</a:t>
            </a:r>
            <a:r>
              <a:rPr lang="en-US" altLang="zh-CN" b="1" u="none">
                <a:latin typeface="Lucida Sans Unicode" panose="020B0602030504020204" pitchFamily="34" charset="0"/>
              </a:rPr>
              <a:t>,  offset  string</a:t>
            </a:r>
          </a:p>
          <a:p>
            <a:pPr lvl="3" algn="just">
              <a:spcBef>
                <a:spcPct val="0"/>
              </a:spcBef>
              <a:buFontTx/>
              <a:buNone/>
            </a:pPr>
            <a:r>
              <a:rPr lang="en-US" altLang="zh-CN" b="1" u="none">
                <a:latin typeface="Lucida Sans Unicode" panose="020B0602030504020204" pitchFamily="34" charset="0"/>
              </a:rPr>
              <a:t>mov    ah,  </a:t>
            </a:r>
            <a:r>
              <a:rPr lang="en-US" altLang="zh-CN" b="1" u="none">
                <a:solidFill>
                  <a:schemeClr val="hlink"/>
                </a:solidFill>
                <a:latin typeface="Lucida Sans Unicode" panose="020B0602030504020204" pitchFamily="34" charset="0"/>
              </a:rPr>
              <a:t>9</a:t>
            </a:r>
          </a:p>
          <a:p>
            <a:pPr lvl="3" algn="just">
              <a:spcBef>
                <a:spcPct val="0"/>
              </a:spcBef>
              <a:buFontTx/>
              <a:buNone/>
            </a:pPr>
            <a:r>
              <a:rPr lang="en-US" altLang="zh-CN" b="1" u="none">
                <a:latin typeface="Lucida Sans Unicode" panose="020B0602030504020204" pitchFamily="34" charset="0"/>
              </a:rPr>
              <a:t>int      21h</a:t>
            </a:r>
            <a:endParaRPr lang="en-US" altLang="zh-CN" sz="2400" b="1" u="none">
              <a:latin typeface="Lucida Sans Unicode" panose="020B0602030504020204" pitchFamily="34" charset="0"/>
            </a:endParaRPr>
          </a:p>
        </p:txBody>
      </p:sp>
    </p:spTree>
    <p:custDataLst>
      <p:tags r:id="rId1"/>
    </p:custData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4">
            <a:extLst>
              <a:ext uri="{FF2B5EF4-FFF2-40B4-BE49-F238E27FC236}">
                <a16:creationId xmlns:a16="http://schemas.microsoft.com/office/drawing/2014/main" id="{C622AAFF-A439-49D0-B4D3-1C9BA87214C3}"/>
              </a:ext>
            </a:extLst>
          </p:cNvPr>
          <p:cNvSpPr>
            <a:spLocks noGrp="1" noChangeArrowheads="1"/>
          </p:cNvSpPr>
          <p:nvPr>
            <p:ph type="ctrTitle" idx="4294967295"/>
          </p:nvPr>
        </p:nvSpPr>
        <p:spPr>
          <a:xfrm>
            <a:off x="827088" y="620713"/>
            <a:ext cx="8134350" cy="14700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effectLst/>
              </a:rPr>
              <a:t>感谢大家一如既往的支持！</a:t>
            </a:r>
          </a:p>
        </p:txBody>
      </p:sp>
      <p:sp>
        <p:nvSpPr>
          <p:cNvPr id="94213" name="WordArt 5">
            <a:extLst>
              <a:ext uri="{FF2B5EF4-FFF2-40B4-BE49-F238E27FC236}">
                <a16:creationId xmlns:a16="http://schemas.microsoft.com/office/drawing/2014/main" id="{5B71C6EE-7D71-471E-94CE-0E34383437E5}"/>
              </a:ext>
            </a:extLst>
          </p:cNvPr>
          <p:cNvSpPr>
            <a:spLocks noChangeArrowheads="1" noChangeShapeType="1" noTextEdit="1"/>
          </p:cNvSpPr>
          <p:nvPr/>
        </p:nvSpPr>
        <p:spPr bwMode="auto">
          <a:xfrm>
            <a:off x="2699792" y="3861048"/>
            <a:ext cx="5616575" cy="914400"/>
          </a:xfrm>
          <a:prstGeom prst="rect">
            <a:avLst/>
          </a:prstGeom>
        </p:spPr>
        <p:txBody>
          <a:bodyPr wrap="none" fromWordArt="1">
            <a:prstTxWarp prst="textPlain">
              <a:avLst>
                <a:gd name="adj" fmla="val 50000"/>
              </a:avLst>
            </a:prstTxWarp>
          </a:bodyPr>
          <a:lstStyle/>
          <a:p>
            <a:pPr algn="ctr" eaLnBrk="1" hangingPunct="1">
              <a:defRPr/>
            </a:pPr>
            <a:r>
              <a:rPr lang="zh-CN" altLang="en-US" sz="3600" kern="10" dirty="0">
                <a:ln w="12700">
                  <a:solidFill>
                    <a:srgbClr val="EAEAEA"/>
                  </a:solidFill>
                  <a:round/>
                  <a:headEnd/>
                  <a:tailEnd/>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80000"/>
                    </a:srgbClr>
                  </a:outerShdw>
                </a:effectLst>
                <a:latin typeface="宋体" panose="02010600030101010101" pitchFamily="2" charset="-122"/>
              </a:rPr>
              <a:t>考出好成绩！</a:t>
            </a:r>
          </a:p>
        </p:txBody>
      </p:sp>
      <p:sp>
        <p:nvSpPr>
          <p:cNvPr id="94215" name="WordArt 7">
            <a:extLst>
              <a:ext uri="{FF2B5EF4-FFF2-40B4-BE49-F238E27FC236}">
                <a16:creationId xmlns:a16="http://schemas.microsoft.com/office/drawing/2014/main" id="{FEC326CA-AA4C-492F-91BB-0EF1EF7D7116}"/>
              </a:ext>
            </a:extLst>
          </p:cNvPr>
          <p:cNvSpPr>
            <a:spLocks noChangeArrowheads="1" noChangeShapeType="1" noTextEdit="1"/>
          </p:cNvSpPr>
          <p:nvPr/>
        </p:nvSpPr>
        <p:spPr bwMode="auto">
          <a:xfrm>
            <a:off x="1187624" y="2738152"/>
            <a:ext cx="1828800" cy="457200"/>
          </a:xfrm>
          <a:prstGeom prst="rect">
            <a:avLst/>
          </a:prstGeom>
        </p:spPr>
        <p:txBody>
          <a:bodyPr wrap="none" fromWordArt="1">
            <a:prstTxWarp prst="textPlain">
              <a:avLst>
                <a:gd name="adj" fmla="val 50000"/>
              </a:avLst>
            </a:prstTxWarp>
          </a:bodyPr>
          <a:lstStyle/>
          <a:p>
            <a:pPr algn="ctr" eaLnBrk="1" hangingPunct="1">
              <a:defRPr/>
            </a:pPr>
            <a:r>
              <a:rPr lang="zh-CN" altLang="en-US" sz="3600" kern="10" dirty="0">
                <a:ln w="19050">
                  <a:solidFill>
                    <a:srgbClr val="99CCFF"/>
                  </a:solidFill>
                  <a:round/>
                  <a:headEnd/>
                  <a:tailEnd/>
                </a:ln>
                <a:solidFill>
                  <a:srgbClr val="0066CC"/>
                </a:solidFill>
                <a:effectLst>
                  <a:outerShdw dist="35921" dir="2700000" algn="ctr" rotWithShape="0">
                    <a:srgbClr val="990000"/>
                  </a:outerShdw>
                </a:effectLst>
                <a:latin typeface="宋体" panose="02010600030101010101" pitchFamily="2" charset="-122"/>
              </a:rPr>
              <a:t>祝大家：</a:t>
            </a:r>
          </a:p>
        </p:txBody>
      </p:sp>
    </p:spTree>
    <p:custDataLst>
      <p:tags r:id="rId1"/>
    </p:custDataLst>
  </p:cSld>
  <p:clrMapOvr>
    <a:masterClrMapping/>
  </p:clrMapOvr>
  <p:transition>
    <p:random/>
  </p:transition>
</p:sld>
</file>

<file path=ppt/tags/tag1.xml><?xml version="1.0" encoding="utf-8"?>
<p:tagLst xmlns:a="http://schemas.openxmlformats.org/drawingml/2006/main" xmlns:r="http://schemas.openxmlformats.org/officeDocument/2006/relationships" xmlns:p="http://schemas.openxmlformats.org/presentationml/2006/main">
  <p:tag name="SLIDETAGS" val="[]"/>
</p:tagLst>
</file>

<file path=ppt/tags/tag2.xml><?xml version="1.0" encoding="utf-8"?>
<p:tagLst xmlns:a="http://schemas.openxmlformats.org/drawingml/2006/main" xmlns:r="http://schemas.openxmlformats.org/officeDocument/2006/relationships" xmlns:p="http://schemas.openxmlformats.org/presentationml/2006/main">
  <p:tag name="SLIDETAGS" val="[]"/>
</p:tagLst>
</file>

<file path=ppt/tags/tag3.xml><?xml version="1.0" encoding="utf-8"?>
<p:tagLst xmlns:a="http://schemas.openxmlformats.org/drawingml/2006/main" xmlns:r="http://schemas.openxmlformats.org/officeDocument/2006/relationships" xmlns:p="http://schemas.openxmlformats.org/presentationml/2006/main">
  <p:tag name="SLIDETAGS" val="[]"/>
</p:tagLst>
</file>

<file path=ppt/tags/tag4.xml><?xml version="1.0" encoding="utf-8"?>
<p:tagLst xmlns:a="http://schemas.openxmlformats.org/drawingml/2006/main" xmlns:r="http://schemas.openxmlformats.org/officeDocument/2006/relationships" xmlns:p="http://schemas.openxmlformats.org/presentationml/2006/main">
  <p:tag name="SLIDETAGS" val="[]"/>
</p:tagLst>
</file>

<file path=ppt/tags/tag5.xml><?xml version="1.0" encoding="utf-8"?>
<p:tagLst xmlns:a="http://schemas.openxmlformats.org/drawingml/2006/main" xmlns:r="http://schemas.openxmlformats.org/officeDocument/2006/relationships" xmlns:p="http://schemas.openxmlformats.org/presentationml/2006/main">
  <p:tag name="SLIDETAGS" val="[]"/>
</p:tagLst>
</file>

<file path=ppt/tags/tag6.xml><?xml version="1.0" encoding="utf-8"?>
<p:tagLst xmlns:a="http://schemas.openxmlformats.org/drawingml/2006/main" xmlns:r="http://schemas.openxmlformats.org/officeDocument/2006/relationships" xmlns:p="http://schemas.openxmlformats.org/presentationml/2006/main">
  <p:tag name="SLIDETAGS" val="[]"/>
</p:tagLst>
</file>

<file path=ppt/tags/tag7.xml><?xml version="1.0" encoding="utf-8"?>
<p:tagLst xmlns:a="http://schemas.openxmlformats.org/drawingml/2006/main" xmlns:r="http://schemas.openxmlformats.org/officeDocument/2006/relationships" xmlns:p="http://schemas.openxmlformats.org/presentationml/2006/main">
  <p:tag name="SLIDETAGS" val="[]"/>
</p:tagLst>
</file>

<file path=ppt/tags/tag8.xml><?xml version="1.0" encoding="utf-8"?>
<p:tagLst xmlns:a="http://schemas.openxmlformats.org/drawingml/2006/main" xmlns:r="http://schemas.openxmlformats.org/officeDocument/2006/relationships" xmlns:p="http://schemas.openxmlformats.org/presentationml/2006/main">
  <p:tag name="SLIDETAGS" val="[]"/>
</p:tagLst>
</file>

<file path=ppt/tags/tag9.xml><?xml version="1.0" encoding="utf-8"?>
<p:tagLst xmlns:a="http://schemas.openxmlformats.org/drawingml/2006/main" xmlns:r="http://schemas.openxmlformats.org/officeDocument/2006/relationships" xmlns:p="http://schemas.openxmlformats.org/presentationml/2006/main">
  <p:tag name="SLIDETAGS" val="[]"/>
</p:tagLst>
</file>

<file path=ppt/tags/tag10.xml><?xml version="1.0" encoding="utf-8"?>
<p:tagLst xmlns:a="http://schemas.openxmlformats.org/drawingml/2006/main" xmlns:r="http://schemas.openxmlformats.org/officeDocument/2006/relationships" xmlns:p="http://schemas.openxmlformats.org/presentationml/2006/main">
  <p:tag name="SLIDETAGS" val="[]"/>
</p:tagLst>
</file>

<file path=ppt/tags/tag11.xml><?xml version="1.0" encoding="utf-8"?>
<p:tagLst xmlns:a="http://schemas.openxmlformats.org/drawingml/2006/main" xmlns:r="http://schemas.openxmlformats.org/officeDocument/2006/relationships" xmlns:p="http://schemas.openxmlformats.org/presentationml/2006/main">
  <p:tag name="SLIDETAGS" val="[]"/>
</p:tagLst>
</file>

<file path=ppt/tags/tag12.xml><?xml version="1.0" encoding="utf-8"?>
<p:tagLst xmlns:a="http://schemas.openxmlformats.org/drawingml/2006/main" xmlns:r="http://schemas.openxmlformats.org/officeDocument/2006/relationships" xmlns:p="http://schemas.openxmlformats.org/presentationml/2006/main">
  <p:tag name="SLIDETAGS" val="[]"/>
</p:tagLst>
</file>

<file path=ppt/tags/tag13.xml><?xml version="1.0" encoding="utf-8"?>
<p:tagLst xmlns:a="http://schemas.openxmlformats.org/drawingml/2006/main" xmlns:r="http://schemas.openxmlformats.org/officeDocument/2006/relationships" xmlns:p="http://schemas.openxmlformats.org/presentationml/2006/main">
  <p:tag name="SLIDETAGS" val="[]"/>
</p:tagLst>
</file>

<file path=ppt/tags/tag14.xml><?xml version="1.0" encoding="utf-8"?>
<p:tagLst xmlns:a="http://schemas.openxmlformats.org/drawingml/2006/main" xmlns:r="http://schemas.openxmlformats.org/officeDocument/2006/relationships" xmlns:p="http://schemas.openxmlformats.org/presentationml/2006/main">
  <p:tag name="SLIDETAGS" val="[]"/>
</p:tagLst>
</file>

<file path=ppt/tags/tag15.xml><?xml version="1.0" encoding="utf-8"?>
<p:tagLst xmlns:a="http://schemas.openxmlformats.org/drawingml/2006/main" xmlns:r="http://schemas.openxmlformats.org/officeDocument/2006/relationships" xmlns:p="http://schemas.openxmlformats.org/presentationml/2006/main">
  <p:tag name="SLIDETAGS" val="[]"/>
</p:tagLst>
</file>

<file path=ppt/tags/tag16.xml><?xml version="1.0" encoding="utf-8"?>
<p:tagLst xmlns:a="http://schemas.openxmlformats.org/drawingml/2006/main" xmlns:r="http://schemas.openxmlformats.org/officeDocument/2006/relationships" xmlns:p="http://schemas.openxmlformats.org/presentationml/2006/main">
  <p:tag name="SLIDETAGS" val="[]"/>
</p:tagLst>
</file>

<file path=ppt/tags/tag17.xml><?xml version="1.0" encoding="utf-8"?>
<p:tagLst xmlns:a="http://schemas.openxmlformats.org/drawingml/2006/main" xmlns:r="http://schemas.openxmlformats.org/officeDocument/2006/relationships" xmlns:p="http://schemas.openxmlformats.org/presentationml/2006/main">
  <p:tag name="SLIDETAGS" val="[]"/>
</p:tagLst>
</file>

<file path=ppt/tags/tag18.xml><?xml version="1.0" encoding="utf-8"?>
<p:tagLst xmlns:a="http://schemas.openxmlformats.org/drawingml/2006/main" xmlns:r="http://schemas.openxmlformats.org/officeDocument/2006/relationships" xmlns:p="http://schemas.openxmlformats.org/presentationml/2006/main">
  <p:tag name="SLIDETAGS" val="[]"/>
</p:tagLst>
</file>

<file path=ppt/tags/tag19.xml><?xml version="1.0" encoding="utf-8"?>
<p:tagLst xmlns:a="http://schemas.openxmlformats.org/drawingml/2006/main" xmlns:r="http://schemas.openxmlformats.org/officeDocument/2006/relationships" xmlns:p="http://schemas.openxmlformats.org/presentationml/2006/main">
  <p:tag name="SLIDETAGS" val="[]"/>
</p:tagLst>
</file>

<file path=ppt/tags/tag20.xml><?xml version="1.0" encoding="utf-8"?>
<p:tagLst xmlns:a="http://schemas.openxmlformats.org/drawingml/2006/main" xmlns:r="http://schemas.openxmlformats.org/officeDocument/2006/relationships" xmlns:p="http://schemas.openxmlformats.org/presentationml/2006/main">
  <p:tag name="SLIDETAGS" val="[]"/>
</p:tagLst>
</file>

<file path=ppt/tags/tag21.xml><?xml version="1.0" encoding="utf-8"?>
<p:tagLst xmlns:a="http://schemas.openxmlformats.org/drawingml/2006/main" xmlns:r="http://schemas.openxmlformats.org/officeDocument/2006/relationships" xmlns:p="http://schemas.openxmlformats.org/presentationml/2006/main">
  <p:tag name="SLIDETAGS" val="[]"/>
</p:tagLst>
</file>

<file path=ppt/tags/tag22.xml><?xml version="1.0" encoding="utf-8"?>
<p:tagLst xmlns:a="http://schemas.openxmlformats.org/drawingml/2006/main" xmlns:r="http://schemas.openxmlformats.org/officeDocument/2006/relationships" xmlns:p="http://schemas.openxmlformats.org/presentationml/2006/main">
  <p:tag name="SLIDETAGS" val="[]"/>
</p:tagLst>
</file>

<file path=ppt/tags/tag23.xml><?xml version="1.0" encoding="utf-8"?>
<p:tagLst xmlns:a="http://schemas.openxmlformats.org/drawingml/2006/main" xmlns:r="http://schemas.openxmlformats.org/officeDocument/2006/relationships" xmlns:p="http://schemas.openxmlformats.org/presentationml/2006/main">
  <p:tag name="SLIDETAGS" val="[]"/>
</p:tagLst>
</file>

<file path=ppt/tags/tag24.xml><?xml version="1.0" encoding="utf-8"?>
<p:tagLst xmlns:a="http://schemas.openxmlformats.org/drawingml/2006/main" xmlns:r="http://schemas.openxmlformats.org/officeDocument/2006/relationships" xmlns:p="http://schemas.openxmlformats.org/presentationml/2006/main">
  <p:tag name="SLIDETAGS" val="[]"/>
</p:tagLst>
</file>

<file path=ppt/tags/tag25.xml><?xml version="1.0" encoding="utf-8"?>
<p:tagLst xmlns:a="http://schemas.openxmlformats.org/drawingml/2006/main" xmlns:r="http://schemas.openxmlformats.org/officeDocument/2006/relationships" xmlns:p="http://schemas.openxmlformats.org/presentationml/2006/main">
  <p:tag name="SLIDETAGS" val="[]"/>
</p:tagLst>
</file>

<file path=ppt/tags/tag26.xml><?xml version="1.0" encoding="utf-8"?>
<p:tagLst xmlns:a="http://schemas.openxmlformats.org/drawingml/2006/main" xmlns:r="http://schemas.openxmlformats.org/officeDocument/2006/relationships" xmlns:p="http://schemas.openxmlformats.org/presentationml/2006/main">
  <p:tag name="SLIDETAGS" val="[]"/>
</p:tagLst>
</file>

<file path=ppt/tags/tag27.xml><?xml version="1.0" encoding="utf-8"?>
<p:tagLst xmlns:a="http://schemas.openxmlformats.org/drawingml/2006/main" xmlns:r="http://schemas.openxmlformats.org/officeDocument/2006/relationships" xmlns:p="http://schemas.openxmlformats.org/presentationml/2006/main">
  <p:tag name="SLIDETAGS" val="[]"/>
</p:tagLst>
</file>

<file path=ppt/tags/tag28.xml><?xml version="1.0" encoding="utf-8"?>
<p:tagLst xmlns:a="http://schemas.openxmlformats.org/drawingml/2006/main" xmlns:r="http://schemas.openxmlformats.org/officeDocument/2006/relationships" xmlns:p="http://schemas.openxmlformats.org/presentationml/2006/main">
  <p:tag name="SLIDETAGS" val="[]"/>
</p:tagLst>
</file>

<file path=ppt/tags/tag29.xml><?xml version="1.0" encoding="utf-8"?>
<p:tagLst xmlns:a="http://schemas.openxmlformats.org/drawingml/2006/main" xmlns:r="http://schemas.openxmlformats.org/officeDocument/2006/relationships" xmlns:p="http://schemas.openxmlformats.org/presentationml/2006/main">
  <p:tag name="SLIDETAGS" val="[]"/>
</p:tagLst>
</file>

<file path=ppt/tags/tag30.xml><?xml version="1.0" encoding="utf-8"?>
<p:tagLst xmlns:a="http://schemas.openxmlformats.org/drawingml/2006/main" xmlns:r="http://schemas.openxmlformats.org/officeDocument/2006/relationships" xmlns:p="http://schemas.openxmlformats.org/presentationml/2006/main">
  <p:tag name="SLIDETAGS" val="[]"/>
</p:tagLst>
</file>

<file path=ppt/tags/tag31.xml><?xml version="1.0" encoding="utf-8"?>
<p:tagLst xmlns:a="http://schemas.openxmlformats.org/drawingml/2006/main" xmlns:r="http://schemas.openxmlformats.org/officeDocument/2006/relationships" xmlns:p="http://schemas.openxmlformats.org/presentationml/2006/main">
  <p:tag name="SLIDETAGS" val="[]"/>
</p:tagLst>
</file>

<file path=ppt/tags/tag32.xml><?xml version="1.0" encoding="utf-8"?>
<p:tagLst xmlns:a="http://schemas.openxmlformats.org/drawingml/2006/main" xmlns:r="http://schemas.openxmlformats.org/officeDocument/2006/relationships" xmlns:p="http://schemas.openxmlformats.org/presentationml/2006/main">
  <p:tag name="SLIDETAGS" val="[]"/>
</p:tagLst>
</file>

<file path=ppt/tags/tag33.xml><?xml version="1.0" encoding="utf-8"?>
<p:tagLst xmlns:a="http://schemas.openxmlformats.org/drawingml/2006/main" xmlns:r="http://schemas.openxmlformats.org/officeDocument/2006/relationships" xmlns:p="http://schemas.openxmlformats.org/presentationml/2006/main">
  <p:tag name="SLIDETAGS" val="[]"/>
</p:tagLst>
</file>

<file path=ppt/tags/tag34.xml><?xml version="1.0" encoding="utf-8"?>
<p:tagLst xmlns:a="http://schemas.openxmlformats.org/drawingml/2006/main" xmlns:r="http://schemas.openxmlformats.org/officeDocument/2006/relationships" xmlns:p="http://schemas.openxmlformats.org/presentationml/2006/main">
  <p:tag name="SLIDETAGS" val="[]"/>
</p:tagLst>
</file>

<file path=ppt/tags/tag35.xml><?xml version="1.0" encoding="utf-8"?>
<p:tagLst xmlns:a="http://schemas.openxmlformats.org/drawingml/2006/main" xmlns:r="http://schemas.openxmlformats.org/officeDocument/2006/relationships" xmlns:p="http://schemas.openxmlformats.org/presentationml/2006/main">
  <p:tag name="SLIDETAGS" val="[]"/>
</p:tagLst>
</file>

<file path=ppt/tags/tag36.xml><?xml version="1.0" encoding="utf-8"?>
<p:tagLst xmlns:a="http://schemas.openxmlformats.org/drawingml/2006/main" xmlns:r="http://schemas.openxmlformats.org/officeDocument/2006/relationships" xmlns:p="http://schemas.openxmlformats.org/presentationml/2006/main">
  <p:tag name="SLIDETAGS" val="[]"/>
</p:tagLst>
</file>

<file path=ppt/tags/tag37.xml><?xml version="1.0" encoding="utf-8"?>
<p:tagLst xmlns:a="http://schemas.openxmlformats.org/drawingml/2006/main" xmlns:r="http://schemas.openxmlformats.org/officeDocument/2006/relationships" xmlns:p="http://schemas.openxmlformats.org/presentationml/2006/main">
  <p:tag name="SLIDETAGS" val="[]"/>
</p:tagLst>
</file>

<file path=ppt/tags/tag38.xml><?xml version="1.0" encoding="utf-8"?>
<p:tagLst xmlns:a="http://schemas.openxmlformats.org/drawingml/2006/main" xmlns:r="http://schemas.openxmlformats.org/officeDocument/2006/relationships" xmlns:p="http://schemas.openxmlformats.org/presentationml/2006/main">
  <p:tag name="SLIDETAGS" val="[]"/>
</p:tagLst>
</file>

<file path=ppt/tags/tag39.xml><?xml version="1.0" encoding="utf-8"?>
<p:tagLst xmlns:a="http://schemas.openxmlformats.org/drawingml/2006/main" xmlns:r="http://schemas.openxmlformats.org/officeDocument/2006/relationships" xmlns:p="http://schemas.openxmlformats.org/presentationml/2006/main">
  <p:tag name="SLIDETAGS" val="[]"/>
</p:tagLst>
</file>

<file path=ppt/tags/tag40.xml><?xml version="1.0" encoding="utf-8"?>
<p:tagLst xmlns:a="http://schemas.openxmlformats.org/drawingml/2006/main" xmlns:r="http://schemas.openxmlformats.org/officeDocument/2006/relationships" xmlns:p="http://schemas.openxmlformats.org/presentationml/2006/main">
  <p:tag name="SLIDETAGS" val="[]"/>
</p:tagLst>
</file>

<file path=ppt/tags/tag41.xml><?xml version="1.0" encoding="utf-8"?>
<p:tagLst xmlns:a="http://schemas.openxmlformats.org/drawingml/2006/main" xmlns:r="http://schemas.openxmlformats.org/officeDocument/2006/relationships" xmlns:p="http://schemas.openxmlformats.org/presentationml/2006/main">
  <p:tag name="SLIDETAGS" val="[]"/>
</p:tagLst>
</file>

<file path=ppt/tags/tag42.xml><?xml version="1.0" encoding="utf-8"?>
<p:tagLst xmlns:a="http://schemas.openxmlformats.org/drawingml/2006/main" xmlns:r="http://schemas.openxmlformats.org/officeDocument/2006/relationships" xmlns:p="http://schemas.openxmlformats.org/presentationml/2006/main">
  <p:tag name="SLIDETAGS" val="[]"/>
</p:tagLst>
</file>

<file path=ppt/tags/tag43.xml><?xml version="1.0" encoding="utf-8"?>
<p:tagLst xmlns:a="http://schemas.openxmlformats.org/drawingml/2006/main" xmlns:r="http://schemas.openxmlformats.org/officeDocument/2006/relationships" xmlns:p="http://schemas.openxmlformats.org/presentationml/2006/main">
  <p:tag name="SLIDETAGS" val="[]"/>
</p:tagLst>
</file>

<file path=ppt/tags/tag44.xml><?xml version="1.0" encoding="utf-8"?>
<p:tagLst xmlns:a="http://schemas.openxmlformats.org/drawingml/2006/main" xmlns:r="http://schemas.openxmlformats.org/officeDocument/2006/relationships" xmlns:p="http://schemas.openxmlformats.org/presentationml/2006/main">
  <p:tag name="SLIDETAGS" val="[]"/>
</p:tagLst>
</file>

<file path=ppt/tags/tag45.xml><?xml version="1.0" encoding="utf-8"?>
<p:tagLst xmlns:a="http://schemas.openxmlformats.org/drawingml/2006/main" xmlns:r="http://schemas.openxmlformats.org/officeDocument/2006/relationships" xmlns:p="http://schemas.openxmlformats.org/presentationml/2006/main">
  <p:tag name="SLIDETAGS" val="[]"/>
</p:tagLst>
</file>

<file path=ppt/tags/tag46.xml><?xml version="1.0" encoding="utf-8"?>
<p:tagLst xmlns:a="http://schemas.openxmlformats.org/drawingml/2006/main" xmlns:r="http://schemas.openxmlformats.org/officeDocument/2006/relationships" xmlns:p="http://schemas.openxmlformats.org/presentationml/2006/main">
  <p:tag name="SLIDETAGS" val="[]"/>
</p:tagLst>
</file>

<file path=ppt/tags/tag47.xml><?xml version="1.0" encoding="utf-8"?>
<p:tagLst xmlns:a="http://schemas.openxmlformats.org/drawingml/2006/main" xmlns:r="http://schemas.openxmlformats.org/officeDocument/2006/relationships" xmlns:p="http://schemas.openxmlformats.org/presentationml/2006/main">
  <p:tag name="SLIDETAGS" val="[]"/>
</p:tagLst>
</file>

<file path=ppt/tags/tag48.xml><?xml version="1.0" encoding="utf-8"?>
<p:tagLst xmlns:a="http://schemas.openxmlformats.org/drawingml/2006/main" xmlns:r="http://schemas.openxmlformats.org/officeDocument/2006/relationships" xmlns:p="http://schemas.openxmlformats.org/presentationml/2006/main">
  <p:tag name="SLIDETAGS" val="[]"/>
</p:tagLst>
</file>

<file path=ppt/tags/tag49.xml><?xml version="1.0" encoding="utf-8"?>
<p:tagLst xmlns:a="http://schemas.openxmlformats.org/drawingml/2006/main" xmlns:r="http://schemas.openxmlformats.org/officeDocument/2006/relationships" xmlns:p="http://schemas.openxmlformats.org/presentationml/2006/main">
  <p:tag name="SLIDETAGS" val="[]"/>
</p:tagLst>
</file>

<file path=ppt/tags/tag50.xml><?xml version="1.0" encoding="utf-8"?>
<p:tagLst xmlns:a="http://schemas.openxmlformats.org/drawingml/2006/main" xmlns:r="http://schemas.openxmlformats.org/officeDocument/2006/relationships" xmlns:p="http://schemas.openxmlformats.org/presentationml/2006/main">
  <p:tag name="SLIDETAGS" val="[]"/>
</p:tagLst>
</file>

<file path=ppt/tags/tag51.xml><?xml version="1.0" encoding="utf-8"?>
<p:tagLst xmlns:a="http://schemas.openxmlformats.org/drawingml/2006/main" xmlns:r="http://schemas.openxmlformats.org/officeDocument/2006/relationships" xmlns:p="http://schemas.openxmlformats.org/presentationml/2006/main">
  <p:tag name="SLIDETAGS" val="[]"/>
</p:tagLst>
</file>

<file path=ppt/tags/tag52.xml><?xml version="1.0" encoding="utf-8"?>
<p:tagLst xmlns:a="http://schemas.openxmlformats.org/drawingml/2006/main" xmlns:r="http://schemas.openxmlformats.org/officeDocument/2006/relationships" xmlns:p="http://schemas.openxmlformats.org/presentationml/2006/main">
  <p:tag name="SLIDETAGS" val="[]"/>
</p:tagLst>
</file>

<file path=ppt/tags/tag53.xml><?xml version="1.0" encoding="utf-8"?>
<p:tagLst xmlns:a="http://schemas.openxmlformats.org/drawingml/2006/main" xmlns:r="http://schemas.openxmlformats.org/officeDocument/2006/relationships" xmlns:p="http://schemas.openxmlformats.org/presentationml/2006/main">
  <p:tag name="SLIDETAGS" val="[]"/>
</p:tagLst>
</file>

<file path=ppt/tags/tag54.xml><?xml version="1.0" encoding="utf-8"?>
<p:tagLst xmlns:a="http://schemas.openxmlformats.org/drawingml/2006/main" xmlns:r="http://schemas.openxmlformats.org/officeDocument/2006/relationships" xmlns:p="http://schemas.openxmlformats.org/presentationml/2006/main">
  <p:tag name="SLIDETAGS" val="[]"/>
</p:tagLst>
</file>

<file path=ppt/tags/tag55.xml><?xml version="1.0" encoding="utf-8"?>
<p:tagLst xmlns:a="http://schemas.openxmlformats.org/drawingml/2006/main" xmlns:r="http://schemas.openxmlformats.org/officeDocument/2006/relationships" xmlns:p="http://schemas.openxmlformats.org/presentationml/2006/main">
  <p:tag name="SLIDETAGS" val="[]"/>
</p:tagLst>
</file>

<file path=ppt/tags/tag56.xml><?xml version="1.0" encoding="utf-8"?>
<p:tagLst xmlns:a="http://schemas.openxmlformats.org/drawingml/2006/main" xmlns:r="http://schemas.openxmlformats.org/officeDocument/2006/relationships" xmlns:p="http://schemas.openxmlformats.org/presentationml/2006/main">
  <p:tag name="SLIDETAGS" val="[]"/>
</p:tagLst>
</file>

<file path=ppt/tags/tag57.xml><?xml version="1.0" encoding="utf-8"?>
<p:tagLst xmlns:a="http://schemas.openxmlformats.org/drawingml/2006/main" xmlns:r="http://schemas.openxmlformats.org/officeDocument/2006/relationships" xmlns:p="http://schemas.openxmlformats.org/presentationml/2006/main">
  <p:tag name="SLIDETAGS" val="[]"/>
</p:tagLst>
</file>

<file path=ppt/tags/tag58.xml><?xml version="1.0" encoding="utf-8"?>
<p:tagLst xmlns:a="http://schemas.openxmlformats.org/drawingml/2006/main" xmlns:r="http://schemas.openxmlformats.org/officeDocument/2006/relationships" xmlns:p="http://schemas.openxmlformats.org/presentationml/2006/main">
  <p:tag name="SLIDETAGS" val="[]"/>
</p:tagLst>
</file>

<file path=ppt/tags/tag59.xml><?xml version="1.0" encoding="utf-8"?>
<p:tagLst xmlns:a="http://schemas.openxmlformats.org/drawingml/2006/main" xmlns:r="http://schemas.openxmlformats.org/officeDocument/2006/relationships" xmlns:p="http://schemas.openxmlformats.org/presentationml/2006/main">
  <p:tag name="SLIDETAGS" val="[]"/>
</p:tagLst>
</file>

<file path=ppt/tags/tag60.xml><?xml version="1.0" encoding="utf-8"?>
<p:tagLst xmlns:a="http://schemas.openxmlformats.org/drawingml/2006/main" xmlns:r="http://schemas.openxmlformats.org/officeDocument/2006/relationships" xmlns:p="http://schemas.openxmlformats.org/presentationml/2006/main">
  <p:tag name="SLIDETAGS" val="[]"/>
</p:tagLst>
</file>

<file path=ppt/tags/tag61.xml><?xml version="1.0" encoding="utf-8"?>
<p:tagLst xmlns:a="http://schemas.openxmlformats.org/drawingml/2006/main" xmlns:r="http://schemas.openxmlformats.org/officeDocument/2006/relationships" xmlns:p="http://schemas.openxmlformats.org/presentationml/2006/main">
  <p:tag name="SLIDETAGS" val="[]"/>
</p:tagLst>
</file>

<file path=ppt/tags/tag62.xml><?xml version="1.0" encoding="utf-8"?>
<p:tagLst xmlns:a="http://schemas.openxmlformats.org/drawingml/2006/main" xmlns:r="http://schemas.openxmlformats.org/officeDocument/2006/relationships" xmlns:p="http://schemas.openxmlformats.org/presentationml/2006/main">
  <p:tag name="SLIDETAGS" val="[]"/>
</p:tagLst>
</file>

<file path=ppt/tags/tag63.xml><?xml version="1.0" encoding="utf-8"?>
<p:tagLst xmlns:a="http://schemas.openxmlformats.org/drawingml/2006/main" xmlns:r="http://schemas.openxmlformats.org/officeDocument/2006/relationships" xmlns:p="http://schemas.openxmlformats.org/presentationml/2006/main">
  <p:tag name="SLIDETAGS" val="[]"/>
</p:tagLst>
</file>

<file path=ppt/tags/tag64.xml><?xml version="1.0" encoding="utf-8"?>
<p:tagLst xmlns:a="http://schemas.openxmlformats.org/drawingml/2006/main" xmlns:r="http://schemas.openxmlformats.org/officeDocument/2006/relationships" xmlns:p="http://schemas.openxmlformats.org/presentationml/2006/main">
  <p:tag name="SLIDETAGS" val="[]"/>
</p:tagLst>
</file>

<file path=ppt/tags/tag65.xml><?xml version="1.0" encoding="utf-8"?>
<p:tagLst xmlns:a="http://schemas.openxmlformats.org/drawingml/2006/main" xmlns:r="http://schemas.openxmlformats.org/officeDocument/2006/relationships" xmlns:p="http://schemas.openxmlformats.org/presentationml/2006/main">
  <p:tag name="SLIDETAGS" val="[]"/>
</p:tagLst>
</file>

<file path=ppt/tags/tag66.xml><?xml version="1.0" encoding="utf-8"?>
<p:tagLst xmlns:a="http://schemas.openxmlformats.org/drawingml/2006/main" xmlns:r="http://schemas.openxmlformats.org/officeDocument/2006/relationships" xmlns:p="http://schemas.openxmlformats.org/presentationml/2006/main">
  <p:tag name="SLIDETAGS" val="[]"/>
</p:tagLst>
</file>

<file path=ppt/tags/tag67.xml><?xml version="1.0" encoding="utf-8"?>
<p:tagLst xmlns:a="http://schemas.openxmlformats.org/drawingml/2006/main" xmlns:r="http://schemas.openxmlformats.org/officeDocument/2006/relationships" xmlns:p="http://schemas.openxmlformats.org/presentationml/2006/main">
  <p:tag name="SLIDETAGS" val="[]"/>
</p:tagLst>
</file>

<file path=ppt/tags/tag68.xml><?xml version="1.0" encoding="utf-8"?>
<p:tagLst xmlns:a="http://schemas.openxmlformats.org/drawingml/2006/main" xmlns:r="http://schemas.openxmlformats.org/officeDocument/2006/relationships" xmlns:p="http://schemas.openxmlformats.org/presentationml/2006/main">
  <p:tag name="SLIDETAGS" val="[]"/>
</p:tagLst>
</file>

<file path=ppt/tags/tag69.xml><?xml version="1.0" encoding="utf-8"?>
<p:tagLst xmlns:a="http://schemas.openxmlformats.org/drawingml/2006/main" xmlns:r="http://schemas.openxmlformats.org/officeDocument/2006/relationships" xmlns:p="http://schemas.openxmlformats.org/presentationml/2006/main">
  <p:tag name="SLIDETAGS" val="[]"/>
</p:tagLst>
</file>

<file path=ppt/tags/tag70.xml><?xml version="1.0" encoding="utf-8"?>
<p:tagLst xmlns:a="http://schemas.openxmlformats.org/drawingml/2006/main" xmlns:r="http://schemas.openxmlformats.org/officeDocument/2006/relationships" xmlns:p="http://schemas.openxmlformats.org/presentationml/2006/main">
  <p:tag name="SLIDETAGS" val="[]"/>
</p:tagLst>
</file>

<file path=ppt/tags/tag71.xml><?xml version="1.0" encoding="utf-8"?>
<p:tagLst xmlns:a="http://schemas.openxmlformats.org/drawingml/2006/main" xmlns:r="http://schemas.openxmlformats.org/officeDocument/2006/relationships" xmlns:p="http://schemas.openxmlformats.org/presentationml/2006/main">
  <p:tag name="SLIDETAGS" val="[]"/>
</p:tagLst>
</file>

<file path=ppt/tags/tag72.xml><?xml version="1.0" encoding="utf-8"?>
<p:tagLst xmlns:a="http://schemas.openxmlformats.org/drawingml/2006/main" xmlns:r="http://schemas.openxmlformats.org/officeDocument/2006/relationships" xmlns:p="http://schemas.openxmlformats.org/presentationml/2006/main">
  <p:tag name="SLIDETAGS" val="[]"/>
</p:tagLst>
</file>

<file path=ppt/tags/tag73.xml><?xml version="1.0" encoding="utf-8"?>
<p:tagLst xmlns:a="http://schemas.openxmlformats.org/drawingml/2006/main" xmlns:r="http://schemas.openxmlformats.org/officeDocument/2006/relationships" xmlns:p="http://schemas.openxmlformats.org/presentationml/2006/main">
  <p:tag name="SLIDETAGS" val="[]"/>
</p:tagLst>
</file>

<file path=ppt/tags/tag74.xml><?xml version="1.0" encoding="utf-8"?>
<p:tagLst xmlns:a="http://schemas.openxmlformats.org/drawingml/2006/main" xmlns:r="http://schemas.openxmlformats.org/officeDocument/2006/relationships" xmlns:p="http://schemas.openxmlformats.org/presentationml/2006/main">
  <p:tag name="SLIDETAGS" val="[]"/>
</p:tagLst>
</file>

<file path=ppt/tags/tag75.xml><?xml version="1.0" encoding="utf-8"?>
<p:tagLst xmlns:a="http://schemas.openxmlformats.org/drawingml/2006/main" xmlns:r="http://schemas.openxmlformats.org/officeDocument/2006/relationships" xmlns:p="http://schemas.openxmlformats.org/presentationml/2006/main">
  <p:tag name="SLIDETAGS" val="[]"/>
</p:tagLst>
</file>

<file path=ppt/tags/tag76.xml><?xml version="1.0" encoding="utf-8"?>
<p:tagLst xmlns:a="http://schemas.openxmlformats.org/drawingml/2006/main" xmlns:r="http://schemas.openxmlformats.org/officeDocument/2006/relationships" xmlns:p="http://schemas.openxmlformats.org/presentationml/2006/main">
  <p:tag name="SLIDETAGS" val="[]"/>
</p:tagLst>
</file>

<file path=ppt/tags/tag77.xml><?xml version="1.0" encoding="utf-8"?>
<p:tagLst xmlns:a="http://schemas.openxmlformats.org/drawingml/2006/main" xmlns:r="http://schemas.openxmlformats.org/officeDocument/2006/relationships" xmlns:p="http://schemas.openxmlformats.org/presentationml/2006/main">
  <p:tag name="SLIDETAGS" val="[]"/>
</p:tagLst>
</file>

<file path=ppt/tags/tag78.xml><?xml version="1.0" encoding="utf-8"?>
<p:tagLst xmlns:a="http://schemas.openxmlformats.org/drawingml/2006/main" xmlns:r="http://schemas.openxmlformats.org/officeDocument/2006/relationships" xmlns:p="http://schemas.openxmlformats.org/presentationml/2006/main">
  <p:tag name="SLIDETAGS" val="[]"/>
</p:tagLst>
</file>

<file path=ppt/tags/tag79.xml><?xml version="1.0" encoding="utf-8"?>
<p:tagLst xmlns:a="http://schemas.openxmlformats.org/drawingml/2006/main" xmlns:r="http://schemas.openxmlformats.org/officeDocument/2006/relationships" xmlns:p="http://schemas.openxmlformats.org/presentationml/2006/main">
  <p:tag name="SLIDETAGS" val="[]"/>
</p:tagLst>
</file>

<file path=ppt/tags/tag80.xml><?xml version="1.0" encoding="utf-8"?>
<p:tagLst xmlns:a="http://schemas.openxmlformats.org/drawingml/2006/main" xmlns:r="http://schemas.openxmlformats.org/officeDocument/2006/relationships" xmlns:p="http://schemas.openxmlformats.org/presentationml/2006/main">
  <p:tag name="SLIDETAGS" val="[]"/>
</p:tagLst>
</file>

<file path=ppt/tags/tag81.xml><?xml version="1.0" encoding="utf-8"?>
<p:tagLst xmlns:a="http://schemas.openxmlformats.org/drawingml/2006/main" xmlns:r="http://schemas.openxmlformats.org/officeDocument/2006/relationships" xmlns:p="http://schemas.openxmlformats.org/presentationml/2006/main">
  <p:tag name="SLIDETAGS" val="[]"/>
</p:tagLst>
</file>

<file path=ppt/tags/tag82.xml><?xml version="1.0" encoding="utf-8"?>
<p:tagLst xmlns:a="http://schemas.openxmlformats.org/drawingml/2006/main" xmlns:r="http://schemas.openxmlformats.org/officeDocument/2006/relationships" xmlns:p="http://schemas.openxmlformats.org/presentationml/2006/main">
  <p:tag name="SLIDETAGS" val="[]"/>
</p:tagLst>
</file>

<file path=ppt/tags/tag83.xml><?xml version="1.0" encoding="utf-8"?>
<p:tagLst xmlns:a="http://schemas.openxmlformats.org/drawingml/2006/main" xmlns:r="http://schemas.openxmlformats.org/officeDocument/2006/relationships" xmlns:p="http://schemas.openxmlformats.org/presentationml/2006/main">
  <p:tag name="SLIDETAGS" val="[]"/>
</p:tagLst>
</file>

<file path=ppt/tags/tag84.xml><?xml version="1.0" encoding="utf-8"?>
<p:tagLst xmlns:a="http://schemas.openxmlformats.org/drawingml/2006/main" xmlns:r="http://schemas.openxmlformats.org/officeDocument/2006/relationships" xmlns:p="http://schemas.openxmlformats.org/presentationml/2006/main">
  <p:tag name="SLIDETAGS" val="[]"/>
</p:tagLst>
</file>

<file path=ppt/tags/tag85.xml><?xml version="1.0" encoding="utf-8"?>
<p:tagLst xmlns:a="http://schemas.openxmlformats.org/drawingml/2006/main" xmlns:r="http://schemas.openxmlformats.org/officeDocument/2006/relationships" xmlns:p="http://schemas.openxmlformats.org/presentationml/2006/main">
  <p:tag name="SLIDETAGS" val="[]"/>
</p:tagLst>
</file>

<file path=ppt/tags/tag86.xml><?xml version="1.0" encoding="utf-8"?>
<p:tagLst xmlns:a="http://schemas.openxmlformats.org/drawingml/2006/main" xmlns:r="http://schemas.openxmlformats.org/officeDocument/2006/relationships" xmlns:p="http://schemas.openxmlformats.org/presentationml/2006/main">
  <p:tag name="SLIDETAGS" val="[]"/>
</p:tagLst>
</file>

<file path=ppt/tags/tag87.xml><?xml version="1.0" encoding="utf-8"?>
<p:tagLst xmlns:a="http://schemas.openxmlformats.org/drawingml/2006/main" xmlns:r="http://schemas.openxmlformats.org/officeDocument/2006/relationships" xmlns:p="http://schemas.openxmlformats.org/presentationml/2006/main">
  <p:tag name="SLIDETAGS" val="[]"/>
</p:tagLst>
</file>

<file path=ppt/tags/tag88.xml><?xml version="1.0" encoding="utf-8"?>
<p:tagLst xmlns:a="http://schemas.openxmlformats.org/drawingml/2006/main" xmlns:r="http://schemas.openxmlformats.org/officeDocument/2006/relationships" xmlns:p="http://schemas.openxmlformats.org/presentationml/2006/main">
  <p:tag name="SLIDETAGS" val="[]"/>
</p:tagLst>
</file>

<file path=ppt/theme/theme1.xml><?xml version="1.0" encoding="utf-8"?>
<a:theme xmlns:a="http://schemas.openxmlformats.org/drawingml/2006/main" name="第八章">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00FF"/>
      </a:hlink>
      <a:folHlink>
        <a:srgbClr val="B2B2B2"/>
      </a:folHlink>
    </a:clrScheme>
    <a:fontScheme name="第八章">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C0C0C0"/>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sng" strike="noStrike" cap="none" normalizeH="0" baseline="0" smtClean="0">
            <a:ln>
              <a:noFill/>
            </a:ln>
            <a:solidFill>
              <a:schemeClr val="tx1"/>
            </a:solidFill>
            <a:effectLst/>
            <a:latin typeface="Times New Roman" pitchFamily="18" charset="0"/>
            <a:ea typeface="宋体" charset="-122"/>
          </a:defRPr>
        </a:defPPr>
      </a:lstStyle>
    </a:spDef>
    <a:lnDef>
      <a:spPr bwMode="auto">
        <a:xfrm>
          <a:off x="0" y="0"/>
          <a:ext cx="1" cy="1"/>
        </a:xfrm>
        <a:custGeom>
          <a:avLst/>
          <a:gdLst/>
          <a:ahLst/>
          <a:cxnLst/>
          <a:rect l="0" t="0" r="0" b="0"/>
          <a:pathLst/>
        </a:custGeom>
        <a:solidFill>
          <a:srgbClr val="C0C0C0"/>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sng" strike="noStrike" cap="none" normalizeH="0" baseline="0" smtClean="0">
            <a:ln>
              <a:noFill/>
            </a:ln>
            <a:solidFill>
              <a:schemeClr val="tx1"/>
            </a:solidFill>
            <a:effectLst/>
            <a:latin typeface="Times New Roman" pitchFamily="18" charset="0"/>
            <a:ea typeface="宋体" charset="-122"/>
          </a:defRPr>
        </a:defPPr>
      </a:lstStyle>
    </a:lnDef>
  </a:objectDefaults>
  <a:extraClrSchemeLst>
    <a:extraClrScheme>
      <a:clrScheme name="第八章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第八章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第八章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第八章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第八章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第八章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第八章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第八章">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00FF"/>
      </a:hlink>
      <a:folHlink>
        <a:srgbClr val="B2B2B2"/>
      </a:folHlink>
    </a:clrScheme>
    <a:fontScheme name="第八章">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C0C0C0"/>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sng" strike="noStrike" cap="none" normalizeH="0" baseline="0" smtClean="0">
            <a:ln>
              <a:noFill/>
            </a:ln>
            <a:solidFill>
              <a:schemeClr val="tx1"/>
            </a:solidFill>
            <a:effectLst/>
            <a:latin typeface="Times New Roman" pitchFamily="18" charset="0"/>
            <a:ea typeface="宋体" charset="-122"/>
          </a:defRPr>
        </a:defPPr>
      </a:lstStyle>
    </a:spDef>
    <a:lnDef>
      <a:spPr bwMode="auto">
        <a:xfrm>
          <a:off x="0" y="0"/>
          <a:ext cx="1" cy="1"/>
        </a:xfrm>
        <a:custGeom>
          <a:avLst/>
          <a:gdLst/>
          <a:ahLst/>
          <a:cxnLst/>
          <a:rect l="0" t="0" r="0" b="0"/>
          <a:pathLst/>
        </a:custGeom>
        <a:solidFill>
          <a:srgbClr val="C0C0C0"/>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sng" strike="noStrike" cap="none" normalizeH="0" baseline="0" smtClean="0">
            <a:ln>
              <a:noFill/>
            </a:ln>
            <a:solidFill>
              <a:schemeClr val="tx1"/>
            </a:solidFill>
            <a:effectLst/>
            <a:latin typeface="Times New Roman" pitchFamily="18" charset="0"/>
            <a:ea typeface="宋体" charset="-122"/>
          </a:defRPr>
        </a:defPPr>
      </a:lstStyle>
    </a:lnDef>
  </a:objectDefaults>
  <a:extraClrSchemeLst>
    <a:extraClrScheme>
      <a:clrScheme name="第八章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第八章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第八章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第八章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第八章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第八章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第八章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万里长城">
  <a:themeElements>
    <a:clrScheme name="万里长城 1">
      <a:dk1>
        <a:srgbClr val="000000"/>
      </a:dk1>
      <a:lt1>
        <a:srgbClr val="FFFFFF"/>
      </a:lt1>
      <a:dk2>
        <a:srgbClr val="000099"/>
      </a:dk2>
      <a:lt2>
        <a:srgbClr val="969696"/>
      </a:lt2>
      <a:accent1>
        <a:srgbClr val="FFFF99"/>
      </a:accent1>
      <a:accent2>
        <a:srgbClr val="006666"/>
      </a:accent2>
      <a:accent3>
        <a:srgbClr val="FFFFFF"/>
      </a:accent3>
      <a:accent4>
        <a:srgbClr val="000000"/>
      </a:accent4>
      <a:accent5>
        <a:srgbClr val="FFFFCA"/>
      </a:accent5>
      <a:accent6>
        <a:srgbClr val="005C5C"/>
      </a:accent6>
      <a:hlink>
        <a:srgbClr val="800080"/>
      </a:hlink>
      <a:folHlink>
        <a:srgbClr val="FF6600"/>
      </a:folHlink>
    </a:clrScheme>
    <a:fontScheme name="万里长城">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rgbClr val="993366">
                <a:gamma/>
                <a:shade val="46275"/>
                <a:invGamma/>
              </a:srgbClr>
            </a:gs>
            <a:gs pos="100000">
              <a:srgbClr val="993366"/>
            </a:gs>
          </a:gsLst>
          <a:lin ang="5400000" scaled="1"/>
        </a:gradFill>
        <a:ln w="9525" cap="flat" cmpd="sng" algn="ctr">
          <a:solidFill>
            <a:schemeClr val="hlink"/>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ctr" anchorCtr="0" compatLnSpc="1">
        <a:prstTxWarp prst="textNoShape">
          <a:avLst/>
        </a:prstTxWarp>
        <a:spAutoFit/>
      </a:bodyPr>
      <a:lstStyle>
        <a:defPPr marL="0" marR="0" indent="0" algn="ctr" defTabSz="914400" rtl="0" eaLnBrk="1" fontAlgn="base" latinLnBrk="0" hangingPunct="1">
          <a:lnSpc>
            <a:spcPct val="100000"/>
          </a:lnSpc>
          <a:spcBef>
            <a:spcPct val="0"/>
          </a:spcBef>
          <a:spcAft>
            <a:spcPct val="0"/>
          </a:spcAft>
          <a:buClrTx/>
          <a:buSzTx/>
          <a:buFontTx/>
          <a:buNone/>
          <a:tabLst/>
          <a:defRPr kumimoji="0" lang="zh-CN" altLang="en-US"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gradFill rotWithShape="0">
          <a:gsLst>
            <a:gs pos="0">
              <a:srgbClr val="993366">
                <a:gamma/>
                <a:shade val="46275"/>
                <a:invGamma/>
              </a:srgbClr>
            </a:gs>
            <a:gs pos="100000">
              <a:srgbClr val="993366"/>
            </a:gs>
          </a:gsLst>
          <a:lin ang="5400000" scaled="1"/>
        </a:gradFill>
        <a:ln w="9525" cap="flat" cmpd="sng" algn="ctr">
          <a:solidFill>
            <a:schemeClr val="hlink"/>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ctr" anchorCtr="0" compatLnSpc="1">
        <a:prstTxWarp prst="textNoShape">
          <a:avLst/>
        </a:prstTxWarp>
        <a:spAutoFit/>
      </a:bodyPr>
      <a:lstStyle>
        <a:defPPr marL="0" marR="0" indent="0" algn="ctr" defTabSz="914400" rtl="0" eaLnBrk="1" fontAlgn="base" latinLnBrk="0" hangingPunct="1">
          <a:lnSpc>
            <a:spcPct val="100000"/>
          </a:lnSpc>
          <a:spcBef>
            <a:spcPct val="0"/>
          </a:spcBef>
          <a:spcAft>
            <a:spcPct val="0"/>
          </a:spcAft>
          <a:buClrTx/>
          <a:buSzTx/>
          <a:buFontTx/>
          <a:buNone/>
          <a:tabLst/>
          <a:defRPr kumimoji="0" lang="zh-CN" altLang="en-US"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万里长城 1">
        <a:dk1>
          <a:srgbClr val="000000"/>
        </a:dk1>
        <a:lt1>
          <a:srgbClr val="FFFFFF"/>
        </a:lt1>
        <a:dk2>
          <a:srgbClr val="000099"/>
        </a:dk2>
        <a:lt2>
          <a:srgbClr val="969696"/>
        </a:lt2>
        <a:accent1>
          <a:srgbClr val="FFFF99"/>
        </a:accent1>
        <a:accent2>
          <a:srgbClr val="006666"/>
        </a:accent2>
        <a:accent3>
          <a:srgbClr val="FFFFFF"/>
        </a:accent3>
        <a:accent4>
          <a:srgbClr val="000000"/>
        </a:accent4>
        <a:accent5>
          <a:srgbClr val="FFFFCA"/>
        </a:accent5>
        <a:accent6>
          <a:srgbClr val="005C5C"/>
        </a:accent6>
        <a:hlink>
          <a:srgbClr val="800080"/>
        </a:hlink>
        <a:folHlink>
          <a:srgbClr val="FF6600"/>
        </a:folHlink>
      </a:clrScheme>
      <a:clrMap bg1="lt1" tx1="dk1" bg2="lt2" tx2="dk2" accent1="accent1" accent2="accent2" accent3="accent3" accent4="accent4" accent5="accent5" accent6="accent6" hlink="hlink" folHlink="folHlink"/>
    </a:extraClrScheme>
    <a:extraClrScheme>
      <a:clrScheme name="万里长城 2">
        <a:dk1>
          <a:srgbClr val="000000"/>
        </a:dk1>
        <a:lt1>
          <a:srgbClr val="8EA4EA"/>
        </a:lt1>
        <a:dk2>
          <a:srgbClr val="0033CC"/>
        </a:dk2>
        <a:lt2>
          <a:srgbClr val="969696"/>
        </a:lt2>
        <a:accent1>
          <a:srgbClr val="86B5B6"/>
        </a:accent1>
        <a:accent2>
          <a:srgbClr val="FFCC66"/>
        </a:accent2>
        <a:accent3>
          <a:srgbClr val="C6CFF3"/>
        </a:accent3>
        <a:accent4>
          <a:srgbClr val="000000"/>
        </a:accent4>
        <a:accent5>
          <a:srgbClr val="C3D7D7"/>
        </a:accent5>
        <a:accent6>
          <a:srgbClr val="E7B95C"/>
        </a:accent6>
        <a:hlink>
          <a:srgbClr val="626292"/>
        </a:hlink>
        <a:folHlink>
          <a:srgbClr val="A2366C"/>
        </a:folHlink>
      </a:clrScheme>
      <a:clrMap bg1="lt1" tx1="dk1" bg2="lt2" tx2="dk2" accent1="accent1" accent2="accent2" accent3="accent3" accent4="accent4" accent5="accent5" accent6="accent6" hlink="hlink" folHlink="folHlink"/>
    </a:extraClrScheme>
    <a:extraClrScheme>
      <a:clrScheme name="万里长城 3">
        <a:dk1>
          <a:srgbClr val="0000FF"/>
        </a:dk1>
        <a:lt1>
          <a:srgbClr val="C0C0C0"/>
        </a:lt1>
        <a:dk2>
          <a:srgbClr val="000000"/>
        </a:dk2>
        <a:lt2>
          <a:srgbClr val="B2B2B2"/>
        </a:lt2>
        <a:accent1>
          <a:srgbClr val="FFCC99"/>
        </a:accent1>
        <a:accent2>
          <a:srgbClr val="FF99CC"/>
        </a:accent2>
        <a:accent3>
          <a:srgbClr val="DCDCDC"/>
        </a:accent3>
        <a:accent4>
          <a:srgbClr val="0000DA"/>
        </a:accent4>
        <a:accent5>
          <a:srgbClr val="FFE2CA"/>
        </a:accent5>
        <a:accent6>
          <a:srgbClr val="E78AB9"/>
        </a:accent6>
        <a:hlink>
          <a:srgbClr val="9C4070"/>
        </a:hlink>
        <a:folHlink>
          <a:srgbClr val="00716E"/>
        </a:folHlink>
      </a:clrScheme>
      <a:clrMap bg1="lt1" tx1="dk1" bg2="lt2" tx2="dk2" accent1="accent1" accent2="accent2" accent3="accent3" accent4="accent4" accent5="accent5" accent6="accent6" hlink="hlink" folHlink="folHlink"/>
    </a:extraClrScheme>
    <a:extraClrScheme>
      <a:clrScheme name="万里长城 4">
        <a:dk1>
          <a:srgbClr val="0029AC"/>
        </a:dk1>
        <a:lt1>
          <a:srgbClr val="CCFFCC"/>
        </a:lt1>
        <a:dk2>
          <a:srgbClr val="993366"/>
        </a:dk2>
        <a:lt2>
          <a:srgbClr val="969696"/>
        </a:lt2>
        <a:accent1>
          <a:srgbClr val="FFCC99"/>
        </a:accent1>
        <a:accent2>
          <a:srgbClr val="6699FF"/>
        </a:accent2>
        <a:accent3>
          <a:srgbClr val="E2FFE2"/>
        </a:accent3>
        <a:accent4>
          <a:srgbClr val="002192"/>
        </a:accent4>
        <a:accent5>
          <a:srgbClr val="FFE2CA"/>
        </a:accent5>
        <a:accent6>
          <a:srgbClr val="5C8AE7"/>
        </a:accent6>
        <a:hlink>
          <a:srgbClr val="006600"/>
        </a:hlink>
        <a:folHlink>
          <a:srgbClr val="3366FF"/>
        </a:folHlink>
      </a:clrScheme>
      <a:clrMap bg1="lt1" tx1="dk1" bg2="lt2" tx2="dk2" accent1="accent1" accent2="accent2" accent3="accent3" accent4="accent4" accent5="accent5" accent6="accent6" hlink="hlink" folHlink="folHlink"/>
    </a:extraClrScheme>
    <a:extraClrScheme>
      <a:clrScheme name="万里长城 5">
        <a:dk1>
          <a:srgbClr val="333333"/>
        </a:dk1>
        <a:lt1>
          <a:srgbClr val="FF99CC"/>
        </a:lt1>
        <a:dk2>
          <a:srgbClr val="006600"/>
        </a:dk2>
        <a:lt2>
          <a:srgbClr val="B2B2B2"/>
        </a:lt2>
        <a:accent1>
          <a:srgbClr val="FFFF66"/>
        </a:accent1>
        <a:accent2>
          <a:srgbClr val="33CCFF"/>
        </a:accent2>
        <a:accent3>
          <a:srgbClr val="FFCAE2"/>
        </a:accent3>
        <a:accent4>
          <a:srgbClr val="2A2A2A"/>
        </a:accent4>
        <a:accent5>
          <a:srgbClr val="FFFFB8"/>
        </a:accent5>
        <a:accent6>
          <a:srgbClr val="2DB9E7"/>
        </a:accent6>
        <a:hlink>
          <a:srgbClr val="6600FF"/>
        </a:hlink>
        <a:folHlink>
          <a:srgbClr val="CC0066"/>
        </a:folHlink>
      </a:clrScheme>
      <a:clrMap bg1="lt1" tx1="dk1" bg2="lt2" tx2="dk2" accent1="accent1" accent2="accent2" accent3="accent3" accent4="accent4" accent5="accent5" accent6="accent6" hlink="hlink" folHlink="folHlink"/>
    </a:extraClrScheme>
    <a:extraClrScheme>
      <a:clrScheme name="万里长城 6">
        <a:dk1>
          <a:srgbClr val="000000"/>
        </a:dk1>
        <a:lt1>
          <a:srgbClr val="FFFFCC"/>
        </a:lt1>
        <a:dk2>
          <a:srgbClr val="6756A6"/>
        </a:dk2>
        <a:lt2>
          <a:srgbClr val="969696"/>
        </a:lt2>
        <a:accent1>
          <a:srgbClr val="99CCFF"/>
        </a:accent1>
        <a:accent2>
          <a:srgbClr val="008000"/>
        </a:accent2>
        <a:accent3>
          <a:srgbClr val="FFFFE2"/>
        </a:accent3>
        <a:accent4>
          <a:srgbClr val="000000"/>
        </a:accent4>
        <a:accent5>
          <a:srgbClr val="CAE2FF"/>
        </a:accent5>
        <a:accent6>
          <a:srgbClr val="007300"/>
        </a:accent6>
        <a:hlink>
          <a:srgbClr val="990033"/>
        </a:hlink>
        <a:folHlink>
          <a:srgbClr val="9900CC"/>
        </a:folHlink>
      </a:clrScheme>
      <a:clrMap bg1="lt1" tx1="dk1" bg2="lt2" tx2="dk2" accent1="accent1" accent2="accent2" accent3="accent3" accent4="accent4" accent5="accent5" accent6="accent6" hlink="hlink" folHlink="folHlink"/>
    </a:extraClrScheme>
    <a:extraClrScheme>
      <a:clrScheme name="万里长城 7">
        <a:dk1>
          <a:srgbClr val="CC3300"/>
        </a:dk1>
        <a:lt1>
          <a:srgbClr val="99CCFF"/>
        </a:lt1>
        <a:dk2>
          <a:srgbClr val="003399"/>
        </a:dk2>
        <a:lt2>
          <a:srgbClr val="969696"/>
        </a:lt2>
        <a:accent1>
          <a:srgbClr val="CED7FE"/>
        </a:accent1>
        <a:accent2>
          <a:srgbClr val="FFFFFF"/>
        </a:accent2>
        <a:accent3>
          <a:srgbClr val="CAE2FF"/>
        </a:accent3>
        <a:accent4>
          <a:srgbClr val="AE2A00"/>
        </a:accent4>
        <a:accent5>
          <a:srgbClr val="E3E8FE"/>
        </a:accent5>
        <a:accent6>
          <a:srgbClr val="E7E7E7"/>
        </a:accent6>
        <a:hlink>
          <a:srgbClr val="006600"/>
        </a:hlink>
        <a:folHlink>
          <a:srgbClr val="777777"/>
        </a:folHlink>
      </a:clrScheme>
      <a:clrMap bg1="lt1" tx1="dk1" bg2="lt2" tx2="dk2" accent1="accent1" accent2="accent2" accent3="accent3" accent4="accent4" accent5="accent5" accent6="accent6" hlink="hlink" folHlink="folHlink"/>
    </a:extraClrScheme>
    <a:extraClrScheme>
      <a:clrScheme name="万里长城 8">
        <a:dk1>
          <a:srgbClr val="006600"/>
        </a:dk1>
        <a:lt1>
          <a:srgbClr val="FFCC99"/>
        </a:lt1>
        <a:dk2>
          <a:srgbClr val="000000"/>
        </a:dk2>
        <a:lt2>
          <a:srgbClr val="B2B2B2"/>
        </a:lt2>
        <a:accent1>
          <a:srgbClr val="FFFFFF"/>
        </a:accent1>
        <a:accent2>
          <a:srgbClr val="FFFF66"/>
        </a:accent2>
        <a:accent3>
          <a:srgbClr val="FFE2CA"/>
        </a:accent3>
        <a:accent4>
          <a:srgbClr val="005600"/>
        </a:accent4>
        <a:accent5>
          <a:srgbClr val="FFFFFF"/>
        </a:accent5>
        <a:accent6>
          <a:srgbClr val="E7E75C"/>
        </a:accent6>
        <a:hlink>
          <a:srgbClr val="5B5B89"/>
        </a:hlink>
        <a:folHlink>
          <a:srgbClr val="3366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C:\Documents and Settings\w\Application Data\Microsoft\Templates\第八章.pot</Template>
  <TotalTime>568</TotalTime>
  <Words>7147</Words>
  <Application>Microsoft Office PowerPoint</Application>
  <PresentationFormat>全屏显示(4:3)</PresentationFormat>
  <Paragraphs>1425</Paragraphs>
  <Slides>113</Slides>
  <Notes>0</Notes>
  <HiddenSlides>0</HiddenSlides>
  <MMClips>0</MMClips>
  <ScaleCrop>false</ScaleCrop>
  <HeadingPairs>
    <vt:vector size="6" baseType="variant">
      <vt:variant>
        <vt:lpstr>已用的字体</vt:lpstr>
      </vt:variant>
      <vt:variant>
        <vt:i4>15</vt:i4>
      </vt:variant>
      <vt:variant>
        <vt:lpstr>主题</vt:lpstr>
      </vt:variant>
      <vt:variant>
        <vt:i4>3</vt:i4>
      </vt:variant>
      <vt:variant>
        <vt:lpstr>幻灯片标题</vt:lpstr>
      </vt:variant>
      <vt:variant>
        <vt:i4>113</vt:i4>
      </vt:variant>
    </vt:vector>
  </HeadingPairs>
  <TitlesOfParts>
    <vt:vector size="131" baseType="lpstr">
      <vt:lpstr>Monotype Sorts</vt:lpstr>
      <vt:lpstr>方正舒体</vt:lpstr>
      <vt:lpstr>黑体</vt:lpstr>
      <vt:lpstr>华文中宋</vt:lpstr>
      <vt:lpstr>楷体</vt:lpstr>
      <vt:lpstr>楷体_GB2312</vt:lpstr>
      <vt:lpstr>宋体</vt:lpstr>
      <vt:lpstr>Arial</vt:lpstr>
      <vt:lpstr>Lucida Console</vt:lpstr>
      <vt:lpstr>Lucida Sans Unicode</vt:lpstr>
      <vt:lpstr>Symbol</vt:lpstr>
      <vt:lpstr>Times New Roman</vt:lpstr>
      <vt:lpstr>Wingdings</vt:lpstr>
      <vt:lpstr>Wingdings 2</vt:lpstr>
      <vt:lpstr>Wingdings 3</vt:lpstr>
      <vt:lpstr>第八章</vt:lpstr>
      <vt:lpstr>1_第八章</vt:lpstr>
      <vt:lpstr>万里长城</vt:lpstr>
      <vt:lpstr>《汇编语言程序设计》总复习</vt:lpstr>
      <vt:lpstr>题      型</vt:lpstr>
      <vt:lpstr>第 1 章</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举例:</vt:lpstr>
      <vt:lpstr>PowerPoint 演示文稿</vt:lpstr>
      <vt:lpstr>PowerPoint 演示文稿</vt:lpstr>
      <vt:lpstr>举例</vt:lpstr>
      <vt:lpstr>第2章  汇编语言源程序组成</vt:lpstr>
      <vt:lpstr>PowerPoint 演示文稿</vt:lpstr>
      <vt:lpstr>PowerPoint 演示文稿</vt:lpstr>
      <vt:lpstr>PowerPoint 演示文稿</vt:lpstr>
      <vt:lpstr>PowerPoint 演示文稿</vt:lpstr>
      <vt:lpstr>标号/名字的命名</vt:lpstr>
      <vt:lpstr>PowerPoint 演示文稿</vt:lpstr>
      <vt:lpstr>PowerPoint 演示文稿</vt:lpstr>
      <vt:lpstr>PowerPoint 演示文稿</vt:lpstr>
      <vt:lpstr>PowerPoint 演示文稿</vt:lpstr>
      <vt:lpstr>PowerPoint 演示文稿</vt:lpstr>
      <vt:lpstr>    PTR合成运算符的另一种应用场合是当要引用的标号类型和定义类型不一致时，可以用PTR临时改变标号的类型为我们所需要的类型。 如：</vt:lpstr>
      <vt:lpstr>PowerPoint 演示文稿</vt:lpstr>
      <vt:lpstr>2.3.1  段定义伪操作</vt:lpstr>
      <vt:lpstr>PowerPoint 演示文稿</vt:lpstr>
      <vt:lpstr>PowerPoint 演示文稿</vt:lpstr>
      <vt:lpstr>PowerPoint 演示文稿</vt:lpstr>
      <vt:lpstr>PowerPoint 演示文稿</vt:lpstr>
      <vt:lpstr>字节量数据（Byte-sized）</vt:lpstr>
      <vt:lpstr>字变量数据</vt:lpstr>
      <vt:lpstr>？表达式</vt:lpstr>
      <vt:lpstr>PowerPoint 演示文稿</vt:lpstr>
      <vt:lpstr>举例</vt:lpstr>
      <vt:lpstr>举例：  ARRAY  DW  1, 2 , $+4 , 3 , 4 , $+4</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第三章 8086的寻址方式和指令系统</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下列指令哪些是错误的?</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第4章 8086汇编语言程序设计的基本方法</vt:lpstr>
      <vt:lpstr>PowerPoint 演示文稿</vt:lpstr>
      <vt:lpstr>PowerPoint 演示文稿</vt:lpstr>
      <vt:lpstr>PowerPoint 演示文稿</vt:lpstr>
      <vt:lpstr>PowerPoint 演示文稿</vt:lpstr>
      <vt:lpstr>PowerPoint 演示文稿</vt:lpstr>
      <vt:lpstr>PowerPoint 演示文稿</vt:lpstr>
      <vt:lpstr>举例</vt:lpstr>
      <vt:lpstr>3.子程序结构</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 5 章</vt:lpstr>
      <vt:lpstr>PowerPoint 演示文稿</vt:lpstr>
      <vt:lpstr>PowerPoint 演示文稿</vt:lpstr>
      <vt:lpstr>PowerPoint 演示文稿</vt:lpstr>
      <vt:lpstr>PowerPoint 演示文稿</vt:lpstr>
      <vt:lpstr>DOS 功能调用</vt:lpstr>
      <vt:lpstr>PowerPoint 演示文稿</vt:lpstr>
      <vt:lpstr>PowerPoint 演示文稿</vt:lpstr>
      <vt:lpstr>PowerPoint 演示文稿</vt:lpstr>
      <vt:lpstr>PowerPoint 演示文稿</vt:lpstr>
      <vt:lpstr>感谢大家一如既往的支持！</vt:lpstr>
    </vt:vector>
  </TitlesOfParts>
  <Company>cnu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《汇编语言程序设计》总复习</dc:title>
  <dc:creator>wx</dc:creator>
  <cp:lastModifiedBy>749191665@qq.com</cp:lastModifiedBy>
  <cp:revision>31</cp:revision>
  <dcterms:created xsi:type="dcterms:W3CDTF">2004-12-19T14:03:15Z</dcterms:created>
  <dcterms:modified xsi:type="dcterms:W3CDTF">2025-12-22T04:48:51Z</dcterms:modified>
</cp:coreProperties>
</file>