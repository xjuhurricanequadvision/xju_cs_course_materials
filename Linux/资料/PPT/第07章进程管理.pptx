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27"/>
  </p:notesMasterIdLst>
  <p:sldIdLst>
    <p:sldId id="273" r:id="rId3"/>
    <p:sldId id="272" r:id="rId4"/>
    <p:sldId id="299" r:id="rId5"/>
    <p:sldId id="274" r:id="rId6"/>
    <p:sldId id="275" r:id="rId7"/>
    <p:sldId id="276" r:id="rId8"/>
    <p:sldId id="280" r:id="rId9"/>
    <p:sldId id="300" r:id="rId10"/>
    <p:sldId id="304" r:id="rId11"/>
    <p:sldId id="305" r:id="rId12"/>
    <p:sldId id="282" r:id="rId13"/>
    <p:sldId id="306" r:id="rId14"/>
    <p:sldId id="301" r:id="rId15"/>
    <p:sldId id="307" r:id="rId16"/>
    <p:sldId id="308" r:id="rId17"/>
    <p:sldId id="309" r:id="rId18"/>
    <p:sldId id="310" r:id="rId19"/>
    <p:sldId id="302" r:id="rId20"/>
    <p:sldId id="294" r:id="rId21"/>
    <p:sldId id="295" r:id="rId22"/>
    <p:sldId id="296" r:id="rId23"/>
    <p:sldId id="311" r:id="rId24"/>
    <p:sldId id="297" r:id="rId25"/>
    <p:sldId id="303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97" autoAdjust="0"/>
  </p:normalViewPr>
  <p:slideViewPr>
    <p:cSldViewPr snapToGrid="0">
      <p:cViewPr varScale="1">
        <p:scale>
          <a:sx n="64" d="100"/>
          <a:sy n="64" d="100"/>
        </p:scale>
        <p:origin x="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1452563" y="40033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2" grpId="0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 anchor="b"/>
          <a:lstStyle>
            <a:lvl1pPr algn="ctr">
              <a:defRPr lang="zh-CN" altLang="en-US" sz="48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1" y="548680"/>
            <a:ext cx="3765942" cy="5270229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831" y="4893382"/>
            <a:ext cx="1256338" cy="1256338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9583397" y="6476399"/>
            <a:ext cx="0" cy="381601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78" y="206542"/>
            <a:ext cx="1105186" cy="110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40" y="4119033"/>
            <a:ext cx="1256338" cy="1256338"/>
          </a:xfrm>
          <a:prstGeom prst="rect">
            <a:avLst/>
          </a:prstGeom>
        </p:spPr>
      </p:pic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0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1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 进程管理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Linux</a:t>
            </a:r>
            <a:r>
              <a:rPr lang="zh-CN" altLang="zh-CN" dirty="0"/>
              <a:t>进程概述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进程状态监测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进程状态控制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进程启动与作业控制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zh-CN" dirty="0"/>
              <a:t>进程概述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zh-CN" dirty="0"/>
              <a:t>进程概述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程序和进程</a:t>
            </a:r>
            <a:endParaRPr lang="en-US" altLang="zh-CN" dirty="0"/>
          </a:p>
          <a:p>
            <a:pPr lvl="1"/>
            <a:r>
              <a:rPr lang="zh-CN" altLang="zh-CN" dirty="0"/>
              <a:t>程序：静态概念，代表一个可执行的二进制文件。</a:t>
            </a:r>
            <a:endParaRPr lang="en-US" altLang="zh-CN" dirty="0"/>
          </a:p>
          <a:p>
            <a:pPr lvl="2"/>
            <a:r>
              <a:rPr lang="zh-CN" altLang="zh-CN" dirty="0"/>
              <a:t>例如：</a:t>
            </a:r>
            <a:r>
              <a:rPr lang="en-US" altLang="zh-CN" dirty="0"/>
              <a:t>/bin/date</a:t>
            </a:r>
            <a:r>
              <a:rPr lang="zh-CN" altLang="zh-CN" dirty="0"/>
              <a:t>，</a:t>
            </a:r>
            <a:r>
              <a:rPr lang="en-US" altLang="zh-CN" dirty="0"/>
              <a:t>/bin/bash</a:t>
            </a:r>
            <a:r>
              <a:rPr lang="zh-CN" altLang="zh-CN" dirty="0"/>
              <a:t>，</a:t>
            </a:r>
            <a:r>
              <a:rPr lang="en-US" altLang="zh-CN" dirty="0"/>
              <a:t>/</a:t>
            </a:r>
            <a:r>
              <a:rPr lang="en-US" altLang="zh-CN" dirty="0" err="1"/>
              <a:t>usr</a:t>
            </a:r>
            <a:r>
              <a:rPr lang="en-US" altLang="zh-CN" dirty="0"/>
              <a:t>/</a:t>
            </a:r>
            <a:r>
              <a:rPr lang="en-US" altLang="zh-CN" dirty="0" err="1"/>
              <a:t>sbin</a:t>
            </a:r>
            <a:r>
              <a:rPr lang="en-US" altLang="zh-CN" dirty="0"/>
              <a:t>/</a:t>
            </a:r>
            <a:r>
              <a:rPr lang="en-US" altLang="zh-CN" dirty="0" err="1"/>
              <a:t>sshd</a:t>
            </a:r>
            <a:r>
              <a:rPr lang="zh-CN" altLang="zh-CN" dirty="0"/>
              <a:t>等都是</a:t>
            </a:r>
            <a:r>
              <a:rPr lang="en-US" altLang="zh-CN" dirty="0"/>
              <a:t>Linux</a:t>
            </a:r>
            <a:r>
              <a:rPr lang="zh-CN" altLang="zh-CN" dirty="0"/>
              <a:t>下可执行的二进制文件。</a:t>
            </a:r>
            <a:endParaRPr lang="zh-CN" altLang="zh-CN" dirty="0"/>
          </a:p>
          <a:p>
            <a:pPr lvl="1"/>
            <a:r>
              <a:rPr lang="zh-CN" altLang="zh-CN" dirty="0"/>
              <a:t>进程：动态概念，代表程序运行的过程。</a:t>
            </a:r>
            <a:endParaRPr lang="en-US" altLang="zh-CN" dirty="0"/>
          </a:p>
          <a:p>
            <a:pPr lvl="2"/>
            <a:r>
              <a:rPr lang="zh-CN" altLang="zh-CN" dirty="0"/>
              <a:t>进程有其生命周期及运行状态。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zh-CN" dirty="0"/>
              <a:t>进程概述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进程的状态</a:t>
            </a:r>
            <a:endParaRPr lang="en-US" altLang="zh-CN" dirty="0"/>
          </a:p>
          <a:p>
            <a:pPr lvl="1"/>
            <a:r>
              <a:rPr lang="zh-CN" altLang="zh-CN" dirty="0"/>
              <a:t>运行（</a:t>
            </a:r>
            <a:r>
              <a:rPr lang="en-US" altLang="zh-CN" dirty="0"/>
              <a:t>running</a:t>
            </a:r>
            <a:r>
              <a:rPr lang="zh-CN" altLang="zh-CN" dirty="0"/>
              <a:t>）态：</a:t>
            </a:r>
            <a:endParaRPr lang="en-US" altLang="zh-CN" dirty="0"/>
          </a:p>
          <a:p>
            <a:pPr lvl="2"/>
            <a:r>
              <a:rPr lang="zh-CN" altLang="zh-CN" dirty="0"/>
              <a:t>进程占有处理器正在运行。</a:t>
            </a:r>
            <a:endParaRPr lang="zh-CN" altLang="zh-CN" dirty="0"/>
          </a:p>
          <a:p>
            <a:pPr lvl="1"/>
            <a:r>
              <a:rPr lang="zh-CN" altLang="zh-CN" dirty="0"/>
              <a:t>就绪（</a:t>
            </a:r>
            <a:r>
              <a:rPr lang="en-US" altLang="zh-CN" dirty="0"/>
              <a:t>ready</a:t>
            </a:r>
            <a:r>
              <a:rPr lang="zh-CN" altLang="zh-CN" dirty="0"/>
              <a:t>）态：</a:t>
            </a:r>
            <a:endParaRPr lang="en-US" altLang="zh-CN" dirty="0"/>
          </a:p>
          <a:p>
            <a:pPr lvl="2"/>
            <a:r>
              <a:rPr lang="zh-CN" altLang="zh-CN" dirty="0"/>
              <a:t>进程具备运行条件，等待系统分配处理器以便运行。</a:t>
            </a:r>
            <a:endParaRPr lang="zh-CN" altLang="zh-CN" dirty="0"/>
          </a:p>
          <a:p>
            <a:pPr lvl="1"/>
            <a:r>
              <a:rPr lang="zh-CN" altLang="zh-CN" dirty="0"/>
              <a:t>等待（</a:t>
            </a:r>
            <a:r>
              <a:rPr lang="en-US" altLang="zh-CN" dirty="0"/>
              <a:t>wait</a:t>
            </a:r>
            <a:r>
              <a:rPr lang="zh-CN" altLang="zh-CN" dirty="0"/>
              <a:t>）态：</a:t>
            </a:r>
            <a:endParaRPr lang="en-US" altLang="zh-CN" dirty="0"/>
          </a:p>
          <a:p>
            <a:pPr lvl="2"/>
            <a:r>
              <a:rPr lang="zh-CN" altLang="zh-CN" dirty="0"/>
              <a:t>又称为阻塞（</a:t>
            </a:r>
            <a:r>
              <a:rPr lang="en-US" altLang="zh-CN" dirty="0"/>
              <a:t>blocked</a:t>
            </a:r>
            <a:r>
              <a:rPr lang="zh-CN" altLang="zh-CN" dirty="0"/>
              <a:t>）态或睡眠（</a:t>
            </a:r>
            <a:r>
              <a:rPr lang="en-US" altLang="zh-CN" dirty="0"/>
              <a:t>sleep</a:t>
            </a:r>
            <a:r>
              <a:rPr lang="zh-CN" altLang="zh-CN" dirty="0"/>
              <a:t>）态，指进程不具备运行条件，正在等待某个事件的完成。</a:t>
            </a:r>
            <a:endParaRPr lang="zh-CN" altLang="zh-CN" dirty="0"/>
          </a:p>
          <a:p>
            <a:pPr marL="914400" lvl="2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zh-CN" dirty="0"/>
              <a:t>进程概述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常见的</a:t>
            </a:r>
            <a:r>
              <a:rPr lang="zh-CN" altLang="zh-CN" dirty="0"/>
              <a:t>进程</a:t>
            </a:r>
            <a:r>
              <a:rPr lang="zh-CN" altLang="en-US" dirty="0"/>
              <a:t>种类</a:t>
            </a:r>
            <a:endParaRPr lang="en-US" altLang="zh-CN" dirty="0"/>
          </a:p>
          <a:p>
            <a:pPr lvl="1"/>
            <a:r>
              <a:rPr lang="zh-CN" altLang="zh-CN" dirty="0"/>
              <a:t>僵尸进程：</a:t>
            </a:r>
            <a:endParaRPr lang="en-US" altLang="zh-CN" dirty="0"/>
          </a:p>
          <a:p>
            <a:pPr lvl="2"/>
            <a:r>
              <a:rPr lang="zh-CN" altLang="zh-CN" dirty="0"/>
              <a:t>一个进程使用</a:t>
            </a:r>
            <a:r>
              <a:rPr lang="en-US" altLang="zh-CN" dirty="0"/>
              <a:t>fork</a:t>
            </a:r>
            <a:r>
              <a:rPr lang="zh-CN" altLang="zh-CN" dirty="0"/>
              <a:t>创建子进程，如果子进程退出，而父进程并没有调用</a:t>
            </a:r>
            <a:r>
              <a:rPr lang="en-US" altLang="zh-CN" dirty="0"/>
              <a:t>wait</a:t>
            </a:r>
            <a:r>
              <a:rPr lang="zh-CN" altLang="zh-CN" dirty="0"/>
              <a:t>或</a:t>
            </a:r>
            <a:r>
              <a:rPr lang="en-US" altLang="zh-CN" dirty="0" err="1"/>
              <a:t>waitpid</a:t>
            </a:r>
            <a:r>
              <a:rPr lang="zh-CN" altLang="zh-CN" dirty="0"/>
              <a:t>获取子进程的状态信息，那么子进程的进程描述符仍然保存在系统中。子进程就没有父进程来管理，因此就变成了僵尸进程。</a:t>
            </a:r>
            <a:endParaRPr lang="zh-CN" altLang="zh-CN" dirty="0"/>
          </a:p>
          <a:p>
            <a:pPr lvl="1"/>
            <a:r>
              <a:rPr lang="zh-CN" altLang="zh-CN" dirty="0"/>
              <a:t>交互进程：</a:t>
            </a:r>
            <a:endParaRPr lang="en-US" altLang="zh-CN" dirty="0"/>
          </a:p>
          <a:p>
            <a:pPr lvl="2"/>
            <a:r>
              <a:rPr lang="zh-CN" altLang="zh-CN" dirty="0"/>
              <a:t>通常是由终端启动的进程。交互进程既可以在前台运行，也可以在后台运行。</a:t>
            </a:r>
            <a:endParaRPr lang="zh-CN" altLang="zh-CN" dirty="0"/>
          </a:p>
          <a:p>
            <a:pPr lvl="1"/>
            <a:r>
              <a:rPr lang="zh-CN" altLang="zh-CN" dirty="0"/>
              <a:t>批量处理进程：</a:t>
            </a:r>
            <a:endParaRPr lang="en-US" altLang="zh-CN" dirty="0"/>
          </a:p>
          <a:p>
            <a:pPr lvl="2"/>
            <a:r>
              <a:rPr lang="zh-CN" altLang="zh-CN" dirty="0"/>
              <a:t>是一个进程序列，通常和终端没什么联系。</a:t>
            </a:r>
            <a:endParaRPr lang="zh-CN" altLang="zh-CN" dirty="0"/>
          </a:p>
          <a:p>
            <a:pPr lvl="1"/>
            <a:r>
              <a:rPr lang="zh-CN" altLang="zh-CN" dirty="0"/>
              <a:t>守护进程（</a:t>
            </a:r>
            <a:r>
              <a:rPr lang="en-US" altLang="zh-CN" dirty="0"/>
              <a:t>daemon</a:t>
            </a:r>
            <a:r>
              <a:rPr lang="zh-CN" altLang="zh-CN" dirty="0"/>
              <a:t>）：</a:t>
            </a:r>
            <a:endParaRPr lang="en-US" altLang="zh-CN" dirty="0"/>
          </a:p>
          <a:p>
            <a:pPr lvl="2"/>
            <a:r>
              <a:rPr lang="zh-CN" altLang="zh-CN" dirty="0"/>
              <a:t>是一类在后台运行的特殊进程，用于执行特定的系统任务。通常在系统引导的时候启动，并且一直运行直到系统关闭。但也有一些只在需要的时候才启动，完成任务后就自动结束。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zh-CN" dirty="0"/>
              <a:t>进程概述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进程优先级</a:t>
            </a:r>
            <a:endParaRPr lang="en-US" altLang="zh-CN" dirty="0"/>
          </a:p>
          <a:p>
            <a:pPr lvl="1"/>
            <a:r>
              <a:rPr lang="zh-CN" altLang="zh-CN" dirty="0"/>
              <a:t>优先级代表对 </a:t>
            </a:r>
            <a:r>
              <a:rPr lang="en-US" altLang="zh-CN" dirty="0"/>
              <a:t>CPU </a:t>
            </a:r>
            <a:r>
              <a:rPr lang="zh-CN" altLang="zh-CN" dirty="0"/>
              <a:t>的优先使用级别。</a:t>
            </a:r>
            <a:endParaRPr lang="en-US" altLang="zh-CN" dirty="0"/>
          </a:p>
          <a:p>
            <a:pPr lvl="1"/>
            <a:r>
              <a:rPr lang="zh-CN" altLang="zh-CN" dirty="0"/>
              <a:t>优先级概念的具体含义与调度算法有关。</a:t>
            </a:r>
            <a:endParaRPr lang="en-US" altLang="zh-CN" dirty="0"/>
          </a:p>
          <a:p>
            <a:pPr lvl="1"/>
            <a:r>
              <a:rPr lang="zh-CN" altLang="zh-CN" dirty="0"/>
              <a:t>进程调度算法以进程的优先级为基础。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进程状态监测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静态监控：查看当前进程状态的命令</a:t>
            </a:r>
            <a:r>
              <a:rPr lang="en-US" altLang="zh-CN" dirty="0" err="1"/>
              <a:t>ps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47" y="1752809"/>
            <a:ext cx="8561905" cy="3352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动态监控：持续监测进程运行状态的命令</a:t>
            </a:r>
            <a:r>
              <a:rPr lang="en-US" altLang="zh-CN" dirty="0"/>
              <a:t>top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809" y="1943285"/>
            <a:ext cx="8552381" cy="2971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动态监控：持续监测进程运行状态的命令</a:t>
            </a:r>
            <a:r>
              <a:rPr lang="en-US" altLang="zh-CN" dirty="0"/>
              <a:t>top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1"/>
          <a:srcRect b="28460"/>
          <a:stretch>
            <a:fillRect/>
          </a:stretch>
        </p:blipFill>
        <p:spPr>
          <a:xfrm>
            <a:off x="648336" y="1143206"/>
            <a:ext cx="5274310" cy="1929765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3858" y="2427095"/>
            <a:ext cx="7609524" cy="45428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149" y="1302388"/>
            <a:ext cx="2521279" cy="1300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查看进程树命令</a:t>
            </a:r>
            <a:r>
              <a:rPr lang="en-US" altLang="zh-CN" dirty="0" err="1"/>
              <a:t>pstree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762" y="1776619"/>
            <a:ext cx="8590476" cy="33047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进程状态控制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调整进程优先级的命令</a:t>
            </a:r>
            <a:r>
              <a:rPr lang="en-US" altLang="zh-CN" dirty="0"/>
              <a:t>nice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1238" y="2567095"/>
            <a:ext cx="8609524" cy="172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改变运行进程优先级的命令</a:t>
            </a:r>
            <a:r>
              <a:rPr lang="en-US" altLang="zh-CN" dirty="0"/>
              <a:t>renice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47" y="2443285"/>
            <a:ext cx="8561905" cy="1971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向进程发送信号的命令</a:t>
            </a:r>
            <a:r>
              <a:rPr lang="en-US" altLang="zh-CN" dirty="0"/>
              <a:t>kill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7905" y="2567095"/>
            <a:ext cx="8276190" cy="1723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通过名字杀死进程的命令</a:t>
            </a:r>
            <a:r>
              <a:rPr lang="en-US" altLang="zh-CN" dirty="0"/>
              <a:t>killall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524" y="1767095"/>
            <a:ext cx="8580952" cy="33238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进程启动与作业控制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进程启动与作业控制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通常将正在执行的一个或者多个相关进程称为一个作业（</a:t>
            </a:r>
            <a:r>
              <a:rPr lang="en-US" altLang="zh-CN" dirty="0"/>
              <a:t>job</a:t>
            </a:r>
            <a:r>
              <a:rPr lang="zh-CN" altLang="zh-CN" dirty="0"/>
              <a:t>）。</a:t>
            </a:r>
            <a:endParaRPr lang="en-US" altLang="zh-CN" dirty="0"/>
          </a:p>
          <a:p>
            <a:pPr lvl="1"/>
            <a:r>
              <a:rPr lang="zh-CN" altLang="zh-CN" dirty="0"/>
              <a:t>作业是用户向计算机提交任务的任务实体。</a:t>
            </a:r>
            <a:endParaRPr lang="en-US" altLang="zh-CN" dirty="0"/>
          </a:p>
          <a:p>
            <a:pPr lvl="1"/>
            <a:r>
              <a:rPr lang="zh-CN" altLang="zh-CN" dirty="0"/>
              <a:t>而进程则是完成用户任务的执行实体，是向系统申请分配资源的基本单位。</a:t>
            </a:r>
            <a:endParaRPr lang="en-US" altLang="zh-CN" dirty="0"/>
          </a:p>
          <a:p>
            <a:pPr lvl="1"/>
            <a:r>
              <a:rPr lang="zh-CN" altLang="zh-CN" dirty="0"/>
              <a:t>一个作业可以包含一个或者多个进程。</a:t>
            </a:r>
            <a:endParaRPr lang="en-US" altLang="zh-CN" dirty="0"/>
          </a:p>
          <a:p>
            <a:pPr lvl="1"/>
            <a:r>
              <a:rPr lang="zh-CN" altLang="zh-CN" dirty="0"/>
              <a:t>用户通过作业控制可以将进程挂起，也可以在需要时将其恢复运行。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进程的启动</a:t>
            </a:r>
            <a:endParaRPr lang="en-US" altLang="zh-CN" dirty="0"/>
          </a:p>
          <a:p>
            <a:pPr lvl="1"/>
            <a:r>
              <a:rPr lang="zh-CN" altLang="zh-CN" dirty="0"/>
              <a:t>手动启动和调度启动</a:t>
            </a:r>
            <a:endParaRPr lang="en-US" altLang="zh-CN" dirty="0"/>
          </a:p>
          <a:p>
            <a:pPr lvl="1"/>
            <a:r>
              <a:rPr lang="zh-CN" altLang="zh-CN" dirty="0"/>
              <a:t>前后台启动</a:t>
            </a:r>
            <a:endParaRPr lang="en-US" altLang="zh-CN" dirty="0"/>
          </a:p>
          <a:p>
            <a:pPr lvl="2"/>
            <a:r>
              <a:rPr lang="en-US" altLang="zh-CN" dirty="0"/>
              <a:t>cmd &amp; #</a:t>
            </a:r>
            <a:r>
              <a:rPr lang="zh-CN" altLang="en-US" dirty="0"/>
              <a:t>后台启动</a:t>
            </a:r>
            <a:endParaRPr lang="zh-CN" altLang="en-US" dirty="0"/>
          </a:p>
          <a:p>
            <a:pPr lvl="2"/>
            <a:r>
              <a:rPr lang="en-US" altLang="zh-CN" dirty="0" err="1"/>
              <a:t>cmd</a:t>
            </a:r>
            <a:r>
              <a:rPr lang="en-US" altLang="zh-CN" dirty="0"/>
              <a:t>   #</a:t>
            </a:r>
            <a:r>
              <a:rPr lang="zh-CN" altLang="en-US" dirty="0"/>
              <a:t>前台启动</a:t>
            </a:r>
            <a:endParaRPr lang="zh-CN" altLang="en-US" dirty="0"/>
          </a:p>
          <a:p>
            <a:pPr lvl="2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进程的挂起</a:t>
            </a:r>
            <a:endParaRPr lang="en-US" altLang="zh-CN" dirty="0"/>
          </a:p>
          <a:p>
            <a:pPr lvl="1"/>
            <a:r>
              <a:rPr lang="zh-CN" altLang="zh-CN" dirty="0"/>
              <a:t>【</a:t>
            </a:r>
            <a:r>
              <a:rPr lang="en-US" altLang="zh-CN" dirty="0" err="1"/>
              <a:t>Ctrl+Z</a:t>
            </a:r>
            <a:r>
              <a:rPr lang="zh-CN" altLang="zh-CN" dirty="0"/>
              <a:t>】组合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jobs</a:t>
            </a:r>
            <a:r>
              <a:rPr lang="zh-CN" altLang="zh-CN" dirty="0"/>
              <a:t>命令显示任务状态</a:t>
            </a:r>
            <a:endParaRPr lang="en-US" altLang="zh-CN" dirty="0"/>
          </a:p>
          <a:p>
            <a:pPr lvl="1"/>
            <a:r>
              <a:rPr lang="en-US" altLang="zh-CN" dirty="0"/>
              <a:t>jobs –l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 err="1"/>
              <a:t>fg</a:t>
            </a:r>
            <a:r>
              <a:rPr lang="zh-CN" altLang="zh-CN" dirty="0"/>
              <a:t>命令将任务移至前台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 err="1"/>
              <a:t>bg</a:t>
            </a:r>
            <a:r>
              <a:rPr lang="zh-CN" altLang="zh-CN" dirty="0"/>
              <a:t>命令移动任务至后台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jobs</a:t>
            </a:r>
            <a:r>
              <a:rPr lang="zh-CN" altLang="zh-CN" dirty="0"/>
              <a:t>命令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476" y="2271857"/>
            <a:ext cx="8619048" cy="23142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zh-CN"/>
              <a:t>作业控制的常用命令或操作快捷键</a:t>
            </a:r>
            <a:endParaRPr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28750"/>
            <a:ext cx="11552555" cy="3625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commondata" val="eyJoZGlkIjoiMGVmMzkzNmEzMmU3NTFiMTgyMGNkZWM4ZjkxMTJhNTAifQ=="/>
</p:tagLst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WPS 演示</Application>
  <PresentationFormat>宽屏</PresentationFormat>
  <Paragraphs>107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微软雅黑</vt:lpstr>
      <vt:lpstr>Arial Unicode MS</vt:lpstr>
      <vt:lpstr>Linux@张平</vt:lpstr>
      <vt:lpstr>第7章 进程管理</vt:lpstr>
      <vt:lpstr>PowerPoint 演示文稿</vt:lpstr>
      <vt:lpstr>Linux进程概述 </vt:lpstr>
      <vt:lpstr>Linux进程概述</vt:lpstr>
      <vt:lpstr>Linux进程概述</vt:lpstr>
      <vt:lpstr>Linux进程概述</vt:lpstr>
      <vt:lpstr>Linux进程概述</vt:lpstr>
      <vt:lpstr>进程状态监测 </vt:lpstr>
      <vt:lpstr>静态监控：查看当前进程状态的命令ps</vt:lpstr>
      <vt:lpstr>动态监控：持续监测进程运行状态的命令top</vt:lpstr>
      <vt:lpstr>动态监控：持续监测进程运行状态的命令top</vt:lpstr>
      <vt:lpstr>查看进程树命令pstree</vt:lpstr>
      <vt:lpstr>进程状态控制 </vt:lpstr>
      <vt:lpstr>调整进程优先级的命令nice</vt:lpstr>
      <vt:lpstr>改变运行进程优先级的命令renice</vt:lpstr>
      <vt:lpstr>向进程发送信号的命令kill</vt:lpstr>
      <vt:lpstr>通过名字杀死进程的命令killall</vt:lpstr>
      <vt:lpstr>进程启动与作业控制 </vt:lpstr>
      <vt:lpstr>进程启动与作业控制</vt:lpstr>
      <vt:lpstr>PowerPoint 演示文稿</vt:lpstr>
      <vt:lpstr>PowerPoint 演示文稿</vt:lpstr>
      <vt:lpstr>jobs命令</vt:lpstr>
      <vt:lpstr>作业控制的常用命令或操作快捷键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105</cp:revision>
  <dcterms:created xsi:type="dcterms:W3CDTF">2019-07-09T12:44:00Z</dcterms:created>
  <dcterms:modified xsi:type="dcterms:W3CDTF">2024-11-18T03:05:52Z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1AEFA40C37B449AF90A1382FC3F024FC_12</vt:lpwstr>
  </property>
  <property fmtid="{D5CDD505-2E9C-101B-9397-08002B2CF9AE}" pid="3" name="KSOProductBuildVer">
    <vt:lpwstr>2052-12.1.0.18608</vt:lpwstr>
  </property>
</Properties>
</file>