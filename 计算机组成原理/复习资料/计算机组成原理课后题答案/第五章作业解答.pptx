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63" r:id="rId3"/>
    <p:sldId id="264" r:id="rId4"/>
    <p:sldId id="266" r:id="rId5"/>
    <p:sldId id="27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96" y="17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600" y="2857500"/>
            <a:ext cx="10972800" cy="1143000"/>
          </a:xfrm>
        </p:spPr>
        <p:txBody>
          <a:bodyPr anchor="ctr" anchorCtr="1"/>
          <a:lstStyle>
            <a:lvl1pPr>
              <a:defRPr sz="4160"/>
            </a:lvl1pPr>
          </a:lstStyle>
          <a:p>
            <a:r>
              <a:rPr lang="zh-CN" altLang="en-US"/>
              <a:t>请填写试卷标题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788160" y="4767263"/>
            <a:ext cx="5852160" cy="273844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8615680" y="4767263"/>
            <a:ext cx="877824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8369280" y="4767263"/>
            <a:ext cx="5852160" cy="273844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88160" y="4767263"/>
            <a:ext cx="5852160" cy="273844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8615680" y="4767263"/>
            <a:ext cx="877824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8369280" y="4767263"/>
            <a:ext cx="5852160" cy="273844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-5091853"/>
            <a:ext cx="9753600" cy="1620994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ctr">
              <a:lnSpc>
                <a:spcPct val="150000"/>
              </a:lnSpc>
              <a:buNone/>
            </a:pPr>
            <a:r>
              <a:rPr lang="zh-CN" altLang="en-US" sz="768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第五章作业解析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1345565"/>
            <a:ext cx="9753600" cy="35775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lnSpc>
                <a:spcPct val="15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假设某机器有80条指令，平均每条指令由4条微指令组成，其中有一条取指微指令是所有指令公用的。已知微指令长度为32位,请估算控制存储器容量为【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964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】字节 。</a:t>
            </a:r>
          </a:p>
          <a:p>
            <a:pPr lvl="0" algn="l">
              <a:lnSpc>
                <a:spcPct val="15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解析：微指令总数量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=80*3+1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5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则微指令总容量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=241*32/8=964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81330" y="769620"/>
            <a:ext cx="11229975" cy="50419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lnSpc>
                <a:spcPct val="15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已知某机釆用微程序控制方式，控存容量为512X48位。微程序可在整个控存中实现转移，控制微程序转移的条件共4个，微指令采用水平型格式，后继微指令地址采用断定方式。则微指令的控制字段应为 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判断测试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字段应为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；下址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字段应为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位。</a:t>
            </a:r>
          </a:p>
          <a:p>
            <a:pPr lvl="0" algn="l">
              <a:lnSpc>
                <a:spcPct val="15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解析：</a:t>
            </a:r>
          </a:p>
          <a:p>
            <a:pPr lvl="0" algn="l">
              <a:lnSpc>
                <a:spcPct val="15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控存容量为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=29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，为保证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微程序可在整个控存中实现转移，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位作为下地址字段；</a:t>
            </a:r>
          </a:p>
          <a:p>
            <a:pPr lvl="0" algn="l">
              <a:lnSpc>
                <a:spcPct val="15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控制微程序转移的条件共4个，采用断定方式，需要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位做转移条件位；</a:t>
            </a:r>
          </a:p>
          <a:p>
            <a:pPr lvl="0" algn="l">
              <a:lnSpc>
                <a:spcPct val="15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微指令长度为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48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位，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48-9-4=35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位可用作控制字段；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145540" y="635635"/>
            <a:ext cx="9753600" cy="49784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请在括号内填入适当答案。在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中：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(1)	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保存当前正在执行的指令的寄存器是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指令寄存器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IR]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;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(2)	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保存当前正在执行的指令地址的寄存器是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程序计数器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PC]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(3)	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算术逻辑运算结果通常放在 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数据寄存器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DR]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 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通用寄存器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GR]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72745" y="383540"/>
            <a:ext cx="4065270" cy="59626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总线结构机器的数据通路如下图所示，IR为指令寄存器，PC为程序计数器，MAR为主存地址寄存器，MDR为主存数据缓冲寄存器，R0～Rn-1为n个通用寄存器，Y为ALU的输入数据暂存寄存器，Z为ALU的结果暂存寄存器，SR为状态寄存器。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(1)“ADD Rd，Rs1，Rs2”指令的功能是将Rs1和Rs2中的数据相加，结果送入Rd中，分析该指令的执行步骤和数据通路。</a:t>
            </a:r>
          </a:p>
          <a:p>
            <a: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(2)“LOAD Rd，mem”指令的功能是执行读存储器数据到Rd，其中mem为内存地址值，分析该指令的执行步骤和数据通路。</a:t>
            </a:r>
          </a:p>
        </p:txBody>
      </p:sp>
      <p:pic>
        <p:nvPicPr>
          <p:cNvPr id="135172" name="图片 3" descr="http://ocw.guet.edu.cn/dept3/030206/8.4.14_clip_image013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31360" y="1767205"/>
            <a:ext cx="2970530" cy="2840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73" name="图片 4" descr="http://ocw.guet.edu.cn/dept3/030206/8.4.14_clip_image015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79105" y="1238250"/>
            <a:ext cx="3343275" cy="4252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380,&quot;width&quot;:5128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452</Words>
  <Application>Microsoft Macintosh PowerPoint</Application>
  <PresentationFormat>宽屏</PresentationFormat>
  <Paragraphs>16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boc</dc:creator>
  <cp:lastModifiedBy>耀增 黄</cp:lastModifiedBy>
  <cp:revision>162</cp:revision>
  <dcterms:created xsi:type="dcterms:W3CDTF">2019-06-19T02:08:00Z</dcterms:created>
  <dcterms:modified xsi:type="dcterms:W3CDTF">2026-01-11T03:38:50Z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70623FCD287046AEA16E72A3A2AC4E56</vt:lpwstr>
  </property>
</Properties>
</file>