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3"/>
    <p:sldId id="267" r:id="rId4"/>
    <p:sldId id="275" r:id="rId5"/>
    <p:sldId id="27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2857500"/>
            <a:ext cx="10972800" cy="1143000"/>
          </a:xfrm>
        </p:spPr>
        <p:txBody>
          <a:bodyPr anchor="ctr" anchorCtr="1"/>
          <a:lstStyle>
            <a:lvl1pPr>
              <a:defRPr sz="416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788160" y="4767263"/>
            <a:ext cx="585216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8615680" y="4767263"/>
            <a:ext cx="877824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8369280" y="4767263"/>
            <a:ext cx="5852160" cy="273844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88160" y="4767263"/>
            <a:ext cx="5852160" cy="273844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8615680" y="4767263"/>
            <a:ext cx="877824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8369280" y="4767263"/>
            <a:ext cx="585216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609600" y="2857500"/>
            <a:ext cx="10972800" cy="1143000"/>
          </a:xfrm>
        </p:spPr>
        <p:txBody>
          <a:bodyPr anchor="ctr" anchorCtr="1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16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000"/>
              <a:t>第一章作业解析</a:t>
            </a:r>
            <a:endParaRPr lang="zh-CN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29911" y="2247350"/>
            <a:ext cx="10050272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解析：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CPI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：执行一条指令所需的平均时钟周期数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时钟周期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=1/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时钟频率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执行一条指令的平均时间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=CPI*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时钟周期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=CPI/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时钟频率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T1= 1.5/2 = 4.5/6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T2= 1/1.5 = 4/6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T3= 2.5/3 = 5/6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速度更快</a:t>
            </a:r>
            <a:endParaRPr lang="zh-CN" altLang="en-US" sz="200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29615" y="343535"/>
            <a:ext cx="9834245" cy="20675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有三款单核处理器分别执行同一个程序，各项技术指标如下: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CPU1  时钟频率2.0GHz   CPI=1.5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CPU2  时钟频率1.5GHz   CPI=1.0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CPU3  时钟频率3.0GHz   CPI=2.5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则这三款处理器中执行速度相对更快一些的是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607272" y="2089785"/>
            <a:ext cx="1120309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F=1.6GHZ=1.6</a:t>
            </a:r>
            <a:r>
              <a:rPr lang="en-US" altLang="zh-CN" sz="2400">
                <a:latin typeface="Arial" panose="020B0604020202020204" pitchFamily="34" charset="0"/>
              </a:rPr>
              <a:t>×</a:t>
            </a:r>
            <a:r>
              <a:rPr lang="en-US" altLang="zh-CN" sz="2400"/>
              <a:t>10</a:t>
            </a:r>
            <a:r>
              <a:rPr lang="en-US" altLang="zh-CN" sz="2400" baseline="30000"/>
              <a:t>9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CPI=4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/>
              <a:t>执行一条指令的平均时间</a:t>
            </a:r>
            <a:r>
              <a:rPr lang="en-US" altLang="zh-CN" sz="2400"/>
              <a:t>=4/</a:t>
            </a:r>
            <a:r>
              <a:rPr lang="en-US" altLang="zh-CN" sz="2400">
                <a:sym typeface="+mn-ea"/>
              </a:rPr>
              <a:t>1.6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400">
                <a:sym typeface="+mn-ea"/>
              </a:rPr>
              <a:t>10</a:t>
            </a:r>
            <a:r>
              <a:rPr lang="en-US" altLang="zh-CN" sz="2400" baseline="30000">
                <a:sym typeface="+mn-ea"/>
              </a:rPr>
              <a:t>9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/>
              <a:t>单位时间内可以执行的指令数</a:t>
            </a:r>
            <a:r>
              <a:rPr lang="en-US" altLang="zh-CN" sz="2400"/>
              <a:t>=1/</a:t>
            </a:r>
            <a:r>
              <a:rPr lang="zh-CN" altLang="en-US" sz="2400">
                <a:sym typeface="+mn-ea"/>
              </a:rPr>
              <a:t>执行一条指令的平均时间</a:t>
            </a:r>
            <a:r>
              <a:rPr lang="en-US" altLang="zh-CN" sz="2400">
                <a:sym typeface="+mn-ea"/>
              </a:rPr>
              <a:t>=1.6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400">
                <a:sym typeface="+mn-ea"/>
              </a:rPr>
              <a:t>10</a:t>
            </a:r>
            <a:r>
              <a:rPr lang="en-US" altLang="zh-CN" sz="2400" baseline="30000">
                <a:sym typeface="+mn-ea"/>
              </a:rPr>
              <a:t>9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/4=400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400">
                <a:sym typeface="+mn-ea"/>
              </a:rPr>
              <a:t>10</a:t>
            </a:r>
            <a:r>
              <a:rPr lang="en-US" altLang="zh-CN" sz="2400" baseline="30000">
                <a:sym typeface="+mn-ea"/>
              </a:rPr>
              <a:t>6</a:t>
            </a:r>
            <a:r>
              <a:rPr lang="en-US" altLang="zh-CN" sz="2400">
                <a:sym typeface="+mn-ea"/>
              </a:rPr>
              <a:t>=400MIPS</a:t>
            </a:r>
            <a:endParaRPr lang="en-US" altLang="zh-CN" sz="2400"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55650" y="652780"/>
            <a:ext cx="9753600" cy="12947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已知CPU的主频是1.6GHz,某类指令T1的CPI=4则CPU执行T1时，指令的执行速度约为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[填空1]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MIP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746125"/>
            <a:ext cx="9753600" cy="22066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indent="609600" algn="l" fontAlgn="auto">
              <a:lnSpc>
                <a:spcPct val="150000"/>
              </a:lnSpc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假定某机S的主频为10MHZ，某程序P由一个50条指令构成的循环组成，该循环共执行100次，该机在执行程序P时的CPI是2个时钟周期，则该机执行程序P所需的时间为多少？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97940" y="2810510"/>
            <a:ext cx="9202420" cy="3192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/>
              <a:t>解析：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zh-CN" altLang="en-US" sz="2400"/>
              <a:t>主频</a:t>
            </a:r>
            <a:r>
              <a:rPr lang="en-US" altLang="zh-CN" sz="2400"/>
              <a:t>F=10MHZ</a:t>
            </a:r>
            <a:endParaRPr lang="en-US" altLang="zh-CN" sz="2400"/>
          </a:p>
          <a:p>
            <a:pPr>
              <a:lnSpc>
                <a:spcPct val="120000"/>
              </a:lnSpc>
            </a:pPr>
            <a:r>
              <a:rPr lang="zh-CN" altLang="en-US" sz="2400"/>
              <a:t>时钟周期</a:t>
            </a:r>
            <a:r>
              <a:rPr lang="en-US" altLang="zh-CN" sz="2400"/>
              <a:t>T=1/10</a:t>
            </a:r>
            <a:r>
              <a:rPr lang="en-US" altLang="zh-CN" sz="2400">
                <a:latin typeface="Arial" panose="020B0604020202020204" pitchFamily="34" charset="0"/>
              </a:rPr>
              <a:t>×10</a:t>
            </a:r>
            <a:r>
              <a:rPr lang="en-US" altLang="zh-CN" sz="2400" baseline="30000">
                <a:latin typeface="Arial" panose="020B0604020202020204" pitchFamily="34" charset="0"/>
              </a:rPr>
              <a:t>6</a:t>
            </a:r>
            <a:endParaRPr lang="en-US" altLang="zh-CN" sz="2400"/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执行程序P所需的时间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=100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×CPI×T</a:t>
            </a:r>
            <a:endParaRPr lang="en-US" altLang="zh-CN" sz="240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=100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×50×2×1×10</a:t>
            </a:r>
            <a:r>
              <a:rPr lang="en-US" altLang="zh-CN" sz="2400" baseline="30000">
                <a:latin typeface="Arial" panose="020B0604020202020204" pitchFamily="34" charset="0"/>
                <a:sym typeface="+mn-ea"/>
              </a:rPr>
              <a:t>-7</a:t>
            </a:r>
            <a:endParaRPr lang="en-US" altLang="zh-CN" sz="240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×10</a:t>
            </a:r>
            <a:r>
              <a:rPr lang="en-US" altLang="zh-CN" sz="2400" baseline="30000">
                <a:latin typeface="Arial" panose="020B0604020202020204" pitchFamily="34" charset="0"/>
                <a:sym typeface="+mn-ea"/>
              </a:rPr>
              <a:t>-3</a:t>
            </a:r>
            <a:endParaRPr lang="en-US" altLang="zh-CN" sz="2400" baseline="3000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=1ms</a:t>
            </a: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WPS 演示</Application>
  <PresentationFormat>宽屏</PresentationFormat>
  <Paragraphs>35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第一章作业解析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boc</dc:creator>
  <cp:lastModifiedBy>admin</cp:lastModifiedBy>
  <cp:revision>157</cp:revision>
  <dcterms:created xsi:type="dcterms:W3CDTF">2019-06-19T02:08:00Z</dcterms:created>
  <dcterms:modified xsi:type="dcterms:W3CDTF">2021-12-27T09:31:50Z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ICV">
    <vt:lpwstr>42809892AE544625AF3427B4224B9CED</vt:lpwstr>
  </property>
</Properties>
</file>