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0"/>
  </p:notesMasterIdLst>
  <p:handoutMasterIdLst>
    <p:handoutMasterId r:id="rId41"/>
  </p:handoutMasterIdLst>
  <p:sldIdLst>
    <p:sldId id="256" r:id="rId2"/>
    <p:sldId id="257" r:id="rId3"/>
    <p:sldId id="340" r:id="rId4"/>
    <p:sldId id="579" r:id="rId5"/>
    <p:sldId id="341" r:id="rId6"/>
    <p:sldId id="594" r:id="rId7"/>
    <p:sldId id="581" r:id="rId8"/>
    <p:sldId id="343" r:id="rId9"/>
    <p:sldId id="350" r:id="rId10"/>
    <p:sldId id="580" r:id="rId11"/>
    <p:sldId id="595" r:id="rId12"/>
    <p:sldId id="596" r:id="rId13"/>
    <p:sldId id="345" r:id="rId14"/>
    <p:sldId id="589" r:id="rId15"/>
    <p:sldId id="346" r:id="rId16"/>
    <p:sldId id="584" r:id="rId17"/>
    <p:sldId id="605" r:id="rId18"/>
    <p:sldId id="597" r:id="rId19"/>
    <p:sldId id="585" r:id="rId20"/>
    <p:sldId id="598" r:id="rId21"/>
    <p:sldId id="347" r:id="rId22"/>
    <p:sldId id="604" r:id="rId23"/>
    <p:sldId id="576" r:id="rId24"/>
    <p:sldId id="577" r:id="rId25"/>
    <p:sldId id="348" r:id="rId26"/>
    <p:sldId id="590" r:id="rId27"/>
    <p:sldId id="592" r:id="rId28"/>
    <p:sldId id="587" r:id="rId29"/>
    <p:sldId id="586" r:id="rId30"/>
    <p:sldId id="607" r:id="rId31"/>
    <p:sldId id="260" r:id="rId32"/>
    <p:sldId id="600" r:id="rId33"/>
    <p:sldId id="566" r:id="rId34"/>
    <p:sldId id="575" r:id="rId35"/>
    <p:sldId id="599" r:id="rId36"/>
    <p:sldId id="602" r:id="rId37"/>
    <p:sldId id="603" r:id="rId38"/>
    <p:sldId id="606" r:id="rId39"/>
  </p:sldIdLst>
  <p:sldSz cx="9906000" cy="6858000" type="A4"/>
  <p:notesSz cx="7010400" cy="92964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46">
          <p15:clr>
            <a:srgbClr val="A4A3A4"/>
          </p15:clr>
        </p15:guide>
        <p15:guide id="2" pos="3206">
          <p15:clr>
            <a:srgbClr val="A4A3A4"/>
          </p15:clr>
        </p15:guide>
      </p15:sldGuideLst>
    </p:ext>
    <p:ext uri="{2D200454-40CA-4A62-9FC3-DE9A4176ACB9}">
      <p15:notesGuideLst xmlns:p15="http://schemas.microsoft.com/office/powerpoint/2012/main">
        <p15:guide id="1" orient="horz" pos="2909">
          <p15:clr>
            <a:srgbClr val="A4A3A4"/>
          </p15:clr>
        </p15:guide>
        <p15:guide id="2" pos="2269">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99FF"/>
    <a:srgbClr val="0000CC"/>
    <a:srgbClr val="99CCFF"/>
    <a:srgbClr val="FFFF66"/>
    <a:srgbClr val="33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801" autoAdjust="0"/>
    <p:restoredTop sz="94690" autoAdjust="0"/>
  </p:normalViewPr>
  <p:slideViewPr>
    <p:cSldViewPr>
      <p:cViewPr varScale="1">
        <p:scale>
          <a:sx n="102" d="100"/>
          <a:sy n="102" d="100"/>
        </p:scale>
        <p:origin x="270" y="108"/>
      </p:cViewPr>
      <p:guideLst>
        <p:guide orient="horz" pos="2146"/>
        <p:guide pos="3206"/>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p:scale>
          <a:sx n="56" d="100"/>
          <a:sy n="56" d="100"/>
        </p:scale>
        <p:origin x="-1830" y="-96"/>
      </p:cViewPr>
      <p:guideLst>
        <p:guide orient="horz" pos="2909"/>
        <p:guide pos="2269"/>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handoutMaster" Target="handoutMasters/handout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0.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a:latin typeface="宋体" panose="02010600030101010101" pitchFamily="2" charset="-122"/>
              </a:defRPr>
            </a:lvl1pPr>
          </a:lstStyle>
          <a:p>
            <a:endParaRPr lang="zh-CN" altLang="en-US"/>
          </a:p>
        </p:txBody>
      </p:sp>
      <p:sp>
        <p:nvSpPr>
          <p:cNvPr id="25603" name="Rectangle 3"/>
          <p:cNvSpPr>
            <a:spLocks noGrp="1" noChangeArrowheads="1"/>
          </p:cNvSpPr>
          <p:nvPr>
            <p:ph type="dt" sz="quarter" idx="1"/>
          </p:nvPr>
        </p:nvSpPr>
        <p:spPr bwMode="auto">
          <a:xfrm>
            <a:off x="3970338"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a:latin typeface="宋体" panose="02010600030101010101" pitchFamily="2" charset="-122"/>
              </a:defRPr>
            </a:lvl1pPr>
          </a:lstStyle>
          <a:p>
            <a:endParaRPr lang="en-US" altLang="zh-CN"/>
          </a:p>
        </p:txBody>
      </p:sp>
      <p:sp>
        <p:nvSpPr>
          <p:cNvPr id="25604" name="Rectangle 4"/>
          <p:cNvSpPr>
            <a:spLocks noGrp="1" noChangeArrowheads="1"/>
          </p:cNvSpPr>
          <p:nvPr>
            <p:ph type="ftr" sz="quarter" idx="2"/>
          </p:nvPr>
        </p:nvSpPr>
        <p:spPr bwMode="auto">
          <a:xfrm>
            <a:off x="0"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a:latin typeface="宋体" panose="02010600030101010101" pitchFamily="2" charset="-122"/>
              </a:defRPr>
            </a:lvl1pPr>
          </a:lstStyle>
          <a:p>
            <a:endParaRPr lang="en-US" altLang="zh-CN"/>
          </a:p>
        </p:txBody>
      </p:sp>
      <p:sp>
        <p:nvSpPr>
          <p:cNvPr id="25605" name="Rectangle 5"/>
          <p:cNvSpPr>
            <a:spLocks noGrp="1" noChangeArrowheads="1"/>
          </p:cNvSpPr>
          <p:nvPr>
            <p:ph type="sldNum" sz="quarter" idx="3"/>
          </p:nvPr>
        </p:nvSpPr>
        <p:spPr bwMode="auto">
          <a:xfrm>
            <a:off x="3970338"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a:latin typeface="宋体" panose="02010600030101010101" pitchFamily="2" charset="-122"/>
              </a:defRPr>
            </a:lvl1pPr>
          </a:lstStyle>
          <a:p>
            <a:fld id="{E4C64EE1-592A-45A9-9E8D-8A110C604C90}" type="slidenum">
              <a:rPr lang="zh-CN" altLang="en-US"/>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554" name="Rectangle 2"/>
          <p:cNvSpPr>
            <a:spLocks noGrp="1" noChangeArrowheads="1"/>
          </p:cNvSpPr>
          <p:nvPr>
            <p:ph type="hdr" sz="quarter"/>
          </p:nvPr>
        </p:nvSpPr>
        <p:spPr bwMode="auto">
          <a:xfrm>
            <a:off x="0"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a:latin typeface="宋体" panose="02010600030101010101" pitchFamily="2" charset="-122"/>
              </a:defRPr>
            </a:lvl1pPr>
          </a:lstStyle>
          <a:p>
            <a:endParaRPr lang="zh-CN" altLang="en-US"/>
          </a:p>
        </p:txBody>
      </p:sp>
      <p:sp>
        <p:nvSpPr>
          <p:cNvPr id="23555" name="Rectangle 3"/>
          <p:cNvSpPr>
            <a:spLocks noGrp="1" noChangeArrowheads="1"/>
          </p:cNvSpPr>
          <p:nvPr>
            <p:ph type="dt" idx="1"/>
          </p:nvPr>
        </p:nvSpPr>
        <p:spPr bwMode="auto">
          <a:xfrm>
            <a:off x="3970338"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a:latin typeface="宋体" panose="02010600030101010101" pitchFamily="2" charset="-122"/>
              </a:defRPr>
            </a:lvl1pPr>
          </a:lstStyle>
          <a:p>
            <a:endParaRPr lang="en-US" altLang="zh-CN"/>
          </a:p>
        </p:txBody>
      </p:sp>
      <p:sp>
        <p:nvSpPr>
          <p:cNvPr id="23556" name="Rectangle 4"/>
          <p:cNvSpPr>
            <a:spLocks noGrp="1" noRot="1" noChangeAspect="1" noChangeArrowheads="1" noTextEdit="1"/>
          </p:cNvSpPr>
          <p:nvPr>
            <p:ph type="sldImg" idx="2"/>
          </p:nvPr>
        </p:nvSpPr>
        <p:spPr bwMode="auto">
          <a:xfrm>
            <a:off x="987425" y="696913"/>
            <a:ext cx="5035550" cy="3486150"/>
          </a:xfrm>
          <a:prstGeom prst="rect">
            <a:avLst/>
          </a:prstGeom>
          <a:noFill/>
          <a:ln w="9525">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3557" name="Rectangle 5"/>
          <p:cNvSpPr>
            <a:spLocks noGrp="1" noChangeArrowheads="1"/>
          </p:cNvSpPr>
          <p:nvPr>
            <p:ph type="body" sz="quarter" idx="3"/>
          </p:nvPr>
        </p:nvSpPr>
        <p:spPr bwMode="auto">
          <a:xfrm>
            <a:off x="701675" y="4416425"/>
            <a:ext cx="5607050" cy="4183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a:t>单击此处编辑母版文本样式</a:t>
            </a:r>
            <a:endParaRPr lang="en-US" altLang="zh-CN"/>
          </a:p>
          <a:p>
            <a:pPr lvl="1"/>
            <a:r>
              <a:rPr lang="en-US" altLang="zh-CN"/>
              <a:t>5656</a:t>
            </a:r>
          </a:p>
          <a:p>
            <a:pPr lvl="2"/>
            <a:r>
              <a:rPr lang="zh-CN" altLang="en-US"/>
              <a:t>第三级</a:t>
            </a:r>
            <a:endParaRPr lang="en-US" altLang="zh-CN"/>
          </a:p>
          <a:p>
            <a:pPr lvl="3"/>
            <a:r>
              <a:rPr lang="zh-CN" altLang="en-US"/>
              <a:t>第四级</a:t>
            </a:r>
            <a:endParaRPr lang="en-US" altLang="zh-CN"/>
          </a:p>
          <a:p>
            <a:pPr lvl="4"/>
            <a:r>
              <a:rPr lang="zh-CN" altLang="en-US"/>
              <a:t>第五级</a:t>
            </a:r>
            <a:endParaRPr lang="en-US" altLang="zh-CN"/>
          </a:p>
        </p:txBody>
      </p:sp>
      <p:sp>
        <p:nvSpPr>
          <p:cNvPr id="23558" name="Rectangle 6"/>
          <p:cNvSpPr>
            <a:spLocks noGrp="1" noChangeArrowheads="1"/>
          </p:cNvSpPr>
          <p:nvPr>
            <p:ph type="ftr" sz="quarter" idx="4"/>
          </p:nvPr>
        </p:nvSpPr>
        <p:spPr bwMode="auto">
          <a:xfrm>
            <a:off x="0"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a:latin typeface="宋体" panose="02010600030101010101" pitchFamily="2" charset="-122"/>
              </a:defRPr>
            </a:lvl1pPr>
          </a:lstStyle>
          <a:p>
            <a:endParaRPr lang="en-US" altLang="zh-CN"/>
          </a:p>
        </p:txBody>
      </p:sp>
      <p:sp>
        <p:nvSpPr>
          <p:cNvPr id="23559" name="Rectangle 7"/>
          <p:cNvSpPr>
            <a:spLocks noGrp="1" noChangeArrowheads="1"/>
          </p:cNvSpPr>
          <p:nvPr>
            <p:ph type="sldNum" sz="quarter" idx="5"/>
          </p:nvPr>
        </p:nvSpPr>
        <p:spPr bwMode="auto">
          <a:xfrm>
            <a:off x="3970338"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a:latin typeface="宋体" panose="02010600030101010101" pitchFamily="2" charset="-122"/>
              </a:defRPr>
            </a:lvl1pPr>
          </a:lstStyle>
          <a:p>
            <a:fld id="{8DA2099C-E03D-4BEA-80BD-EC59252D8E32}" type="slidenum">
              <a:rPr lang="zh-CN" altLang="en-US"/>
              <a:t>‹#›</a:t>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D396C443-04BC-4639-B5F7-E14A7E3E0041}" type="slidenum">
              <a:rPr lang="zh-CN" altLang="en-US"/>
              <a:t>1</a:t>
            </a:fld>
            <a:endParaRPr lang="en-US" altLang="zh-CN"/>
          </a:p>
        </p:txBody>
      </p:sp>
      <p:sp>
        <p:nvSpPr>
          <p:cNvPr id="24578" name="Rectangle 2"/>
          <p:cNvSpPr>
            <a:spLocks noGrp="1" noRot="1" noChangeAspect="1" noChangeArrowheads="1" noTextEdit="1"/>
          </p:cNvSpPr>
          <p:nvPr>
            <p:ph type="sldImg"/>
          </p:nvPr>
        </p:nvSpPr>
        <p:spPr/>
      </p:sp>
      <p:sp>
        <p:nvSpPr>
          <p:cNvPr id="24579"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F9B74550-4683-484B-BE4E-306FB7D97BE9}" type="slidenum">
              <a:rPr lang="en-US" altLang="zh-CN"/>
              <a:t>13</a:t>
            </a:fld>
            <a:endParaRPr lang="en-US" altLang="zh-CN"/>
          </a:p>
        </p:txBody>
      </p:sp>
      <p:sp>
        <p:nvSpPr>
          <p:cNvPr id="186370" name="Rectangle 2"/>
          <p:cNvSpPr>
            <a:spLocks noGrp="1" noRot="1" noChangeAspect="1" noChangeArrowheads="1" noTextEdit="1"/>
          </p:cNvSpPr>
          <p:nvPr>
            <p:ph type="sldImg"/>
          </p:nvPr>
        </p:nvSpPr>
        <p:spPr/>
      </p:sp>
      <p:sp>
        <p:nvSpPr>
          <p:cNvPr id="18637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F9B74550-4683-484B-BE4E-306FB7D97BE9}" type="slidenum">
              <a:rPr lang="en-US" altLang="zh-CN"/>
              <a:t>14</a:t>
            </a:fld>
            <a:endParaRPr lang="en-US" altLang="zh-CN"/>
          </a:p>
        </p:txBody>
      </p:sp>
      <p:sp>
        <p:nvSpPr>
          <p:cNvPr id="186370" name="Rectangle 2"/>
          <p:cNvSpPr>
            <a:spLocks noGrp="1" noRot="1" noChangeAspect="1" noChangeArrowheads="1" noTextEdit="1"/>
          </p:cNvSpPr>
          <p:nvPr>
            <p:ph type="sldImg"/>
          </p:nvPr>
        </p:nvSpPr>
        <p:spPr/>
      </p:sp>
      <p:sp>
        <p:nvSpPr>
          <p:cNvPr id="186371"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10751918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16386" name="Rectangle 2"/>
          <p:cNvSpPr>
            <a:spLocks noGrp="1" noChangeArrowheads="1"/>
          </p:cNvSpPr>
          <p:nvPr>
            <p:ph type="ctrTitle"/>
          </p:nvPr>
        </p:nvSpPr>
        <p:spPr>
          <a:xfrm>
            <a:off x="742950" y="685800"/>
            <a:ext cx="8420100" cy="2127250"/>
          </a:xfrm>
        </p:spPr>
        <p:txBody>
          <a:bodyPr/>
          <a:lstStyle>
            <a:lvl1pPr algn="ctr">
              <a:defRPr sz="5400" b="1">
                <a:solidFill>
                  <a:srgbClr val="333399"/>
                </a:solidFill>
                <a:latin typeface="黑体" panose="02010609060101010101" pitchFamily="2" charset="-122"/>
                <a:ea typeface="黑体" panose="02010609060101010101" pitchFamily="2" charset="-122"/>
              </a:defRPr>
            </a:lvl1pPr>
          </a:lstStyle>
          <a:p>
            <a:pPr lvl="0"/>
            <a:r>
              <a:rPr lang="zh-CN" altLang="en-US" noProof="0"/>
              <a:t>单击此处编辑母版标题样式</a:t>
            </a:r>
            <a:endParaRPr lang="en-US" altLang="zh-CN" noProof="0" dirty="0"/>
          </a:p>
        </p:txBody>
      </p:sp>
      <p:sp>
        <p:nvSpPr>
          <p:cNvPr id="16387" name="Rectangle 3"/>
          <p:cNvSpPr>
            <a:spLocks noGrp="1" noChangeArrowheads="1"/>
          </p:cNvSpPr>
          <p:nvPr>
            <p:ph type="subTitle" idx="1"/>
          </p:nvPr>
        </p:nvSpPr>
        <p:spPr>
          <a:xfrm>
            <a:off x="1485900" y="3270250"/>
            <a:ext cx="6934200" cy="2209800"/>
          </a:xfrm>
        </p:spPr>
        <p:txBody>
          <a:bodyPr/>
          <a:lstStyle>
            <a:lvl1pPr marL="0" indent="0" algn="ctr">
              <a:buFont typeface="Wingdings" panose="05000000000000000000" pitchFamily="2" charset="2"/>
              <a:buNone/>
              <a:defRPr sz="3600" b="1">
                <a:latin typeface="黑体" panose="02010609060101010101" pitchFamily="2" charset="-122"/>
                <a:ea typeface="黑体" panose="02010609060101010101" pitchFamily="2" charset="-122"/>
              </a:defRPr>
            </a:lvl1pPr>
          </a:lstStyle>
          <a:p>
            <a:pPr lvl="0"/>
            <a:r>
              <a:rPr lang="zh-CN" altLang="en-US" noProof="0"/>
              <a:t>单击此处编辑母版副标题样式</a:t>
            </a:r>
            <a:endParaRPr lang="en-US" altLang="zh-CN" noProof="0" dirty="0"/>
          </a:p>
        </p:txBody>
      </p:sp>
      <p:sp>
        <p:nvSpPr>
          <p:cNvPr id="16388" name="Rectangle 4"/>
          <p:cNvSpPr>
            <a:spLocks noGrp="1" noChangeArrowheads="1"/>
          </p:cNvSpPr>
          <p:nvPr>
            <p:ph type="dt" sz="half" idx="2"/>
          </p:nvPr>
        </p:nvSpPr>
        <p:spPr/>
        <p:txBody>
          <a:bodyPr/>
          <a:lstStyle>
            <a:lvl1pPr>
              <a:defRPr/>
            </a:lvl1pPr>
          </a:lstStyle>
          <a:p>
            <a:endParaRPr lang="en-US" altLang="zh-CN"/>
          </a:p>
        </p:txBody>
      </p:sp>
      <p:sp>
        <p:nvSpPr>
          <p:cNvPr id="16389" name="Rectangle 5"/>
          <p:cNvSpPr>
            <a:spLocks noGrp="1" noChangeArrowheads="1"/>
          </p:cNvSpPr>
          <p:nvPr>
            <p:ph type="ftr" sz="quarter" idx="3"/>
          </p:nvPr>
        </p:nvSpPr>
        <p:spPr/>
        <p:txBody>
          <a:bodyPr/>
          <a:lstStyle>
            <a:lvl1pPr>
              <a:defRPr/>
            </a:lvl1pPr>
          </a:lstStyle>
          <a:p>
            <a:endParaRPr lang="en-US" altLang="zh-CN"/>
          </a:p>
        </p:txBody>
      </p:sp>
      <p:sp>
        <p:nvSpPr>
          <p:cNvPr id="16390" name="Rectangle 6"/>
          <p:cNvSpPr>
            <a:spLocks noGrp="1" noChangeArrowheads="1"/>
          </p:cNvSpPr>
          <p:nvPr>
            <p:ph type="sldNum" sz="quarter" idx="4"/>
          </p:nvPr>
        </p:nvSpPr>
        <p:spPr/>
        <p:txBody>
          <a:bodyPr/>
          <a:lstStyle>
            <a:lvl1pPr>
              <a:defRPr/>
            </a:lvl1pPr>
          </a:lstStyle>
          <a:p>
            <a:fld id="{AC80574E-8B94-4515-ADE1-BF6C35829DF0}" type="slidenum">
              <a:rPr lang="zh-CN" altLang="en-US"/>
              <a:t>‹#›</a:t>
            </a:fld>
            <a:endParaRPr lang="en-US" altLang="zh-CN"/>
          </a:p>
        </p:txBody>
      </p:sp>
      <p:sp>
        <p:nvSpPr>
          <p:cNvPr id="16392" name="Rectangle 8" descr="Gold bar"/>
          <p:cNvSpPr>
            <a:spLocks noChangeArrowheads="1"/>
          </p:cNvSpPr>
          <p:nvPr/>
        </p:nvSpPr>
        <p:spPr bwMode="auto">
          <a:xfrm>
            <a:off x="247650" y="2889250"/>
            <a:ext cx="3109913" cy="2016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393" name="Rectangle 9" descr="Orange bar"/>
          <p:cNvSpPr>
            <a:spLocks noChangeArrowheads="1"/>
          </p:cNvSpPr>
          <p:nvPr/>
        </p:nvSpPr>
        <p:spPr bwMode="auto">
          <a:xfrm>
            <a:off x="3357563" y="2889250"/>
            <a:ext cx="3108325" cy="201613"/>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394" name="Rectangle 10" descr="Slate bar"/>
          <p:cNvSpPr>
            <a:spLocks noChangeArrowheads="1"/>
          </p:cNvSpPr>
          <p:nvPr/>
        </p:nvSpPr>
        <p:spPr bwMode="auto">
          <a:xfrm>
            <a:off x="6465888" y="2889250"/>
            <a:ext cx="3109912" cy="201613"/>
          </a:xfrm>
          <a:prstGeom prst="rect">
            <a:avLst/>
          </a:prstGeom>
          <a:solidFill>
            <a:srgbClr val="333399"/>
          </a:solidFill>
          <a:ln>
            <a:noFill/>
          </a:ln>
          <a:effectLst/>
        </p:spPr>
        <p:txBody>
          <a:bodyPr wrap="none" anchor="ctr"/>
          <a:lstStyle/>
          <a:p>
            <a:endParaRPr lang="zh-CN" altLang="en-US">
              <a:solidFill>
                <a:srgbClr val="333399"/>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a:t>单击此处编辑母版标题样式</a:t>
            </a:r>
            <a:endParaRPr lang="zh-CN" altLang="en-US" dirty="0"/>
          </a:p>
        </p:txBody>
      </p:sp>
      <p:sp>
        <p:nvSpPr>
          <p:cNvPr id="3" name="内容占位符 2"/>
          <p:cNvSpPr>
            <a:spLocks noGrp="1"/>
          </p:cNvSpPr>
          <p:nvPr>
            <p:ph idx="1"/>
          </p:nvPr>
        </p:nvSpPr>
        <p:spPr>
          <a:xfrm>
            <a:off x="495300" y="1196752"/>
            <a:ext cx="9066212" cy="4934173"/>
          </a:xfrm>
        </p:spPr>
        <p:txBody>
          <a:bodyPr/>
          <a:lstStyle>
            <a:lvl1pPr>
              <a:defRPr sz="3200" b="1">
                <a:solidFill>
                  <a:schemeClr val="tx1"/>
                </a:solidFill>
                <a:latin typeface="+mn-lt"/>
                <a:ea typeface="黑体" panose="02010609060101010101" pitchFamily="2" charset="-122"/>
              </a:defRPr>
            </a:lvl1pPr>
            <a:lvl2pPr>
              <a:defRPr sz="2800" b="1">
                <a:solidFill>
                  <a:schemeClr val="tx1"/>
                </a:solidFill>
                <a:latin typeface="+mn-lt"/>
                <a:ea typeface="黑体" panose="02010609060101010101" pitchFamily="2" charset="-122"/>
              </a:defRPr>
            </a:lvl2pPr>
            <a:lvl3pPr>
              <a:defRPr sz="2400" b="1">
                <a:solidFill>
                  <a:schemeClr val="tx1"/>
                </a:solidFill>
                <a:latin typeface="+mn-lt"/>
                <a:ea typeface="黑体" panose="02010609060101010101" pitchFamily="2" charset="-122"/>
              </a:defRPr>
            </a:lvl3pPr>
            <a:lvl4pPr>
              <a:defRPr sz="2000" b="1">
                <a:solidFill>
                  <a:schemeClr val="tx1"/>
                </a:solidFill>
                <a:latin typeface="+mn-lt"/>
                <a:ea typeface="黑体" panose="02010609060101010101" pitchFamily="2" charset="-122"/>
              </a:defRPr>
            </a:lvl4pPr>
            <a:lvl5pPr>
              <a:defRPr sz="2000" b="1">
                <a:solidFill>
                  <a:schemeClr val="tx1"/>
                </a:solidFill>
                <a:latin typeface="+mn-lt"/>
                <a:ea typeface="黑体" panose="02010609060101010101" pitchFamily="2" charset="-122"/>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日期占位符 3"/>
          <p:cNvSpPr>
            <a:spLocks noGrp="1"/>
          </p:cNvSpPr>
          <p:nvPr>
            <p:ph type="dt" sz="half" idx="10"/>
          </p:nvPr>
        </p:nvSpPr>
        <p:spPr/>
        <p:txBody>
          <a:bodyPr/>
          <a:lstStyle>
            <a:lvl1pPr>
              <a:defRPr/>
            </a:lvl1pPr>
          </a:lstStyle>
          <a:p>
            <a:endParaRPr lang="en-US" altLang="zh-CN" dirty="0"/>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7AC79822-BC0D-4DE8-A7E5-90A3732A2B82}" type="slidenum">
              <a:rPr lang="zh-CN" altLang="en-US"/>
              <a:t>‹#›</a:t>
            </a:fld>
            <a:endParaRPr lang="en-US" altLang="zh-CN"/>
          </a:p>
        </p:txBody>
      </p:sp>
      <p:sp>
        <p:nvSpPr>
          <p:cNvPr id="7" name="Line 8"/>
          <p:cNvSpPr>
            <a:spLocks noChangeShapeType="1"/>
          </p:cNvSpPr>
          <p:nvPr userDrawn="1"/>
        </p:nvSpPr>
        <p:spPr bwMode="auto">
          <a:xfrm>
            <a:off x="495300" y="1052736"/>
            <a:ext cx="9066212" cy="0"/>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82638" y="4406900"/>
            <a:ext cx="8634858" cy="1362075"/>
          </a:xfrm>
        </p:spPr>
        <p:txBody>
          <a:bodyPr anchor="t"/>
          <a:lstStyle>
            <a:lvl1pPr algn="l">
              <a:defRPr sz="4400" b="1" cap="all">
                <a:solidFill>
                  <a:srgbClr val="333399"/>
                </a:solidFill>
                <a:latin typeface="+mn-lt"/>
                <a:ea typeface="黑体" panose="02010609060101010101" pitchFamily="2" charset="-122"/>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782638" y="2906713"/>
            <a:ext cx="8634858"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C3F47B36-077D-42FE-9DED-0C77CB87E4B3}" type="slidenum">
              <a:rPr lang="zh-CN" altLang="en-US"/>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a:t>单击此处编辑母版标题样式</a:t>
            </a:r>
          </a:p>
        </p:txBody>
      </p:sp>
      <p:sp>
        <p:nvSpPr>
          <p:cNvPr id="3" name="内容占位符 2"/>
          <p:cNvSpPr>
            <a:spLocks noGrp="1"/>
          </p:cNvSpPr>
          <p:nvPr>
            <p:ph sz="half" idx="1"/>
          </p:nvPr>
        </p:nvSpPr>
        <p:spPr>
          <a:xfrm>
            <a:off x="495300" y="1196752"/>
            <a:ext cx="4460304" cy="4934173"/>
          </a:xfrm>
        </p:spPr>
        <p:txBody>
          <a:bodyPr/>
          <a:lstStyle>
            <a:lvl1pPr>
              <a:defRPr sz="3200" b="1">
                <a:solidFill>
                  <a:schemeClr val="tx1"/>
                </a:solidFill>
                <a:latin typeface="+mn-lt"/>
                <a:ea typeface="黑体" panose="02010609060101010101" pitchFamily="2" charset="-122"/>
              </a:defRPr>
            </a:lvl1pPr>
            <a:lvl2pPr>
              <a:buClr>
                <a:schemeClr val="accent2"/>
              </a:buClr>
              <a:defRPr sz="2800" b="1">
                <a:solidFill>
                  <a:schemeClr val="tx1"/>
                </a:solidFill>
                <a:latin typeface="+mn-lt"/>
                <a:ea typeface="黑体" panose="02010609060101010101" pitchFamily="2" charset="-122"/>
              </a:defRPr>
            </a:lvl2pPr>
            <a:lvl3pPr>
              <a:defRPr sz="2400" b="1">
                <a:solidFill>
                  <a:schemeClr val="tx1"/>
                </a:solidFill>
                <a:latin typeface="+mn-lt"/>
                <a:ea typeface="黑体" panose="02010609060101010101" pitchFamily="2" charset="-122"/>
              </a:defRPr>
            </a:lvl3pPr>
            <a:lvl4pPr>
              <a:defRPr sz="2000" b="1">
                <a:solidFill>
                  <a:schemeClr val="tx1"/>
                </a:solidFill>
                <a:latin typeface="+mn-lt"/>
                <a:ea typeface="黑体" panose="02010609060101010101" pitchFamily="2" charset="-122"/>
              </a:defRPr>
            </a:lvl4pPr>
            <a:lvl5pPr>
              <a:buClr>
                <a:srgbClr val="333399"/>
              </a:buClr>
              <a:defRPr sz="2000" b="1">
                <a:solidFill>
                  <a:schemeClr val="tx1"/>
                </a:solidFill>
                <a:latin typeface="+mn-lt"/>
                <a:ea typeface="黑体" panose="02010609060101010101" pitchFamily="2" charset="-122"/>
              </a:defRPr>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内容占位符 3"/>
          <p:cNvSpPr>
            <a:spLocks noGrp="1"/>
          </p:cNvSpPr>
          <p:nvPr>
            <p:ph sz="half" idx="2"/>
          </p:nvPr>
        </p:nvSpPr>
        <p:spPr>
          <a:xfrm>
            <a:off x="5101208" y="1196752"/>
            <a:ext cx="4460304" cy="4934173"/>
          </a:xfrm>
        </p:spPr>
        <p:txBody>
          <a:bodyPr/>
          <a:lstStyle>
            <a:lvl1pPr>
              <a:defRPr sz="3200" b="1">
                <a:solidFill>
                  <a:schemeClr val="tx1"/>
                </a:solidFill>
                <a:latin typeface="+mn-lt"/>
                <a:ea typeface="黑体" panose="02010609060101010101" pitchFamily="2" charset="-122"/>
              </a:defRPr>
            </a:lvl1pPr>
            <a:lvl2pPr>
              <a:buClr>
                <a:schemeClr val="accent2"/>
              </a:buClr>
              <a:defRPr sz="2800" b="1">
                <a:solidFill>
                  <a:schemeClr val="tx1"/>
                </a:solidFill>
                <a:latin typeface="+mn-lt"/>
                <a:ea typeface="黑体" panose="02010609060101010101" pitchFamily="2" charset="-122"/>
              </a:defRPr>
            </a:lvl2pPr>
            <a:lvl3pPr>
              <a:defRPr sz="2400" b="1">
                <a:solidFill>
                  <a:schemeClr val="tx1"/>
                </a:solidFill>
                <a:latin typeface="+mn-lt"/>
                <a:ea typeface="黑体" panose="02010609060101010101" pitchFamily="2" charset="-122"/>
              </a:defRPr>
            </a:lvl3pPr>
            <a:lvl4pPr>
              <a:defRPr sz="2000" b="1">
                <a:solidFill>
                  <a:schemeClr val="tx1"/>
                </a:solidFill>
                <a:latin typeface="+mn-lt"/>
                <a:ea typeface="黑体" panose="02010609060101010101" pitchFamily="2" charset="-122"/>
              </a:defRPr>
            </a:lvl4pPr>
            <a:lvl5pPr>
              <a:buClr>
                <a:srgbClr val="333399"/>
              </a:buClr>
              <a:defRPr sz="2000" b="1">
                <a:solidFill>
                  <a:schemeClr val="tx1"/>
                </a:solidFill>
                <a:latin typeface="+mn-lt"/>
                <a:ea typeface="黑体" panose="02010609060101010101" pitchFamily="2" charset="-122"/>
              </a:defRPr>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40B52295-AD8D-47A8-A4D5-D2F6B9F48E3F}" type="slidenum">
              <a:rPr lang="zh-CN" altLang="en-US"/>
              <a:t>‹#›</a:t>
            </a:fld>
            <a:endParaRPr lang="en-US" altLang="zh-CN"/>
          </a:p>
        </p:txBody>
      </p:sp>
      <p:sp>
        <p:nvSpPr>
          <p:cNvPr id="8" name="Line 8"/>
          <p:cNvSpPr>
            <a:spLocks noChangeShapeType="1"/>
          </p:cNvSpPr>
          <p:nvPr userDrawn="1"/>
        </p:nvSpPr>
        <p:spPr bwMode="auto">
          <a:xfrm>
            <a:off x="495300" y="1052736"/>
            <a:ext cx="9066212" cy="0"/>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495299" y="1207874"/>
            <a:ext cx="4455513" cy="639762"/>
          </a:xfrm>
        </p:spPr>
        <p:txBody>
          <a:bodyPr anchor="b"/>
          <a:lstStyle>
            <a:lvl1pPr marL="0" indent="0">
              <a:buNone/>
              <a:defRPr sz="32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95299" y="1872534"/>
            <a:ext cx="4455513" cy="4292770"/>
          </a:xfrm>
        </p:spPr>
        <p:txBody>
          <a:bodyPr/>
          <a:lstStyle>
            <a:lvl1pPr>
              <a:defRPr sz="3200" b="1">
                <a:solidFill>
                  <a:schemeClr val="tx1"/>
                </a:solidFill>
                <a:latin typeface="+mn-lt"/>
                <a:ea typeface="黑体" panose="02010609060101010101" pitchFamily="2" charset="-122"/>
              </a:defRPr>
            </a:lvl1pPr>
            <a:lvl2pPr>
              <a:defRPr sz="2800" b="1">
                <a:solidFill>
                  <a:schemeClr val="tx1"/>
                </a:solidFill>
                <a:latin typeface="+mn-lt"/>
                <a:ea typeface="黑体" panose="02010609060101010101" pitchFamily="2" charset="-122"/>
              </a:defRPr>
            </a:lvl2pPr>
            <a:lvl3pPr>
              <a:defRPr sz="2400" b="1">
                <a:solidFill>
                  <a:schemeClr val="tx1"/>
                </a:solidFill>
                <a:latin typeface="+mn-lt"/>
                <a:ea typeface="黑体" panose="02010609060101010101" pitchFamily="2" charset="-122"/>
              </a:defRPr>
            </a:lvl3pPr>
            <a:lvl4pPr>
              <a:defRPr sz="2000" b="1">
                <a:solidFill>
                  <a:schemeClr val="tx1"/>
                </a:solidFill>
                <a:latin typeface="+mn-lt"/>
                <a:ea typeface="黑体" panose="02010609060101010101" pitchFamily="2" charset="-122"/>
              </a:defRPr>
            </a:lvl4pPr>
            <a:lvl5pPr>
              <a:defRPr sz="20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5" name="文本占位符 4"/>
          <p:cNvSpPr>
            <a:spLocks noGrp="1"/>
          </p:cNvSpPr>
          <p:nvPr>
            <p:ph type="body" sz="quarter" idx="3"/>
          </p:nvPr>
        </p:nvSpPr>
        <p:spPr>
          <a:xfrm>
            <a:off x="5104383" y="1207874"/>
            <a:ext cx="4457129" cy="639762"/>
          </a:xfrm>
        </p:spPr>
        <p:txBody>
          <a:bodyPr anchor="b"/>
          <a:lstStyle>
            <a:lvl1pPr marL="0" indent="0">
              <a:buNone/>
              <a:defRPr sz="32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5104383" y="1872534"/>
            <a:ext cx="4457129" cy="4292770"/>
          </a:xfrm>
        </p:spPr>
        <p:txBody>
          <a:bodyPr/>
          <a:lstStyle>
            <a:lvl1pPr>
              <a:defRPr sz="3200" b="1">
                <a:solidFill>
                  <a:schemeClr val="tx1"/>
                </a:solidFill>
                <a:latin typeface="+mn-lt"/>
                <a:ea typeface="黑体" panose="02010609060101010101" pitchFamily="2" charset="-122"/>
              </a:defRPr>
            </a:lvl1pPr>
            <a:lvl2pPr>
              <a:defRPr sz="2800" b="1">
                <a:solidFill>
                  <a:schemeClr val="tx1"/>
                </a:solidFill>
                <a:latin typeface="+mn-lt"/>
                <a:ea typeface="黑体" panose="02010609060101010101" pitchFamily="2" charset="-122"/>
              </a:defRPr>
            </a:lvl2pPr>
            <a:lvl3pPr>
              <a:defRPr sz="2400" b="1">
                <a:solidFill>
                  <a:schemeClr val="tx1"/>
                </a:solidFill>
                <a:latin typeface="+mn-lt"/>
                <a:ea typeface="黑体" panose="02010609060101010101" pitchFamily="2" charset="-122"/>
              </a:defRPr>
            </a:lvl3pPr>
            <a:lvl4pPr>
              <a:defRPr sz="2000" b="1">
                <a:solidFill>
                  <a:schemeClr val="tx1"/>
                </a:solidFill>
                <a:latin typeface="+mn-lt"/>
                <a:ea typeface="黑体" panose="02010609060101010101" pitchFamily="2" charset="-122"/>
              </a:defRPr>
            </a:lvl4pPr>
            <a:lvl5pPr>
              <a:defRPr sz="20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7" name="日期占位符 6"/>
          <p:cNvSpPr>
            <a:spLocks noGrp="1"/>
          </p:cNvSpPr>
          <p:nvPr>
            <p:ph type="dt" sz="half" idx="10"/>
          </p:nvPr>
        </p:nvSpPr>
        <p:spPr/>
        <p:txBody>
          <a:bodyPr/>
          <a:lstStyle>
            <a:lvl1pPr>
              <a:defRPr/>
            </a:lvl1pPr>
          </a:lstStyle>
          <a:p>
            <a:endParaRPr lang="en-US" altLang="zh-CN"/>
          </a:p>
        </p:txBody>
      </p:sp>
      <p:sp>
        <p:nvSpPr>
          <p:cNvPr id="8" name="页脚占位符 7"/>
          <p:cNvSpPr>
            <a:spLocks noGrp="1"/>
          </p:cNvSpPr>
          <p:nvPr>
            <p:ph type="ftr" sz="quarter" idx="11"/>
          </p:nvPr>
        </p:nvSpPr>
        <p:spPr/>
        <p:txBody>
          <a:bodyPr/>
          <a:lstStyle>
            <a:lvl1pPr>
              <a:defRPr/>
            </a:lvl1pPr>
          </a:lstStyle>
          <a:p>
            <a:endParaRPr lang="en-US" altLang="zh-CN"/>
          </a:p>
        </p:txBody>
      </p:sp>
      <p:sp>
        <p:nvSpPr>
          <p:cNvPr id="9" name="灯片编号占位符 8"/>
          <p:cNvSpPr>
            <a:spLocks noGrp="1"/>
          </p:cNvSpPr>
          <p:nvPr>
            <p:ph type="sldNum" sz="quarter" idx="12"/>
          </p:nvPr>
        </p:nvSpPr>
        <p:spPr/>
        <p:txBody>
          <a:bodyPr/>
          <a:lstStyle>
            <a:lvl1pPr>
              <a:defRPr/>
            </a:lvl1pPr>
          </a:lstStyle>
          <a:p>
            <a:fld id="{FAC03054-A18C-4CF4-8FEF-67B6C74EC7CF}" type="slidenum">
              <a:rPr lang="zh-CN" altLang="en-US"/>
              <a:t>‹#›</a:t>
            </a:fld>
            <a:endParaRPr lang="en-US" altLang="zh-CN"/>
          </a:p>
        </p:txBody>
      </p:sp>
      <p:sp>
        <p:nvSpPr>
          <p:cNvPr id="10" name="Line 8"/>
          <p:cNvSpPr>
            <a:spLocks noChangeShapeType="1"/>
          </p:cNvSpPr>
          <p:nvPr userDrawn="1"/>
        </p:nvSpPr>
        <p:spPr bwMode="auto">
          <a:xfrm>
            <a:off x="495300" y="1052736"/>
            <a:ext cx="9066212" cy="0"/>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1">
                <a:solidFill>
                  <a:srgbClr val="333399"/>
                </a:solidFill>
                <a:latin typeface="+mn-lt"/>
                <a:ea typeface="黑体" panose="02010609060101010101" pitchFamily="2" charset="-122"/>
              </a:defRPr>
            </a:lvl1p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endParaRPr lang="en-US" altLang="zh-CN"/>
          </a:p>
        </p:txBody>
      </p:sp>
      <p:sp>
        <p:nvSpPr>
          <p:cNvPr id="4" name="页脚占位符 3"/>
          <p:cNvSpPr>
            <a:spLocks noGrp="1"/>
          </p:cNvSpPr>
          <p:nvPr>
            <p:ph type="ftr" sz="quarter" idx="11"/>
          </p:nvPr>
        </p:nvSpPr>
        <p:spPr/>
        <p:txBody>
          <a:bodyPr/>
          <a:lstStyle>
            <a:lvl1pPr>
              <a:defRPr/>
            </a:lvl1pPr>
          </a:lstStyle>
          <a:p>
            <a:endParaRPr lang="en-US" altLang="zh-CN"/>
          </a:p>
        </p:txBody>
      </p:sp>
      <p:sp>
        <p:nvSpPr>
          <p:cNvPr id="5" name="灯片编号占位符 4"/>
          <p:cNvSpPr>
            <a:spLocks noGrp="1"/>
          </p:cNvSpPr>
          <p:nvPr>
            <p:ph type="sldNum" sz="quarter" idx="12"/>
          </p:nvPr>
        </p:nvSpPr>
        <p:spPr/>
        <p:txBody>
          <a:bodyPr/>
          <a:lstStyle>
            <a:lvl1pPr>
              <a:defRPr/>
            </a:lvl1pPr>
          </a:lstStyle>
          <a:p>
            <a:fld id="{14338B79-8FD5-46F1-8A19-651A319ADB19}" type="slidenum">
              <a:rPr lang="zh-CN" altLang="en-US"/>
              <a:t>‹#›</a:t>
            </a:fld>
            <a:endParaRPr lang="en-US" altLang="zh-CN"/>
          </a:p>
        </p:txBody>
      </p:sp>
      <p:sp>
        <p:nvSpPr>
          <p:cNvPr id="6" name="Line 8"/>
          <p:cNvSpPr>
            <a:spLocks noChangeShapeType="1"/>
          </p:cNvSpPr>
          <p:nvPr userDrawn="1"/>
        </p:nvSpPr>
        <p:spPr bwMode="auto">
          <a:xfrm>
            <a:off x="495300" y="1052736"/>
            <a:ext cx="9066212" cy="0"/>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p>
        </p:txBody>
      </p:sp>
      <p:sp>
        <p:nvSpPr>
          <p:cNvPr id="3" name="页脚占位符 2"/>
          <p:cNvSpPr>
            <a:spLocks noGrp="1"/>
          </p:cNvSpPr>
          <p:nvPr>
            <p:ph type="ftr" sz="quarter" idx="11"/>
          </p:nvPr>
        </p:nvSpPr>
        <p:spPr/>
        <p:txBody>
          <a:bodyPr/>
          <a:lstStyle>
            <a:lvl1pPr>
              <a:defRPr/>
            </a:lvl1pPr>
          </a:lstStyle>
          <a:p>
            <a:endParaRPr lang="en-US" altLang="zh-CN"/>
          </a:p>
        </p:txBody>
      </p:sp>
      <p:sp>
        <p:nvSpPr>
          <p:cNvPr id="4" name="灯片编号占位符 3"/>
          <p:cNvSpPr>
            <a:spLocks noGrp="1"/>
          </p:cNvSpPr>
          <p:nvPr>
            <p:ph type="sldNum" sz="quarter" idx="12"/>
          </p:nvPr>
        </p:nvSpPr>
        <p:spPr/>
        <p:txBody>
          <a:bodyPr/>
          <a:lstStyle>
            <a:lvl1pPr>
              <a:defRPr/>
            </a:lvl1pPr>
          </a:lstStyle>
          <a:p>
            <a:fld id="{137DC1DE-D772-415A-B75D-6C2A3BBF0EE5}" type="slidenum">
              <a:rPr lang="zh-CN" altLang="en-US"/>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95300" y="273050"/>
            <a:ext cx="3259138"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873500" y="273050"/>
            <a:ext cx="568801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文本占位符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DFB74B41-85B4-4984-A2A4-801BFDC62CF6}" type="slidenum">
              <a:rPr lang="zh-CN" altLang="en-US"/>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941513" y="4800600"/>
            <a:ext cx="59436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24FEF2C3-09B7-48D6-BCFF-274B159605E4}" type="slidenum">
              <a:rPr lang="zh-CN" altLang="en-US"/>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1">
                <a:solidFill>
                  <a:srgbClr val="333399"/>
                </a:solidFill>
                <a:latin typeface="+mn-lt"/>
                <a:ea typeface="黑体" panose="02010609060101010101" pitchFamily="2" charset="-122"/>
              </a:defRPr>
            </a:lvl1p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A2236A91-AB49-49FF-BD59-8386391FD12B}" type="slidenum">
              <a:rPr lang="zh-CN" altLang="en-US"/>
              <a:t>‹#›</a:t>
            </a:fld>
            <a:endParaRPr lang="en-US" altLang="zh-CN"/>
          </a:p>
        </p:txBody>
      </p:sp>
      <p:sp>
        <p:nvSpPr>
          <p:cNvPr id="7" name="Line 8"/>
          <p:cNvSpPr>
            <a:spLocks noChangeShapeType="1"/>
          </p:cNvSpPr>
          <p:nvPr userDrawn="1"/>
        </p:nvSpPr>
        <p:spPr bwMode="auto">
          <a:xfrm>
            <a:off x="495300" y="1052736"/>
            <a:ext cx="9066212" cy="0"/>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181850" y="277813"/>
            <a:ext cx="2379662" cy="585311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95300" y="277813"/>
            <a:ext cx="6534150" cy="585311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D98FACEB-921B-4428-A32E-7A6FF935A2DD}" type="slidenum">
              <a:rPr lang="zh-CN" altLang="en-US"/>
              <a:t>‹#›</a:t>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488504" y="188640"/>
            <a:ext cx="8915400" cy="792088"/>
          </a:xfrm>
        </p:spPr>
        <p:txBody>
          <a:bodyPr/>
          <a:lstStyle/>
          <a:p>
            <a:r>
              <a:rPr lang="zh-CN" altLang="en-US"/>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内容占位符 3"/>
          <p:cNvSpPr>
            <a:spLocks noGrp="1"/>
          </p:cNvSpPr>
          <p:nvPr>
            <p:ph sz="quarter" idx="2"/>
          </p:nvPr>
        </p:nvSpPr>
        <p:spPr>
          <a:xfrm>
            <a:off x="5029200" y="1196752"/>
            <a:ext cx="4381500" cy="237658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5" name="内容占位符 4"/>
          <p:cNvSpPr>
            <a:spLocks noGrp="1"/>
          </p:cNvSpPr>
          <p:nvPr>
            <p:ph sz="quarter" idx="3"/>
          </p:nvPr>
        </p:nvSpPr>
        <p:spPr>
          <a:xfrm>
            <a:off x="5029200" y="3754339"/>
            <a:ext cx="4381500" cy="2376586"/>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日期占位符 5"/>
          <p:cNvSpPr>
            <a:spLocks noGrp="1"/>
          </p:cNvSpPr>
          <p:nvPr>
            <p:ph type="dt" sz="half" idx="10"/>
          </p:nvPr>
        </p:nvSpPr>
        <p:spPr>
          <a:xfrm>
            <a:off x="495300" y="6248400"/>
            <a:ext cx="2311400" cy="457200"/>
          </a:xfrm>
        </p:spPr>
        <p:txBody>
          <a:bodyPr/>
          <a:lstStyle>
            <a:lvl1pPr>
              <a:defRPr/>
            </a:lvl1pPr>
          </a:lstStyle>
          <a:p>
            <a:endParaRPr lang="en-US" altLang="zh-CN"/>
          </a:p>
        </p:txBody>
      </p:sp>
      <p:sp>
        <p:nvSpPr>
          <p:cNvPr id="7" name="页脚占位符 6"/>
          <p:cNvSpPr>
            <a:spLocks noGrp="1"/>
          </p:cNvSpPr>
          <p:nvPr>
            <p:ph type="ftr" sz="quarter" idx="11"/>
          </p:nvPr>
        </p:nvSpPr>
        <p:spPr>
          <a:xfrm>
            <a:off x="3384550" y="6248400"/>
            <a:ext cx="3136900" cy="457200"/>
          </a:xfrm>
        </p:spPr>
        <p:txBody>
          <a:bodyPr/>
          <a:lstStyle>
            <a:lvl1pPr>
              <a:defRPr/>
            </a:lvl1pPr>
          </a:lstStyle>
          <a:p>
            <a:endParaRPr lang="en-US" altLang="zh-CN"/>
          </a:p>
        </p:txBody>
      </p:sp>
      <p:sp>
        <p:nvSpPr>
          <p:cNvPr id="8" name="灯片编号占位符 7"/>
          <p:cNvSpPr>
            <a:spLocks noGrp="1"/>
          </p:cNvSpPr>
          <p:nvPr>
            <p:ph type="sldNum" sz="quarter" idx="12"/>
          </p:nvPr>
        </p:nvSpPr>
        <p:spPr>
          <a:xfrm>
            <a:off x="7099300" y="6248400"/>
            <a:ext cx="2311400" cy="457200"/>
          </a:xfrm>
        </p:spPr>
        <p:txBody>
          <a:bodyPr/>
          <a:lstStyle>
            <a:lvl1pPr>
              <a:defRPr/>
            </a:lvl1pPr>
          </a:lstStyle>
          <a:p>
            <a:fld id="{3C52F4D9-41EC-423B-B963-42D1C41ACCC5}" type="slidenum">
              <a:rPr lang="zh-CN" altLang="en-US"/>
              <a:t>‹#›</a:t>
            </a:fld>
            <a:endParaRPr lang="en-US" altLang="zh-CN"/>
          </a:p>
        </p:txBody>
      </p:sp>
      <p:sp>
        <p:nvSpPr>
          <p:cNvPr id="9" name="Line 8"/>
          <p:cNvSpPr>
            <a:spLocks noChangeShapeType="1"/>
          </p:cNvSpPr>
          <p:nvPr userDrawn="1"/>
        </p:nvSpPr>
        <p:spPr bwMode="auto">
          <a:xfrm>
            <a:off x="495300" y="1052736"/>
            <a:ext cx="9066212" cy="0"/>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ClipArt" preserve="1">
  <p:cSld name="标题，文本与剪贴画">
    <p:spTree>
      <p:nvGrpSpPr>
        <p:cNvPr id="1" name=""/>
        <p:cNvGrpSpPr/>
        <p:nvPr/>
      </p:nvGrpSpPr>
      <p:grpSpPr>
        <a:xfrm>
          <a:off x="0" y="0"/>
          <a:ext cx="0" cy="0"/>
          <a:chOff x="0" y="0"/>
          <a:chExt cx="0" cy="0"/>
        </a:xfrm>
      </p:grpSpPr>
      <p:sp>
        <p:nvSpPr>
          <p:cNvPr id="2" name="标题 1"/>
          <p:cNvSpPr>
            <a:spLocks noGrp="1"/>
          </p:cNvSpPr>
          <p:nvPr>
            <p:ph type="title"/>
          </p:nvPr>
        </p:nvSpPr>
        <p:spPr>
          <a:xfrm>
            <a:off x="495300" y="188641"/>
            <a:ext cx="8915400" cy="792087"/>
          </a:xfrm>
        </p:spPr>
        <p:txBody>
          <a:bodyPr/>
          <a:lstStyle/>
          <a:p>
            <a:r>
              <a:rPr lang="zh-CN" altLang="en-US"/>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剪贴画占位符 3"/>
          <p:cNvSpPr>
            <a:spLocks noGrp="1"/>
          </p:cNvSpPr>
          <p:nvPr>
            <p:ph type="clipArt" sz="half" idx="2" hasCustomPrompt="1"/>
          </p:nvPr>
        </p:nvSpPr>
        <p:spPr>
          <a:xfrm>
            <a:off x="5029200" y="1196752"/>
            <a:ext cx="4381500" cy="4934173"/>
          </a:xfrm>
        </p:spPr>
        <p:txBody>
          <a:bodyPr/>
          <a:lstStyle/>
          <a:p>
            <a:r>
              <a:rPr lang="zh-CN" altLang="en-US"/>
              <a:t>单击图标添加剪 贴画</a:t>
            </a:r>
          </a:p>
        </p:txBody>
      </p:sp>
      <p:sp>
        <p:nvSpPr>
          <p:cNvPr id="5" name="日期占位符 4"/>
          <p:cNvSpPr>
            <a:spLocks noGrp="1"/>
          </p:cNvSpPr>
          <p:nvPr>
            <p:ph type="dt" sz="half" idx="10"/>
          </p:nvPr>
        </p:nvSpPr>
        <p:spPr>
          <a:xfrm>
            <a:off x="495300" y="6248400"/>
            <a:ext cx="2311400" cy="457200"/>
          </a:xfrm>
        </p:spPr>
        <p:txBody>
          <a:bodyPr/>
          <a:lstStyle>
            <a:lvl1pPr>
              <a:defRPr/>
            </a:lvl1pPr>
          </a:lstStyle>
          <a:p>
            <a:endParaRPr lang="en-US" altLang="zh-CN"/>
          </a:p>
        </p:txBody>
      </p:sp>
      <p:sp>
        <p:nvSpPr>
          <p:cNvPr id="6" name="页脚占位符 5"/>
          <p:cNvSpPr>
            <a:spLocks noGrp="1"/>
          </p:cNvSpPr>
          <p:nvPr>
            <p:ph type="ftr" sz="quarter" idx="11"/>
          </p:nvPr>
        </p:nvSpPr>
        <p:spPr>
          <a:xfrm>
            <a:off x="3384550" y="6248400"/>
            <a:ext cx="3136900" cy="457200"/>
          </a:xfrm>
        </p:spPr>
        <p:txBody>
          <a:bodyPr/>
          <a:lstStyle>
            <a:lvl1pPr>
              <a:defRPr/>
            </a:lvl1pPr>
          </a:lstStyle>
          <a:p>
            <a:endParaRPr lang="en-US" altLang="zh-CN"/>
          </a:p>
        </p:txBody>
      </p:sp>
      <p:sp>
        <p:nvSpPr>
          <p:cNvPr id="7" name="灯片编号占位符 6"/>
          <p:cNvSpPr>
            <a:spLocks noGrp="1"/>
          </p:cNvSpPr>
          <p:nvPr>
            <p:ph type="sldNum" sz="quarter" idx="12"/>
          </p:nvPr>
        </p:nvSpPr>
        <p:spPr>
          <a:xfrm>
            <a:off x="7099300" y="6248400"/>
            <a:ext cx="2311400" cy="457200"/>
          </a:xfrm>
        </p:spPr>
        <p:txBody>
          <a:bodyPr/>
          <a:lstStyle>
            <a:lvl1pPr>
              <a:defRPr/>
            </a:lvl1pPr>
          </a:lstStyle>
          <a:p>
            <a:fld id="{966CAE82-64C7-4E5B-88D2-F38A61F120C5}" type="slidenum">
              <a:rPr lang="zh-CN" altLang="en-US"/>
              <a:t>‹#›</a:t>
            </a:fld>
            <a:endParaRPr lang="en-US" altLang="zh-CN"/>
          </a:p>
        </p:txBody>
      </p:sp>
      <p:sp>
        <p:nvSpPr>
          <p:cNvPr id="8" name="Line 8"/>
          <p:cNvSpPr>
            <a:spLocks noChangeShapeType="1"/>
          </p:cNvSpPr>
          <p:nvPr userDrawn="1"/>
        </p:nvSpPr>
        <p:spPr bwMode="auto">
          <a:xfrm>
            <a:off x="495300" y="1052736"/>
            <a:ext cx="9066212" cy="0"/>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783476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bwMode="auto">
          <a:xfrm>
            <a:off x="495300" y="188640"/>
            <a:ext cx="9066212" cy="792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p>
            <a:pPr lvl="0"/>
            <a:r>
              <a:rPr lang="zh-CN" altLang="en-US" dirty="0"/>
              <a:t>单击此处编辑母版标题样式</a:t>
            </a:r>
            <a:endParaRPr lang="en-US" altLang="zh-CN" dirty="0"/>
          </a:p>
        </p:txBody>
      </p:sp>
      <p:sp>
        <p:nvSpPr>
          <p:cNvPr id="15363" name="Rectangle 3"/>
          <p:cNvSpPr>
            <a:spLocks noGrp="1" noChangeArrowheads="1"/>
          </p:cNvSpPr>
          <p:nvPr>
            <p:ph type="body" idx="1"/>
          </p:nvPr>
        </p:nvSpPr>
        <p:spPr bwMode="auto">
          <a:xfrm>
            <a:off x="495300" y="1196752"/>
            <a:ext cx="9066212" cy="4934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dirty="0"/>
              <a:t>单击此处编辑母版文本样式</a:t>
            </a:r>
            <a:endParaRPr lang="en-US" altLang="zh-CN" dirty="0"/>
          </a:p>
          <a:p>
            <a:pPr lvl="1"/>
            <a:r>
              <a:rPr lang="zh-CN" altLang="en-US" dirty="0"/>
              <a:t>第二级</a:t>
            </a:r>
            <a:endParaRPr lang="en-US" altLang="zh-CN" dirty="0"/>
          </a:p>
          <a:p>
            <a:pPr lvl="2"/>
            <a:r>
              <a:rPr lang="zh-CN" altLang="en-US" dirty="0"/>
              <a:t>第三级</a:t>
            </a:r>
            <a:endParaRPr lang="en-US" altLang="zh-CN" dirty="0"/>
          </a:p>
          <a:p>
            <a:pPr lvl="3"/>
            <a:r>
              <a:rPr lang="zh-CN" altLang="en-US" dirty="0"/>
              <a:t>第四级</a:t>
            </a:r>
            <a:endParaRPr lang="en-US" altLang="zh-CN" dirty="0"/>
          </a:p>
          <a:p>
            <a:pPr lvl="4"/>
            <a:r>
              <a:rPr lang="zh-CN" altLang="en-US" dirty="0"/>
              <a:t>第五级</a:t>
            </a:r>
            <a:endParaRPr lang="en-US" altLang="zh-CN" dirty="0"/>
          </a:p>
        </p:txBody>
      </p:sp>
      <p:sp>
        <p:nvSpPr>
          <p:cNvPr id="15364" name="Rectangle 4"/>
          <p:cNvSpPr>
            <a:spLocks noGrp="1" noChangeArrowheads="1"/>
          </p:cNvSpPr>
          <p:nvPr>
            <p:ph type="dt" sz="half" idx="2"/>
          </p:nvPr>
        </p:nvSpPr>
        <p:spPr bwMode="auto">
          <a:xfrm>
            <a:off x="495300" y="6356176"/>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000">
                <a:ea typeface="宋体" panose="02010600030101010101" pitchFamily="2" charset="-122"/>
              </a:defRPr>
            </a:lvl1pPr>
          </a:lstStyle>
          <a:p>
            <a:endParaRPr lang="en-US" altLang="zh-CN" dirty="0"/>
          </a:p>
        </p:txBody>
      </p:sp>
      <p:sp>
        <p:nvSpPr>
          <p:cNvPr id="15365" name="Rectangle 5"/>
          <p:cNvSpPr>
            <a:spLocks noGrp="1" noChangeArrowheads="1"/>
          </p:cNvSpPr>
          <p:nvPr>
            <p:ph type="ftr" sz="quarter" idx="3"/>
          </p:nvPr>
        </p:nvSpPr>
        <p:spPr bwMode="auto">
          <a:xfrm>
            <a:off x="3384550" y="6356176"/>
            <a:ext cx="3136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defRPr sz="1000">
                <a:ea typeface="宋体" panose="02010600030101010101" pitchFamily="2" charset="-122"/>
              </a:defRPr>
            </a:lvl1pPr>
          </a:lstStyle>
          <a:p>
            <a:endParaRPr lang="en-US" altLang="zh-CN"/>
          </a:p>
        </p:txBody>
      </p:sp>
      <p:sp>
        <p:nvSpPr>
          <p:cNvPr id="15366" name="Rectangle 6"/>
          <p:cNvSpPr>
            <a:spLocks noGrp="1" noChangeArrowheads="1"/>
          </p:cNvSpPr>
          <p:nvPr>
            <p:ph type="sldNum" sz="quarter" idx="4"/>
          </p:nvPr>
        </p:nvSpPr>
        <p:spPr bwMode="auto">
          <a:xfrm>
            <a:off x="7099300" y="6356176"/>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000">
                <a:ea typeface="宋体" panose="02010600030101010101" pitchFamily="2" charset="-122"/>
              </a:defRPr>
            </a:lvl1pPr>
          </a:lstStyle>
          <a:p>
            <a:fld id="{67B052E9-C54A-4603-AE2F-EB72B006DB6C}" type="slidenum">
              <a:rPr lang="zh-CN" altLang="en-US"/>
              <a:t>‹#›</a:t>
            </a:fld>
            <a:endParaRPr lang="en-US" altLang="zh-CN"/>
          </a:p>
        </p:txBody>
      </p:sp>
      <p:sp>
        <p:nvSpPr>
          <p:cNvPr id="15367" name="Rectangle 7" descr="Gold bar"/>
          <p:cNvSpPr>
            <a:spLocks noChangeArrowheads="1"/>
          </p:cNvSpPr>
          <p:nvPr/>
        </p:nvSpPr>
        <p:spPr bwMode="auto">
          <a:xfrm>
            <a:off x="0" y="0"/>
            <a:ext cx="247650" cy="2286000"/>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sz="2400">
              <a:latin typeface="Times New Roman" panose="02020603050405020304" pitchFamily="18" charset="0"/>
              <a:ea typeface="宋体" panose="02010600030101010101" pitchFamily="2" charset="-122"/>
            </a:endParaRPr>
          </a:p>
        </p:txBody>
      </p:sp>
      <p:sp>
        <p:nvSpPr>
          <p:cNvPr id="15369" name="Rectangle 9" descr="Orange bar"/>
          <p:cNvSpPr>
            <a:spLocks noChangeArrowheads="1"/>
          </p:cNvSpPr>
          <p:nvPr/>
        </p:nvSpPr>
        <p:spPr bwMode="auto">
          <a:xfrm>
            <a:off x="0" y="2286000"/>
            <a:ext cx="247650" cy="2286000"/>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sz="2400">
              <a:latin typeface="Times New Roman" panose="02020603050405020304" pitchFamily="18" charset="0"/>
              <a:ea typeface="宋体" panose="02010600030101010101" pitchFamily="2" charset="-122"/>
            </a:endParaRPr>
          </a:p>
        </p:txBody>
      </p:sp>
      <p:sp>
        <p:nvSpPr>
          <p:cNvPr id="15370" name="Rectangle 10" descr="Slate bar"/>
          <p:cNvSpPr>
            <a:spLocks noChangeArrowheads="1"/>
          </p:cNvSpPr>
          <p:nvPr/>
        </p:nvSpPr>
        <p:spPr bwMode="auto">
          <a:xfrm>
            <a:off x="0" y="4572000"/>
            <a:ext cx="247650" cy="2286000"/>
          </a:xfrm>
          <a:prstGeom prst="rect">
            <a:avLst/>
          </a:prstGeom>
          <a:solidFill>
            <a:srgbClr val="333399"/>
          </a:solidFill>
          <a:ln>
            <a:noFill/>
          </a:ln>
          <a:effectLst/>
        </p:spPr>
        <p:txBody>
          <a:bodyPr wrap="none" anchor="ctr"/>
          <a:lstStyle/>
          <a:p>
            <a:pPr algn="ctr" eaLnBrk="1" hangingPunct="1"/>
            <a:endParaRPr lang="zh-CN" altLang="en-US" sz="2400">
              <a:latin typeface="Times New Roman" panose="02020603050405020304" pitchFamily="18" charset="0"/>
              <a:ea typeface="宋体" panose="02010600030101010101" pitchFamily="2" charset="-122"/>
            </a:endParaRPr>
          </a:p>
        </p:txBody>
      </p:sp>
      <p:pic>
        <p:nvPicPr>
          <p:cNvPr id="11" name="Picture 2" descr="computer networking 的图像结果"/>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8769424" y="188640"/>
            <a:ext cx="1124935" cy="812453"/>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rtl="0" eaLnBrk="1" fontAlgn="base" hangingPunct="1">
        <a:spcBef>
          <a:spcPct val="0"/>
        </a:spcBef>
        <a:spcAft>
          <a:spcPct val="0"/>
        </a:spcAft>
        <a:defRPr sz="4400" b="1">
          <a:solidFill>
            <a:srgbClr val="333399"/>
          </a:solidFill>
          <a:latin typeface="+mn-lt"/>
          <a:ea typeface="黑体" panose="02010609060101010101" pitchFamily="2" charset="-122"/>
          <a:cs typeface="+mj-cs"/>
        </a:defRPr>
      </a:lvl1pPr>
      <a:lvl2pPr algn="l" rtl="0" eaLnBrk="1" fontAlgn="base" hangingPunct="1">
        <a:spcBef>
          <a:spcPct val="0"/>
        </a:spcBef>
        <a:spcAft>
          <a:spcPct val="0"/>
        </a:spcAft>
        <a:defRPr sz="4400">
          <a:solidFill>
            <a:schemeClr val="tx2"/>
          </a:solidFill>
          <a:latin typeface="Times New Roman" panose="02020603050405020304" pitchFamily="18" charset="0"/>
        </a:defRPr>
      </a:lvl2pPr>
      <a:lvl3pPr algn="l" rtl="0" eaLnBrk="1" fontAlgn="base" hangingPunct="1">
        <a:spcBef>
          <a:spcPct val="0"/>
        </a:spcBef>
        <a:spcAft>
          <a:spcPct val="0"/>
        </a:spcAft>
        <a:defRPr sz="4400">
          <a:solidFill>
            <a:schemeClr val="tx2"/>
          </a:solidFill>
          <a:latin typeface="Times New Roman" panose="02020603050405020304" pitchFamily="18" charset="0"/>
        </a:defRPr>
      </a:lvl3pPr>
      <a:lvl4pPr algn="l" rtl="0" eaLnBrk="1" fontAlgn="base" hangingPunct="1">
        <a:spcBef>
          <a:spcPct val="0"/>
        </a:spcBef>
        <a:spcAft>
          <a:spcPct val="0"/>
        </a:spcAft>
        <a:defRPr sz="4400">
          <a:solidFill>
            <a:schemeClr val="tx2"/>
          </a:solidFill>
          <a:latin typeface="Times New Roman" panose="02020603050405020304" pitchFamily="18" charset="0"/>
        </a:defRPr>
      </a:lvl4pPr>
      <a:lvl5pPr algn="l" rtl="0" eaLnBrk="1" fontAlgn="base" hangingPunct="1">
        <a:spcBef>
          <a:spcPct val="0"/>
        </a:spcBef>
        <a:spcAft>
          <a:spcPct val="0"/>
        </a:spcAft>
        <a:defRPr sz="4400">
          <a:solidFill>
            <a:schemeClr val="tx2"/>
          </a:solidFill>
          <a:latin typeface="Times New Roman" panose="02020603050405020304" pitchFamily="18" charset="0"/>
        </a:defRPr>
      </a:lvl5pPr>
      <a:lvl6pPr marL="457200" algn="l" rtl="0" eaLnBrk="1" fontAlgn="base" hangingPunct="1">
        <a:spcBef>
          <a:spcPct val="0"/>
        </a:spcBef>
        <a:spcAft>
          <a:spcPct val="0"/>
        </a:spcAft>
        <a:defRPr sz="4400">
          <a:solidFill>
            <a:schemeClr val="tx2"/>
          </a:solidFill>
          <a:latin typeface="Times New Roman" panose="02020603050405020304" pitchFamily="18" charset="0"/>
        </a:defRPr>
      </a:lvl6pPr>
      <a:lvl7pPr marL="914400" algn="l" rtl="0" eaLnBrk="1" fontAlgn="base" hangingPunct="1">
        <a:spcBef>
          <a:spcPct val="0"/>
        </a:spcBef>
        <a:spcAft>
          <a:spcPct val="0"/>
        </a:spcAft>
        <a:defRPr sz="4400">
          <a:solidFill>
            <a:schemeClr val="tx2"/>
          </a:solidFill>
          <a:latin typeface="Times New Roman" panose="02020603050405020304" pitchFamily="18" charset="0"/>
        </a:defRPr>
      </a:lvl7pPr>
      <a:lvl8pPr marL="1371600" algn="l" rtl="0" eaLnBrk="1" fontAlgn="base" hangingPunct="1">
        <a:spcBef>
          <a:spcPct val="0"/>
        </a:spcBef>
        <a:spcAft>
          <a:spcPct val="0"/>
        </a:spcAft>
        <a:defRPr sz="4400">
          <a:solidFill>
            <a:schemeClr val="tx2"/>
          </a:solidFill>
          <a:latin typeface="Times New Roman" panose="02020603050405020304" pitchFamily="18" charset="0"/>
        </a:defRPr>
      </a:lvl8pPr>
      <a:lvl9pPr marL="1828800" algn="l" rtl="0" eaLnBrk="1" fontAlgn="base" hangingPunct="1">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1" fontAlgn="base" hangingPunct="1">
        <a:lnSpc>
          <a:spcPct val="110000"/>
        </a:lnSpc>
        <a:spcBef>
          <a:spcPts val="600"/>
        </a:spcBef>
        <a:spcAft>
          <a:spcPct val="0"/>
        </a:spcAft>
        <a:buClr>
          <a:srgbClr val="333399"/>
        </a:buClr>
        <a:buSzPct val="75000"/>
        <a:buFont typeface="Wingdings" panose="05000000000000000000" pitchFamily="2" charset="2"/>
        <a:buChar char="n"/>
        <a:defRPr sz="3200" b="1">
          <a:solidFill>
            <a:schemeClr val="tx1"/>
          </a:solidFill>
          <a:latin typeface="+mn-lt"/>
          <a:ea typeface="黑体" panose="02010609060101010101" pitchFamily="2" charset="-122"/>
          <a:cs typeface="+mn-cs"/>
        </a:defRPr>
      </a:lvl1pPr>
      <a:lvl2pPr marL="742950" indent="-285750" algn="l" rtl="0" eaLnBrk="1" fontAlgn="base" hangingPunct="1">
        <a:lnSpc>
          <a:spcPct val="110000"/>
        </a:lnSpc>
        <a:spcBef>
          <a:spcPts val="600"/>
        </a:spcBef>
        <a:spcAft>
          <a:spcPct val="0"/>
        </a:spcAft>
        <a:buClr>
          <a:schemeClr val="accent2"/>
        </a:buClr>
        <a:buSzPct val="70000"/>
        <a:buFont typeface="Wingdings" panose="05000000000000000000" pitchFamily="2" charset="2"/>
        <a:buChar char="n"/>
        <a:defRPr sz="2800" b="1">
          <a:solidFill>
            <a:schemeClr val="tx1"/>
          </a:solidFill>
          <a:latin typeface="+mn-lt"/>
          <a:ea typeface="黑体" panose="02010609060101010101" pitchFamily="2" charset="-122"/>
        </a:defRPr>
      </a:lvl2pPr>
      <a:lvl3pPr marL="1143000" indent="-228600" algn="l" rtl="0" eaLnBrk="1" fontAlgn="base" hangingPunct="1">
        <a:lnSpc>
          <a:spcPct val="110000"/>
        </a:lnSpc>
        <a:spcBef>
          <a:spcPts val="600"/>
        </a:spcBef>
        <a:spcAft>
          <a:spcPct val="0"/>
        </a:spcAft>
        <a:buClr>
          <a:srgbClr val="333399"/>
        </a:buClr>
        <a:buSzPct val="65000"/>
        <a:buFont typeface="Wingdings" panose="05000000000000000000" pitchFamily="2" charset="2"/>
        <a:buChar char="p"/>
        <a:defRPr sz="2400" b="1">
          <a:solidFill>
            <a:schemeClr val="tx1"/>
          </a:solidFill>
          <a:latin typeface="+mn-lt"/>
          <a:ea typeface="黑体" panose="02010609060101010101" pitchFamily="2" charset="-122"/>
        </a:defRPr>
      </a:lvl3pPr>
      <a:lvl4pPr marL="1600200" indent="-228600" algn="l" rtl="0" eaLnBrk="1" fontAlgn="base" hangingPunct="1">
        <a:lnSpc>
          <a:spcPct val="110000"/>
        </a:lnSpc>
        <a:spcBef>
          <a:spcPts val="600"/>
        </a:spcBef>
        <a:spcAft>
          <a:spcPct val="0"/>
        </a:spcAft>
        <a:buClr>
          <a:schemeClr val="bg2"/>
        </a:buClr>
        <a:buSzPct val="65000"/>
        <a:buFont typeface="Wingdings" panose="05000000000000000000" pitchFamily="2" charset="2"/>
        <a:buChar char="n"/>
        <a:defRPr sz="2000" b="1">
          <a:solidFill>
            <a:schemeClr val="tx1"/>
          </a:solidFill>
          <a:latin typeface="+mn-lt"/>
          <a:ea typeface="黑体" panose="02010609060101010101" pitchFamily="2" charset="-122"/>
        </a:defRPr>
      </a:lvl4pPr>
      <a:lvl5pPr marL="2057400" indent="-228600" algn="l" rtl="0" eaLnBrk="1" fontAlgn="base" hangingPunct="1">
        <a:lnSpc>
          <a:spcPct val="110000"/>
        </a:lnSpc>
        <a:spcBef>
          <a:spcPts val="600"/>
        </a:spcBef>
        <a:spcAft>
          <a:spcPct val="0"/>
        </a:spcAft>
        <a:buClr>
          <a:srgbClr val="333399"/>
        </a:buClr>
        <a:buSzPct val="60000"/>
        <a:buFont typeface="Wingdings" panose="05000000000000000000" pitchFamily="2" charset="2"/>
        <a:buChar char="n"/>
        <a:defRPr sz="2000" b="1">
          <a:solidFill>
            <a:schemeClr val="tx1"/>
          </a:solidFill>
          <a:latin typeface="+mn-lt"/>
          <a:ea typeface="黑体" panose="02010609060101010101" pitchFamily="2" charset="-122"/>
        </a:defRPr>
      </a:lvl5pPr>
      <a:lvl6pPr marL="25146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6pPr>
      <a:lvl7pPr marL="29718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7pPr>
      <a:lvl8pPr marL="34290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8pPr>
      <a:lvl9pPr marL="38862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hyperlink" Target="http://www.tsinghua.edu.cn:8000/pub/index.html"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0.wmf"/></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12.wmf"/><Relationship Id="rId5" Type="http://schemas.openxmlformats.org/officeDocument/2006/relationships/image" Target="../media/image11.wmf"/><Relationship Id="rId4" Type="http://schemas.openxmlformats.org/officeDocument/2006/relationships/image" Target="../media/image10.wmf"/></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oleObject" Target="../embeddings/oleObject4.bin"/><Relationship Id="rId4" Type="http://schemas.openxmlformats.org/officeDocument/2006/relationships/image" Target="../media/image10.wmf"/></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wmf"/><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wmf"/><Relationship Id="rId1" Type="http://schemas.openxmlformats.org/officeDocument/2006/relationships/slideLayout" Target="../slideLayouts/slideLayout14.xml"/><Relationship Id="rId4" Type="http://schemas.openxmlformats.org/officeDocument/2006/relationships/image" Target="../media/image16.wmf"/></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p:txBody>
          <a:bodyPr/>
          <a:lstStyle/>
          <a:p>
            <a:r>
              <a:rPr lang="zh-CN" altLang="en-US" dirty="0">
                <a:latin typeface="+mn-lt"/>
              </a:rPr>
              <a:t>计算机网络原理  复习</a:t>
            </a:r>
          </a:p>
        </p:txBody>
      </p:sp>
      <p:sp>
        <p:nvSpPr>
          <p:cNvPr id="2051" name="Rectangle 3"/>
          <p:cNvSpPr>
            <a:spLocks noGrp="1" noChangeArrowheads="1"/>
          </p:cNvSpPr>
          <p:nvPr>
            <p:ph type="subTitle" idx="1"/>
          </p:nvPr>
        </p:nvSpPr>
        <p:spPr/>
        <p:txBody>
          <a:bodyPr/>
          <a:lstStyle/>
          <a:p>
            <a:r>
              <a:rPr lang="zh-CN" altLang="en-US" dirty="0">
                <a:solidFill>
                  <a:srgbClr val="0000CC"/>
                </a:solidFill>
                <a:latin typeface="黑体" panose="02010609060101010101" pitchFamily="49" charset="-122"/>
                <a:ea typeface="黑体" panose="02010609060101010101" pitchFamily="49" charset="-122"/>
              </a:rPr>
              <a:t>计算机网络原理课程组</a:t>
            </a:r>
            <a:endParaRPr lang="en-US" altLang="zh-CN" dirty="0">
              <a:solidFill>
                <a:srgbClr val="0000CC"/>
              </a:solidFill>
              <a:latin typeface="黑体" panose="02010609060101010101" pitchFamily="49" charset="-122"/>
              <a:ea typeface="黑体" panose="02010609060101010101" pitchFamily="49" charset="-122"/>
            </a:endParaRPr>
          </a:p>
          <a:p>
            <a:r>
              <a:rPr lang="en-US" altLang="zh-CN" dirty="0">
                <a:solidFill>
                  <a:srgbClr val="0000CC"/>
                </a:solidFill>
                <a:ea typeface="宋体" panose="02010600030101010101" pitchFamily="2" charset="-122"/>
              </a:rPr>
              <a:t>2025.6.13</a:t>
            </a:r>
            <a:endParaRPr lang="zh-CN" altLang="en-US" dirty="0">
              <a:solidFill>
                <a:srgbClr val="0000CC"/>
              </a:solidFill>
              <a:ea typeface="宋体" panose="02010600030101010101" pitchFamily="2" charset="-122"/>
            </a:endParaRP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第</a:t>
            </a:r>
            <a:r>
              <a:rPr lang="en-US" altLang="zh-CN" dirty="0"/>
              <a:t> 1 </a:t>
            </a:r>
            <a:r>
              <a:rPr lang="zh-CN" altLang="zh-CN" dirty="0"/>
              <a:t>章</a:t>
            </a:r>
            <a:r>
              <a:rPr lang="en-US" altLang="zh-CN" dirty="0"/>
              <a:t>  </a:t>
            </a:r>
            <a:r>
              <a:rPr lang="zh-CN" altLang="en-US" dirty="0"/>
              <a:t>概述</a:t>
            </a:r>
          </a:p>
        </p:txBody>
      </p:sp>
      <p:sp>
        <p:nvSpPr>
          <p:cNvPr id="3" name="内容占位符 2"/>
          <p:cNvSpPr>
            <a:spLocks noGrp="1"/>
          </p:cNvSpPr>
          <p:nvPr>
            <p:ph idx="1"/>
          </p:nvPr>
        </p:nvSpPr>
        <p:spPr>
          <a:xfrm>
            <a:off x="344488" y="1124744"/>
            <a:ext cx="9561512" cy="5544616"/>
          </a:xfrm>
        </p:spPr>
        <p:txBody>
          <a:bodyPr/>
          <a:lstStyle/>
          <a:p>
            <a:pPr marL="0" indent="0">
              <a:buNone/>
            </a:pPr>
            <a:r>
              <a:rPr lang="en-US" altLang="zh-CN" sz="2400" dirty="0">
                <a:sym typeface="+mn-ea"/>
              </a:rPr>
              <a:t>1.2  </a:t>
            </a:r>
            <a:r>
              <a:rPr lang="zh-CN" altLang="zh-CN" sz="2400" dirty="0">
                <a:sym typeface="+mn-ea"/>
              </a:rPr>
              <a:t>互联网的</a:t>
            </a:r>
            <a:r>
              <a:rPr lang="zh-CN" altLang="en-US" sz="2400" dirty="0">
                <a:sym typeface="+mn-ea"/>
              </a:rPr>
              <a:t>概述 </a:t>
            </a:r>
            <a:r>
              <a:rPr lang="zh-CN" altLang="en-US" sz="2400" dirty="0">
                <a:solidFill>
                  <a:srgbClr val="FF0000"/>
                </a:solidFill>
                <a:sym typeface="+mn-ea"/>
              </a:rPr>
              <a:t>网络的网络，</a:t>
            </a:r>
            <a:r>
              <a:rPr lang="en-US" altLang="zh-CN" sz="2400" dirty="0">
                <a:solidFill>
                  <a:srgbClr val="FF0000"/>
                </a:solidFill>
                <a:sym typeface="+mn-ea"/>
              </a:rPr>
              <a:t>Internet</a:t>
            </a:r>
            <a:r>
              <a:rPr lang="zh-CN" altLang="en-US" sz="2400" dirty="0">
                <a:solidFill>
                  <a:srgbClr val="FF0000"/>
                </a:solidFill>
                <a:sym typeface="+mn-ea"/>
              </a:rPr>
              <a:t>，</a:t>
            </a:r>
            <a:r>
              <a:rPr lang="en-US" altLang="zh-CN" sz="2400" dirty="0">
                <a:solidFill>
                  <a:srgbClr val="FF0000"/>
                </a:solidFill>
                <a:sym typeface="+mn-ea"/>
              </a:rPr>
              <a:t>ISP</a:t>
            </a:r>
            <a:endParaRPr lang="en-US" altLang="zh-CN" sz="2400" dirty="0">
              <a:sym typeface="+mn-ea"/>
            </a:endParaRPr>
          </a:p>
          <a:p>
            <a:pPr marL="0" indent="0">
              <a:buNone/>
            </a:pPr>
            <a:r>
              <a:rPr lang="en-US" altLang="zh-CN" sz="2400" dirty="0">
                <a:sym typeface="+mn-ea"/>
              </a:rPr>
              <a:t>1.3  </a:t>
            </a:r>
            <a:r>
              <a:rPr lang="zh-CN" altLang="zh-CN" sz="2400" dirty="0">
                <a:sym typeface="+mn-ea"/>
              </a:rPr>
              <a:t>互联网的组成（逻辑功能） </a:t>
            </a:r>
            <a:r>
              <a:rPr lang="zh-CN" altLang="zh-CN" sz="2400" dirty="0">
                <a:solidFill>
                  <a:srgbClr val="FF0000"/>
                </a:solidFill>
                <a:sym typeface="+mn-ea"/>
              </a:rPr>
              <a:t>资源子网</a:t>
            </a:r>
            <a:r>
              <a:rPr lang="en-US" altLang="zh-CN" sz="2400" dirty="0">
                <a:solidFill>
                  <a:srgbClr val="FF0000"/>
                </a:solidFill>
                <a:sym typeface="+mn-ea"/>
              </a:rPr>
              <a:t>+</a:t>
            </a:r>
            <a:r>
              <a:rPr lang="zh-CN" altLang="en-US" sz="2400" dirty="0">
                <a:solidFill>
                  <a:srgbClr val="FF0000"/>
                </a:solidFill>
                <a:sym typeface="+mn-ea"/>
              </a:rPr>
              <a:t>通信子网，资源</a:t>
            </a:r>
            <a:r>
              <a:rPr lang="en-US" altLang="zh-CN" sz="2400" dirty="0">
                <a:solidFill>
                  <a:srgbClr val="FF0000"/>
                </a:solidFill>
                <a:sym typeface="+mn-ea"/>
              </a:rPr>
              <a:t>=</a:t>
            </a:r>
            <a:r>
              <a:rPr lang="zh-CN" altLang="en-US" sz="2400" dirty="0">
                <a:solidFill>
                  <a:srgbClr val="FF0000"/>
                </a:solidFill>
                <a:sym typeface="+mn-ea"/>
              </a:rPr>
              <a:t>软硬件和数据， 端到端通信，工作方式：边缘部分（</a:t>
            </a:r>
            <a:r>
              <a:rPr lang="en-US" altLang="zh-CN" sz="2400" dirty="0">
                <a:solidFill>
                  <a:srgbClr val="FF0000"/>
                </a:solidFill>
                <a:sym typeface="+mn-ea"/>
              </a:rPr>
              <a:t> C/S</a:t>
            </a:r>
            <a:r>
              <a:rPr lang="zh-CN" altLang="en-US" sz="2400" dirty="0">
                <a:solidFill>
                  <a:srgbClr val="FF0000"/>
                </a:solidFill>
                <a:sym typeface="+mn-ea"/>
              </a:rPr>
              <a:t>， </a:t>
            </a:r>
            <a:r>
              <a:rPr lang="en-US" altLang="zh-CN" sz="2400" dirty="0" err="1">
                <a:solidFill>
                  <a:srgbClr val="FF0000"/>
                </a:solidFill>
                <a:sym typeface="+mn-ea"/>
              </a:rPr>
              <a:t>PtoP</a:t>
            </a:r>
            <a:r>
              <a:rPr lang="zh-CN" altLang="en-US" sz="2400" dirty="0">
                <a:solidFill>
                  <a:srgbClr val="FF0000"/>
                </a:solidFill>
                <a:sym typeface="+mn-ea"/>
              </a:rPr>
              <a:t>对等）</a:t>
            </a:r>
            <a:r>
              <a:rPr lang="en-US" altLang="zh-CN" sz="2400" dirty="0">
                <a:solidFill>
                  <a:srgbClr val="FF0000"/>
                </a:solidFill>
                <a:sym typeface="+mn-ea"/>
              </a:rPr>
              <a:t>+</a:t>
            </a:r>
            <a:r>
              <a:rPr lang="zh-CN" altLang="en-US" sz="2400" dirty="0">
                <a:solidFill>
                  <a:srgbClr val="FF0000"/>
                </a:solidFill>
                <a:sym typeface="+mn-ea"/>
              </a:rPr>
              <a:t>核心部分（分组交换，路由器存储转发）</a:t>
            </a:r>
            <a:endParaRPr lang="en-US" altLang="zh-CN" sz="2400" dirty="0"/>
          </a:p>
          <a:p>
            <a:pPr marL="0" indent="0">
              <a:buNone/>
            </a:pPr>
            <a:r>
              <a:rPr lang="en-US" altLang="zh-CN" sz="2400" dirty="0">
                <a:sym typeface="+mn-ea"/>
              </a:rPr>
              <a:t>1.5  </a:t>
            </a:r>
            <a:r>
              <a:rPr lang="zh-CN" altLang="zh-CN" sz="2400" dirty="0">
                <a:sym typeface="+mn-ea"/>
              </a:rPr>
              <a:t>计算机网络的</a:t>
            </a:r>
            <a:r>
              <a:rPr lang="zh-CN" altLang="en-US" sz="2400" dirty="0">
                <a:sym typeface="+mn-ea"/>
              </a:rPr>
              <a:t>类别</a:t>
            </a:r>
            <a:r>
              <a:rPr lang="en-US" altLang="zh-CN" sz="2400" dirty="0">
                <a:sym typeface="+mn-ea"/>
              </a:rPr>
              <a:t> </a:t>
            </a:r>
            <a:r>
              <a:rPr lang="zh-CN" altLang="en-US" sz="2400" dirty="0">
                <a:solidFill>
                  <a:srgbClr val="FF0000"/>
                </a:solidFill>
                <a:sym typeface="+mn-ea"/>
              </a:rPr>
              <a:t>按联网范围分（广域，城域，局域</a:t>
            </a:r>
            <a:r>
              <a:rPr lang="en-US" altLang="zh-CN" sz="2400" dirty="0">
                <a:solidFill>
                  <a:srgbClr val="FF0000"/>
                </a:solidFill>
                <a:sym typeface="+mn-ea"/>
              </a:rPr>
              <a:t>LAN</a:t>
            </a:r>
            <a:r>
              <a:rPr lang="zh-CN" altLang="en-US" sz="2400" dirty="0">
                <a:solidFill>
                  <a:srgbClr val="FF0000"/>
                </a:solidFill>
                <a:sym typeface="+mn-ea"/>
              </a:rPr>
              <a:t>，个人区域</a:t>
            </a:r>
            <a:r>
              <a:rPr lang="en-US" altLang="zh-CN" sz="2400" dirty="0">
                <a:solidFill>
                  <a:srgbClr val="FF0000"/>
                </a:solidFill>
                <a:sym typeface="+mn-ea"/>
              </a:rPr>
              <a:t>WPAN</a:t>
            </a:r>
            <a:r>
              <a:rPr lang="zh-CN" altLang="en-US" sz="2400" dirty="0">
                <a:solidFill>
                  <a:srgbClr val="FF0000"/>
                </a:solidFill>
                <a:sym typeface="+mn-ea"/>
              </a:rPr>
              <a:t>），按使用者分（公用，专用）</a:t>
            </a:r>
            <a:endParaRPr lang="en-US" altLang="zh-CN" sz="2400" dirty="0">
              <a:solidFill>
                <a:srgbClr val="FF0000"/>
              </a:solidFill>
              <a:sym typeface="+mn-ea"/>
            </a:endParaRPr>
          </a:p>
          <a:p>
            <a:pPr marL="0" indent="0">
              <a:buNone/>
            </a:pPr>
            <a:r>
              <a:rPr lang="en-US" altLang="zh-CN" sz="2400" dirty="0">
                <a:sym typeface="+mn-ea"/>
              </a:rPr>
              <a:t>1.6  </a:t>
            </a:r>
            <a:r>
              <a:rPr lang="zh-CN" altLang="zh-CN" sz="2400" dirty="0">
                <a:sym typeface="+mn-ea"/>
              </a:rPr>
              <a:t>计算机网络的性能</a:t>
            </a:r>
            <a:r>
              <a:rPr lang="en-US" altLang="zh-CN" sz="2400" dirty="0">
                <a:sym typeface="+mn-ea"/>
              </a:rPr>
              <a:t> </a:t>
            </a:r>
            <a:r>
              <a:rPr lang="zh-CN" altLang="en-US" sz="2400" dirty="0">
                <a:solidFill>
                  <a:srgbClr val="FF0000"/>
                </a:solidFill>
                <a:sym typeface="+mn-ea"/>
              </a:rPr>
              <a:t>七个主要定量性能指标（速率，带宽，吞吐量，时延，时延带宽积（传播时延</a:t>
            </a:r>
            <a:r>
              <a:rPr lang="en-US" altLang="zh-CN" sz="2400" dirty="0">
                <a:solidFill>
                  <a:srgbClr val="FF0000"/>
                </a:solidFill>
                <a:sym typeface="+mn-ea"/>
              </a:rPr>
              <a:t>X</a:t>
            </a:r>
            <a:r>
              <a:rPr lang="zh-CN" altLang="en-US" sz="2400" dirty="0">
                <a:solidFill>
                  <a:srgbClr val="FF0000"/>
                </a:solidFill>
                <a:sym typeface="+mn-ea"/>
              </a:rPr>
              <a:t>带宽），往返时间，利用率）</a:t>
            </a:r>
            <a:endParaRPr lang="en-US" altLang="zh-CN" sz="2400" dirty="0">
              <a:solidFill>
                <a:srgbClr val="FF0000"/>
              </a:solidFill>
            </a:endParaRPr>
          </a:p>
          <a:p>
            <a:pPr marL="0" indent="0">
              <a:buNone/>
            </a:pPr>
            <a:r>
              <a:rPr lang="en-US" altLang="zh-CN" sz="2400" dirty="0">
                <a:sym typeface="+mn-ea"/>
              </a:rPr>
              <a:t>1.7  </a:t>
            </a:r>
            <a:r>
              <a:rPr lang="zh-CN" altLang="zh-CN" sz="2400" dirty="0">
                <a:sym typeface="+mn-ea"/>
              </a:rPr>
              <a:t>计算机网络的体系结构 </a:t>
            </a:r>
            <a:r>
              <a:rPr lang="zh-CN" altLang="en-US" sz="2400" dirty="0">
                <a:solidFill>
                  <a:srgbClr val="FF0000"/>
                </a:solidFill>
                <a:sym typeface="+mn-ea"/>
              </a:rPr>
              <a:t>体系结构定义，</a:t>
            </a:r>
            <a:r>
              <a:rPr lang="zh-CN" altLang="zh-CN" sz="2400" dirty="0">
                <a:solidFill>
                  <a:srgbClr val="FF0000"/>
                </a:solidFill>
                <a:sym typeface="+mn-ea"/>
              </a:rPr>
              <a:t>协议三要素：语法、语义、同步 </a:t>
            </a:r>
            <a:r>
              <a:rPr lang="en-US" altLang="zh-CN" sz="2400" dirty="0">
                <a:solidFill>
                  <a:srgbClr val="FF0000"/>
                </a:solidFill>
                <a:sym typeface="+mn-ea"/>
              </a:rPr>
              <a:t>.</a:t>
            </a:r>
            <a:r>
              <a:rPr lang="zh-CN" altLang="zh-CN" sz="2400" dirty="0">
                <a:solidFill>
                  <a:srgbClr val="FF0000"/>
                </a:solidFill>
                <a:sym typeface="+mn-ea"/>
              </a:rPr>
              <a:t> </a:t>
            </a:r>
            <a:r>
              <a:rPr lang="zh-CN" altLang="zh-CN" sz="2400" dirty="0">
                <a:sym typeface="+mn-ea"/>
              </a:rPr>
              <a:t> </a:t>
            </a:r>
            <a:r>
              <a:rPr lang="en-US" altLang="zh-CN" sz="2400" dirty="0">
                <a:solidFill>
                  <a:srgbClr val="FF0000"/>
                </a:solidFill>
                <a:sym typeface="+mn-ea"/>
              </a:rPr>
              <a:t>OSI</a:t>
            </a:r>
            <a:r>
              <a:rPr lang="zh-CN" altLang="en-US" sz="2400" dirty="0">
                <a:solidFill>
                  <a:srgbClr val="FF0000"/>
                </a:solidFill>
                <a:sym typeface="+mn-ea"/>
              </a:rPr>
              <a:t>的七层和</a:t>
            </a:r>
            <a:r>
              <a:rPr lang="en-US" altLang="zh-CN" sz="2400" dirty="0">
                <a:solidFill>
                  <a:srgbClr val="FF0000"/>
                </a:solidFill>
                <a:sym typeface="+mn-ea"/>
              </a:rPr>
              <a:t>TCP/IP</a:t>
            </a:r>
            <a:r>
              <a:rPr lang="zh-CN" altLang="en-US" sz="2400" dirty="0">
                <a:solidFill>
                  <a:srgbClr val="FF0000"/>
                </a:solidFill>
                <a:sym typeface="+mn-ea"/>
              </a:rPr>
              <a:t>（事实标准）</a:t>
            </a:r>
            <a:r>
              <a:rPr lang="zh-CN" altLang="zh-CN" sz="2400" dirty="0">
                <a:solidFill>
                  <a:srgbClr val="FF0000"/>
                </a:solidFill>
                <a:sym typeface="+mn-ea"/>
              </a:rPr>
              <a:t>的四层</a:t>
            </a:r>
            <a:r>
              <a:rPr lang="zh-CN" altLang="en-US" sz="2400" dirty="0">
                <a:solidFill>
                  <a:srgbClr val="FF0000"/>
                </a:solidFill>
                <a:sym typeface="+mn-ea"/>
              </a:rPr>
              <a:t>（五层），每一层的典型互联设备（中继器，交换机，路由器，网关），每一层的协议，</a:t>
            </a:r>
            <a:r>
              <a:rPr lang="en-US" altLang="zh-CN" sz="2400" dirty="0">
                <a:solidFill>
                  <a:srgbClr val="FF0000"/>
                </a:solidFill>
                <a:sym typeface="+mn-ea"/>
              </a:rPr>
              <a:t>PDU</a:t>
            </a:r>
            <a:r>
              <a:rPr lang="zh-CN" altLang="en-US" sz="2400" dirty="0">
                <a:solidFill>
                  <a:srgbClr val="FF0000"/>
                </a:solidFill>
                <a:sym typeface="+mn-ea"/>
              </a:rPr>
              <a:t>名称（比特流，数据帧，数据分组（</a:t>
            </a:r>
            <a:r>
              <a:rPr lang="en-US" altLang="zh-CN" sz="2400" dirty="0">
                <a:solidFill>
                  <a:srgbClr val="FF0000"/>
                </a:solidFill>
                <a:sym typeface="+mn-ea"/>
              </a:rPr>
              <a:t>IP</a:t>
            </a:r>
            <a:r>
              <a:rPr lang="zh-CN" altLang="en-US" sz="2400" dirty="0">
                <a:solidFill>
                  <a:srgbClr val="FF0000"/>
                </a:solidFill>
                <a:sym typeface="+mn-ea"/>
              </a:rPr>
              <a:t>数据包），</a:t>
            </a:r>
            <a:r>
              <a:rPr lang="en-US" altLang="zh-CN" sz="2400" dirty="0">
                <a:solidFill>
                  <a:srgbClr val="FF0000"/>
                </a:solidFill>
                <a:sym typeface="+mn-ea"/>
              </a:rPr>
              <a:t>UDP</a:t>
            </a:r>
            <a:r>
              <a:rPr lang="zh-CN" altLang="en-US" sz="2400" dirty="0">
                <a:solidFill>
                  <a:srgbClr val="FF0000"/>
                </a:solidFill>
                <a:sym typeface="+mn-ea"/>
              </a:rPr>
              <a:t>数据报，</a:t>
            </a:r>
            <a:r>
              <a:rPr lang="en-US" altLang="zh-CN" sz="2400" dirty="0">
                <a:solidFill>
                  <a:srgbClr val="FF0000"/>
                </a:solidFill>
                <a:sym typeface="+mn-ea"/>
              </a:rPr>
              <a:t>TCP</a:t>
            </a:r>
            <a:r>
              <a:rPr lang="zh-CN" altLang="en-US" sz="2400" dirty="0">
                <a:solidFill>
                  <a:srgbClr val="FF0000"/>
                </a:solidFill>
                <a:sym typeface="+mn-ea"/>
              </a:rPr>
              <a:t>报文段），</a:t>
            </a:r>
            <a:r>
              <a:rPr lang="en-US" altLang="zh-CN" sz="2400" dirty="0">
                <a:solidFill>
                  <a:srgbClr val="FF0000"/>
                </a:solidFill>
                <a:sym typeface="+mn-ea"/>
              </a:rPr>
              <a:t>n</a:t>
            </a:r>
            <a:r>
              <a:rPr lang="zh-CN" altLang="en-US" sz="2400" dirty="0">
                <a:solidFill>
                  <a:srgbClr val="FF0000"/>
                </a:solidFill>
                <a:sym typeface="+mn-ea"/>
              </a:rPr>
              <a:t>层和</a:t>
            </a:r>
            <a:r>
              <a:rPr lang="en-US" altLang="zh-CN" sz="2400" dirty="0">
                <a:solidFill>
                  <a:srgbClr val="FF0000"/>
                </a:solidFill>
                <a:sym typeface="+mn-ea"/>
              </a:rPr>
              <a:t>n+1</a:t>
            </a:r>
            <a:r>
              <a:rPr lang="zh-CN" altLang="en-US" sz="2400" dirty="0">
                <a:solidFill>
                  <a:srgbClr val="FF0000"/>
                </a:solidFill>
                <a:sym typeface="+mn-ea"/>
              </a:rPr>
              <a:t>层的关系</a:t>
            </a:r>
            <a:r>
              <a:rPr lang="zh-CN" altLang="en-US" sz="2400">
                <a:solidFill>
                  <a:srgbClr val="FF0000"/>
                </a:solidFill>
                <a:sym typeface="+mn-ea"/>
              </a:rPr>
              <a:t>（水平：</a:t>
            </a:r>
            <a:r>
              <a:rPr lang="zh-CN" altLang="en-US" sz="2400" dirty="0">
                <a:solidFill>
                  <a:srgbClr val="FF0000"/>
                </a:solidFill>
                <a:sym typeface="+mn-ea"/>
              </a:rPr>
              <a:t>协议。垂直：服务）</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第</a:t>
            </a:r>
            <a:r>
              <a:rPr lang="en-US" altLang="zh-CN" dirty="0"/>
              <a:t> 2 </a:t>
            </a:r>
            <a:r>
              <a:rPr lang="zh-CN" altLang="zh-CN" dirty="0"/>
              <a:t>章</a:t>
            </a:r>
            <a:r>
              <a:rPr lang="en-US" altLang="zh-CN" dirty="0"/>
              <a:t>  </a:t>
            </a:r>
            <a:r>
              <a:rPr lang="zh-CN" altLang="en-US" dirty="0"/>
              <a:t>物理层</a:t>
            </a:r>
          </a:p>
        </p:txBody>
      </p:sp>
      <p:sp>
        <p:nvSpPr>
          <p:cNvPr id="3" name="内容占位符 2"/>
          <p:cNvSpPr>
            <a:spLocks noGrp="1"/>
          </p:cNvSpPr>
          <p:nvPr>
            <p:ph idx="1"/>
          </p:nvPr>
        </p:nvSpPr>
        <p:spPr>
          <a:xfrm>
            <a:off x="272480" y="1196752"/>
            <a:ext cx="9433048" cy="4934173"/>
          </a:xfrm>
        </p:spPr>
        <p:txBody>
          <a:bodyPr/>
          <a:lstStyle/>
          <a:p>
            <a:r>
              <a:rPr lang="en-US" altLang="zh-CN" sz="2400" dirty="0"/>
              <a:t>2.1  </a:t>
            </a:r>
            <a:r>
              <a:rPr lang="zh-CN" altLang="zh-CN" sz="2400" dirty="0"/>
              <a:t>物理层的基本概念 </a:t>
            </a:r>
            <a:r>
              <a:rPr lang="zh-CN" altLang="en-US" sz="2400" dirty="0">
                <a:solidFill>
                  <a:srgbClr val="FF0000"/>
                </a:solidFill>
                <a:sym typeface="+mn-ea"/>
              </a:rPr>
              <a:t>机械特性（接口形状尺寸） 、电气特性（</a:t>
            </a:r>
            <a:r>
              <a:rPr lang="en-US" altLang="zh-CN" sz="2400" dirty="0">
                <a:solidFill>
                  <a:srgbClr val="FF0000"/>
                </a:solidFill>
                <a:sym typeface="+mn-ea"/>
              </a:rPr>
              <a:t>-5V-+5V</a:t>
            </a:r>
            <a:r>
              <a:rPr lang="zh-CN" altLang="en-US" sz="2400" dirty="0">
                <a:solidFill>
                  <a:srgbClr val="FF0000"/>
                </a:solidFill>
                <a:sym typeface="+mn-ea"/>
              </a:rPr>
              <a:t>）、功能特性（</a:t>
            </a:r>
            <a:r>
              <a:rPr lang="en-US" altLang="zh-CN" sz="2400" dirty="0">
                <a:solidFill>
                  <a:srgbClr val="FF0000"/>
                </a:solidFill>
                <a:sym typeface="+mn-ea"/>
              </a:rPr>
              <a:t>0V</a:t>
            </a:r>
            <a:r>
              <a:rPr lang="zh-CN" altLang="en-US" sz="2400" dirty="0">
                <a:solidFill>
                  <a:srgbClr val="FF0000"/>
                </a:solidFill>
                <a:sym typeface="+mn-ea"/>
              </a:rPr>
              <a:t>表示逻辑</a:t>
            </a:r>
            <a:r>
              <a:rPr lang="en-US" altLang="zh-CN" sz="2400" dirty="0">
                <a:solidFill>
                  <a:srgbClr val="FF0000"/>
                </a:solidFill>
                <a:sym typeface="+mn-ea"/>
              </a:rPr>
              <a:t>0</a:t>
            </a:r>
            <a:r>
              <a:rPr lang="zh-CN" altLang="en-US" sz="2400" dirty="0">
                <a:solidFill>
                  <a:srgbClr val="FF0000"/>
                </a:solidFill>
                <a:sym typeface="+mn-ea"/>
              </a:rPr>
              <a:t>，</a:t>
            </a:r>
            <a:r>
              <a:rPr lang="en-US" altLang="zh-CN" sz="2400" dirty="0">
                <a:solidFill>
                  <a:srgbClr val="FF0000"/>
                </a:solidFill>
                <a:sym typeface="+mn-ea"/>
              </a:rPr>
              <a:t>5V</a:t>
            </a:r>
            <a:r>
              <a:rPr lang="zh-CN" altLang="en-US" sz="2400" dirty="0">
                <a:solidFill>
                  <a:srgbClr val="FF0000"/>
                </a:solidFill>
                <a:sym typeface="+mn-ea"/>
              </a:rPr>
              <a:t>表示逻辑</a:t>
            </a:r>
            <a:r>
              <a:rPr lang="en-US" altLang="zh-CN" sz="2400" dirty="0">
                <a:solidFill>
                  <a:srgbClr val="FF0000"/>
                </a:solidFill>
                <a:sym typeface="+mn-ea"/>
              </a:rPr>
              <a:t>1</a:t>
            </a:r>
            <a:r>
              <a:rPr lang="zh-CN" altLang="en-US" sz="2400" dirty="0">
                <a:solidFill>
                  <a:srgbClr val="FF0000"/>
                </a:solidFill>
                <a:sym typeface="+mn-ea"/>
              </a:rPr>
              <a:t>）、过程特性 </a:t>
            </a:r>
            <a:endParaRPr lang="zh-CN" altLang="zh-CN" sz="2400" dirty="0"/>
          </a:p>
          <a:p>
            <a:r>
              <a:rPr lang="en-US" altLang="zh-CN" sz="2400" dirty="0"/>
              <a:t>2.2  </a:t>
            </a:r>
            <a:r>
              <a:rPr lang="zh-CN" altLang="zh-CN" sz="2400" dirty="0"/>
              <a:t>数据通信的基础知识</a:t>
            </a:r>
            <a:r>
              <a:rPr lang="en-US" altLang="zh-CN" sz="2400" dirty="0"/>
              <a:t> </a:t>
            </a:r>
            <a:r>
              <a:rPr lang="zh-CN" altLang="en-US" sz="2400" dirty="0">
                <a:solidFill>
                  <a:srgbClr val="FF0000"/>
                </a:solidFill>
              </a:rPr>
              <a:t>数模和模数转换，单双工，</a:t>
            </a:r>
            <a:r>
              <a:rPr lang="zh-CN" altLang="zh-CN" sz="2400" dirty="0">
                <a:solidFill>
                  <a:srgbClr val="FF0000"/>
                </a:solidFill>
              </a:rPr>
              <a:t>奈奎斯特定理</a:t>
            </a:r>
            <a:r>
              <a:rPr lang="zh-CN" altLang="en-US" sz="2400" dirty="0">
                <a:solidFill>
                  <a:srgbClr val="FF0000"/>
                </a:solidFill>
              </a:rPr>
              <a:t>：</a:t>
            </a:r>
            <a:r>
              <a:rPr lang="en-US" altLang="zh-CN" sz="2400" dirty="0">
                <a:solidFill>
                  <a:srgbClr val="FF0000"/>
                </a:solidFill>
              </a:rPr>
              <a:t>C=</a:t>
            </a:r>
            <a:r>
              <a:rPr lang="en-US" altLang="zh-CN" sz="2400" dirty="0" err="1">
                <a:solidFill>
                  <a:srgbClr val="FF0000"/>
                </a:solidFill>
              </a:rPr>
              <a:t>2Hlog2N</a:t>
            </a:r>
            <a:r>
              <a:rPr lang="zh-CN" altLang="en-US" sz="2400" dirty="0">
                <a:solidFill>
                  <a:srgbClr val="FF0000"/>
                </a:solidFill>
              </a:rPr>
              <a:t>，香农定理</a:t>
            </a:r>
            <a:r>
              <a:rPr lang="pt-BR" altLang="zh-CN" sz="2400" dirty="0">
                <a:solidFill>
                  <a:srgbClr val="FF0000"/>
                </a:solidFill>
              </a:rPr>
              <a:t>C=Blog2​(1+S/N)</a:t>
            </a:r>
            <a:r>
              <a:rPr lang="en-US" altLang="zh-CN" sz="2400" dirty="0">
                <a:solidFill>
                  <a:srgbClr val="FF0000"/>
                </a:solidFill>
              </a:rPr>
              <a:t>【B</a:t>
            </a:r>
            <a:r>
              <a:rPr lang="zh-CN" altLang="en-US" sz="2400" dirty="0">
                <a:solidFill>
                  <a:srgbClr val="FF0000"/>
                </a:solidFill>
              </a:rPr>
              <a:t>带宽</a:t>
            </a:r>
            <a:r>
              <a:rPr lang="en-US" altLang="zh-CN" sz="2400" dirty="0">
                <a:solidFill>
                  <a:srgbClr val="FF0000"/>
                </a:solidFill>
              </a:rPr>
              <a:t>S/N</a:t>
            </a:r>
            <a:r>
              <a:rPr lang="zh-CN" altLang="en-US" sz="2400" dirty="0">
                <a:solidFill>
                  <a:srgbClr val="FF0000"/>
                </a:solidFill>
              </a:rPr>
              <a:t>信噪比</a:t>
            </a:r>
            <a:r>
              <a:rPr lang="en-US" altLang="zh-CN" sz="2400" dirty="0">
                <a:solidFill>
                  <a:srgbClr val="FF0000"/>
                </a:solidFill>
              </a:rPr>
              <a:t>】</a:t>
            </a:r>
          </a:p>
          <a:p>
            <a:pPr marL="0" indent="0">
              <a:buNone/>
            </a:pPr>
            <a:r>
              <a:rPr lang="en-US" altLang="zh-CN" sz="2400" dirty="0">
                <a:solidFill>
                  <a:srgbClr val="FF0000"/>
                </a:solidFill>
              </a:rPr>
              <a:t>    </a:t>
            </a:r>
            <a:r>
              <a:rPr lang="zh-CN" altLang="en-US" sz="2400" dirty="0">
                <a:solidFill>
                  <a:srgbClr val="FF0000"/>
                </a:solidFill>
              </a:rPr>
              <a:t>波特率和数据速率的关系，归零、不归零、曼彻斯特编码特点</a:t>
            </a:r>
            <a:endParaRPr lang="zh-CN" altLang="zh-CN" sz="2400" dirty="0">
              <a:solidFill>
                <a:srgbClr val="FF0000"/>
              </a:solidFill>
            </a:endParaRPr>
          </a:p>
          <a:p>
            <a:r>
              <a:rPr lang="en-US" altLang="zh-CN" sz="2400" dirty="0"/>
              <a:t>2.3  </a:t>
            </a:r>
            <a:r>
              <a:rPr lang="zh-CN" altLang="zh-CN" sz="2400" dirty="0"/>
              <a:t>物理层下面的传输媒体 </a:t>
            </a:r>
            <a:r>
              <a:rPr lang="zh-CN" altLang="zh-CN" sz="2400" dirty="0">
                <a:solidFill>
                  <a:srgbClr val="FF0000"/>
                </a:solidFill>
                <a:sym typeface="+mn-ea"/>
              </a:rPr>
              <a:t>导引型传输媒体（同轴电缆、双绞线</a:t>
            </a:r>
            <a:r>
              <a:rPr lang="zh-CN" altLang="en-US" sz="2400" dirty="0">
                <a:solidFill>
                  <a:srgbClr val="FF0000"/>
                </a:solidFill>
                <a:sym typeface="+mn-ea"/>
              </a:rPr>
              <a:t>（为何对扭）</a:t>
            </a:r>
            <a:r>
              <a:rPr lang="zh-CN" altLang="zh-CN" sz="2400" dirty="0">
                <a:solidFill>
                  <a:srgbClr val="FF0000"/>
                </a:solidFill>
                <a:sym typeface="+mn-ea"/>
              </a:rPr>
              <a:t>、光纤</a:t>
            </a:r>
            <a:r>
              <a:rPr lang="zh-CN" altLang="en-US" sz="2400" dirty="0">
                <a:solidFill>
                  <a:srgbClr val="FF0000"/>
                </a:solidFill>
                <a:sym typeface="+mn-ea"/>
              </a:rPr>
              <a:t>（单模，多模）</a:t>
            </a:r>
            <a:r>
              <a:rPr lang="zh-CN" altLang="zh-CN" sz="2400" dirty="0">
                <a:solidFill>
                  <a:srgbClr val="FF0000"/>
                </a:solidFill>
                <a:sym typeface="+mn-ea"/>
              </a:rPr>
              <a:t>）非导引型传输媒体（无线信号（无线局域网</a:t>
            </a:r>
            <a:r>
              <a:rPr lang="en-US" altLang="zh-CN" sz="2400" dirty="0">
                <a:solidFill>
                  <a:srgbClr val="FF0000"/>
                </a:solidFill>
                <a:sym typeface="+mn-ea"/>
              </a:rPr>
              <a:t>Wi-Fi</a:t>
            </a:r>
            <a:r>
              <a:rPr lang="zh-CN" altLang="en-US" sz="2400" dirty="0">
                <a:solidFill>
                  <a:srgbClr val="FF0000"/>
                </a:solidFill>
                <a:sym typeface="+mn-ea"/>
              </a:rPr>
              <a:t>，标准是</a:t>
            </a:r>
            <a:r>
              <a:rPr lang="en-US" altLang="zh-CN" sz="2400" dirty="0">
                <a:solidFill>
                  <a:srgbClr val="FF0000"/>
                </a:solidFill>
                <a:sym typeface="+mn-ea"/>
              </a:rPr>
              <a:t>802.11</a:t>
            </a:r>
            <a:r>
              <a:rPr lang="zh-CN" altLang="zh-CN" sz="2400" dirty="0">
                <a:solidFill>
                  <a:srgbClr val="FF0000"/>
                </a:solidFill>
                <a:sym typeface="+mn-ea"/>
              </a:rPr>
              <a:t>），红外）</a:t>
            </a:r>
            <a:endParaRPr lang="zh-CN" altLang="zh-CN" sz="2400" dirty="0"/>
          </a:p>
          <a:p>
            <a:r>
              <a:rPr lang="en-US" altLang="zh-CN" sz="2400" dirty="0"/>
              <a:t>2.4  </a:t>
            </a:r>
            <a:r>
              <a:rPr lang="zh-CN" altLang="zh-CN" sz="2400" dirty="0"/>
              <a:t>信道复用技术 </a:t>
            </a:r>
            <a:r>
              <a:rPr lang="zh-CN" altLang="zh-CN" sz="2400" dirty="0">
                <a:solidFill>
                  <a:srgbClr val="FF0000"/>
                </a:solidFill>
              </a:rPr>
              <a:t>时分复用</a:t>
            </a:r>
            <a:r>
              <a:rPr lang="en-US" altLang="zh-CN" sz="2400" dirty="0">
                <a:solidFill>
                  <a:srgbClr val="FF0000"/>
                </a:solidFill>
              </a:rPr>
              <a:t>TDM</a:t>
            </a:r>
            <a:r>
              <a:rPr lang="zh-CN" altLang="en-US" sz="2400" dirty="0">
                <a:solidFill>
                  <a:srgbClr val="FF0000"/>
                </a:solidFill>
              </a:rPr>
              <a:t>（统计时分复用）</a:t>
            </a:r>
            <a:endParaRPr lang="en-US" altLang="zh-CN" sz="2400" dirty="0">
              <a:solidFill>
                <a:srgbClr val="FF0000"/>
              </a:solidFill>
            </a:endParaRPr>
          </a:p>
          <a:p>
            <a:r>
              <a:rPr lang="zh-CN" altLang="en-US" sz="2400" dirty="0">
                <a:solidFill>
                  <a:srgbClr val="FF0000"/>
                </a:solidFill>
              </a:rPr>
              <a:t> </a:t>
            </a:r>
            <a:r>
              <a:rPr lang="en-US" altLang="zh-CN" sz="2400" dirty="0">
                <a:solidFill>
                  <a:srgbClr val="FF0000"/>
                </a:solidFill>
              </a:rPr>
              <a:t>+</a:t>
            </a:r>
            <a:r>
              <a:rPr lang="zh-CN" altLang="en-US" sz="2400" dirty="0">
                <a:solidFill>
                  <a:srgbClr val="FF0000"/>
                </a:solidFill>
              </a:rPr>
              <a:t>频分复用</a:t>
            </a:r>
            <a:r>
              <a:rPr lang="en-US" altLang="zh-CN" sz="2400" dirty="0">
                <a:solidFill>
                  <a:srgbClr val="FF0000"/>
                </a:solidFill>
              </a:rPr>
              <a:t>FDM</a:t>
            </a:r>
            <a:r>
              <a:rPr lang="zh-CN" altLang="en-US" sz="2400" dirty="0">
                <a:solidFill>
                  <a:srgbClr val="FF0000"/>
                </a:solidFill>
              </a:rPr>
              <a:t>（波分复用</a:t>
            </a:r>
            <a:r>
              <a:rPr lang="en-US" altLang="zh-CN" sz="2400" dirty="0">
                <a:solidFill>
                  <a:srgbClr val="FF0000"/>
                </a:solidFill>
              </a:rPr>
              <a:t>WDM</a:t>
            </a:r>
            <a:r>
              <a:rPr lang="zh-CN" altLang="en-US" sz="2400" dirty="0">
                <a:solidFill>
                  <a:srgbClr val="FF0000"/>
                </a:solidFill>
              </a:rPr>
              <a:t>）</a:t>
            </a:r>
            <a:endParaRPr lang="zh-CN" altLang="zh-CN" dirty="0">
              <a:solidFill>
                <a:srgbClr val="FF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第</a:t>
            </a:r>
            <a:r>
              <a:rPr lang="en-US" altLang="zh-CN" dirty="0"/>
              <a:t> 2 </a:t>
            </a:r>
            <a:r>
              <a:rPr lang="zh-CN" altLang="zh-CN" dirty="0"/>
              <a:t>章</a:t>
            </a:r>
            <a:r>
              <a:rPr lang="en-US" altLang="zh-CN" dirty="0"/>
              <a:t>  </a:t>
            </a:r>
            <a:r>
              <a:rPr lang="zh-CN" altLang="en-US" dirty="0"/>
              <a:t>物理层典型习题</a:t>
            </a:r>
          </a:p>
        </p:txBody>
      </p:sp>
      <p:sp>
        <p:nvSpPr>
          <p:cNvPr id="5" name="文本框 4">
            <a:extLst>
              <a:ext uri="{FF2B5EF4-FFF2-40B4-BE49-F238E27FC236}">
                <a16:creationId xmlns:a16="http://schemas.microsoft.com/office/drawing/2014/main" id="{9CB55B51-4265-B92F-AB88-5A4402A225F0}"/>
              </a:ext>
            </a:extLst>
          </p:cNvPr>
          <p:cNvSpPr txBox="1"/>
          <p:nvPr/>
        </p:nvSpPr>
        <p:spPr>
          <a:xfrm>
            <a:off x="632520" y="1196752"/>
            <a:ext cx="8208912" cy="3046988"/>
          </a:xfrm>
          <a:prstGeom prst="rect">
            <a:avLst/>
          </a:prstGeom>
          <a:noFill/>
        </p:spPr>
        <p:txBody>
          <a:bodyPr wrap="square" rtlCol="0">
            <a:spAutoFit/>
          </a:bodyPr>
          <a:lstStyle/>
          <a:p>
            <a:r>
              <a:rPr lang="en-US" altLang="zh-CN" sz="2400" dirty="0">
                <a:solidFill>
                  <a:srgbClr val="FF0000"/>
                </a:solidFill>
              </a:rPr>
              <a:t>2-08 </a:t>
            </a:r>
            <a:r>
              <a:rPr lang="zh-CN" altLang="zh-CN" sz="2400" dirty="0">
                <a:solidFill>
                  <a:srgbClr val="FF0000"/>
                </a:solidFill>
              </a:rPr>
              <a:t>假定要用</a:t>
            </a:r>
            <a:r>
              <a:rPr lang="en-US" altLang="zh-CN" sz="2400" dirty="0">
                <a:solidFill>
                  <a:srgbClr val="FF0000"/>
                </a:solidFill>
              </a:rPr>
              <a:t>3KHz</a:t>
            </a:r>
            <a:r>
              <a:rPr lang="zh-CN" altLang="zh-CN" sz="2400" dirty="0">
                <a:solidFill>
                  <a:srgbClr val="FF0000"/>
                </a:solidFill>
              </a:rPr>
              <a:t>带宽的电话信道传送</a:t>
            </a:r>
            <a:r>
              <a:rPr lang="en-US" altLang="zh-CN" sz="2400" dirty="0">
                <a:solidFill>
                  <a:srgbClr val="FF0000"/>
                </a:solidFill>
              </a:rPr>
              <a:t>64kb/s</a:t>
            </a:r>
            <a:r>
              <a:rPr lang="zh-CN" altLang="zh-CN" sz="2400" dirty="0">
                <a:solidFill>
                  <a:srgbClr val="FF0000"/>
                </a:solidFill>
              </a:rPr>
              <a:t>的数据（无差错传输），试问这个信道应具有多高的信噪比（分别用比值和分贝来表示？这个结果说明什么问题？）</a:t>
            </a:r>
            <a:endParaRPr lang="en-US" altLang="zh-CN" sz="2400" dirty="0">
              <a:solidFill>
                <a:srgbClr val="FF0000"/>
              </a:solidFill>
            </a:endParaRPr>
          </a:p>
          <a:p>
            <a:endParaRPr lang="zh-CN" altLang="zh-CN" sz="2400" dirty="0">
              <a:solidFill>
                <a:srgbClr val="FF0000"/>
              </a:solidFill>
            </a:endParaRPr>
          </a:p>
          <a:p>
            <a:r>
              <a:rPr lang="zh-CN" altLang="zh-CN" sz="2400" dirty="0"/>
              <a:t>答：</a:t>
            </a:r>
            <a:r>
              <a:rPr lang="en-US" altLang="zh-CN" sz="2400" dirty="0"/>
              <a:t>C=Wlog2</a:t>
            </a:r>
            <a:r>
              <a:rPr lang="zh-CN" altLang="zh-CN" sz="2400" dirty="0"/>
              <a:t>（</a:t>
            </a:r>
            <a:r>
              <a:rPr lang="en-US" altLang="zh-CN" sz="2400" dirty="0"/>
              <a:t>1+S/N</a:t>
            </a:r>
            <a:r>
              <a:rPr lang="zh-CN" altLang="zh-CN" sz="2400" dirty="0"/>
              <a:t>）</a:t>
            </a:r>
            <a:r>
              <a:rPr lang="en-US" altLang="zh-CN" sz="2400" dirty="0"/>
              <a:t>(b/s)</a:t>
            </a:r>
            <a:endParaRPr lang="zh-CN" altLang="zh-CN" sz="2400" dirty="0"/>
          </a:p>
          <a:p>
            <a:r>
              <a:rPr lang="en-US" altLang="zh-CN" sz="2400" dirty="0"/>
              <a:t>W=3khz</a:t>
            </a:r>
            <a:r>
              <a:rPr lang="zh-CN" altLang="zh-CN" sz="2400" dirty="0"/>
              <a:t>，</a:t>
            </a:r>
            <a:r>
              <a:rPr lang="en-US" altLang="zh-CN" sz="2400" dirty="0"/>
              <a:t>C=64khz       </a:t>
            </a:r>
            <a:r>
              <a:rPr lang="zh-CN" altLang="en-US" sz="2400" dirty="0"/>
              <a:t>算出</a:t>
            </a:r>
            <a:r>
              <a:rPr lang="en-US" altLang="zh-CN" sz="2400" dirty="0"/>
              <a:t>S/N=64.2dB    </a:t>
            </a:r>
            <a:r>
              <a:rPr lang="zh-CN" altLang="zh-CN" sz="2400" dirty="0"/>
              <a:t>是个信噪比要求很高的信源</a:t>
            </a:r>
          </a:p>
          <a:p>
            <a:endParaRPr lang="zh-CN" altLang="en-US" sz="2400" dirty="0"/>
          </a:p>
        </p:txBody>
      </p:sp>
    </p:spTree>
    <p:extLst>
      <p:ext uri="{BB962C8B-B14F-4D97-AF65-F5344CB8AC3E}">
        <p14:creationId xmlns:p14="http://schemas.microsoft.com/office/powerpoint/2010/main" val="71415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第</a:t>
            </a:r>
            <a:r>
              <a:rPr lang="en-US" altLang="zh-CN" dirty="0"/>
              <a:t> 3 </a:t>
            </a:r>
            <a:r>
              <a:rPr lang="zh-CN" altLang="zh-CN" dirty="0"/>
              <a:t>章</a:t>
            </a:r>
            <a:r>
              <a:rPr lang="en-US" altLang="zh-CN" dirty="0"/>
              <a:t>  </a:t>
            </a:r>
            <a:r>
              <a:rPr lang="zh-CN" altLang="zh-CN" dirty="0"/>
              <a:t>数据链路层</a:t>
            </a:r>
            <a:endParaRPr lang="zh-CN" altLang="en-US" dirty="0"/>
          </a:p>
        </p:txBody>
      </p:sp>
      <p:sp>
        <p:nvSpPr>
          <p:cNvPr id="3" name="内容占位符 2"/>
          <p:cNvSpPr>
            <a:spLocks noGrp="1"/>
          </p:cNvSpPr>
          <p:nvPr>
            <p:ph idx="1"/>
          </p:nvPr>
        </p:nvSpPr>
        <p:spPr>
          <a:xfrm>
            <a:off x="495300" y="980728"/>
            <a:ext cx="9282236" cy="5760640"/>
          </a:xfrm>
        </p:spPr>
        <p:txBody>
          <a:bodyPr/>
          <a:lstStyle/>
          <a:p>
            <a:r>
              <a:rPr lang="en-US" altLang="zh-CN" dirty="0"/>
              <a:t>3.1  </a:t>
            </a:r>
            <a:r>
              <a:rPr lang="zh-CN" altLang="zh-CN" dirty="0"/>
              <a:t>使用点对点信道的数据链路层 </a:t>
            </a:r>
            <a:r>
              <a:rPr lang="zh-CN" altLang="zh-CN" dirty="0">
                <a:solidFill>
                  <a:srgbClr val="FF0000"/>
                </a:solidFill>
              </a:rPr>
              <a:t>数据链路三个基本问题</a:t>
            </a:r>
            <a:r>
              <a:rPr lang="zh-CN" altLang="en-US" dirty="0">
                <a:solidFill>
                  <a:srgbClr val="FF0000"/>
                </a:solidFill>
              </a:rPr>
              <a:t>（封装成帧，透明传输，错误检测：奇偶校验和</a:t>
            </a:r>
            <a:r>
              <a:rPr lang="en-US" altLang="zh-CN" dirty="0">
                <a:solidFill>
                  <a:srgbClr val="FF0000"/>
                </a:solidFill>
              </a:rPr>
              <a:t>CRC</a:t>
            </a:r>
            <a:r>
              <a:rPr lang="zh-CN" altLang="en-US" dirty="0">
                <a:solidFill>
                  <a:srgbClr val="FF0000"/>
                </a:solidFill>
              </a:rPr>
              <a:t>）</a:t>
            </a:r>
            <a:endParaRPr lang="zh-CN" altLang="zh-CN" dirty="0">
              <a:solidFill>
                <a:srgbClr val="FF0000"/>
              </a:solidFill>
            </a:endParaRPr>
          </a:p>
          <a:p>
            <a:r>
              <a:rPr lang="en-US" altLang="zh-CN" dirty="0"/>
              <a:t>3.2  </a:t>
            </a:r>
            <a:r>
              <a:rPr lang="zh-CN" altLang="zh-CN" dirty="0"/>
              <a:t>点对点协议</a:t>
            </a:r>
            <a:r>
              <a:rPr lang="en-US" altLang="zh-CN" dirty="0"/>
              <a:t> </a:t>
            </a:r>
            <a:r>
              <a:rPr lang="en-US" altLang="zh-CN" dirty="0">
                <a:solidFill>
                  <a:srgbClr val="FF0000"/>
                </a:solidFill>
              </a:rPr>
              <a:t>PPP</a:t>
            </a:r>
            <a:endParaRPr lang="zh-CN" altLang="zh-CN" dirty="0"/>
          </a:p>
          <a:p>
            <a:r>
              <a:rPr lang="en-US" altLang="zh-CN" dirty="0"/>
              <a:t>3.3  </a:t>
            </a:r>
            <a:r>
              <a:rPr lang="zh-CN" altLang="zh-CN" dirty="0"/>
              <a:t>使用广播信道的数据链路层 </a:t>
            </a:r>
            <a:r>
              <a:rPr lang="en-US" altLang="zh-CN" dirty="0">
                <a:solidFill>
                  <a:srgbClr val="FF0000"/>
                </a:solidFill>
              </a:rPr>
              <a:t>CSMA/CD</a:t>
            </a:r>
            <a:r>
              <a:rPr lang="zh-CN" altLang="en-US" dirty="0">
                <a:solidFill>
                  <a:srgbClr val="FF0000"/>
                </a:solidFill>
              </a:rPr>
              <a:t>，</a:t>
            </a:r>
            <a:r>
              <a:rPr lang="en-US" altLang="zh-CN" dirty="0">
                <a:solidFill>
                  <a:srgbClr val="FF0000"/>
                </a:solidFill>
              </a:rPr>
              <a:t>MAC</a:t>
            </a:r>
            <a:r>
              <a:rPr lang="zh-CN" altLang="en-US" dirty="0">
                <a:solidFill>
                  <a:srgbClr val="FF0000"/>
                </a:solidFill>
              </a:rPr>
              <a:t>地址，最短帧长计算，以太网数据帧格式，截断二进制指数退避算法，网卡功能</a:t>
            </a:r>
            <a:endParaRPr lang="en-US" altLang="zh-CN" dirty="0">
              <a:solidFill>
                <a:srgbClr val="FF0000"/>
              </a:solidFill>
            </a:endParaRPr>
          </a:p>
          <a:p>
            <a:endParaRPr lang="en-US" altLang="zh-CN" dirty="0">
              <a:solidFill>
                <a:srgbClr val="FF0000"/>
              </a:solidFill>
            </a:endParaRPr>
          </a:p>
          <a:p>
            <a:endParaRPr lang="zh-CN" altLang="zh-CN" dirty="0">
              <a:solidFill>
                <a:srgbClr val="FF0000"/>
              </a:solidFill>
            </a:endParaRPr>
          </a:p>
        </p:txBody>
      </p:sp>
      <p:sp>
        <p:nvSpPr>
          <p:cNvPr id="26" name="Rectangle 26"/>
          <p:cNvSpPr>
            <a:spLocks noChangeArrowheads="1"/>
          </p:cNvSpPr>
          <p:nvPr/>
        </p:nvSpPr>
        <p:spPr bwMode="auto">
          <a:xfrm>
            <a:off x="7741311" y="5674846"/>
            <a:ext cx="758927" cy="27443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MAC </a:t>
            </a:r>
            <a:r>
              <a:rPr kumimoji="1" lang="zh-CN" altLang="en-US" sz="1200" b="1" dirty="0">
                <a:solidFill>
                  <a:srgbClr val="000099"/>
                </a:solidFill>
                <a:latin typeface="微软雅黑" pitchFamily="34" charset="-122"/>
                <a:ea typeface="微软雅黑" pitchFamily="34" charset="-122"/>
              </a:rPr>
              <a:t>层</a:t>
            </a:r>
          </a:p>
        </p:txBody>
      </p:sp>
      <p:sp>
        <p:nvSpPr>
          <p:cNvPr id="27" name="Rectangle 47"/>
          <p:cNvSpPr>
            <a:spLocks noChangeArrowheads="1"/>
          </p:cNvSpPr>
          <p:nvPr/>
        </p:nvSpPr>
        <p:spPr bwMode="auto">
          <a:xfrm>
            <a:off x="7848217" y="5067573"/>
            <a:ext cx="53540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IP </a:t>
            </a:r>
            <a:r>
              <a:rPr kumimoji="1" lang="zh-CN" altLang="en-US" sz="1200" b="1" dirty="0">
                <a:solidFill>
                  <a:srgbClr val="000099"/>
                </a:solidFill>
                <a:latin typeface="微软雅黑" pitchFamily="34" charset="-122"/>
                <a:ea typeface="微软雅黑" pitchFamily="34" charset="-122"/>
              </a:rPr>
              <a:t>层</a:t>
            </a:r>
          </a:p>
        </p:txBody>
      </p:sp>
      <p:sp>
        <p:nvSpPr>
          <p:cNvPr id="28" name="Line 48"/>
          <p:cNvSpPr>
            <a:spLocks noChangeShapeType="1"/>
          </p:cNvSpPr>
          <p:nvPr/>
        </p:nvSpPr>
        <p:spPr bwMode="auto">
          <a:xfrm flipV="1">
            <a:off x="7735437" y="5431936"/>
            <a:ext cx="648644" cy="0"/>
          </a:xfrm>
          <a:prstGeom prst="line">
            <a:avLst/>
          </a:prstGeom>
          <a:noFill/>
          <a:ln w="25400" cmpd="sng">
            <a:solidFill>
              <a:srgbClr val="0000FF"/>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9" name="Rectangle 66"/>
          <p:cNvSpPr>
            <a:spLocks noChangeArrowheads="1"/>
          </p:cNvSpPr>
          <p:nvPr/>
        </p:nvSpPr>
        <p:spPr bwMode="auto">
          <a:xfrm>
            <a:off x="2938792" y="5626047"/>
            <a:ext cx="4752004" cy="312312"/>
          </a:xfrm>
          <a:prstGeom prst="rect">
            <a:avLst/>
          </a:prstGeom>
          <a:solidFill>
            <a:srgbClr val="00FFFF"/>
          </a:solidFill>
          <a:ln w="19050" algn="ctr">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0" name="Line 67"/>
          <p:cNvSpPr>
            <a:spLocks noChangeShapeType="1"/>
          </p:cNvSpPr>
          <p:nvPr/>
        </p:nvSpPr>
        <p:spPr bwMode="auto">
          <a:xfrm>
            <a:off x="3630740" y="5626047"/>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1" name="Line 68"/>
          <p:cNvSpPr>
            <a:spLocks noChangeShapeType="1"/>
          </p:cNvSpPr>
          <p:nvPr/>
        </p:nvSpPr>
        <p:spPr bwMode="auto">
          <a:xfrm>
            <a:off x="4307416" y="5626047"/>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2" name="Line 69"/>
          <p:cNvSpPr>
            <a:spLocks noChangeShapeType="1"/>
          </p:cNvSpPr>
          <p:nvPr/>
        </p:nvSpPr>
        <p:spPr bwMode="auto">
          <a:xfrm>
            <a:off x="4984092" y="5626047"/>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3" name="Line 70"/>
          <p:cNvSpPr>
            <a:spLocks noChangeShapeType="1"/>
          </p:cNvSpPr>
          <p:nvPr/>
        </p:nvSpPr>
        <p:spPr bwMode="auto">
          <a:xfrm>
            <a:off x="7296068" y="5626047"/>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4" name="Rectangle 71"/>
          <p:cNvSpPr>
            <a:spLocks noChangeArrowheads="1"/>
          </p:cNvSpPr>
          <p:nvPr/>
        </p:nvSpPr>
        <p:spPr bwMode="auto">
          <a:xfrm>
            <a:off x="2887102" y="5657495"/>
            <a:ext cx="798296"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目的地址</a:t>
            </a:r>
          </a:p>
        </p:txBody>
      </p:sp>
      <p:sp>
        <p:nvSpPr>
          <p:cNvPr id="35" name="Rectangle 72"/>
          <p:cNvSpPr>
            <a:spLocks noChangeArrowheads="1"/>
          </p:cNvSpPr>
          <p:nvPr/>
        </p:nvSpPr>
        <p:spPr bwMode="auto">
          <a:xfrm>
            <a:off x="3669665" y="5657495"/>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源地址</a:t>
            </a:r>
          </a:p>
        </p:txBody>
      </p:sp>
      <p:sp>
        <p:nvSpPr>
          <p:cNvPr id="36" name="Rectangle 73"/>
          <p:cNvSpPr>
            <a:spLocks noChangeArrowheads="1"/>
          </p:cNvSpPr>
          <p:nvPr/>
        </p:nvSpPr>
        <p:spPr bwMode="auto">
          <a:xfrm>
            <a:off x="4408956" y="5657495"/>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类型</a:t>
            </a:r>
          </a:p>
        </p:txBody>
      </p:sp>
      <p:sp>
        <p:nvSpPr>
          <p:cNvPr id="37" name="Rectangle 74"/>
          <p:cNvSpPr>
            <a:spLocks noChangeArrowheads="1"/>
          </p:cNvSpPr>
          <p:nvPr/>
        </p:nvSpPr>
        <p:spPr bwMode="auto">
          <a:xfrm>
            <a:off x="5722717" y="5657495"/>
            <a:ext cx="86241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        据</a:t>
            </a:r>
          </a:p>
        </p:txBody>
      </p:sp>
      <p:sp>
        <p:nvSpPr>
          <p:cNvPr id="38" name="Rectangle 75"/>
          <p:cNvSpPr>
            <a:spLocks noChangeArrowheads="1"/>
          </p:cNvSpPr>
          <p:nvPr/>
        </p:nvSpPr>
        <p:spPr bwMode="auto">
          <a:xfrm>
            <a:off x="7256126" y="5657495"/>
            <a:ext cx="466475"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a:latin typeface="微软雅黑" pitchFamily="34" charset="-122"/>
                <a:ea typeface="微软雅黑" pitchFamily="34" charset="-122"/>
              </a:rPr>
              <a:t>FCS</a:t>
            </a:r>
          </a:p>
        </p:txBody>
      </p:sp>
      <p:sp>
        <p:nvSpPr>
          <p:cNvPr id="39" name="Rectangle 76"/>
          <p:cNvSpPr>
            <a:spLocks noChangeArrowheads="1"/>
          </p:cNvSpPr>
          <p:nvPr/>
        </p:nvSpPr>
        <p:spPr bwMode="auto">
          <a:xfrm>
            <a:off x="3168639" y="5402608"/>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6</a:t>
            </a:r>
          </a:p>
        </p:txBody>
      </p:sp>
      <p:sp>
        <p:nvSpPr>
          <p:cNvPr id="40" name="Rectangle 77"/>
          <p:cNvSpPr>
            <a:spLocks noChangeArrowheads="1"/>
          </p:cNvSpPr>
          <p:nvPr/>
        </p:nvSpPr>
        <p:spPr bwMode="auto">
          <a:xfrm>
            <a:off x="3866048" y="5402608"/>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6</a:t>
            </a:r>
          </a:p>
        </p:txBody>
      </p:sp>
      <p:sp>
        <p:nvSpPr>
          <p:cNvPr id="41" name="Rectangle 78"/>
          <p:cNvSpPr>
            <a:spLocks noChangeArrowheads="1"/>
          </p:cNvSpPr>
          <p:nvPr/>
        </p:nvSpPr>
        <p:spPr bwMode="auto">
          <a:xfrm>
            <a:off x="4589364" y="5402608"/>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2</a:t>
            </a:r>
          </a:p>
        </p:txBody>
      </p:sp>
      <p:sp>
        <p:nvSpPr>
          <p:cNvPr id="42" name="Rectangle 79"/>
          <p:cNvSpPr>
            <a:spLocks noChangeArrowheads="1"/>
          </p:cNvSpPr>
          <p:nvPr/>
        </p:nvSpPr>
        <p:spPr bwMode="auto">
          <a:xfrm>
            <a:off x="7350164" y="5402608"/>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4</a:t>
            </a:r>
          </a:p>
        </p:txBody>
      </p:sp>
      <p:sp>
        <p:nvSpPr>
          <p:cNvPr id="43" name="Rectangle 80"/>
          <p:cNvSpPr>
            <a:spLocks noChangeArrowheads="1"/>
          </p:cNvSpPr>
          <p:nvPr/>
        </p:nvSpPr>
        <p:spPr bwMode="auto">
          <a:xfrm>
            <a:off x="2504728" y="5390588"/>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字节</a:t>
            </a:r>
          </a:p>
        </p:txBody>
      </p:sp>
      <p:sp>
        <p:nvSpPr>
          <p:cNvPr id="44" name="Text Box 81"/>
          <p:cNvSpPr txBox="1">
            <a:spLocks noChangeArrowheads="1"/>
          </p:cNvSpPr>
          <p:nvPr/>
        </p:nvSpPr>
        <p:spPr bwMode="auto">
          <a:xfrm>
            <a:off x="6231713" y="5379834"/>
            <a:ext cx="96212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200" b="1" dirty="0">
                <a:solidFill>
                  <a:srgbClr val="000099"/>
                </a:solidFill>
                <a:latin typeface="微软雅黑" pitchFamily="34" charset="-122"/>
                <a:ea typeface="微软雅黑" pitchFamily="34" charset="-122"/>
              </a:rPr>
              <a:t>46 ~ 1500</a:t>
            </a:r>
          </a:p>
        </p:txBody>
      </p:sp>
      <p:grpSp>
        <p:nvGrpSpPr>
          <p:cNvPr id="45" name="Group 109"/>
          <p:cNvGrpSpPr>
            <a:grpSpLocks/>
          </p:cNvGrpSpPr>
          <p:nvPr/>
        </p:nvGrpSpPr>
        <p:grpSpPr bwMode="auto">
          <a:xfrm>
            <a:off x="4984092" y="5067573"/>
            <a:ext cx="2311976" cy="676676"/>
            <a:chOff x="2715" y="1872"/>
            <a:chExt cx="1968" cy="624"/>
          </a:xfrm>
        </p:grpSpPr>
        <p:sp>
          <p:nvSpPr>
            <p:cNvPr id="46" name="AutoShape 110"/>
            <p:cNvSpPr>
              <a:spLocks noChangeArrowheads="1"/>
            </p:cNvSpPr>
            <p:nvPr/>
          </p:nvSpPr>
          <p:spPr bwMode="auto">
            <a:xfrm rot="16200000" flipH="1">
              <a:off x="3508" y="2231"/>
              <a:ext cx="384" cy="145"/>
            </a:xfrm>
            <a:prstGeom prst="rightArrow">
              <a:avLst>
                <a:gd name="adj1" fmla="val 50000"/>
                <a:gd name="adj2" fmla="val 132426"/>
              </a:avLst>
            </a:prstGeom>
            <a:solidFill>
              <a:srgbClr val="00FF99"/>
            </a:solidFill>
            <a:ln w="9525">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7" name="Rectangle 111"/>
            <p:cNvSpPr>
              <a:spLocks noChangeArrowheads="1"/>
            </p:cNvSpPr>
            <p:nvPr/>
          </p:nvSpPr>
          <p:spPr bwMode="auto">
            <a:xfrm>
              <a:off x="2715" y="1872"/>
              <a:ext cx="1968" cy="240"/>
            </a:xfrm>
            <a:prstGeom prst="rect">
              <a:avLst/>
            </a:prstGeom>
            <a:solidFill>
              <a:srgbClr val="0000CC"/>
            </a:solidFill>
            <a:ln w="9525">
              <a:solidFill>
                <a:schemeClr val="tx1"/>
              </a:solidFill>
              <a:miter lim="800000"/>
              <a:headEnd/>
              <a:tailEnd/>
            </a:ln>
            <a:effectLst/>
          </p:spPr>
          <p:txBody>
            <a:bodyPr wrap="none" anchor="ctr"/>
            <a:lstStyle/>
            <a:p>
              <a:pPr algn="ctr" defTabSz="762000" eaLnBrk="0" hangingPunct="0"/>
              <a:r>
                <a:rPr kumimoji="1" lang="en-US" altLang="zh-CN" sz="1200" b="1" dirty="0">
                  <a:solidFill>
                    <a:schemeClr val="bg1"/>
                  </a:solidFill>
                  <a:latin typeface="微软雅黑" pitchFamily="34" charset="-122"/>
                  <a:ea typeface="微软雅黑" pitchFamily="34" charset="-122"/>
                </a:rPr>
                <a:t>IP </a:t>
              </a:r>
              <a:r>
                <a:rPr kumimoji="1" lang="zh-CN" altLang="en-US" sz="1200" b="1" dirty="0">
                  <a:solidFill>
                    <a:schemeClr val="bg1"/>
                  </a:solidFill>
                  <a:latin typeface="微软雅黑" pitchFamily="34" charset="-122"/>
                  <a:ea typeface="微软雅黑" pitchFamily="34" charset="-122"/>
                </a:rPr>
                <a:t>数据报</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C8F8A-A560-D011-3530-1E4F755192D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EAFF343-A2C6-2888-BC83-AEE36E5EC982}"/>
              </a:ext>
            </a:extLst>
          </p:cNvPr>
          <p:cNvSpPr>
            <a:spLocks noGrp="1"/>
          </p:cNvSpPr>
          <p:nvPr>
            <p:ph type="title"/>
          </p:nvPr>
        </p:nvSpPr>
        <p:spPr/>
        <p:txBody>
          <a:bodyPr/>
          <a:lstStyle/>
          <a:p>
            <a:r>
              <a:rPr lang="zh-CN" altLang="zh-CN" dirty="0"/>
              <a:t>第</a:t>
            </a:r>
            <a:r>
              <a:rPr lang="en-US" altLang="zh-CN" dirty="0"/>
              <a:t> 3 </a:t>
            </a:r>
            <a:r>
              <a:rPr lang="zh-CN" altLang="zh-CN" dirty="0"/>
              <a:t>章</a:t>
            </a:r>
            <a:r>
              <a:rPr lang="en-US" altLang="zh-CN" dirty="0"/>
              <a:t>  </a:t>
            </a:r>
            <a:r>
              <a:rPr lang="zh-CN" altLang="zh-CN" dirty="0"/>
              <a:t>数据链路层</a:t>
            </a:r>
            <a:endParaRPr lang="zh-CN" altLang="en-US" dirty="0"/>
          </a:p>
        </p:txBody>
      </p:sp>
      <p:sp>
        <p:nvSpPr>
          <p:cNvPr id="4" name="文本框 3">
            <a:extLst>
              <a:ext uri="{FF2B5EF4-FFF2-40B4-BE49-F238E27FC236}">
                <a16:creationId xmlns:a16="http://schemas.microsoft.com/office/drawing/2014/main" id="{FF04E0BF-D91A-31C5-01DF-EB23FA489AEF}"/>
              </a:ext>
            </a:extLst>
          </p:cNvPr>
          <p:cNvSpPr txBox="1"/>
          <p:nvPr/>
        </p:nvSpPr>
        <p:spPr>
          <a:xfrm>
            <a:off x="635918" y="1070622"/>
            <a:ext cx="8784976" cy="584775"/>
          </a:xfrm>
          <a:prstGeom prst="rect">
            <a:avLst/>
          </a:prstGeom>
          <a:noFill/>
        </p:spPr>
        <p:txBody>
          <a:bodyPr wrap="square">
            <a:spAutoFit/>
          </a:bodyPr>
          <a:lstStyle/>
          <a:p>
            <a:r>
              <a:rPr lang="en-US" altLang="zh-CN" sz="3200" b="1" dirty="0">
                <a:latin typeface="黑体" panose="02010609060101010101" pitchFamily="49" charset="-122"/>
                <a:ea typeface="黑体" panose="02010609060101010101" pitchFamily="49" charset="-122"/>
              </a:rPr>
              <a:t>3.4</a:t>
            </a:r>
            <a:r>
              <a:rPr lang="zh-CN" altLang="zh-CN" sz="3200" b="1" dirty="0">
                <a:latin typeface="黑体" panose="02010609060101010101" pitchFamily="49" charset="-122"/>
                <a:ea typeface="黑体" panose="02010609060101010101" pitchFamily="49" charset="-122"/>
              </a:rPr>
              <a:t>扩展以太网 </a:t>
            </a:r>
            <a:r>
              <a:rPr lang="zh-CN" altLang="zh-CN" sz="3200" b="1" dirty="0">
                <a:solidFill>
                  <a:srgbClr val="FF0000"/>
                </a:solidFill>
                <a:latin typeface="黑体" panose="02010609060101010101" pitchFamily="49" charset="-122"/>
                <a:ea typeface="黑体" panose="02010609060101010101" pitchFamily="49" charset="-122"/>
              </a:rPr>
              <a:t>网桥</a:t>
            </a:r>
            <a:r>
              <a:rPr lang="en-US" altLang="zh-CN" sz="3200" b="1" dirty="0">
                <a:solidFill>
                  <a:srgbClr val="FF0000"/>
                </a:solidFill>
                <a:latin typeface="黑体" panose="02010609060101010101" pitchFamily="49" charset="-122"/>
                <a:ea typeface="黑体" panose="02010609060101010101" pitchFamily="49" charset="-122"/>
              </a:rPr>
              <a:t>-</a:t>
            </a:r>
            <a:r>
              <a:rPr lang="zh-CN" altLang="en-US" sz="3200" b="1" dirty="0">
                <a:solidFill>
                  <a:srgbClr val="FF0000"/>
                </a:solidFill>
                <a:latin typeface="黑体" panose="02010609060101010101" pitchFamily="49" charset="-122"/>
                <a:ea typeface="黑体" panose="02010609060101010101" pitchFamily="49" charset="-122"/>
              </a:rPr>
              <a:t>交换机</a:t>
            </a:r>
            <a:r>
              <a:rPr lang="en-US" altLang="zh-CN" sz="3200" b="1" dirty="0">
                <a:solidFill>
                  <a:srgbClr val="FF0000"/>
                </a:solidFill>
                <a:latin typeface="黑体" panose="02010609060101010101" pitchFamily="49" charset="-122"/>
                <a:ea typeface="黑体" panose="02010609060101010101" pitchFamily="49" charset="-122"/>
              </a:rPr>
              <a:t>-</a:t>
            </a:r>
            <a:r>
              <a:rPr lang="zh-CN" altLang="en-US" sz="3200" b="1" dirty="0">
                <a:solidFill>
                  <a:srgbClr val="FF0000"/>
                </a:solidFill>
                <a:latin typeface="黑体" panose="02010609060101010101" pitchFamily="49" charset="-122"/>
                <a:ea typeface="黑体" panose="02010609060101010101" pitchFamily="49" charset="-122"/>
              </a:rPr>
              <a:t>地址表自学习算法</a:t>
            </a:r>
            <a:endParaRPr lang="zh-CN" altLang="zh-CN" sz="3200" b="1" dirty="0">
              <a:solidFill>
                <a:srgbClr val="FF0000"/>
              </a:solidFill>
              <a:latin typeface="黑体" panose="02010609060101010101" pitchFamily="49" charset="-122"/>
              <a:ea typeface="黑体" panose="02010609060101010101" pitchFamily="49" charset="-122"/>
            </a:endParaRPr>
          </a:p>
        </p:txBody>
      </p:sp>
      <p:sp>
        <p:nvSpPr>
          <p:cNvPr id="5" name="圆角矩形 55">
            <a:extLst>
              <a:ext uri="{FF2B5EF4-FFF2-40B4-BE49-F238E27FC236}">
                <a16:creationId xmlns:a16="http://schemas.microsoft.com/office/drawing/2014/main" id="{9A69CD85-2CDC-D5E3-6612-3D4889AD42FA}"/>
              </a:ext>
            </a:extLst>
          </p:cNvPr>
          <p:cNvSpPr/>
          <p:nvPr/>
        </p:nvSpPr>
        <p:spPr>
          <a:xfrm>
            <a:off x="1124971" y="1720659"/>
            <a:ext cx="8129015" cy="245566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0" name="矩形 99">
            <a:extLst>
              <a:ext uri="{FF2B5EF4-FFF2-40B4-BE49-F238E27FC236}">
                <a16:creationId xmlns:a16="http://schemas.microsoft.com/office/drawing/2014/main" id="{F622A893-EE76-0A1A-DF94-02E37400CC32}"/>
              </a:ext>
            </a:extLst>
          </p:cNvPr>
          <p:cNvSpPr/>
          <p:nvPr/>
        </p:nvSpPr>
        <p:spPr>
          <a:xfrm>
            <a:off x="2507147" y="2015673"/>
            <a:ext cx="2209376" cy="2051788"/>
          </a:xfrm>
          <a:prstGeom prst="rect">
            <a:avLst/>
          </a:prstGeom>
          <a:solidFill>
            <a:srgbClr val="0000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200" dirty="0">
                <a:latin typeface="微软雅黑" pitchFamily="34" charset="-122"/>
                <a:ea typeface="微软雅黑" pitchFamily="34" charset="-122"/>
              </a:rPr>
              <a:t> </a:t>
            </a:r>
            <a:endParaRPr lang="zh-CN" altLang="en-US" sz="1200" dirty="0">
              <a:latin typeface="微软雅黑" pitchFamily="34" charset="-122"/>
              <a:ea typeface="微软雅黑" pitchFamily="34" charset="-122"/>
            </a:endParaRPr>
          </a:p>
        </p:txBody>
      </p:sp>
      <p:cxnSp>
        <p:nvCxnSpPr>
          <p:cNvPr id="101" name="直接连接符 100">
            <a:extLst>
              <a:ext uri="{FF2B5EF4-FFF2-40B4-BE49-F238E27FC236}">
                <a16:creationId xmlns:a16="http://schemas.microsoft.com/office/drawing/2014/main" id="{A46C9A35-1F8E-1759-CF48-312A2A505C41}"/>
              </a:ext>
            </a:extLst>
          </p:cNvPr>
          <p:cNvCxnSpPr>
            <a:stCxn id="114" idx="1"/>
          </p:cNvCxnSpPr>
          <p:nvPr/>
        </p:nvCxnSpPr>
        <p:spPr>
          <a:xfrm flipH="1">
            <a:off x="1835481" y="3813829"/>
            <a:ext cx="6608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2" name="直接连接符 101">
            <a:extLst>
              <a:ext uri="{FF2B5EF4-FFF2-40B4-BE49-F238E27FC236}">
                <a16:creationId xmlns:a16="http://schemas.microsoft.com/office/drawing/2014/main" id="{27230374-855F-C52A-04F3-8364E6194D5C}"/>
              </a:ext>
            </a:extLst>
          </p:cNvPr>
          <p:cNvCxnSpPr>
            <a:endCxn id="111" idx="1"/>
          </p:cNvCxnSpPr>
          <p:nvPr/>
        </p:nvCxnSpPr>
        <p:spPr>
          <a:xfrm>
            <a:off x="1835481" y="2735927"/>
            <a:ext cx="6716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 name="直接连接符 102">
            <a:extLst>
              <a:ext uri="{FF2B5EF4-FFF2-40B4-BE49-F238E27FC236}">
                <a16:creationId xmlns:a16="http://schemas.microsoft.com/office/drawing/2014/main" id="{57C46F72-9948-F60E-C1C4-AA995C0BF529}"/>
              </a:ext>
            </a:extLst>
          </p:cNvPr>
          <p:cNvCxnSpPr>
            <a:stCxn id="117" idx="1"/>
          </p:cNvCxnSpPr>
          <p:nvPr/>
        </p:nvCxnSpPr>
        <p:spPr>
          <a:xfrm flipH="1">
            <a:off x="1858354" y="3259673"/>
            <a:ext cx="63796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4" name="直接连接符 103">
            <a:extLst>
              <a:ext uri="{FF2B5EF4-FFF2-40B4-BE49-F238E27FC236}">
                <a16:creationId xmlns:a16="http://schemas.microsoft.com/office/drawing/2014/main" id="{9F8EC3BB-5A49-5EB3-76CA-E6EB5A44FFDB}"/>
              </a:ext>
            </a:extLst>
          </p:cNvPr>
          <p:cNvCxnSpPr>
            <a:endCxn id="109" idx="1"/>
          </p:cNvCxnSpPr>
          <p:nvPr/>
        </p:nvCxnSpPr>
        <p:spPr>
          <a:xfrm>
            <a:off x="1835481" y="2180204"/>
            <a:ext cx="6625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5" name="Rectangle 24">
            <a:extLst>
              <a:ext uri="{FF2B5EF4-FFF2-40B4-BE49-F238E27FC236}">
                <a16:creationId xmlns:a16="http://schemas.microsoft.com/office/drawing/2014/main" id="{B1E18A72-29C3-3BE2-CBBC-FB8956A9606C}"/>
              </a:ext>
            </a:extLst>
          </p:cNvPr>
          <p:cNvSpPr>
            <a:spLocks noChangeArrowheads="1"/>
          </p:cNvSpPr>
          <p:nvPr/>
        </p:nvSpPr>
        <p:spPr bwMode="auto">
          <a:xfrm>
            <a:off x="2963038" y="1700808"/>
            <a:ext cx="1259961"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eaLnBrk="0" hangingPunct="0"/>
            <a:r>
              <a:rPr kumimoji="1" lang="zh-CN" altLang="en-US" sz="1400" b="1" dirty="0">
                <a:solidFill>
                  <a:srgbClr val="0000FF"/>
                </a:solidFill>
                <a:latin typeface="微软雅黑" pitchFamily="34" charset="-122"/>
                <a:ea typeface="微软雅黑" pitchFamily="34" charset="-122"/>
              </a:rPr>
              <a:t>以太网交换机</a:t>
            </a:r>
            <a:endParaRPr kumimoji="1" lang="en-US" altLang="zh-CN" sz="1400" b="1" dirty="0">
              <a:solidFill>
                <a:srgbClr val="0000FF"/>
              </a:solidFill>
              <a:latin typeface="微软雅黑" pitchFamily="34" charset="-122"/>
              <a:ea typeface="微软雅黑" pitchFamily="34" charset="-122"/>
            </a:endParaRPr>
          </a:p>
        </p:txBody>
      </p:sp>
      <p:sp>
        <p:nvSpPr>
          <p:cNvPr id="106" name="Rectangle 34">
            <a:extLst>
              <a:ext uri="{FF2B5EF4-FFF2-40B4-BE49-F238E27FC236}">
                <a16:creationId xmlns:a16="http://schemas.microsoft.com/office/drawing/2014/main" id="{E61310D1-C6FA-0841-2316-7E2C56F1981D}"/>
              </a:ext>
            </a:extLst>
          </p:cNvPr>
          <p:cNvSpPr>
            <a:spLocks noChangeArrowheads="1"/>
          </p:cNvSpPr>
          <p:nvPr/>
        </p:nvSpPr>
        <p:spPr bwMode="auto">
          <a:xfrm>
            <a:off x="1387754" y="1978559"/>
            <a:ext cx="298160"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A</a:t>
            </a:r>
            <a:endParaRPr kumimoji="1" lang="en-US" altLang="zh-CN" sz="1200" b="1" baseline="-25000" dirty="0">
              <a:latin typeface="微软雅黑" pitchFamily="34" charset="-122"/>
              <a:ea typeface="微软雅黑" pitchFamily="34" charset="-122"/>
            </a:endParaRPr>
          </a:p>
        </p:txBody>
      </p:sp>
      <p:grpSp>
        <p:nvGrpSpPr>
          <p:cNvPr id="107" name="组合 57">
            <a:extLst>
              <a:ext uri="{FF2B5EF4-FFF2-40B4-BE49-F238E27FC236}">
                <a16:creationId xmlns:a16="http://schemas.microsoft.com/office/drawing/2014/main" id="{A7849A02-7236-B9BC-FD6B-C7001416ECCC}"/>
              </a:ext>
            </a:extLst>
          </p:cNvPr>
          <p:cNvGrpSpPr>
            <a:grpSpLocks/>
          </p:cNvGrpSpPr>
          <p:nvPr/>
        </p:nvGrpSpPr>
        <p:grpSpPr bwMode="auto">
          <a:xfrm>
            <a:off x="2498008" y="2042987"/>
            <a:ext cx="277321" cy="274434"/>
            <a:chOff x="2255844" y="1268760"/>
            <a:chExt cx="360915" cy="356296"/>
          </a:xfrm>
        </p:grpSpPr>
        <p:sp>
          <p:nvSpPr>
            <p:cNvPr id="108" name="矩形 107">
              <a:extLst>
                <a:ext uri="{FF2B5EF4-FFF2-40B4-BE49-F238E27FC236}">
                  <a16:creationId xmlns:a16="http://schemas.microsoft.com/office/drawing/2014/main" id="{375EF46E-228C-CEC3-AE54-6049AFD2D0AF}"/>
                </a:ext>
              </a:extLst>
            </p:cNvPr>
            <p:cNvSpPr/>
            <p:nvPr/>
          </p:nvSpPr>
          <p:spPr>
            <a:xfrm>
              <a:off x="2267744" y="1340197"/>
              <a:ext cx="288032" cy="215900"/>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09" name="Rectangle 40">
              <a:extLst>
                <a:ext uri="{FF2B5EF4-FFF2-40B4-BE49-F238E27FC236}">
                  <a16:creationId xmlns:a16="http://schemas.microsoft.com/office/drawing/2014/main" id="{00AD8251-501A-3CAF-CF06-755FB512DA88}"/>
                </a:ext>
              </a:extLst>
            </p:cNvPr>
            <p:cNvSpPr>
              <a:spLocks noChangeArrowheads="1"/>
            </p:cNvSpPr>
            <p:nvPr/>
          </p:nvSpPr>
          <p:spPr bwMode="auto">
            <a:xfrm>
              <a:off x="2255844" y="1268760"/>
              <a:ext cx="360915" cy="356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1</a:t>
              </a:r>
              <a:endParaRPr kumimoji="1" lang="en-US" altLang="zh-CN" sz="1200" b="1" baseline="-25000" dirty="0">
                <a:latin typeface="微软雅黑" pitchFamily="34" charset="-122"/>
                <a:ea typeface="微软雅黑" pitchFamily="34" charset="-122"/>
              </a:endParaRPr>
            </a:p>
          </p:txBody>
        </p:sp>
      </p:grpSp>
      <p:grpSp>
        <p:nvGrpSpPr>
          <p:cNvPr id="110" name="组合 58">
            <a:extLst>
              <a:ext uri="{FF2B5EF4-FFF2-40B4-BE49-F238E27FC236}">
                <a16:creationId xmlns:a16="http://schemas.microsoft.com/office/drawing/2014/main" id="{0A75335B-13B6-620A-F32B-3A2998A172C9}"/>
              </a:ext>
            </a:extLst>
          </p:cNvPr>
          <p:cNvGrpSpPr>
            <a:grpSpLocks/>
          </p:cNvGrpSpPr>
          <p:nvPr/>
        </p:nvGrpSpPr>
        <p:grpSpPr bwMode="auto">
          <a:xfrm>
            <a:off x="2507151" y="2606899"/>
            <a:ext cx="277321" cy="274434"/>
            <a:chOff x="2267744" y="1280668"/>
            <a:chExt cx="360915" cy="357388"/>
          </a:xfrm>
        </p:grpSpPr>
        <p:sp>
          <p:nvSpPr>
            <p:cNvPr id="111" name="矩形 110">
              <a:extLst>
                <a:ext uri="{FF2B5EF4-FFF2-40B4-BE49-F238E27FC236}">
                  <a16:creationId xmlns:a16="http://schemas.microsoft.com/office/drawing/2014/main" id="{C28171C1-0202-833B-2549-122B6F6532AF}"/>
                </a:ext>
              </a:extLst>
            </p:cNvPr>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12" name="Rectangle 40">
              <a:extLst>
                <a:ext uri="{FF2B5EF4-FFF2-40B4-BE49-F238E27FC236}">
                  <a16:creationId xmlns:a16="http://schemas.microsoft.com/office/drawing/2014/main" id="{095E43E0-212D-AEBE-C52A-8C8F50FE646F}"/>
                </a:ext>
              </a:extLst>
            </p:cNvPr>
            <p:cNvSpPr>
              <a:spLocks noChangeArrowheads="1"/>
            </p:cNvSpPr>
            <p:nvPr/>
          </p:nvSpPr>
          <p:spPr bwMode="auto">
            <a:xfrm>
              <a:off x="2267744" y="1280668"/>
              <a:ext cx="360915"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2</a:t>
              </a:r>
              <a:endParaRPr kumimoji="1" lang="en-US" altLang="zh-CN" sz="1200" b="1" baseline="-25000" dirty="0">
                <a:latin typeface="微软雅黑" pitchFamily="34" charset="-122"/>
                <a:ea typeface="微软雅黑" pitchFamily="34" charset="-122"/>
              </a:endParaRPr>
            </a:p>
          </p:txBody>
        </p:sp>
      </p:grpSp>
      <p:grpSp>
        <p:nvGrpSpPr>
          <p:cNvPr id="113" name="组合 61">
            <a:extLst>
              <a:ext uri="{FF2B5EF4-FFF2-40B4-BE49-F238E27FC236}">
                <a16:creationId xmlns:a16="http://schemas.microsoft.com/office/drawing/2014/main" id="{D51F0C1E-F52C-3670-3812-F07C3F041055}"/>
              </a:ext>
            </a:extLst>
          </p:cNvPr>
          <p:cNvGrpSpPr>
            <a:grpSpLocks/>
          </p:cNvGrpSpPr>
          <p:nvPr/>
        </p:nvGrpSpPr>
        <p:grpSpPr bwMode="auto">
          <a:xfrm>
            <a:off x="2478031" y="3684801"/>
            <a:ext cx="277321" cy="274434"/>
            <a:chOff x="2244074" y="1280668"/>
            <a:chExt cx="358931" cy="357388"/>
          </a:xfrm>
        </p:grpSpPr>
        <p:sp>
          <p:nvSpPr>
            <p:cNvPr id="114" name="矩形 113">
              <a:extLst>
                <a:ext uri="{FF2B5EF4-FFF2-40B4-BE49-F238E27FC236}">
                  <a16:creationId xmlns:a16="http://schemas.microsoft.com/office/drawing/2014/main" id="{551DB8D0-929C-3B7E-6377-9143D4EB278D}"/>
                </a:ext>
              </a:extLst>
            </p:cNvPr>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15" name="Rectangle 40">
              <a:extLst>
                <a:ext uri="{FF2B5EF4-FFF2-40B4-BE49-F238E27FC236}">
                  <a16:creationId xmlns:a16="http://schemas.microsoft.com/office/drawing/2014/main" id="{A2A1D244-F8CF-7F93-E659-DB9538844441}"/>
                </a:ext>
              </a:extLst>
            </p:cNvPr>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4</a:t>
              </a:r>
              <a:endParaRPr kumimoji="1" lang="en-US" altLang="zh-CN" sz="1200" b="1" baseline="-25000" dirty="0">
                <a:latin typeface="微软雅黑" pitchFamily="34" charset="-122"/>
                <a:ea typeface="微软雅黑" pitchFamily="34" charset="-122"/>
              </a:endParaRPr>
            </a:p>
          </p:txBody>
        </p:sp>
      </p:grpSp>
      <p:grpSp>
        <p:nvGrpSpPr>
          <p:cNvPr id="116" name="组合 64">
            <a:extLst>
              <a:ext uri="{FF2B5EF4-FFF2-40B4-BE49-F238E27FC236}">
                <a16:creationId xmlns:a16="http://schemas.microsoft.com/office/drawing/2014/main" id="{A4148ED6-938E-B1BF-70DF-1C4B8453E981}"/>
              </a:ext>
            </a:extLst>
          </p:cNvPr>
          <p:cNvGrpSpPr>
            <a:grpSpLocks/>
          </p:cNvGrpSpPr>
          <p:nvPr/>
        </p:nvGrpSpPr>
        <p:grpSpPr bwMode="auto">
          <a:xfrm>
            <a:off x="2487175" y="3120890"/>
            <a:ext cx="277321" cy="274434"/>
            <a:chOff x="2255909" y="1268760"/>
            <a:chExt cx="358931" cy="355702"/>
          </a:xfrm>
        </p:grpSpPr>
        <p:sp>
          <p:nvSpPr>
            <p:cNvPr id="117" name="矩形 116">
              <a:extLst>
                <a:ext uri="{FF2B5EF4-FFF2-40B4-BE49-F238E27FC236}">
                  <a16:creationId xmlns:a16="http://schemas.microsoft.com/office/drawing/2014/main" id="{2FED0AF6-C16B-A13F-C9E1-E163B183A39A}"/>
                </a:ext>
              </a:extLst>
            </p:cNvPr>
            <p:cNvSpPr/>
            <p:nvPr/>
          </p:nvSpPr>
          <p:spPr>
            <a:xfrm>
              <a:off x="2267744" y="1340078"/>
              <a:ext cx="288032" cy="217125"/>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18" name="Rectangle 40">
              <a:extLst>
                <a:ext uri="{FF2B5EF4-FFF2-40B4-BE49-F238E27FC236}">
                  <a16:creationId xmlns:a16="http://schemas.microsoft.com/office/drawing/2014/main" id="{DCDF927E-E0A5-6947-9B91-F0BFB6D04145}"/>
                </a:ext>
              </a:extLst>
            </p:cNvPr>
            <p:cNvSpPr>
              <a:spLocks noChangeArrowheads="1"/>
            </p:cNvSpPr>
            <p:nvPr/>
          </p:nvSpPr>
          <p:spPr bwMode="auto">
            <a:xfrm>
              <a:off x="2255909" y="1268760"/>
              <a:ext cx="358931" cy="355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3</a:t>
              </a:r>
              <a:endParaRPr kumimoji="1" lang="en-US" altLang="zh-CN" sz="1200" b="1" baseline="-25000" dirty="0">
                <a:latin typeface="微软雅黑" pitchFamily="34" charset="-122"/>
                <a:ea typeface="微软雅黑" pitchFamily="34" charset="-122"/>
              </a:endParaRPr>
            </a:p>
          </p:txBody>
        </p:sp>
      </p:grpSp>
      <p:sp>
        <p:nvSpPr>
          <p:cNvPr id="119" name="Rectangle 34">
            <a:extLst>
              <a:ext uri="{FF2B5EF4-FFF2-40B4-BE49-F238E27FC236}">
                <a16:creationId xmlns:a16="http://schemas.microsoft.com/office/drawing/2014/main" id="{727303B0-14D5-09F6-9244-5211C247D6DA}"/>
              </a:ext>
            </a:extLst>
          </p:cNvPr>
          <p:cNvSpPr>
            <a:spLocks noChangeArrowheads="1"/>
          </p:cNvSpPr>
          <p:nvPr/>
        </p:nvSpPr>
        <p:spPr bwMode="auto">
          <a:xfrm>
            <a:off x="1399272" y="3637796"/>
            <a:ext cx="304571"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D</a:t>
            </a:r>
            <a:endParaRPr kumimoji="1" lang="en-US" altLang="zh-CN" sz="1200" b="1" baseline="-25000" dirty="0">
              <a:latin typeface="微软雅黑" pitchFamily="34" charset="-122"/>
              <a:ea typeface="微软雅黑" pitchFamily="34" charset="-122"/>
            </a:endParaRPr>
          </a:p>
        </p:txBody>
      </p:sp>
      <p:sp>
        <p:nvSpPr>
          <p:cNvPr id="120" name="Rectangle 34">
            <a:extLst>
              <a:ext uri="{FF2B5EF4-FFF2-40B4-BE49-F238E27FC236}">
                <a16:creationId xmlns:a16="http://schemas.microsoft.com/office/drawing/2014/main" id="{ACE663A8-BA04-1F05-DB3D-46689CB00353}"/>
              </a:ext>
            </a:extLst>
          </p:cNvPr>
          <p:cNvSpPr>
            <a:spLocks noChangeArrowheads="1"/>
          </p:cNvSpPr>
          <p:nvPr/>
        </p:nvSpPr>
        <p:spPr bwMode="auto">
          <a:xfrm>
            <a:off x="1397372" y="3072021"/>
            <a:ext cx="288542"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B</a:t>
            </a:r>
            <a:endParaRPr kumimoji="1" lang="en-US" altLang="zh-CN" sz="1200" b="1" baseline="-25000" dirty="0">
              <a:latin typeface="微软雅黑" pitchFamily="34" charset="-122"/>
              <a:ea typeface="微软雅黑" pitchFamily="34" charset="-122"/>
            </a:endParaRPr>
          </a:p>
        </p:txBody>
      </p:sp>
      <p:grpSp>
        <p:nvGrpSpPr>
          <p:cNvPr id="121" name="组合 57">
            <a:extLst>
              <a:ext uri="{FF2B5EF4-FFF2-40B4-BE49-F238E27FC236}">
                <a16:creationId xmlns:a16="http://schemas.microsoft.com/office/drawing/2014/main" id="{34AE8AE1-350A-6035-114C-953B1FDBDB41}"/>
              </a:ext>
            </a:extLst>
          </p:cNvPr>
          <p:cNvGrpSpPr/>
          <p:nvPr/>
        </p:nvGrpSpPr>
        <p:grpSpPr>
          <a:xfrm>
            <a:off x="2826037" y="2275556"/>
            <a:ext cx="1945905" cy="1377898"/>
            <a:chOff x="2208968" y="2283000"/>
            <a:chExt cx="1945905" cy="1377898"/>
          </a:xfrm>
        </p:grpSpPr>
        <p:sp>
          <p:nvSpPr>
            <p:cNvPr id="122" name="Rectangle 44">
              <a:extLst>
                <a:ext uri="{FF2B5EF4-FFF2-40B4-BE49-F238E27FC236}">
                  <a16:creationId xmlns:a16="http://schemas.microsoft.com/office/drawing/2014/main" id="{2AD3EF21-3A25-8B99-4929-5DC826B9CB91}"/>
                </a:ext>
              </a:extLst>
            </p:cNvPr>
            <p:cNvSpPr>
              <a:spLocks noChangeArrowheads="1"/>
            </p:cNvSpPr>
            <p:nvPr/>
          </p:nvSpPr>
          <p:spPr bwMode="auto">
            <a:xfrm>
              <a:off x="2248098" y="2551856"/>
              <a:ext cx="1783576" cy="1109042"/>
            </a:xfrm>
            <a:prstGeom prst="rect">
              <a:avLst/>
            </a:prstGeom>
            <a:solidFill>
              <a:schemeClr val="bg1"/>
            </a:solidFill>
            <a:ln w="9525">
              <a:solidFill>
                <a:schemeClr val="tx1"/>
              </a:solidFill>
              <a:miter lim="800000"/>
              <a:headEnd/>
              <a:tailEnd/>
            </a:ln>
          </p:spPr>
          <p:txBody>
            <a:bodyPr wrap="none" anchor="ctr"/>
            <a:lstStyle/>
            <a:p>
              <a:endParaRPr lang="zh-CN" altLang="en-US" sz="1200" b="1">
                <a:latin typeface="微软雅黑" pitchFamily="34" charset="-122"/>
                <a:ea typeface="微软雅黑" pitchFamily="34" charset="-122"/>
              </a:endParaRPr>
            </a:p>
          </p:txBody>
        </p:sp>
        <p:sp>
          <p:nvSpPr>
            <p:cNvPr id="123" name="Rectangle 49">
              <a:extLst>
                <a:ext uri="{FF2B5EF4-FFF2-40B4-BE49-F238E27FC236}">
                  <a16:creationId xmlns:a16="http://schemas.microsoft.com/office/drawing/2014/main" id="{616923D0-F285-7B36-9FAD-EA4AAE08768B}"/>
                </a:ext>
              </a:extLst>
            </p:cNvPr>
            <p:cNvSpPr>
              <a:spLocks noChangeArrowheads="1"/>
            </p:cNvSpPr>
            <p:nvPr/>
          </p:nvSpPr>
          <p:spPr bwMode="auto">
            <a:xfrm>
              <a:off x="2208968" y="2521979"/>
              <a:ext cx="1945905" cy="479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p>
              <a:pPr defTabSz="762000" eaLnBrk="0" hangingPunct="0">
                <a:lnSpc>
                  <a:spcPct val="115000"/>
                </a:lnSpc>
              </a:pPr>
              <a:r>
                <a:rPr kumimoji="1" lang="en-US" altLang="zh-CN" sz="1100" b="1" dirty="0">
                  <a:solidFill>
                    <a:srgbClr val="0000FF"/>
                  </a:solidFill>
                  <a:latin typeface="微软雅黑" pitchFamily="34" charset="-122"/>
                  <a:ea typeface="微软雅黑" pitchFamily="34" charset="-122"/>
                </a:rPr>
                <a:t>MAC</a:t>
              </a:r>
              <a:r>
                <a:rPr kumimoji="1" lang="zh-CN" altLang="en-US" sz="1100" b="1" dirty="0">
                  <a:solidFill>
                    <a:srgbClr val="0000FF"/>
                  </a:solidFill>
                  <a:latin typeface="微软雅黑" pitchFamily="34" charset="-122"/>
                  <a:ea typeface="微软雅黑" pitchFamily="34" charset="-122"/>
                </a:rPr>
                <a:t>地址                接口</a:t>
              </a:r>
            </a:p>
            <a:p>
              <a:pPr defTabSz="762000" eaLnBrk="0" hangingPunct="0">
                <a:lnSpc>
                  <a:spcPct val="115000"/>
                </a:lnSpc>
              </a:pPr>
              <a:r>
                <a:rPr kumimoji="1" lang="zh-CN" altLang="en-US" sz="1100" b="1" dirty="0">
                  <a:solidFill>
                    <a:srgbClr val="0000FF"/>
                  </a:solidFill>
                  <a:latin typeface="微软雅黑" pitchFamily="34" charset="-122"/>
                  <a:ea typeface="微软雅黑" pitchFamily="34" charset="-122"/>
                </a:rPr>
                <a:t>   </a:t>
              </a:r>
              <a:endParaRPr kumimoji="1" lang="en-US" altLang="zh-CN" sz="1100" b="1" baseline="-25000" dirty="0">
                <a:solidFill>
                  <a:srgbClr val="0000FF"/>
                </a:solidFill>
                <a:latin typeface="微软雅黑" pitchFamily="34" charset="-122"/>
                <a:ea typeface="微软雅黑" pitchFamily="34" charset="-122"/>
              </a:endParaRPr>
            </a:p>
          </p:txBody>
        </p:sp>
        <p:sp>
          <p:nvSpPr>
            <p:cNvPr id="124" name="Line 50">
              <a:extLst>
                <a:ext uri="{FF2B5EF4-FFF2-40B4-BE49-F238E27FC236}">
                  <a16:creationId xmlns:a16="http://schemas.microsoft.com/office/drawing/2014/main" id="{71A77CB3-5534-9D4D-696C-08EB9016C59C}"/>
                </a:ext>
              </a:extLst>
            </p:cNvPr>
            <p:cNvSpPr>
              <a:spLocks noChangeShapeType="1"/>
            </p:cNvSpPr>
            <p:nvPr/>
          </p:nvSpPr>
          <p:spPr bwMode="auto">
            <a:xfrm>
              <a:off x="3399827" y="2551856"/>
              <a:ext cx="0" cy="1109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125" name="Line 45">
              <a:extLst>
                <a:ext uri="{FF2B5EF4-FFF2-40B4-BE49-F238E27FC236}">
                  <a16:creationId xmlns:a16="http://schemas.microsoft.com/office/drawing/2014/main" id="{29687784-509E-CCF0-F95C-28A7FF7D7431}"/>
                </a:ext>
              </a:extLst>
            </p:cNvPr>
            <p:cNvSpPr>
              <a:spLocks noChangeShapeType="1"/>
            </p:cNvSpPr>
            <p:nvPr/>
          </p:nvSpPr>
          <p:spPr bwMode="auto">
            <a:xfrm>
              <a:off x="2248098" y="2773176"/>
              <a:ext cx="17835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126" name="Line 46">
              <a:extLst>
                <a:ext uri="{FF2B5EF4-FFF2-40B4-BE49-F238E27FC236}">
                  <a16:creationId xmlns:a16="http://schemas.microsoft.com/office/drawing/2014/main" id="{521984EB-6E83-727B-085D-FC5C36034404}"/>
                </a:ext>
              </a:extLst>
            </p:cNvPr>
            <p:cNvSpPr>
              <a:spLocks noChangeShapeType="1"/>
            </p:cNvSpPr>
            <p:nvPr/>
          </p:nvSpPr>
          <p:spPr bwMode="auto">
            <a:xfrm>
              <a:off x="2248098" y="2994495"/>
              <a:ext cx="17835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127" name="Line 47">
              <a:extLst>
                <a:ext uri="{FF2B5EF4-FFF2-40B4-BE49-F238E27FC236}">
                  <a16:creationId xmlns:a16="http://schemas.microsoft.com/office/drawing/2014/main" id="{EFFBEDAA-01B0-4B29-DD3D-3C4EE3EE1668}"/>
                </a:ext>
              </a:extLst>
            </p:cNvPr>
            <p:cNvSpPr>
              <a:spLocks noChangeShapeType="1"/>
            </p:cNvSpPr>
            <p:nvPr/>
          </p:nvSpPr>
          <p:spPr bwMode="auto">
            <a:xfrm>
              <a:off x="2248098" y="3215814"/>
              <a:ext cx="1783578" cy="12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128" name="Line 66">
              <a:extLst>
                <a:ext uri="{FF2B5EF4-FFF2-40B4-BE49-F238E27FC236}">
                  <a16:creationId xmlns:a16="http://schemas.microsoft.com/office/drawing/2014/main" id="{242EDEE6-5801-CBB4-1D42-CBA1F822366C}"/>
                </a:ext>
              </a:extLst>
            </p:cNvPr>
            <p:cNvSpPr>
              <a:spLocks noChangeShapeType="1"/>
            </p:cNvSpPr>
            <p:nvPr/>
          </p:nvSpPr>
          <p:spPr bwMode="auto">
            <a:xfrm>
              <a:off x="2248098" y="3437133"/>
              <a:ext cx="1783578" cy="122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129" name="Rectangle 24">
              <a:extLst>
                <a:ext uri="{FF2B5EF4-FFF2-40B4-BE49-F238E27FC236}">
                  <a16:creationId xmlns:a16="http://schemas.microsoft.com/office/drawing/2014/main" id="{8D3F9853-FC90-62A7-6FB0-3F73DA7F8FB5}"/>
                </a:ext>
              </a:extLst>
            </p:cNvPr>
            <p:cNvSpPr>
              <a:spLocks noChangeArrowheads="1"/>
            </p:cNvSpPr>
            <p:nvPr/>
          </p:nvSpPr>
          <p:spPr bwMode="auto">
            <a:xfrm>
              <a:off x="2746695" y="2283000"/>
              <a:ext cx="721352"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zh-CN" altLang="en-US" sz="1400" b="1" dirty="0">
                  <a:solidFill>
                    <a:schemeClr val="bg1"/>
                  </a:solidFill>
                  <a:latin typeface="微软雅黑" pitchFamily="34" charset="-122"/>
                  <a:ea typeface="微软雅黑" pitchFamily="34" charset="-122"/>
                </a:rPr>
                <a:t>交换表</a:t>
              </a:r>
              <a:endParaRPr kumimoji="1" lang="en-US" altLang="zh-CN" sz="1400" b="1" dirty="0">
                <a:solidFill>
                  <a:schemeClr val="bg1"/>
                </a:solidFill>
                <a:latin typeface="微软雅黑" pitchFamily="34" charset="-122"/>
                <a:ea typeface="微软雅黑" pitchFamily="34" charset="-122"/>
              </a:endParaRPr>
            </a:p>
          </p:txBody>
        </p:sp>
      </p:grpSp>
      <p:sp>
        <p:nvSpPr>
          <p:cNvPr id="131" name="Rectangle 34">
            <a:extLst>
              <a:ext uri="{FF2B5EF4-FFF2-40B4-BE49-F238E27FC236}">
                <a16:creationId xmlns:a16="http://schemas.microsoft.com/office/drawing/2014/main" id="{A726AD13-EBFB-D223-6066-6D6826234E32}"/>
              </a:ext>
            </a:extLst>
          </p:cNvPr>
          <p:cNvSpPr>
            <a:spLocks noChangeArrowheads="1"/>
          </p:cNvSpPr>
          <p:nvPr/>
        </p:nvSpPr>
        <p:spPr bwMode="auto">
          <a:xfrm>
            <a:off x="1381046" y="2531561"/>
            <a:ext cx="286939"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C</a:t>
            </a:r>
            <a:endParaRPr kumimoji="1" lang="en-US" altLang="zh-CN" sz="1200" b="1" baseline="-25000" dirty="0">
              <a:latin typeface="微软雅黑" pitchFamily="34" charset="-122"/>
              <a:ea typeface="微软雅黑" pitchFamily="34" charset="-122"/>
            </a:endParaRPr>
          </a:p>
        </p:txBody>
      </p:sp>
      <p:pic>
        <p:nvPicPr>
          <p:cNvPr id="132" name="Picture 239" descr="jisuanji">
            <a:extLst>
              <a:ext uri="{FF2B5EF4-FFF2-40B4-BE49-F238E27FC236}">
                <a16:creationId xmlns:a16="http://schemas.microsoft.com/office/drawing/2014/main" id="{DFF7017D-9036-324E-4A68-9FBCEAAA2B3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16639" y="1963522"/>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133" name="Picture 239" descr="jisuanji">
            <a:extLst>
              <a:ext uri="{FF2B5EF4-FFF2-40B4-BE49-F238E27FC236}">
                <a16:creationId xmlns:a16="http://schemas.microsoft.com/office/drawing/2014/main" id="{78F98165-53EB-3D1C-C8E1-9D886E7B641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16639" y="2514352"/>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134" name="Picture 239" descr="jisuanji">
            <a:extLst>
              <a:ext uri="{FF2B5EF4-FFF2-40B4-BE49-F238E27FC236}">
                <a16:creationId xmlns:a16="http://schemas.microsoft.com/office/drawing/2014/main" id="{1507116E-ACD5-417A-62E8-8602A8F1FA6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16639" y="3035315"/>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135" name="Picture 239" descr="jisuanji">
            <a:extLst>
              <a:ext uri="{FF2B5EF4-FFF2-40B4-BE49-F238E27FC236}">
                <a16:creationId xmlns:a16="http://schemas.microsoft.com/office/drawing/2014/main" id="{D0249009-D6E6-0447-76BF-FB8B0053F4F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16639" y="3600000"/>
            <a:ext cx="437685" cy="437685"/>
          </a:xfrm>
          <a:prstGeom prst="rect">
            <a:avLst/>
          </a:prstGeom>
          <a:noFill/>
          <a:extLst>
            <a:ext uri="{909E8E84-426E-40DD-AFC4-6F175D3DCCD1}">
              <a14:hiddenFill xmlns:a14="http://schemas.microsoft.com/office/drawing/2010/main">
                <a:solidFill>
                  <a:srgbClr val="FFFFFF"/>
                </a:solidFill>
              </a14:hiddenFill>
            </a:ext>
          </a:extLst>
        </p:spPr>
      </p:pic>
      <p:cxnSp>
        <p:nvCxnSpPr>
          <p:cNvPr id="136" name="直接箭头连接符 135">
            <a:extLst>
              <a:ext uri="{FF2B5EF4-FFF2-40B4-BE49-F238E27FC236}">
                <a16:creationId xmlns:a16="http://schemas.microsoft.com/office/drawing/2014/main" id="{65F16548-AC7F-E569-D9EF-8CFC5FA3EDCB}"/>
              </a:ext>
            </a:extLst>
          </p:cNvPr>
          <p:cNvCxnSpPr/>
          <p:nvPr/>
        </p:nvCxnSpPr>
        <p:spPr>
          <a:xfrm>
            <a:off x="2095889" y="2127097"/>
            <a:ext cx="322270" cy="0"/>
          </a:xfrm>
          <a:prstGeom prst="straightConnector1">
            <a:avLst/>
          </a:prstGeom>
          <a:ln w="38100">
            <a:solidFill>
              <a:srgbClr val="00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40" name="矩形 139">
            <a:extLst>
              <a:ext uri="{FF2B5EF4-FFF2-40B4-BE49-F238E27FC236}">
                <a16:creationId xmlns:a16="http://schemas.microsoft.com/office/drawing/2014/main" id="{5B8187B7-845C-186C-CC30-0ACF8585812A}"/>
              </a:ext>
            </a:extLst>
          </p:cNvPr>
          <p:cNvSpPr/>
          <p:nvPr/>
        </p:nvSpPr>
        <p:spPr>
          <a:xfrm>
            <a:off x="3059775" y="2738392"/>
            <a:ext cx="1588970" cy="261610"/>
          </a:xfrm>
          <a:prstGeom prst="rect">
            <a:avLst/>
          </a:prstGeom>
        </p:spPr>
        <p:txBody>
          <a:bodyPr wrap="square">
            <a:spAutoFit/>
          </a:bodyPr>
          <a:lstStyle/>
          <a:p>
            <a:r>
              <a:rPr lang="en-US" altLang="zh-CN" sz="1100" b="1" dirty="0">
                <a:latin typeface="微软雅黑" pitchFamily="34" charset="-122"/>
                <a:ea typeface="微软雅黑" pitchFamily="34" charset="-122"/>
              </a:rPr>
              <a:t>A                         1</a:t>
            </a:r>
            <a:endParaRPr lang="zh-CN" altLang="en-US" sz="1100" b="1" dirty="0">
              <a:latin typeface="微软雅黑" pitchFamily="34" charset="-122"/>
              <a:ea typeface="微软雅黑" pitchFamily="34" charset="-122"/>
            </a:endParaRPr>
          </a:p>
        </p:txBody>
      </p:sp>
      <p:cxnSp>
        <p:nvCxnSpPr>
          <p:cNvPr id="141" name="直接箭头连接符 140">
            <a:extLst>
              <a:ext uri="{FF2B5EF4-FFF2-40B4-BE49-F238E27FC236}">
                <a16:creationId xmlns:a16="http://schemas.microsoft.com/office/drawing/2014/main" id="{8ACABF88-F025-26CE-817D-3FB4A93E52F1}"/>
              </a:ext>
            </a:extLst>
          </p:cNvPr>
          <p:cNvCxnSpPr/>
          <p:nvPr/>
        </p:nvCxnSpPr>
        <p:spPr>
          <a:xfrm>
            <a:off x="2095889" y="3208370"/>
            <a:ext cx="322270" cy="0"/>
          </a:xfrm>
          <a:prstGeom prst="straightConnector1">
            <a:avLst/>
          </a:prstGeom>
          <a:ln w="3810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48" name="矩形 147">
            <a:extLst>
              <a:ext uri="{FF2B5EF4-FFF2-40B4-BE49-F238E27FC236}">
                <a16:creationId xmlns:a16="http://schemas.microsoft.com/office/drawing/2014/main" id="{59A01752-7D47-E0EC-176C-987C1C1D012B}"/>
              </a:ext>
            </a:extLst>
          </p:cNvPr>
          <p:cNvSpPr/>
          <p:nvPr/>
        </p:nvSpPr>
        <p:spPr>
          <a:xfrm>
            <a:off x="4953000" y="2564904"/>
            <a:ext cx="4176464" cy="307777"/>
          </a:xfrm>
          <a:prstGeom prst="rect">
            <a:avLst/>
          </a:prstGeom>
        </p:spPr>
        <p:txBody>
          <a:bodyPr wrap="square">
            <a:spAutoFit/>
          </a:bodyPr>
          <a:lstStyle/>
          <a:p>
            <a:r>
              <a:rPr lang="en-US" altLang="zh-CN" sz="1400" b="1" dirty="0">
                <a:latin typeface="微软雅黑" pitchFamily="34" charset="-122"/>
                <a:ea typeface="微软雅黑" pitchFamily="34" charset="-122"/>
              </a:rPr>
              <a:t>A</a:t>
            </a:r>
            <a:r>
              <a:rPr lang="zh-CN" altLang="en-US" sz="1400" b="1" dirty="0">
                <a:latin typeface="微软雅黑" pitchFamily="34" charset="-122"/>
                <a:ea typeface="微软雅黑" pitchFamily="34" charset="-122"/>
              </a:rPr>
              <a:t>向 </a:t>
            </a:r>
            <a:r>
              <a:rPr lang="en-US" altLang="zh-CN" sz="1400" b="1" dirty="0">
                <a:latin typeface="微软雅黑" pitchFamily="34" charset="-122"/>
                <a:ea typeface="微软雅黑" pitchFamily="34" charset="-122"/>
              </a:rPr>
              <a:t>B </a:t>
            </a:r>
            <a:r>
              <a:rPr lang="zh-CN" altLang="en-US" sz="1400" b="1" dirty="0">
                <a:latin typeface="微软雅黑" pitchFamily="34" charset="-122"/>
                <a:ea typeface="微软雅黑" pitchFamily="34" charset="-122"/>
              </a:rPr>
              <a:t>发送一帧。该帧从接口 </a:t>
            </a:r>
            <a:r>
              <a:rPr lang="en-US" altLang="zh-CN" sz="1400" b="1" dirty="0">
                <a:latin typeface="微软雅黑" pitchFamily="34" charset="-122"/>
                <a:ea typeface="微软雅黑" pitchFamily="34" charset="-122"/>
              </a:rPr>
              <a:t>1 </a:t>
            </a:r>
            <a:r>
              <a:rPr lang="zh-CN" altLang="en-US" sz="1400" b="1" dirty="0">
                <a:latin typeface="微软雅黑" pitchFamily="34" charset="-122"/>
                <a:ea typeface="微软雅黑" pitchFamily="34" charset="-122"/>
              </a:rPr>
              <a:t>进入到交换机。</a:t>
            </a:r>
          </a:p>
        </p:txBody>
      </p:sp>
      <p:cxnSp>
        <p:nvCxnSpPr>
          <p:cNvPr id="149" name="直接箭头连接符 148">
            <a:extLst>
              <a:ext uri="{FF2B5EF4-FFF2-40B4-BE49-F238E27FC236}">
                <a16:creationId xmlns:a16="http://schemas.microsoft.com/office/drawing/2014/main" id="{60E4CBDB-00DA-0E68-91AE-0A45B002E911}"/>
              </a:ext>
            </a:extLst>
          </p:cNvPr>
          <p:cNvCxnSpPr/>
          <p:nvPr/>
        </p:nvCxnSpPr>
        <p:spPr>
          <a:xfrm>
            <a:off x="2095889" y="2649943"/>
            <a:ext cx="322270" cy="0"/>
          </a:xfrm>
          <a:prstGeom prst="straightConnector1">
            <a:avLst/>
          </a:prstGeom>
          <a:ln w="3810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0" name="直接箭头连接符 149">
            <a:extLst>
              <a:ext uri="{FF2B5EF4-FFF2-40B4-BE49-F238E27FC236}">
                <a16:creationId xmlns:a16="http://schemas.microsoft.com/office/drawing/2014/main" id="{642BE0A1-D764-2EAD-F6B7-7C1BC60E04C1}"/>
              </a:ext>
            </a:extLst>
          </p:cNvPr>
          <p:cNvCxnSpPr/>
          <p:nvPr/>
        </p:nvCxnSpPr>
        <p:spPr>
          <a:xfrm>
            <a:off x="2095889" y="3727845"/>
            <a:ext cx="322270" cy="0"/>
          </a:xfrm>
          <a:prstGeom prst="straightConnector1">
            <a:avLst/>
          </a:prstGeom>
          <a:ln w="3810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51" name="圆角矩形 55">
            <a:extLst>
              <a:ext uri="{FF2B5EF4-FFF2-40B4-BE49-F238E27FC236}">
                <a16:creationId xmlns:a16="http://schemas.microsoft.com/office/drawing/2014/main" id="{CD0240A9-2709-436B-EBB9-9F61F1DE3EC5}"/>
              </a:ext>
            </a:extLst>
          </p:cNvPr>
          <p:cNvSpPr/>
          <p:nvPr/>
        </p:nvSpPr>
        <p:spPr>
          <a:xfrm>
            <a:off x="1111424" y="4209176"/>
            <a:ext cx="8129015" cy="2604200"/>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2" name="矩形 151">
            <a:extLst>
              <a:ext uri="{FF2B5EF4-FFF2-40B4-BE49-F238E27FC236}">
                <a16:creationId xmlns:a16="http://schemas.microsoft.com/office/drawing/2014/main" id="{CF0CB6EF-79C8-12D0-0133-BBA96765BA00}"/>
              </a:ext>
            </a:extLst>
          </p:cNvPr>
          <p:cNvSpPr/>
          <p:nvPr/>
        </p:nvSpPr>
        <p:spPr>
          <a:xfrm>
            <a:off x="2554003" y="4617572"/>
            <a:ext cx="2209376" cy="2051788"/>
          </a:xfrm>
          <a:prstGeom prst="rect">
            <a:avLst/>
          </a:prstGeom>
          <a:solidFill>
            <a:srgbClr val="0000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200" dirty="0">
                <a:latin typeface="微软雅黑" pitchFamily="34" charset="-122"/>
                <a:ea typeface="微软雅黑" pitchFamily="34" charset="-122"/>
              </a:rPr>
              <a:t> </a:t>
            </a:r>
            <a:endParaRPr lang="zh-CN" altLang="en-US" sz="1200" dirty="0">
              <a:latin typeface="微软雅黑" pitchFamily="34" charset="-122"/>
              <a:ea typeface="微软雅黑" pitchFamily="34" charset="-122"/>
            </a:endParaRPr>
          </a:p>
        </p:txBody>
      </p:sp>
      <p:cxnSp>
        <p:nvCxnSpPr>
          <p:cNvPr id="153" name="直接连接符 152">
            <a:extLst>
              <a:ext uri="{FF2B5EF4-FFF2-40B4-BE49-F238E27FC236}">
                <a16:creationId xmlns:a16="http://schemas.microsoft.com/office/drawing/2014/main" id="{1E3B77DC-9233-EEBB-A92B-BEEEB48C6474}"/>
              </a:ext>
            </a:extLst>
          </p:cNvPr>
          <p:cNvCxnSpPr>
            <a:stCxn id="166" idx="1"/>
          </p:cNvCxnSpPr>
          <p:nvPr/>
        </p:nvCxnSpPr>
        <p:spPr>
          <a:xfrm flipH="1">
            <a:off x="1882337" y="6415728"/>
            <a:ext cx="6608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4" name="直接连接符 153">
            <a:extLst>
              <a:ext uri="{FF2B5EF4-FFF2-40B4-BE49-F238E27FC236}">
                <a16:creationId xmlns:a16="http://schemas.microsoft.com/office/drawing/2014/main" id="{A857F9EA-6A30-F6C4-1FBA-AC8558D83D15}"/>
              </a:ext>
            </a:extLst>
          </p:cNvPr>
          <p:cNvCxnSpPr>
            <a:endCxn id="163" idx="1"/>
          </p:cNvCxnSpPr>
          <p:nvPr/>
        </p:nvCxnSpPr>
        <p:spPr>
          <a:xfrm>
            <a:off x="1882337" y="5337826"/>
            <a:ext cx="6716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5" name="直接连接符 154">
            <a:extLst>
              <a:ext uri="{FF2B5EF4-FFF2-40B4-BE49-F238E27FC236}">
                <a16:creationId xmlns:a16="http://schemas.microsoft.com/office/drawing/2014/main" id="{0CEEE15C-8F31-6A98-5B89-128F1DB345DA}"/>
              </a:ext>
            </a:extLst>
          </p:cNvPr>
          <p:cNvCxnSpPr>
            <a:stCxn id="169" idx="1"/>
          </p:cNvCxnSpPr>
          <p:nvPr/>
        </p:nvCxnSpPr>
        <p:spPr>
          <a:xfrm flipH="1">
            <a:off x="1905210" y="5861572"/>
            <a:ext cx="63796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6" name="直接连接符 155">
            <a:extLst>
              <a:ext uri="{FF2B5EF4-FFF2-40B4-BE49-F238E27FC236}">
                <a16:creationId xmlns:a16="http://schemas.microsoft.com/office/drawing/2014/main" id="{DAABC1A7-F87F-C7D2-7CB6-468D06EE7F55}"/>
              </a:ext>
            </a:extLst>
          </p:cNvPr>
          <p:cNvCxnSpPr>
            <a:endCxn id="161" idx="1"/>
          </p:cNvCxnSpPr>
          <p:nvPr/>
        </p:nvCxnSpPr>
        <p:spPr>
          <a:xfrm>
            <a:off x="1882337" y="4782103"/>
            <a:ext cx="6625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7" name="Rectangle 24">
            <a:extLst>
              <a:ext uri="{FF2B5EF4-FFF2-40B4-BE49-F238E27FC236}">
                <a16:creationId xmlns:a16="http://schemas.microsoft.com/office/drawing/2014/main" id="{88E8F91E-2996-CC88-1A47-77F280FFBAA9}"/>
              </a:ext>
            </a:extLst>
          </p:cNvPr>
          <p:cNvSpPr>
            <a:spLocks noChangeArrowheads="1"/>
          </p:cNvSpPr>
          <p:nvPr/>
        </p:nvSpPr>
        <p:spPr bwMode="auto">
          <a:xfrm>
            <a:off x="3009894" y="4302707"/>
            <a:ext cx="1259961"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eaLnBrk="0" hangingPunct="0"/>
            <a:r>
              <a:rPr kumimoji="1" lang="zh-CN" altLang="en-US" sz="1400" b="1" dirty="0">
                <a:solidFill>
                  <a:srgbClr val="0000FF"/>
                </a:solidFill>
                <a:latin typeface="微软雅黑" pitchFamily="34" charset="-122"/>
                <a:ea typeface="微软雅黑" pitchFamily="34" charset="-122"/>
              </a:rPr>
              <a:t>以太网交换机</a:t>
            </a:r>
            <a:endParaRPr kumimoji="1" lang="en-US" altLang="zh-CN" sz="1400" b="1" dirty="0">
              <a:solidFill>
                <a:srgbClr val="0000FF"/>
              </a:solidFill>
              <a:latin typeface="微软雅黑" pitchFamily="34" charset="-122"/>
              <a:ea typeface="微软雅黑" pitchFamily="34" charset="-122"/>
            </a:endParaRPr>
          </a:p>
        </p:txBody>
      </p:sp>
      <p:sp>
        <p:nvSpPr>
          <p:cNvPr id="158" name="Rectangle 34">
            <a:extLst>
              <a:ext uri="{FF2B5EF4-FFF2-40B4-BE49-F238E27FC236}">
                <a16:creationId xmlns:a16="http://schemas.microsoft.com/office/drawing/2014/main" id="{5AC9614B-2EBF-9E50-DF00-AA07E579A507}"/>
              </a:ext>
            </a:extLst>
          </p:cNvPr>
          <p:cNvSpPr>
            <a:spLocks noChangeArrowheads="1"/>
          </p:cNvSpPr>
          <p:nvPr/>
        </p:nvSpPr>
        <p:spPr bwMode="auto">
          <a:xfrm>
            <a:off x="1434610" y="4580458"/>
            <a:ext cx="298160"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A</a:t>
            </a:r>
            <a:endParaRPr kumimoji="1" lang="en-US" altLang="zh-CN" sz="1200" b="1" baseline="-25000" dirty="0">
              <a:latin typeface="微软雅黑" pitchFamily="34" charset="-122"/>
              <a:ea typeface="微软雅黑" pitchFamily="34" charset="-122"/>
            </a:endParaRPr>
          </a:p>
        </p:txBody>
      </p:sp>
      <p:grpSp>
        <p:nvGrpSpPr>
          <p:cNvPr id="159" name="组合 57">
            <a:extLst>
              <a:ext uri="{FF2B5EF4-FFF2-40B4-BE49-F238E27FC236}">
                <a16:creationId xmlns:a16="http://schemas.microsoft.com/office/drawing/2014/main" id="{E359DDAC-18E6-F768-DD46-44031E9E8421}"/>
              </a:ext>
            </a:extLst>
          </p:cNvPr>
          <p:cNvGrpSpPr>
            <a:grpSpLocks/>
          </p:cNvGrpSpPr>
          <p:nvPr/>
        </p:nvGrpSpPr>
        <p:grpSpPr bwMode="auto">
          <a:xfrm>
            <a:off x="2544864" y="4644886"/>
            <a:ext cx="277321" cy="274434"/>
            <a:chOff x="2255844" y="1268760"/>
            <a:chExt cx="360915" cy="356296"/>
          </a:xfrm>
        </p:grpSpPr>
        <p:sp>
          <p:nvSpPr>
            <p:cNvPr id="160" name="矩形 159">
              <a:extLst>
                <a:ext uri="{FF2B5EF4-FFF2-40B4-BE49-F238E27FC236}">
                  <a16:creationId xmlns:a16="http://schemas.microsoft.com/office/drawing/2014/main" id="{3F658D33-A120-0D12-0635-DFDA2444C3DD}"/>
                </a:ext>
              </a:extLst>
            </p:cNvPr>
            <p:cNvSpPr/>
            <p:nvPr/>
          </p:nvSpPr>
          <p:spPr>
            <a:xfrm>
              <a:off x="2267744" y="1340197"/>
              <a:ext cx="288032" cy="215900"/>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61" name="Rectangle 40">
              <a:extLst>
                <a:ext uri="{FF2B5EF4-FFF2-40B4-BE49-F238E27FC236}">
                  <a16:creationId xmlns:a16="http://schemas.microsoft.com/office/drawing/2014/main" id="{A294CFCE-CFDD-2737-2868-78FD57EA4EE5}"/>
                </a:ext>
              </a:extLst>
            </p:cNvPr>
            <p:cNvSpPr>
              <a:spLocks noChangeArrowheads="1"/>
            </p:cNvSpPr>
            <p:nvPr/>
          </p:nvSpPr>
          <p:spPr bwMode="auto">
            <a:xfrm>
              <a:off x="2255844" y="1268760"/>
              <a:ext cx="360915" cy="356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1</a:t>
              </a:r>
              <a:endParaRPr kumimoji="1" lang="en-US" altLang="zh-CN" sz="1200" b="1" baseline="-25000" dirty="0">
                <a:latin typeface="微软雅黑" pitchFamily="34" charset="-122"/>
                <a:ea typeface="微软雅黑" pitchFamily="34" charset="-122"/>
              </a:endParaRPr>
            </a:p>
          </p:txBody>
        </p:sp>
      </p:grpSp>
      <p:grpSp>
        <p:nvGrpSpPr>
          <p:cNvPr id="162" name="组合 58">
            <a:extLst>
              <a:ext uri="{FF2B5EF4-FFF2-40B4-BE49-F238E27FC236}">
                <a16:creationId xmlns:a16="http://schemas.microsoft.com/office/drawing/2014/main" id="{9B0B241E-0015-DE49-2737-62D54B8CD1DC}"/>
              </a:ext>
            </a:extLst>
          </p:cNvPr>
          <p:cNvGrpSpPr>
            <a:grpSpLocks/>
          </p:cNvGrpSpPr>
          <p:nvPr/>
        </p:nvGrpSpPr>
        <p:grpSpPr bwMode="auto">
          <a:xfrm>
            <a:off x="2554007" y="5208798"/>
            <a:ext cx="277321" cy="274434"/>
            <a:chOff x="2267744" y="1280668"/>
            <a:chExt cx="360915" cy="357388"/>
          </a:xfrm>
        </p:grpSpPr>
        <p:sp>
          <p:nvSpPr>
            <p:cNvPr id="163" name="矩形 162">
              <a:extLst>
                <a:ext uri="{FF2B5EF4-FFF2-40B4-BE49-F238E27FC236}">
                  <a16:creationId xmlns:a16="http://schemas.microsoft.com/office/drawing/2014/main" id="{4AFA7E42-F80F-CA31-2FE8-2D36B631FA97}"/>
                </a:ext>
              </a:extLst>
            </p:cNvPr>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64" name="Rectangle 40">
              <a:extLst>
                <a:ext uri="{FF2B5EF4-FFF2-40B4-BE49-F238E27FC236}">
                  <a16:creationId xmlns:a16="http://schemas.microsoft.com/office/drawing/2014/main" id="{34DB579B-9D49-B8A3-81DF-4A468A38E37F}"/>
                </a:ext>
              </a:extLst>
            </p:cNvPr>
            <p:cNvSpPr>
              <a:spLocks noChangeArrowheads="1"/>
            </p:cNvSpPr>
            <p:nvPr/>
          </p:nvSpPr>
          <p:spPr bwMode="auto">
            <a:xfrm>
              <a:off x="2267744" y="1280668"/>
              <a:ext cx="360915"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2</a:t>
              </a:r>
              <a:endParaRPr kumimoji="1" lang="en-US" altLang="zh-CN" sz="1200" b="1" baseline="-25000" dirty="0">
                <a:latin typeface="微软雅黑" pitchFamily="34" charset="-122"/>
                <a:ea typeface="微软雅黑" pitchFamily="34" charset="-122"/>
              </a:endParaRPr>
            </a:p>
          </p:txBody>
        </p:sp>
      </p:grpSp>
      <p:grpSp>
        <p:nvGrpSpPr>
          <p:cNvPr id="165" name="组合 61">
            <a:extLst>
              <a:ext uri="{FF2B5EF4-FFF2-40B4-BE49-F238E27FC236}">
                <a16:creationId xmlns:a16="http://schemas.microsoft.com/office/drawing/2014/main" id="{854DC4E7-A3C9-0492-8D75-59979F7244B1}"/>
              </a:ext>
            </a:extLst>
          </p:cNvPr>
          <p:cNvGrpSpPr>
            <a:grpSpLocks/>
          </p:cNvGrpSpPr>
          <p:nvPr/>
        </p:nvGrpSpPr>
        <p:grpSpPr bwMode="auto">
          <a:xfrm>
            <a:off x="2524887" y="6286700"/>
            <a:ext cx="277321" cy="274434"/>
            <a:chOff x="2244074" y="1280668"/>
            <a:chExt cx="358931" cy="357388"/>
          </a:xfrm>
        </p:grpSpPr>
        <p:sp>
          <p:nvSpPr>
            <p:cNvPr id="166" name="矩形 165">
              <a:extLst>
                <a:ext uri="{FF2B5EF4-FFF2-40B4-BE49-F238E27FC236}">
                  <a16:creationId xmlns:a16="http://schemas.microsoft.com/office/drawing/2014/main" id="{3240A27A-D7C2-F186-066D-415DC7333AC0}"/>
                </a:ext>
              </a:extLst>
            </p:cNvPr>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67" name="Rectangle 40">
              <a:extLst>
                <a:ext uri="{FF2B5EF4-FFF2-40B4-BE49-F238E27FC236}">
                  <a16:creationId xmlns:a16="http://schemas.microsoft.com/office/drawing/2014/main" id="{D04C7794-D0F0-745A-6F83-499F5D6BD521}"/>
                </a:ext>
              </a:extLst>
            </p:cNvPr>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4</a:t>
              </a:r>
              <a:endParaRPr kumimoji="1" lang="en-US" altLang="zh-CN" sz="1200" b="1" baseline="-25000" dirty="0">
                <a:latin typeface="微软雅黑" pitchFamily="34" charset="-122"/>
                <a:ea typeface="微软雅黑" pitchFamily="34" charset="-122"/>
              </a:endParaRPr>
            </a:p>
          </p:txBody>
        </p:sp>
      </p:grpSp>
      <p:grpSp>
        <p:nvGrpSpPr>
          <p:cNvPr id="168" name="组合 64">
            <a:extLst>
              <a:ext uri="{FF2B5EF4-FFF2-40B4-BE49-F238E27FC236}">
                <a16:creationId xmlns:a16="http://schemas.microsoft.com/office/drawing/2014/main" id="{A2E53CE3-0675-FDFB-4127-13BB800BDB14}"/>
              </a:ext>
            </a:extLst>
          </p:cNvPr>
          <p:cNvGrpSpPr>
            <a:grpSpLocks/>
          </p:cNvGrpSpPr>
          <p:nvPr/>
        </p:nvGrpSpPr>
        <p:grpSpPr bwMode="auto">
          <a:xfrm>
            <a:off x="2534031" y="5722789"/>
            <a:ext cx="277321" cy="274434"/>
            <a:chOff x="2255909" y="1268760"/>
            <a:chExt cx="358931" cy="355702"/>
          </a:xfrm>
        </p:grpSpPr>
        <p:sp>
          <p:nvSpPr>
            <p:cNvPr id="169" name="矩形 168">
              <a:extLst>
                <a:ext uri="{FF2B5EF4-FFF2-40B4-BE49-F238E27FC236}">
                  <a16:creationId xmlns:a16="http://schemas.microsoft.com/office/drawing/2014/main" id="{A0EE1FCE-341C-47C8-68A8-4FC4592E36CE}"/>
                </a:ext>
              </a:extLst>
            </p:cNvPr>
            <p:cNvSpPr/>
            <p:nvPr/>
          </p:nvSpPr>
          <p:spPr>
            <a:xfrm>
              <a:off x="2267744" y="1340078"/>
              <a:ext cx="288032" cy="217125"/>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70" name="Rectangle 40">
              <a:extLst>
                <a:ext uri="{FF2B5EF4-FFF2-40B4-BE49-F238E27FC236}">
                  <a16:creationId xmlns:a16="http://schemas.microsoft.com/office/drawing/2014/main" id="{31BCE280-4D45-5B1B-F308-8680AD323233}"/>
                </a:ext>
              </a:extLst>
            </p:cNvPr>
            <p:cNvSpPr>
              <a:spLocks noChangeArrowheads="1"/>
            </p:cNvSpPr>
            <p:nvPr/>
          </p:nvSpPr>
          <p:spPr bwMode="auto">
            <a:xfrm>
              <a:off x="2255909" y="1268760"/>
              <a:ext cx="358931" cy="355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3</a:t>
              </a:r>
              <a:endParaRPr kumimoji="1" lang="en-US" altLang="zh-CN" sz="1200" b="1" baseline="-25000" dirty="0">
                <a:latin typeface="微软雅黑" pitchFamily="34" charset="-122"/>
                <a:ea typeface="微软雅黑" pitchFamily="34" charset="-122"/>
              </a:endParaRPr>
            </a:p>
          </p:txBody>
        </p:sp>
      </p:grpSp>
      <p:sp>
        <p:nvSpPr>
          <p:cNvPr id="171" name="Rectangle 34">
            <a:extLst>
              <a:ext uri="{FF2B5EF4-FFF2-40B4-BE49-F238E27FC236}">
                <a16:creationId xmlns:a16="http://schemas.microsoft.com/office/drawing/2014/main" id="{2D8C987E-A2E7-65FF-341D-6997E96130F3}"/>
              </a:ext>
            </a:extLst>
          </p:cNvPr>
          <p:cNvSpPr>
            <a:spLocks noChangeArrowheads="1"/>
          </p:cNvSpPr>
          <p:nvPr/>
        </p:nvSpPr>
        <p:spPr bwMode="auto">
          <a:xfrm>
            <a:off x="1446128" y="6239695"/>
            <a:ext cx="304571"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D</a:t>
            </a:r>
            <a:endParaRPr kumimoji="1" lang="en-US" altLang="zh-CN" sz="1200" b="1" baseline="-25000" dirty="0">
              <a:latin typeface="微软雅黑" pitchFamily="34" charset="-122"/>
              <a:ea typeface="微软雅黑" pitchFamily="34" charset="-122"/>
            </a:endParaRPr>
          </a:p>
        </p:txBody>
      </p:sp>
      <p:sp>
        <p:nvSpPr>
          <p:cNvPr id="172" name="Rectangle 34">
            <a:extLst>
              <a:ext uri="{FF2B5EF4-FFF2-40B4-BE49-F238E27FC236}">
                <a16:creationId xmlns:a16="http://schemas.microsoft.com/office/drawing/2014/main" id="{FC3F0C51-09DF-7CA7-FB03-04B8E0BAEC24}"/>
              </a:ext>
            </a:extLst>
          </p:cNvPr>
          <p:cNvSpPr>
            <a:spLocks noChangeArrowheads="1"/>
          </p:cNvSpPr>
          <p:nvPr/>
        </p:nvSpPr>
        <p:spPr bwMode="auto">
          <a:xfrm>
            <a:off x="1444228" y="5673920"/>
            <a:ext cx="288542"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B</a:t>
            </a:r>
            <a:endParaRPr kumimoji="1" lang="en-US" altLang="zh-CN" sz="1200" b="1" baseline="-25000" dirty="0">
              <a:latin typeface="微软雅黑" pitchFamily="34" charset="-122"/>
              <a:ea typeface="微软雅黑" pitchFamily="34" charset="-122"/>
            </a:endParaRPr>
          </a:p>
        </p:txBody>
      </p:sp>
      <p:grpSp>
        <p:nvGrpSpPr>
          <p:cNvPr id="173" name="组合 57">
            <a:extLst>
              <a:ext uri="{FF2B5EF4-FFF2-40B4-BE49-F238E27FC236}">
                <a16:creationId xmlns:a16="http://schemas.microsoft.com/office/drawing/2014/main" id="{651F5DFF-A700-594C-A99F-616B5A86D672}"/>
              </a:ext>
            </a:extLst>
          </p:cNvPr>
          <p:cNvGrpSpPr/>
          <p:nvPr/>
        </p:nvGrpSpPr>
        <p:grpSpPr>
          <a:xfrm>
            <a:off x="2872893" y="4877455"/>
            <a:ext cx="1945905" cy="1377898"/>
            <a:chOff x="2208968" y="2283000"/>
            <a:chExt cx="1945905" cy="1377898"/>
          </a:xfrm>
        </p:grpSpPr>
        <p:sp>
          <p:nvSpPr>
            <p:cNvPr id="174" name="Rectangle 44">
              <a:extLst>
                <a:ext uri="{FF2B5EF4-FFF2-40B4-BE49-F238E27FC236}">
                  <a16:creationId xmlns:a16="http://schemas.microsoft.com/office/drawing/2014/main" id="{E9FFD1A2-171F-D73A-BF5F-1B407AE599B2}"/>
                </a:ext>
              </a:extLst>
            </p:cNvPr>
            <p:cNvSpPr>
              <a:spLocks noChangeArrowheads="1"/>
            </p:cNvSpPr>
            <p:nvPr/>
          </p:nvSpPr>
          <p:spPr bwMode="auto">
            <a:xfrm>
              <a:off x="2248098" y="2551856"/>
              <a:ext cx="1783576" cy="1109042"/>
            </a:xfrm>
            <a:prstGeom prst="rect">
              <a:avLst/>
            </a:prstGeom>
            <a:solidFill>
              <a:schemeClr val="bg1"/>
            </a:solidFill>
            <a:ln w="9525">
              <a:solidFill>
                <a:schemeClr val="tx1"/>
              </a:solidFill>
              <a:miter lim="800000"/>
              <a:headEnd/>
              <a:tailEnd/>
            </a:ln>
          </p:spPr>
          <p:txBody>
            <a:bodyPr wrap="none" anchor="ctr"/>
            <a:lstStyle/>
            <a:p>
              <a:endParaRPr lang="zh-CN" altLang="en-US" sz="1200" b="1">
                <a:latin typeface="微软雅黑" pitchFamily="34" charset="-122"/>
                <a:ea typeface="微软雅黑" pitchFamily="34" charset="-122"/>
              </a:endParaRPr>
            </a:p>
          </p:txBody>
        </p:sp>
        <p:sp>
          <p:nvSpPr>
            <p:cNvPr id="175" name="Rectangle 49">
              <a:extLst>
                <a:ext uri="{FF2B5EF4-FFF2-40B4-BE49-F238E27FC236}">
                  <a16:creationId xmlns:a16="http://schemas.microsoft.com/office/drawing/2014/main" id="{15093BC8-3413-6B3A-5E08-D91898A77749}"/>
                </a:ext>
              </a:extLst>
            </p:cNvPr>
            <p:cNvSpPr>
              <a:spLocks noChangeArrowheads="1"/>
            </p:cNvSpPr>
            <p:nvPr/>
          </p:nvSpPr>
          <p:spPr bwMode="auto">
            <a:xfrm>
              <a:off x="2208968" y="2521979"/>
              <a:ext cx="1945905" cy="479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p>
              <a:pPr defTabSz="762000" eaLnBrk="0" hangingPunct="0">
                <a:lnSpc>
                  <a:spcPct val="115000"/>
                </a:lnSpc>
              </a:pPr>
              <a:r>
                <a:rPr kumimoji="1" lang="en-US" altLang="zh-CN" sz="1100" b="1" dirty="0">
                  <a:solidFill>
                    <a:srgbClr val="0000FF"/>
                  </a:solidFill>
                  <a:latin typeface="微软雅黑" pitchFamily="34" charset="-122"/>
                  <a:ea typeface="微软雅黑" pitchFamily="34" charset="-122"/>
                </a:rPr>
                <a:t>MAC</a:t>
              </a:r>
              <a:r>
                <a:rPr kumimoji="1" lang="zh-CN" altLang="en-US" sz="1100" b="1" dirty="0">
                  <a:solidFill>
                    <a:srgbClr val="0000FF"/>
                  </a:solidFill>
                  <a:latin typeface="微软雅黑" pitchFamily="34" charset="-122"/>
                  <a:ea typeface="微软雅黑" pitchFamily="34" charset="-122"/>
                </a:rPr>
                <a:t>地址                 接口</a:t>
              </a:r>
            </a:p>
            <a:p>
              <a:pPr defTabSz="762000" eaLnBrk="0" hangingPunct="0">
                <a:lnSpc>
                  <a:spcPct val="115000"/>
                </a:lnSpc>
              </a:pPr>
              <a:r>
                <a:rPr kumimoji="1" lang="zh-CN" altLang="en-US" sz="1100" b="1" dirty="0">
                  <a:solidFill>
                    <a:srgbClr val="0000FF"/>
                  </a:solidFill>
                  <a:latin typeface="微软雅黑" pitchFamily="34" charset="-122"/>
                  <a:ea typeface="微软雅黑" pitchFamily="34" charset="-122"/>
                </a:rPr>
                <a:t>   </a:t>
              </a:r>
              <a:endParaRPr kumimoji="1" lang="en-US" altLang="zh-CN" sz="1100" b="1" baseline="-25000" dirty="0">
                <a:solidFill>
                  <a:srgbClr val="0000FF"/>
                </a:solidFill>
                <a:latin typeface="微软雅黑" pitchFamily="34" charset="-122"/>
                <a:ea typeface="微软雅黑" pitchFamily="34" charset="-122"/>
              </a:endParaRPr>
            </a:p>
          </p:txBody>
        </p:sp>
        <p:sp>
          <p:nvSpPr>
            <p:cNvPr id="177" name="Line 45">
              <a:extLst>
                <a:ext uri="{FF2B5EF4-FFF2-40B4-BE49-F238E27FC236}">
                  <a16:creationId xmlns:a16="http://schemas.microsoft.com/office/drawing/2014/main" id="{1E49AAE7-5D83-0FE2-8C1A-96AB0B78125F}"/>
                </a:ext>
              </a:extLst>
            </p:cNvPr>
            <p:cNvSpPr>
              <a:spLocks noChangeShapeType="1"/>
            </p:cNvSpPr>
            <p:nvPr/>
          </p:nvSpPr>
          <p:spPr bwMode="auto">
            <a:xfrm>
              <a:off x="2248098" y="2773176"/>
              <a:ext cx="17835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178" name="Line 46">
              <a:extLst>
                <a:ext uri="{FF2B5EF4-FFF2-40B4-BE49-F238E27FC236}">
                  <a16:creationId xmlns:a16="http://schemas.microsoft.com/office/drawing/2014/main" id="{111B169F-325B-0AC7-B65A-862F3ECEC182}"/>
                </a:ext>
              </a:extLst>
            </p:cNvPr>
            <p:cNvSpPr>
              <a:spLocks noChangeShapeType="1"/>
            </p:cNvSpPr>
            <p:nvPr/>
          </p:nvSpPr>
          <p:spPr bwMode="auto">
            <a:xfrm>
              <a:off x="2248098" y="2994495"/>
              <a:ext cx="17835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179" name="Line 47">
              <a:extLst>
                <a:ext uri="{FF2B5EF4-FFF2-40B4-BE49-F238E27FC236}">
                  <a16:creationId xmlns:a16="http://schemas.microsoft.com/office/drawing/2014/main" id="{80FD301C-19D4-D728-710B-A419AB1ADAE9}"/>
                </a:ext>
              </a:extLst>
            </p:cNvPr>
            <p:cNvSpPr>
              <a:spLocks noChangeShapeType="1"/>
            </p:cNvSpPr>
            <p:nvPr/>
          </p:nvSpPr>
          <p:spPr bwMode="auto">
            <a:xfrm>
              <a:off x="2248098" y="3215814"/>
              <a:ext cx="1783578" cy="12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180" name="Line 66">
              <a:extLst>
                <a:ext uri="{FF2B5EF4-FFF2-40B4-BE49-F238E27FC236}">
                  <a16:creationId xmlns:a16="http://schemas.microsoft.com/office/drawing/2014/main" id="{17DD1FB1-05F7-9119-D2C0-4CDE3DDECA6C}"/>
                </a:ext>
              </a:extLst>
            </p:cNvPr>
            <p:cNvSpPr>
              <a:spLocks noChangeShapeType="1"/>
            </p:cNvSpPr>
            <p:nvPr/>
          </p:nvSpPr>
          <p:spPr bwMode="auto">
            <a:xfrm>
              <a:off x="2248098" y="3437133"/>
              <a:ext cx="1783578" cy="122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181" name="Rectangle 24">
              <a:extLst>
                <a:ext uri="{FF2B5EF4-FFF2-40B4-BE49-F238E27FC236}">
                  <a16:creationId xmlns:a16="http://schemas.microsoft.com/office/drawing/2014/main" id="{E36D3B43-CEA5-5792-25F7-F67D16CD1FAF}"/>
                </a:ext>
              </a:extLst>
            </p:cNvPr>
            <p:cNvSpPr>
              <a:spLocks noChangeArrowheads="1"/>
            </p:cNvSpPr>
            <p:nvPr/>
          </p:nvSpPr>
          <p:spPr bwMode="auto">
            <a:xfrm>
              <a:off x="2746695" y="2283000"/>
              <a:ext cx="721352"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zh-CN" altLang="en-US" sz="1400" b="1" dirty="0">
                  <a:solidFill>
                    <a:schemeClr val="bg1"/>
                  </a:solidFill>
                  <a:latin typeface="微软雅黑" pitchFamily="34" charset="-122"/>
                  <a:ea typeface="微软雅黑" pitchFamily="34" charset="-122"/>
                </a:rPr>
                <a:t>交换表</a:t>
              </a:r>
              <a:endParaRPr kumimoji="1" lang="en-US" altLang="zh-CN" sz="1400" b="1" dirty="0">
                <a:solidFill>
                  <a:schemeClr val="bg1"/>
                </a:solidFill>
                <a:latin typeface="微软雅黑" pitchFamily="34" charset="-122"/>
                <a:ea typeface="微软雅黑" pitchFamily="34" charset="-122"/>
              </a:endParaRPr>
            </a:p>
          </p:txBody>
        </p:sp>
        <p:sp>
          <p:nvSpPr>
            <p:cNvPr id="182" name="Line 50">
              <a:extLst>
                <a:ext uri="{FF2B5EF4-FFF2-40B4-BE49-F238E27FC236}">
                  <a16:creationId xmlns:a16="http://schemas.microsoft.com/office/drawing/2014/main" id="{8A9E3364-202C-1666-DE7C-1FC550095AC8}"/>
                </a:ext>
              </a:extLst>
            </p:cNvPr>
            <p:cNvSpPr>
              <a:spLocks noChangeShapeType="1"/>
            </p:cNvSpPr>
            <p:nvPr/>
          </p:nvSpPr>
          <p:spPr bwMode="auto">
            <a:xfrm>
              <a:off x="3420721" y="2551856"/>
              <a:ext cx="0" cy="1109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grpSp>
      <p:sp>
        <p:nvSpPr>
          <p:cNvPr id="183" name="Rectangle 34">
            <a:extLst>
              <a:ext uri="{FF2B5EF4-FFF2-40B4-BE49-F238E27FC236}">
                <a16:creationId xmlns:a16="http://schemas.microsoft.com/office/drawing/2014/main" id="{8BDD6D80-15AA-B0D9-360F-5F0697548F65}"/>
              </a:ext>
            </a:extLst>
          </p:cNvPr>
          <p:cNvSpPr>
            <a:spLocks noChangeArrowheads="1"/>
          </p:cNvSpPr>
          <p:nvPr/>
        </p:nvSpPr>
        <p:spPr bwMode="auto">
          <a:xfrm>
            <a:off x="1427902" y="5133460"/>
            <a:ext cx="286939"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C</a:t>
            </a:r>
            <a:endParaRPr kumimoji="1" lang="en-US" altLang="zh-CN" sz="1200" b="1" baseline="-25000" dirty="0">
              <a:latin typeface="微软雅黑" pitchFamily="34" charset="-122"/>
              <a:ea typeface="微软雅黑" pitchFamily="34" charset="-122"/>
            </a:endParaRPr>
          </a:p>
        </p:txBody>
      </p:sp>
      <p:pic>
        <p:nvPicPr>
          <p:cNvPr id="184" name="Picture 239" descr="jisuanji">
            <a:extLst>
              <a:ext uri="{FF2B5EF4-FFF2-40B4-BE49-F238E27FC236}">
                <a16:creationId xmlns:a16="http://schemas.microsoft.com/office/drawing/2014/main" id="{21644356-5FFA-E321-2AE9-C685689FC64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63495" y="4565421"/>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185" name="Picture 239" descr="jisuanji">
            <a:extLst>
              <a:ext uri="{FF2B5EF4-FFF2-40B4-BE49-F238E27FC236}">
                <a16:creationId xmlns:a16="http://schemas.microsoft.com/office/drawing/2014/main" id="{DA472A73-D0E2-7075-5341-6B91728CA02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63495" y="5116251"/>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186" name="Picture 239" descr="jisuanji">
            <a:extLst>
              <a:ext uri="{FF2B5EF4-FFF2-40B4-BE49-F238E27FC236}">
                <a16:creationId xmlns:a16="http://schemas.microsoft.com/office/drawing/2014/main" id="{97722043-5CE0-79BC-677E-B58E00B2AD1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63495" y="5637214"/>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187" name="Picture 239" descr="jisuanji">
            <a:extLst>
              <a:ext uri="{FF2B5EF4-FFF2-40B4-BE49-F238E27FC236}">
                <a16:creationId xmlns:a16="http://schemas.microsoft.com/office/drawing/2014/main" id="{DE797AAF-4546-F6EC-80F2-1556054234D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63495" y="6201899"/>
            <a:ext cx="437685" cy="437685"/>
          </a:xfrm>
          <a:prstGeom prst="rect">
            <a:avLst/>
          </a:prstGeom>
          <a:noFill/>
          <a:extLst>
            <a:ext uri="{909E8E84-426E-40DD-AFC4-6F175D3DCCD1}">
              <a14:hiddenFill xmlns:a14="http://schemas.microsoft.com/office/drawing/2010/main">
                <a:solidFill>
                  <a:srgbClr val="FFFFFF"/>
                </a:solidFill>
              </a14:hiddenFill>
            </a:ext>
          </a:extLst>
        </p:spPr>
      </p:pic>
      <p:cxnSp>
        <p:nvCxnSpPr>
          <p:cNvPr id="188" name="直接箭头连接符 187">
            <a:extLst>
              <a:ext uri="{FF2B5EF4-FFF2-40B4-BE49-F238E27FC236}">
                <a16:creationId xmlns:a16="http://schemas.microsoft.com/office/drawing/2014/main" id="{5FAF9C3F-7616-24B6-16E1-EA40308875EE}"/>
              </a:ext>
            </a:extLst>
          </p:cNvPr>
          <p:cNvCxnSpPr/>
          <p:nvPr/>
        </p:nvCxnSpPr>
        <p:spPr>
          <a:xfrm>
            <a:off x="2142745" y="5802446"/>
            <a:ext cx="322270" cy="0"/>
          </a:xfrm>
          <a:prstGeom prst="straightConnector1">
            <a:avLst/>
          </a:prstGeom>
          <a:ln w="38100">
            <a:solidFill>
              <a:srgbClr val="00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90" name="矩形 189">
            <a:extLst>
              <a:ext uri="{FF2B5EF4-FFF2-40B4-BE49-F238E27FC236}">
                <a16:creationId xmlns:a16="http://schemas.microsoft.com/office/drawing/2014/main" id="{61095C2E-7B31-5288-727F-324F918184B0}"/>
              </a:ext>
            </a:extLst>
          </p:cNvPr>
          <p:cNvSpPr/>
          <p:nvPr/>
        </p:nvSpPr>
        <p:spPr>
          <a:xfrm>
            <a:off x="4930732" y="5064582"/>
            <a:ext cx="4054716" cy="307777"/>
          </a:xfrm>
          <a:prstGeom prst="rect">
            <a:avLst/>
          </a:prstGeom>
        </p:spPr>
        <p:txBody>
          <a:bodyPr wrap="square">
            <a:spAutoFit/>
          </a:bodyPr>
          <a:lstStyle/>
          <a:p>
            <a:r>
              <a:rPr lang="en-US" altLang="zh-CN" sz="1400" b="1" dirty="0">
                <a:latin typeface="微软雅黑" pitchFamily="34" charset="-122"/>
                <a:ea typeface="微软雅黑" pitchFamily="34" charset="-122"/>
              </a:rPr>
              <a:t>B </a:t>
            </a:r>
            <a:r>
              <a:rPr lang="zh-CN" altLang="en-US" sz="1400" b="1" dirty="0">
                <a:latin typeface="微软雅黑" pitchFamily="34" charset="-122"/>
                <a:ea typeface="微软雅黑" pitchFamily="34" charset="-122"/>
              </a:rPr>
              <a:t>向 </a:t>
            </a:r>
            <a:r>
              <a:rPr lang="en-US" altLang="zh-CN" sz="1400" b="1" dirty="0">
                <a:latin typeface="微软雅黑" pitchFamily="34" charset="-122"/>
                <a:ea typeface="微软雅黑" pitchFamily="34" charset="-122"/>
              </a:rPr>
              <a:t>A </a:t>
            </a:r>
            <a:r>
              <a:rPr lang="zh-CN" altLang="en-US" sz="1400" b="1" dirty="0">
                <a:latin typeface="微软雅黑" pitchFamily="34" charset="-122"/>
                <a:ea typeface="微软雅黑" pitchFamily="34" charset="-122"/>
              </a:rPr>
              <a:t>发送一帧。该帧从接口 </a:t>
            </a:r>
            <a:r>
              <a:rPr lang="en-US" altLang="zh-CN" sz="1400" b="1" dirty="0">
                <a:latin typeface="微软雅黑" pitchFamily="34" charset="-122"/>
                <a:ea typeface="微软雅黑" pitchFamily="34" charset="-122"/>
              </a:rPr>
              <a:t>3 </a:t>
            </a:r>
            <a:r>
              <a:rPr lang="zh-CN" altLang="en-US" sz="1400" b="1" dirty="0">
                <a:latin typeface="微软雅黑" pitchFamily="34" charset="-122"/>
                <a:ea typeface="微软雅黑" pitchFamily="34" charset="-122"/>
              </a:rPr>
              <a:t>进入到交换机。</a:t>
            </a:r>
          </a:p>
        </p:txBody>
      </p:sp>
      <p:sp>
        <p:nvSpPr>
          <p:cNvPr id="192" name="矩形 191">
            <a:extLst>
              <a:ext uri="{FF2B5EF4-FFF2-40B4-BE49-F238E27FC236}">
                <a16:creationId xmlns:a16="http://schemas.microsoft.com/office/drawing/2014/main" id="{22C4A269-38AB-8596-A748-6057CD657876}"/>
              </a:ext>
            </a:extLst>
          </p:cNvPr>
          <p:cNvSpPr/>
          <p:nvPr/>
        </p:nvSpPr>
        <p:spPr>
          <a:xfrm>
            <a:off x="3106631" y="5340291"/>
            <a:ext cx="1588970" cy="261610"/>
          </a:xfrm>
          <a:prstGeom prst="rect">
            <a:avLst/>
          </a:prstGeom>
        </p:spPr>
        <p:txBody>
          <a:bodyPr wrap="square">
            <a:spAutoFit/>
          </a:bodyPr>
          <a:lstStyle/>
          <a:p>
            <a:r>
              <a:rPr lang="en-US" altLang="zh-CN" sz="1100" b="1" dirty="0">
                <a:latin typeface="微软雅黑" pitchFamily="34" charset="-122"/>
                <a:ea typeface="微软雅黑" pitchFamily="34" charset="-122"/>
              </a:rPr>
              <a:t>A                         1</a:t>
            </a:r>
            <a:endParaRPr lang="zh-CN" altLang="en-US" sz="1100" b="1" dirty="0">
              <a:latin typeface="微软雅黑" pitchFamily="34" charset="-122"/>
              <a:ea typeface="微软雅黑" pitchFamily="34" charset="-122"/>
            </a:endParaRPr>
          </a:p>
        </p:txBody>
      </p:sp>
      <p:cxnSp>
        <p:nvCxnSpPr>
          <p:cNvPr id="193" name="直接箭头连接符 192">
            <a:extLst>
              <a:ext uri="{FF2B5EF4-FFF2-40B4-BE49-F238E27FC236}">
                <a16:creationId xmlns:a16="http://schemas.microsoft.com/office/drawing/2014/main" id="{ECF923CF-A945-8C5E-AB5B-C4B878870119}"/>
              </a:ext>
            </a:extLst>
          </p:cNvPr>
          <p:cNvCxnSpPr/>
          <p:nvPr/>
        </p:nvCxnSpPr>
        <p:spPr>
          <a:xfrm>
            <a:off x="2142745" y="4698879"/>
            <a:ext cx="322270" cy="0"/>
          </a:xfrm>
          <a:prstGeom prst="straightConnector1">
            <a:avLst/>
          </a:prstGeom>
          <a:ln w="3810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94" name="矩形 193">
            <a:extLst>
              <a:ext uri="{FF2B5EF4-FFF2-40B4-BE49-F238E27FC236}">
                <a16:creationId xmlns:a16="http://schemas.microsoft.com/office/drawing/2014/main" id="{88131678-6F51-51E5-6A86-4FC556FBE655}"/>
              </a:ext>
            </a:extLst>
          </p:cNvPr>
          <p:cNvSpPr/>
          <p:nvPr/>
        </p:nvSpPr>
        <p:spPr>
          <a:xfrm>
            <a:off x="3106631" y="5596054"/>
            <a:ext cx="1588970" cy="261610"/>
          </a:xfrm>
          <a:prstGeom prst="rect">
            <a:avLst/>
          </a:prstGeom>
        </p:spPr>
        <p:txBody>
          <a:bodyPr wrap="square">
            <a:spAutoFit/>
          </a:bodyPr>
          <a:lstStyle/>
          <a:p>
            <a:r>
              <a:rPr lang="en-US" altLang="zh-CN" sz="1100" b="1" dirty="0">
                <a:latin typeface="微软雅黑" pitchFamily="34" charset="-122"/>
                <a:ea typeface="微软雅黑" pitchFamily="34" charset="-122"/>
              </a:rPr>
              <a:t>B                         3</a:t>
            </a:r>
            <a:endParaRPr lang="zh-CN" altLang="en-US" sz="1100" b="1" dirty="0">
              <a:latin typeface="微软雅黑" pitchFamily="34" charset="-122"/>
              <a:ea typeface="微软雅黑" pitchFamily="34" charset="-122"/>
            </a:endParaRPr>
          </a:p>
        </p:txBody>
      </p:sp>
    </p:spTree>
    <p:extLst>
      <p:ext uri="{BB962C8B-B14F-4D97-AF65-F5344CB8AC3E}">
        <p14:creationId xmlns:p14="http://schemas.microsoft.com/office/powerpoint/2010/main" val="380100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500"/>
                                  </p:stCondLst>
                                  <p:childTnLst>
                                    <p:set>
                                      <p:cBhvr>
                                        <p:cTn id="6" dur="1" fill="hold">
                                          <p:stCondLst>
                                            <p:cond delay="0"/>
                                          </p:stCondLst>
                                        </p:cTn>
                                        <p:tgtEl>
                                          <p:spTgt spid="136"/>
                                        </p:tgtEl>
                                        <p:attrNameLst>
                                          <p:attrName>style.visibility</p:attrName>
                                        </p:attrNameLst>
                                      </p:cBhvr>
                                      <p:to>
                                        <p:strVal val="visible"/>
                                      </p:to>
                                    </p:set>
                                    <p:animEffect transition="in" filter="wipe(left)">
                                      <p:cBhvr>
                                        <p:cTn id="7" dur="3000"/>
                                        <p:tgtEl>
                                          <p:spTgt spid="136"/>
                                        </p:tgtEl>
                                      </p:cBhvr>
                                    </p:animEffect>
                                  </p:childTnLst>
                                </p:cTn>
                              </p:par>
                              <p:par>
                                <p:cTn id="8" presetID="22" presetClass="entr" presetSubtype="2" fill="hold" nodeType="withEffect">
                                  <p:stCondLst>
                                    <p:cond delay="2000"/>
                                  </p:stCondLst>
                                  <p:childTnLst>
                                    <p:set>
                                      <p:cBhvr>
                                        <p:cTn id="9" dur="1" fill="hold">
                                          <p:stCondLst>
                                            <p:cond delay="0"/>
                                          </p:stCondLst>
                                        </p:cTn>
                                        <p:tgtEl>
                                          <p:spTgt spid="141"/>
                                        </p:tgtEl>
                                        <p:attrNameLst>
                                          <p:attrName>style.visibility</p:attrName>
                                        </p:attrNameLst>
                                      </p:cBhvr>
                                      <p:to>
                                        <p:strVal val="visible"/>
                                      </p:to>
                                    </p:set>
                                    <p:animEffect transition="in" filter="wipe(right)">
                                      <p:cBhvr>
                                        <p:cTn id="10" dur="4000"/>
                                        <p:tgtEl>
                                          <p:spTgt spid="141"/>
                                        </p:tgtEl>
                                      </p:cBhvr>
                                    </p:animEffect>
                                  </p:childTnLst>
                                </p:cTn>
                              </p:par>
                            </p:childTnLst>
                          </p:cTn>
                        </p:par>
                        <p:par>
                          <p:cTn id="11" fill="hold">
                            <p:stCondLst>
                              <p:cond delay="6000"/>
                            </p:stCondLst>
                            <p:childTnLst>
                              <p:par>
                                <p:cTn id="12" presetID="22" presetClass="entr" presetSubtype="1" fill="hold" grpId="0" nodeType="afterEffect">
                                  <p:stCondLst>
                                    <p:cond delay="0"/>
                                  </p:stCondLst>
                                  <p:childTnLst>
                                    <p:set>
                                      <p:cBhvr>
                                        <p:cTn id="13" dur="1" fill="hold">
                                          <p:stCondLst>
                                            <p:cond delay="0"/>
                                          </p:stCondLst>
                                        </p:cTn>
                                        <p:tgtEl>
                                          <p:spTgt spid="148"/>
                                        </p:tgtEl>
                                        <p:attrNameLst>
                                          <p:attrName>style.visibility</p:attrName>
                                        </p:attrNameLst>
                                      </p:cBhvr>
                                      <p:to>
                                        <p:strVal val="visible"/>
                                      </p:to>
                                    </p:set>
                                    <p:animEffect transition="in" filter="wipe(up)">
                                      <p:cBhvr>
                                        <p:cTn id="14" dur="2000"/>
                                        <p:tgtEl>
                                          <p:spTgt spid="148"/>
                                        </p:tgtEl>
                                      </p:cBhvr>
                                    </p:animEffect>
                                  </p:childTnLst>
                                </p:cTn>
                              </p:par>
                              <p:par>
                                <p:cTn id="15" presetID="22" presetClass="entr" presetSubtype="2" fill="hold" nodeType="withEffect">
                                  <p:stCondLst>
                                    <p:cond delay="2000"/>
                                  </p:stCondLst>
                                  <p:childTnLst>
                                    <p:set>
                                      <p:cBhvr>
                                        <p:cTn id="16" dur="1" fill="hold">
                                          <p:stCondLst>
                                            <p:cond delay="0"/>
                                          </p:stCondLst>
                                        </p:cTn>
                                        <p:tgtEl>
                                          <p:spTgt spid="149"/>
                                        </p:tgtEl>
                                        <p:attrNameLst>
                                          <p:attrName>style.visibility</p:attrName>
                                        </p:attrNameLst>
                                      </p:cBhvr>
                                      <p:to>
                                        <p:strVal val="visible"/>
                                      </p:to>
                                    </p:set>
                                    <p:animEffect transition="in" filter="wipe(right)">
                                      <p:cBhvr>
                                        <p:cTn id="17" dur="4000"/>
                                        <p:tgtEl>
                                          <p:spTgt spid="149"/>
                                        </p:tgtEl>
                                      </p:cBhvr>
                                    </p:animEffect>
                                  </p:childTnLst>
                                </p:cTn>
                              </p:par>
                              <p:par>
                                <p:cTn id="18" presetID="22" presetClass="entr" presetSubtype="2" fill="hold" nodeType="withEffect">
                                  <p:stCondLst>
                                    <p:cond delay="2000"/>
                                  </p:stCondLst>
                                  <p:childTnLst>
                                    <p:set>
                                      <p:cBhvr>
                                        <p:cTn id="19" dur="1" fill="hold">
                                          <p:stCondLst>
                                            <p:cond delay="0"/>
                                          </p:stCondLst>
                                        </p:cTn>
                                        <p:tgtEl>
                                          <p:spTgt spid="150"/>
                                        </p:tgtEl>
                                        <p:attrNameLst>
                                          <p:attrName>style.visibility</p:attrName>
                                        </p:attrNameLst>
                                      </p:cBhvr>
                                      <p:to>
                                        <p:strVal val="visible"/>
                                      </p:to>
                                    </p:set>
                                    <p:animEffect transition="in" filter="wipe(right)">
                                      <p:cBhvr>
                                        <p:cTn id="20" dur="4000"/>
                                        <p:tgtEl>
                                          <p:spTgt spid="150"/>
                                        </p:tgtEl>
                                      </p:cBhvr>
                                    </p:animEffect>
                                  </p:childTnLst>
                                </p:cTn>
                              </p:par>
                            </p:childTnLst>
                          </p:cTn>
                        </p:par>
                        <p:par>
                          <p:cTn id="21" fill="hold">
                            <p:stCondLst>
                              <p:cond delay="12000"/>
                            </p:stCondLst>
                            <p:childTnLst>
                              <p:par>
                                <p:cTn id="22" presetID="22" presetClass="entr" presetSubtype="1" fill="hold" grpId="0" nodeType="afterEffect">
                                  <p:stCondLst>
                                    <p:cond delay="0"/>
                                  </p:stCondLst>
                                  <p:childTnLst>
                                    <p:set>
                                      <p:cBhvr>
                                        <p:cTn id="23" dur="1" fill="hold">
                                          <p:stCondLst>
                                            <p:cond delay="0"/>
                                          </p:stCondLst>
                                        </p:cTn>
                                        <p:tgtEl>
                                          <p:spTgt spid="190"/>
                                        </p:tgtEl>
                                        <p:attrNameLst>
                                          <p:attrName>style.visibility</p:attrName>
                                        </p:attrNameLst>
                                      </p:cBhvr>
                                      <p:to>
                                        <p:strVal val="visible"/>
                                      </p:to>
                                    </p:set>
                                    <p:animEffect transition="in" filter="wipe(up)">
                                      <p:cBhvr>
                                        <p:cTn id="24" dur="2000"/>
                                        <p:tgtEl>
                                          <p:spTgt spid="190"/>
                                        </p:tgtEl>
                                      </p:cBhvr>
                                    </p:animEffect>
                                  </p:childTnLst>
                                </p:cTn>
                              </p:par>
                              <p:par>
                                <p:cTn id="25" presetID="22" presetClass="entr" presetSubtype="8" fill="hold" nodeType="withEffect">
                                  <p:stCondLst>
                                    <p:cond delay="500"/>
                                  </p:stCondLst>
                                  <p:childTnLst>
                                    <p:set>
                                      <p:cBhvr>
                                        <p:cTn id="26" dur="1" fill="hold">
                                          <p:stCondLst>
                                            <p:cond delay="0"/>
                                          </p:stCondLst>
                                        </p:cTn>
                                        <p:tgtEl>
                                          <p:spTgt spid="188"/>
                                        </p:tgtEl>
                                        <p:attrNameLst>
                                          <p:attrName>style.visibility</p:attrName>
                                        </p:attrNameLst>
                                      </p:cBhvr>
                                      <p:to>
                                        <p:strVal val="visible"/>
                                      </p:to>
                                    </p:set>
                                    <p:animEffect transition="in" filter="wipe(left)">
                                      <p:cBhvr>
                                        <p:cTn id="27" dur="3000"/>
                                        <p:tgtEl>
                                          <p:spTgt spid="188"/>
                                        </p:tgtEl>
                                      </p:cBhvr>
                                    </p:animEffect>
                                  </p:childTnLst>
                                </p:cTn>
                              </p:par>
                              <p:par>
                                <p:cTn id="28" presetID="22" presetClass="entr" presetSubtype="2" fill="hold" nodeType="withEffect">
                                  <p:stCondLst>
                                    <p:cond delay="2000"/>
                                  </p:stCondLst>
                                  <p:childTnLst>
                                    <p:set>
                                      <p:cBhvr>
                                        <p:cTn id="29" dur="1" fill="hold">
                                          <p:stCondLst>
                                            <p:cond delay="0"/>
                                          </p:stCondLst>
                                        </p:cTn>
                                        <p:tgtEl>
                                          <p:spTgt spid="193"/>
                                        </p:tgtEl>
                                        <p:attrNameLst>
                                          <p:attrName>style.visibility</p:attrName>
                                        </p:attrNameLst>
                                      </p:cBhvr>
                                      <p:to>
                                        <p:strVal val="visible"/>
                                      </p:to>
                                    </p:set>
                                    <p:animEffect transition="in" filter="wipe(right)">
                                      <p:cBhvr>
                                        <p:cTn id="30" dur="4000"/>
                                        <p:tgtEl>
                                          <p:spTgt spid="193"/>
                                        </p:tgtEl>
                                      </p:cBhvr>
                                    </p:animEffect>
                                  </p:childTnLst>
                                </p:cTn>
                              </p:par>
                            </p:childTnLst>
                          </p:cTn>
                        </p:par>
                        <p:par>
                          <p:cTn id="31" fill="hold">
                            <p:stCondLst>
                              <p:cond delay="18000"/>
                            </p:stCondLst>
                            <p:childTnLst>
                              <p:par>
                                <p:cTn id="32" presetID="1" presetClass="entr" presetSubtype="0" fill="hold" grpId="0" nodeType="afterEffect">
                                  <p:stCondLst>
                                    <p:cond delay="0"/>
                                  </p:stCondLst>
                                  <p:childTnLst>
                                    <p:set>
                                      <p:cBhvr>
                                        <p:cTn id="33" dur="1" fill="hold">
                                          <p:stCondLst>
                                            <p:cond delay="0"/>
                                          </p:stCondLst>
                                        </p:cTn>
                                        <p:tgtEl>
                                          <p:spTgt spid="194"/>
                                        </p:tgtEl>
                                        <p:attrNameLst>
                                          <p:attrName>style.visibility</p:attrName>
                                        </p:attrNameLst>
                                      </p:cBhvr>
                                      <p:to>
                                        <p:strVal val="visible"/>
                                      </p:to>
                                    </p:set>
                                  </p:childTnLst>
                                </p:cTn>
                              </p:par>
                              <p:par>
                                <p:cTn id="34" presetID="35" presetClass="emph" presetSubtype="0" repeatCount="3000" fill="hold" grpId="1" nodeType="withEffect">
                                  <p:stCondLst>
                                    <p:cond delay="0"/>
                                  </p:stCondLst>
                                  <p:childTnLst>
                                    <p:anim calcmode="discrete" valueType="str">
                                      <p:cBhvr>
                                        <p:cTn id="35" dur="1000" fill="hold"/>
                                        <p:tgtEl>
                                          <p:spTgt spid="194"/>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 grpId="0"/>
      <p:bldP spid="190" grpId="0"/>
      <p:bldP spid="194" grpId="0"/>
      <p:bldP spid="194" grpId="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第</a:t>
            </a:r>
            <a:r>
              <a:rPr lang="en-US" altLang="zh-CN" dirty="0"/>
              <a:t> 3 </a:t>
            </a:r>
            <a:r>
              <a:rPr lang="zh-CN" altLang="zh-CN" dirty="0"/>
              <a:t>章</a:t>
            </a:r>
            <a:r>
              <a:rPr lang="en-US" altLang="zh-CN" dirty="0"/>
              <a:t>  </a:t>
            </a:r>
            <a:r>
              <a:rPr lang="zh-CN" altLang="zh-CN" dirty="0"/>
              <a:t>数据链路层</a:t>
            </a:r>
            <a:r>
              <a:rPr lang="zh-CN" altLang="en-US" dirty="0"/>
              <a:t>典型习题</a:t>
            </a:r>
          </a:p>
        </p:txBody>
      </p:sp>
      <p:sp>
        <p:nvSpPr>
          <p:cNvPr id="3" name="内容占位符 2"/>
          <p:cNvSpPr>
            <a:spLocks noGrp="1"/>
          </p:cNvSpPr>
          <p:nvPr>
            <p:ph idx="1"/>
          </p:nvPr>
        </p:nvSpPr>
        <p:spPr>
          <a:xfrm>
            <a:off x="495300" y="1196752"/>
            <a:ext cx="9066212" cy="5184576"/>
          </a:xfrm>
        </p:spPr>
        <p:txBody>
          <a:bodyPr/>
          <a:lstStyle/>
          <a:p>
            <a:r>
              <a:rPr lang="en-US" altLang="zh-CN" sz="2400" dirty="0">
                <a:solidFill>
                  <a:srgbClr val="FF0000"/>
                </a:solidFill>
              </a:rPr>
              <a:t>3-07  </a:t>
            </a:r>
            <a:r>
              <a:rPr lang="zh-CN" altLang="zh-CN" sz="2400" dirty="0">
                <a:solidFill>
                  <a:srgbClr val="FF0000"/>
                </a:solidFill>
              </a:rPr>
              <a:t>要发送的数据为</a:t>
            </a:r>
            <a:r>
              <a:rPr lang="en-US" altLang="zh-CN" sz="2400" dirty="0">
                <a:solidFill>
                  <a:srgbClr val="FF0000"/>
                </a:solidFill>
              </a:rPr>
              <a:t>1101011011</a:t>
            </a:r>
            <a:r>
              <a:rPr lang="zh-CN" altLang="zh-CN" sz="2400" dirty="0">
                <a:solidFill>
                  <a:srgbClr val="FF0000"/>
                </a:solidFill>
              </a:rPr>
              <a:t>。采用</a:t>
            </a:r>
            <a:r>
              <a:rPr lang="en-US" altLang="zh-CN" sz="2400" dirty="0">
                <a:solidFill>
                  <a:srgbClr val="FF0000"/>
                </a:solidFill>
              </a:rPr>
              <a:t>CRC</a:t>
            </a:r>
            <a:r>
              <a:rPr lang="zh-CN" altLang="zh-CN" sz="2400" dirty="0">
                <a:solidFill>
                  <a:srgbClr val="FF0000"/>
                </a:solidFill>
              </a:rPr>
              <a:t>的生成多项式是</a:t>
            </a:r>
            <a:r>
              <a:rPr lang="en-US" altLang="zh-CN" sz="2400" dirty="0">
                <a:solidFill>
                  <a:srgbClr val="FF0000"/>
                </a:solidFill>
              </a:rPr>
              <a:t>P</a:t>
            </a:r>
            <a:r>
              <a:rPr lang="zh-CN" altLang="zh-CN" sz="2400" dirty="0">
                <a:solidFill>
                  <a:srgbClr val="FF0000"/>
                </a:solidFill>
              </a:rPr>
              <a:t>（</a:t>
            </a:r>
            <a:r>
              <a:rPr lang="en-US" altLang="zh-CN" sz="2400" dirty="0">
                <a:solidFill>
                  <a:srgbClr val="FF0000"/>
                </a:solidFill>
              </a:rPr>
              <a:t>X</a:t>
            </a:r>
            <a:r>
              <a:rPr lang="zh-CN" altLang="zh-CN" sz="2400" dirty="0">
                <a:solidFill>
                  <a:srgbClr val="FF0000"/>
                </a:solidFill>
              </a:rPr>
              <a:t>）</a:t>
            </a:r>
            <a:r>
              <a:rPr lang="en-US" altLang="zh-CN" sz="2400" dirty="0">
                <a:solidFill>
                  <a:srgbClr val="FF0000"/>
                </a:solidFill>
              </a:rPr>
              <a:t>=X</a:t>
            </a:r>
            <a:r>
              <a:rPr lang="en-US" altLang="zh-CN" sz="2400" baseline="30000" dirty="0">
                <a:solidFill>
                  <a:srgbClr val="FF0000"/>
                </a:solidFill>
              </a:rPr>
              <a:t>4</a:t>
            </a:r>
            <a:r>
              <a:rPr lang="en-US" altLang="zh-CN" sz="2400" dirty="0">
                <a:solidFill>
                  <a:srgbClr val="FF0000"/>
                </a:solidFill>
              </a:rPr>
              <a:t>+X+1</a:t>
            </a:r>
            <a:r>
              <a:rPr lang="zh-CN" altLang="zh-CN" sz="2400" dirty="0">
                <a:solidFill>
                  <a:srgbClr val="FF0000"/>
                </a:solidFill>
              </a:rPr>
              <a:t>。试求应添加在数据后面的余数。数据在传输过程中最后一个</a:t>
            </a:r>
            <a:r>
              <a:rPr lang="en-US" altLang="zh-CN" sz="2400" dirty="0">
                <a:solidFill>
                  <a:srgbClr val="FF0000"/>
                </a:solidFill>
              </a:rPr>
              <a:t>1</a:t>
            </a:r>
            <a:r>
              <a:rPr lang="zh-CN" altLang="zh-CN" sz="2400" dirty="0">
                <a:solidFill>
                  <a:srgbClr val="FF0000"/>
                </a:solidFill>
              </a:rPr>
              <a:t>变成了</a:t>
            </a:r>
            <a:r>
              <a:rPr lang="en-US" altLang="zh-CN" sz="2400" dirty="0">
                <a:solidFill>
                  <a:srgbClr val="FF0000"/>
                </a:solidFill>
              </a:rPr>
              <a:t>0</a:t>
            </a:r>
            <a:r>
              <a:rPr lang="zh-CN" altLang="zh-CN" sz="2400" dirty="0">
                <a:solidFill>
                  <a:srgbClr val="FF0000"/>
                </a:solidFill>
              </a:rPr>
              <a:t>，问接收端能否发现？若数据在传输过程中最后两个</a:t>
            </a:r>
            <a:r>
              <a:rPr lang="en-US" altLang="zh-CN" sz="2400" dirty="0">
                <a:solidFill>
                  <a:srgbClr val="FF0000"/>
                </a:solidFill>
              </a:rPr>
              <a:t>1</a:t>
            </a:r>
            <a:r>
              <a:rPr lang="zh-CN" altLang="zh-CN" sz="2400" dirty="0">
                <a:solidFill>
                  <a:srgbClr val="FF0000"/>
                </a:solidFill>
              </a:rPr>
              <a:t>都变成了</a:t>
            </a:r>
            <a:r>
              <a:rPr lang="en-US" altLang="zh-CN" sz="2400" dirty="0">
                <a:solidFill>
                  <a:srgbClr val="FF0000"/>
                </a:solidFill>
              </a:rPr>
              <a:t>0</a:t>
            </a:r>
            <a:r>
              <a:rPr lang="zh-CN" altLang="zh-CN" sz="2400" dirty="0">
                <a:solidFill>
                  <a:srgbClr val="FF0000"/>
                </a:solidFill>
              </a:rPr>
              <a:t>，问接收端能否发现？采用</a:t>
            </a:r>
            <a:r>
              <a:rPr lang="en-US" altLang="zh-CN" sz="2400" dirty="0">
                <a:solidFill>
                  <a:srgbClr val="FF0000"/>
                </a:solidFill>
              </a:rPr>
              <a:t>CRC</a:t>
            </a:r>
            <a:r>
              <a:rPr lang="zh-CN" altLang="zh-CN" sz="2400" dirty="0">
                <a:solidFill>
                  <a:srgbClr val="FF0000"/>
                </a:solidFill>
              </a:rPr>
              <a:t>检验后，数据链路层的传输是否就变成了可靠的传输？</a:t>
            </a:r>
          </a:p>
          <a:p>
            <a:r>
              <a:rPr lang="zh-CN" altLang="zh-CN" sz="2400" dirty="0"/>
              <a:t>答：作</a:t>
            </a:r>
            <a:r>
              <a:rPr lang="zh-CN" altLang="en-US" sz="2400" dirty="0"/>
              <a:t>模</a:t>
            </a:r>
            <a:r>
              <a:rPr lang="en-US" altLang="zh-CN" sz="2400" dirty="0"/>
              <a:t>2</a:t>
            </a:r>
            <a:r>
              <a:rPr lang="zh-CN" altLang="zh-CN" sz="2400" dirty="0"/>
              <a:t>二进制除法，</a:t>
            </a:r>
            <a:r>
              <a:rPr lang="en-US" altLang="zh-CN" sz="2400" dirty="0"/>
              <a:t>11010110110000  /  10011 </a:t>
            </a:r>
            <a:r>
              <a:rPr lang="zh-CN" altLang="zh-CN" sz="2400" dirty="0"/>
              <a:t>得余数</a:t>
            </a:r>
            <a:r>
              <a:rPr lang="en-US" altLang="zh-CN" sz="2400" dirty="0"/>
              <a:t>1110 </a:t>
            </a:r>
            <a:r>
              <a:rPr lang="zh-CN" altLang="zh-CN" sz="2400" dirty="0"/>
              <a:t>，添加的检验序列是</a:t>
            </a:r>
            <a:r>
              <a:rPr lang="en-US" altLang="zh-CN" sz="2400" dirty="0"/>
              <a:t>1110.</a:t>
            </a:r>
            <a:endParaRPr lang="zh-CN" altLang="zh-CN" sz="2400" dirty="0"/>
          </a:p>
          <a:p>
            <a:r>
              <a:rPr lang="zh-CN" altLang="zh-CN" sz="2400" dirty="0"/>
              <a:t>作</a:t>
            </a:r>
            <a:r>
              <a:rPr lang="zh-CN" altLang="en-US" sz="2400" dirty="0"/>
              <a:t>模</a:t>
            </a:r>
            <a:r>
              <a:rPr lang="en-US" altLang="zh-CN" sz="2400" dirty="0"/>
              <a:t>2</a:t>
            </a:r>
            <a:r>
              <a:rPr lang="zh-CN" altLang="zh-CN" sz="2400" dirty="0"/>
              <a:t>二进制除法，</a:t>
            </a:r>
            <a:r>
              <a:rPr lang="zh-CN" altLang="en-US" sz="2400" dirty="0"/>
              <a:t>余数均不是</a:t>
            </a:r>
            <a:r>
              <a:rPr lang="en-US" altLang="zh-CN" sz="2400" dirty="0"/>
              <a:t>0</a:t>
            </a:r>
            <a:r>
              <a:rPr lang="zh-CN" altLang="en-US" sz="2400" dirty="0"/>
              <a:t>，</a:t>
            </a:r>
            <a:r>
              <a:rPr lang="zh-CN" altLang="zh-CN" sz="2400" dirty="0"/>
              <a:t>两种错误均可</a:t>
            </a:r>
            <a:r>
              <a:rPr lang="zh-CN" altLang="en-US" sz="2400" dirty="0"/>
              <a:t>发现</a:t>
            </a:r>
            <a:endParaRPr lang="en-US" altLang="zh-CN" sz="2400" dirty="0"/>
          </a:p>
          <a:p>
            <a:r>
              <a:rPr lang="zh-CN" altLang="zh-CN" sz="2400" dirty="0"/>
              <a:t>仅仅采用了</a:t>
            </a:r>
            <a:r>
              <a:rPr lang="en-US" altLang="zh-CN" sz="2400" dirty="0"/>
              <a:t>CRC</a:t>
            </a:r>
            <a:r>
              <a:rPr lang="zh-CN" altLang="zh-CN" sz="2400" dirty="0"/>
              <a:t>检验，缺重传机制，数据链路层的传输还不是可靠的传输。</a:t>
            </a:r>
          </a:p>
          <a:p>
            <a:endParaRPr lang="zh-CN" altLang="zh-CN" dirty="0">
              <a:solidFill>
                <a:srgbClr val="FF0000"/>
              </a:solidFill>
            </a:endParaRPr>
          </a:p>
        </p:txBody>
      </p:sp>
    </p:spTree>
    <p:extLst>
      <p:ext uri="{BB962C8B-B14F-4D97-AF65-F5344CB8AC3E}">
        <p14:creationId xmlns:p14="http://schemas.microsoft.com/office/powerpoint/2010/main" val="2350896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第</a:t>
            </a:r>
            <a:r>
              <a:rPr lang="en-US" altLang="zh-CN" dirty="0"/>
              <a:t> 4 </a:t>
            </a:r>
            <a:r>
              <a:rPr lang="zh-CN" altLang="zh-CN" dirty="0"/>
              <a:t>章</a:t>
            </a:r>
            <a:r>
              <a:rPr lang="en-US" altLang="zh-CN" dirty="0"/>
              <a:t>  </a:t>
            </a:r>
            <a:r>
              <a:rPr lang="zh-CN" altLang="en-US" dirty="0"/>
              <a:t>网络</a:t>
            </a:r>
            <a:r>
              <a:rPr lang="zh-CN" altLang="zh-CN" dirty="0"/>
              <a:t>层</a:t>
            </a:r>
            <a:endParaRPr lang="zh-CN" altLang="en-US" dirty="0"/>
          </a:p>
        </p:txBody>
      </p:sp>
      <p:sp>
        <p:nvSpPr>
          <p:cNvPr id="3" name="内容占位符 2"/>
          <p:cNvSpPr>
            <a:spLocks noGrp="1"/>
          </p:cNvSpPr>
          <p:nvPr>
            <p:ph idx="1"/>
          </p:nvPr>
        </p:nvSpPr>
        <p:spPr>
          <a:xfrm>
            <a:off x="247650" y="1196752"/>
            <a:ext cx="9561512" cy="5472608"/>
          </a:xfrm>
        </p:spPr>
        <p:txBody>
          <a:bodyPr/>
          <a:lstStyle/>
          <a:p>
            <a:pPr>
              <a:lnSpc>
                <a:spcPct val="100000"/>
              </a:lnSpc>
            </a:pPr>
            <a:r>
              <a:rPr lang="en-US" altLang="zh-CN" dirty="0"/>
              <a:t>4.1  </a:t>
            </a:r>
            <a:r>
              <a:rPr lang="zh-CN" altLang="zh-CN" dirty="0"/>
              <a:t>网络层提供的两种服务</a:t>
            </a:r>
            <a:r>
              <a:rPr lang="en-US" altLang="zh-CN" dirty="0">
                <a:solidFill>
                  <a:srgbClr val="FF0000"/>
                </a:solidFill>
              </a:rPr>
              <a:t>(</a:t>
            </a:r>
            <a:r>
              <a:rPr lang="zh-CN" altLang="zh-CN" dirty="0">
                <a:solidFill>
                  <a:srgbClr val="FF0000"/>
                </a:solidFill>
              </a:rPr>
              <a:t>数据报和虚电路</a:t>
            </a:r>
            <a:r>
              <a:rPr lang="en-US" altLang="zh-CN" dirty="0">
                <a:solidFill>
                  <a:srgbClr val="FF0000"/>
                </a:solidFill>
              </a:rPr>
              <a:t>) </a:t>
            </a:r>
            <a:endParaRPr lang="zh-CN" altLang="zh-CN" dirty="0">
              <a:solidFill>
                <a:srgbClr val="FF0000"/>
              </a:solidFill>
            </a:endParaRPr>
          </a:p>
          <a:p>
            <a:pPr>
              <a:lnSpc>
                <a:spcPct val="100000"/>
              </a:lnSpc>
            </a:pPr>
            <a:r>
              <a:rPr lang="en-US" altLang="zh-CN" dirty="0"/>
              <a:t>4.2  </a:t>
            </a:r>
            <a:r>
              <a:rPr lang="zh-CN" altLang="zh-CN" dirty="0"/>
              <a:t>网际协议</a:t>
            </a:r>
            <a:r>
              <a:rPr lang="en-US" altLang="zh-CN" dirty="0"/>
              <a:t> IP  </a:t>
            </a:r>
            <a:r>
              <a:rPr lang="en-US" altLang="zh-CN" dirty="0">
                <a:solidFill>
                  <a:srgbClr val="FF0000"/>
                </a:solidFill>
              </a:rPr>
              <a:t>ARP</a:t>
            </a:r>
            <a:r>
              <a:rPr lang="zh-CN" altLang="en-US" dirty="0">
                <a:solidFill>
                  <a:srgbClr val="FF0000"/>
                </a:solidFill>
              </a:rPr>
              <a:t>（</a:t>
            </a:r>
            <a:r>
              <a:rPr lang="en-US" altLang="zh-CN" dirty="0">
                <a:solidFill>
                  <a:srgbClr val="FF0000"/>
                </a:solidFill>
              </a:rPr>
              <a:t>ARP</a:t>
            </a:r>
            <a:r>
              <a:rPr lang="zh-CN" altLang="en-US" dirty="0">
                <a:solidFill>
                  <a:srgbClr val="FF0000"/>
                </a:solidFill>
              </a:rPr>
              <a:t>广播请求</a:t>
            </a:r>
            <a:r>
              <a:rPr lang="en-US" altLang="zh-CN" dirty="0">
                <a:solidFill>
                  <a:srgbClr val="FF0000"/>
                </a:solidFill>
              </a:rPr>
              <a:t>/ARP</a:t>
            </a:r>
            <a:r>
              <a:rPr lang="zh-CN" altLang="en-US" dirty="0">
                <a:solidFill>
                  <a:srgbClr val="FF0000"/>
                </a:solidFill>
              </a:rPr>
              <a:t>单播响应），</a:t>
            </a:r>
            <a:r>
              <a:rPr lang="en-US" altLang="zh-CN" dirty="0">
                <a:solidFill>
                  <a:srgbClr val="FF0000"/>
                </a:solidFill>
              </a:rPr>
              <a:t>IP</a:t>
            </a:r>
            <a:r>
              <a:rPr lang="zh-CN" altLang="en-US" dirty="0">
                <a:solidFill>
                  <a:srgbClr val="FF0000"/>
                </a:solidFill>
              </a:rPr>
              <a:t>地址（分类</a:t>
            </a:r>
            <a:r>
              <a:rPr lang="en-US" altLang="zh-CN" dirty="0">
                <a:solidFill>
                  <a:srgbClr val="FF0000"/>
                </a:solidFill>
              </a:rPr>
              <a:t>ABCDE</a:t>
            </a:r>
            <a:r>
              <a:rPr lang="zh-CN" altLang="en-US" dirty="0">
                <a:solidFill>
                  <a:srgbClr val="FF0000"/>
                </a:solidFill>
              </a:rPr>
              <a:t>，特殊地址），</a:t>
            </a:r>
            <a:r>
              <a:rPr lang="en-US" altLang="zh-CN" dirty="0">
                <a:solidFill>
                  <a:srgbClr val="FF0000"/>
                </a:solidFill>
              </a:rPr>
              <a:t>CIDR</a:t>
            </a:r>
            <a:r>
              <a:rPr lang="zh-CN" altLang="en-US" dirty="0">
                <a:solidFill>
                  <a:srgbClr val="FF0000"/>
                </a:solidFill>
              </a:rPr>
              <a:t>，</a:t>
            </a:r>
            <a:r>
              <a:rPr lang="en-US" altLang="zh-CN" dirty="0">
                <a:solidFill>
                  <a:srgbClr val="FF0000"/>
                </a:solidFill>
              </a:rPr>
              <a:t>IP</a:t>
            </a:r>
            <a:r>
              <a:rPr lang="zh-CN" altLang="en-US" dirty="0">
                <a:solidFill>
                  <a:srgbClr val="FF0000"/>
                </a:solidFill>
              </a:rPr>
              <a:t>数据包格式</a:t>
            </a:r>
            <a:r>
              <a:rPr lang="en-US" altLang="zh-CN" dirty="0">
                <a:solidFill>
                  <a:srgbClr val="FF0000"/>
                </a:solidFill>
              </a:rPr>
              <a:t>,IP</a:t>
            </a:r>
            <a:r>
              <a:rPr lang="zh-CN" altLang="en-US" dirty="0">
                <a:solidFill>
                  <a:srgbClr val="FF0000"/>
                </a:solidFill>
              </a:rPr>
              <a:t>数据包转发过程，分片</a:t>
            </a:r>
            <a:endParaRPr lang="en-US" altLang="zh-CN" dirty="0">
              <a:solidFill>
                <a:srgbClr val="FF0000"/>
              </a:solidFill>
            </a:endParaRPr>
          </a:p>
          <a:p>
            <a:pPr>
              <a:lnSpc>
                <a:spcPct val="100000"/>
              </a:lnSpc>
            </a:pPr>
            <a:r>
              <a:rPr lang="en-US" altLang="zh-CN" dirty="0"/>
              <a:t>4.3  </a:t>
            </a:r>
            <a:r>
              <a:rPr lang="zh-CN" altLang="zh-CN" dirty="0"/>
              <a:t>划分子网和构造超网 </a:t>
            </a:r>
            <a:r>
              <a:rPr lang="zh-CN" altLang="zh-CN" dirty="0">
                <a:solidFill>
                  <a:srgbClr val="FF0000"/>
                </a:solidFill>
              </a:rPr>
              <a:t>子网掩码</a:t>
            </a:r>
            <a:r>
              <a:rPr lang="en-US" altLang="zh-CN" dirty="0">
                <a:solidFill>
                  <a:srgbClr val="FF0000"/>
                </a:solidFill>
              </a:rPr>
              <a:t>-</a:t>
            </a:r>
            <a:r>
              <a:rPr lang="zh-CN" altLang="en-US" dirty="0">
                <a:solidFill>
                  <a:srgbClr val="FF0000"/>
                </a:solidFill>
              </a:rPr>
              <a:t>网络前缀，地址聚合</a:t>
            </a:r>
            <a:endParaRPr lang="zh-CN" altLang="zh-CN" dirty="0">
              <a:solidFill>
                <a:srgbClr val="FF0000"/>
              </a:solidFill>
            </a:endParaRPr>
          </a:p>
          <a:p>
            <a:pPr>
              <a:lnSpc>
                <a:spcPct val="100000"/>
              </a:lnSpc>
            </a:pPr>
            <a:r>
              <a:rPr lang="en-US" altLang="zh-CN" dirty="0"/>
              <a:t>4.4  </a:t>
            </a:r>
            <a:r>
              <a:rPr lang="zh-CN" altLang="zh-CN" dirty="0"/>
              <a:t>网际控制报文协议</a:t>
            </a:r>
            <a:r>
              <a:rPr lang="en-US" altLang="zh-CN" dirty="0"/>
              <a:t> </a:t>
            </a:r>
            <a:r>
              <a:rPr lang="en-US" altLang="zh-CN" dirty="0">
                <a:solidFill>
                  <a:srgbClr val="FF0000"/>
                </a:solidFill>
              </a:rPr>
              <a:t>ICMP</a:t>
            </a:r>
            <a:endParaRPr lang="zh-CN" altLang="zh-CN" dirty="0">
              <a:solidFill>
                <a:srgbClr val="FF0000"/>
              </a:solidFill>
            </a:endParaRPr>
          </a:p>
          <a:p>
            <a:pPr>
              <a:lnSpc>
                <a:spcPct val="100000"/>
              </a:lnSpc>
            </a:pPr>
            <a:r>
              <a:rPr lang="en-US" altLang="zh-CN" dirty="0"/>
              <a:t>4.5  </a:t>
            </a:r>
            <a:r>
              <a:rPr lang="zh-CN" altLang="zh-CN" dirty="0"/>
              <a:t>互联网的路由选择协议 </a:t>
            </a:r>
            <a:r>
              <a:rPr lang="en-US" altLang="zh-CN" dirty="0">
                <a:solidFill>
                  <a:srgbClr val="FF0000"/>
                </a:solidFill>
              </a:rPr>
              <a:t>RIP</a:t>
            </a:r>
            <a:r>
              <a:rPr lang="zh-CN" altLang="en-US" dirty="0">
                <a:solidFill>
                  <a:srgbClr val="FF0000"/>
                </a:solidFill>
              </a:rPr>
              <a:t>（特点，最长距离</a:t>
            </a:r>
            <a:r>
              <a:rPr lang="en-US" altLang="zh-CN" dirty="0">
                <a:solidFill>
                  <a:srgbClr val="FF0000"/>
                </a:solidFill>
              </a:rPr>
              <a:t>15</a:t>
            </a:r>
            <a:r>
              <a:rPr lang="zh-CN" altLang="en-US" dirty="0">
                <a:solidFill>
                  <a:srgbClr val="FF0000"/>
                </a:solidFill>
              </a:rPr>
              <a:t>，距离向量算法），</a:t>
            </a:r>
            <a:r>
              <a:rPr lang="en-US" altLang="zh-CN" dirty="0">
                <a:solidFill>
                  <a:srgbClr val="FF0000"/>
                </a:solidFill>
              </a:rPr>
              <a:t>OSPF</a:t>
            </a:r>
            <a:r>
              <a:rPr lang="zh-CN" altLang="en-US" dirty="0">
                <a:solidFill>
                  <a:srgbClr val="FF0000"/>
                </a:solidFill>
              </a:rPr>
              <a:t>（基于链路状态），</a:t>
            </a:r>
            <a:r>
              <a:rPr lang="en-US" altLang="zh-CN" dirty="0">
                <a:solidFill>
                  <a:srgbClr val="FF0000"/>
                </a:solidFill>
              </a:rPr>
              <a:t>BGP</a:t>
            </a:r>
            <a:r>
              <a:rPr lang="zh-CN" altLang="en-US" dirty="0">
                <a:solidFill>
                  <a:srgbClr val="FF0000"/>
                </a:solidFill>
              </a:rPr>
              <a:t>（基于路径向量）</a:t>
            </a:r>
            <a:endParaRPr lang="zh-CN" altLang="zh-C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第</a:t>
            </a:r>
            <a:r>
              <a:rPr lang="en-US" altLang="zh-CN" dirty="0"/>
              <a:t> 4 </a:t>
            </a:r>
            <a:r>
              <a:rPr lang="zh-CN" altLang="zh-CN" dirty="0"/>
              <a:t>章</a:t>
            </a:r>
            <a:r>
              <a:rPr lang="en-US" altLang="zh-CN" dirty="0"/>
              <a:t>  </a:t>
            </a:r>
            <a:r>
              <a:rPr lang="zh-CN" altLang="en-US" dirty="0"/>
              <a:t>网络</a:t>
            </a:r>
            <a:r>
              <a:rPr lang="zh-CN" altLang="zh-CN" dirty="0"/>
              <a:t>层</a:t>
            </a:r>
            <a:endParaRPr lang="zh-CN" altLang="en-US" dirty="0"/>
          </a:p>
        </p:txBody>
      </p:sp>
      <p:sp>
        <p:nvSpPr>
          <p:cNvPr id="3" name="内容占位符 2"/>
          <p:cNvSpPr>
            <a:spLocks noGrp="1"/>
          </p:cNvSpPr>
          <p:nvPr>
            <p:ph idx="1"/>
          </p:nvPr>
        </p:nvSpPr>
        <p:spPr/>
        <p:txBody>
          <a:bodyPr/>
          <a:lstStyle/>
          <a:p>
            <a:pPr>
              <a:lnSpc>
                <a:spcPct val="100000"/>
              </a:lnSpc>
            </a:pPr>
            <a:r>
              <a:rPr lang="en-US" altLang="zh-CN" dirty="0"/>
              <a:t>4.6  IPv6 </a:t>
            </a:r>
            <a:r>
              <a:rPr lang="zh-CN" altLang="en-US" dirty="0">
                <a:solidFill>
                  <a:srgbClr val="FF0000"/>
                </a:solidFill>
              </a:rPr>
              <a:t>地址</a:t>
            </a:r>
            <a:r>
              <a:rPr lang="en-US" altLang="zh-CN" dirty="0">
                <a:solidFill>
                  <a:srgbClr val="FF0000"/>
                </a:solidFill>
              </a:rPr>
              <a:t>128</a:t>
            </a:r>
            <a:r>
              <a:rPr lang="zh-CN" altLang="en-US" dirty="0">
                <a:solidFill>
                  <a:srgbClr val="FF0000"/>
                </a:solidFill>
              </a:rPr>
              <a:t>位，地址类别，地址表示方法</a:t>
            </a:r>
            <a:endParaRPr lang="zh-CN" altLang="zh-CN" dirty="0">
              <a:solidFill>
                <a:srgbClr val="FF0000"/>
              </a:solidFill>
            </a:endParaRPr>
          </a:p>
          <a:p>
            <a:pPr>
              <a:lnSpc>
                <a:spcPct val="100000"/>
              </a:lnSpc>
            </a:pPr>
            <a:r>
              <a:rPr lang="en-US" altLang="zh-CN" dirty="0"/>
              <a:t>4.7  IP </a:t>
            </a:r>
            <a:r>
              <a:rPr lang="zh-CN" altLang="zh-CN" dirty="0"/>
              <a:t>多播</a:t>
            </a:r>
          </a:p>
          <a:p>
            <a:pPr>
              <a:lnSpc>
                <a:spcPct val="100000"/>
              </a:lnSpc>
            </a:pPr>
            <a:r>
              <a:rPr lang="en-US" altLang="zh-CN" dirty="0"/>
              <a:t>4.8  </a:t>
            </a:r>
            <a:r>
              <a:rPr lang="zh-CN" altLang="zh-CN" dirty="0"/>
              <a:t>虚拟专用网</a:t>
            </a:r>
            <a:r>
              <a:rPr lang="en-US" altLang="zh-CN" dirty="0"/>
              <a:t> VPN </a:t>
            </a:r>
            <a:r>
              <a:rPr lang="zh-CN" altLang="zh-CN" dirty="0"/>
              <a:t>和网络地址转换</a:t>
            </a:r>
            <a:r>
              <a:rPr lang="en-US" altLang="zh-CN" dirty="0"/>
              <a:t> NAT</a:t>
            </a:r>
            <a:endParaRPr lang="zh-CN" altLang="zh-CN" dirty="0"/>
          </a:p>
          <a:p>
            <a:pPr>
              <a:lnSpc>
                <a:spcPct val="100000"/>
              </a:lnSpc>
            </a:pPr>
            <a:r>
              <a:rPr lang="en-US" altLang="zh-CN" dirty="0"/>
              <a:t>4.9  </a:t>
            </a:r>
            <a:r>
              <a:rPr lang="zh-CN" altLang="zh-CN" dirty="0"/>
              <a:t>多协议标记交换</a:t>
            </a:r>
            <a:r>
              <a:rPr lang="en-US" altLang="zh-CN" dirty="0"/>
              <a:t> MPLS</a:t>
            </a:r>
            <a:endParaRPr lang="zh-CN" altLang="zh-CN" dirty="0"/>
          </a:p>
        </p:txBody>
      </p:sp>
    </p:spTree>
    <p:extLst>
      <p:ext uri="{BB962C8B-B14F-4D97-AF65-F5344CB8AC3E}">
        <p14:creationId xmlns:p14="http://schemas.microsoft.com/office/powerpoint/2010/main" val="19397393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第</a:t>
            </a:r>
            <a:r>
              <a:rPr lang="en-US" altLang="zh-CN" dirty="0"/>
              <a:t> 4 </a:t>
            </a:r>
            <a:r>
              <a:rPr lang="zh-CN" altLang="zh-CN" dirty="0"/>
              <a:t>章</a:t>
            </a:r>
            <a:r>
              <a:rPr lang="en-US" altLang="zh-CN" dirty="0"/>
              <a:t>  </a:t>
            </a:r>
            <a:r>
              <a:rPr lang="zh-CN" altLang="en-US" dirty="0"/>
              <a:t>网络</a:t>
            </a:r>
            <a:r>
              <a:rPr lang="zh-CN" altLang="zh-CN" dirty="0"/>
              <a:t>层</a:t>
            </a:r>
            <a:r>
              <a:rPr lang="zh-CN" altLang="en-US" dirty="0"/>
              <a:t>概念理解</a:t>
            </a:r>
          </a:p>
        </p:txBody>
      </p:sp>
      <p:sp>
        <p:nvSpPr>
          <p:cNvPr id="142" name="Rectangle 10"/>
          <p:cNvSpPr>
            <a:spLocks noChangeArrowheads="1"/>
          </p:cNvSpPr>
          <p:nvPr/>
        </p:nvSpPr>
        <p:spPr bwMode="auto">
          <a:xfrm>
            <a:off x="2535155" y="2764334"/>
            <a:ext cx="5008725" cy="1553902"/>
          </a:xfrm>
          <a:prstGeom prst="rect">
            <a:avLst/>
          </a:prstGeom>
          <a:solidFill>
            <a:srgbClr val="99FFCC"/>
          </a:solidFill>
          <a:ln w="25400">
            <a:solidFill>
              <a:schemeClr val="tx1"/>
            </a:solidFill>
            <a:miter lim="800000"/>
            <a:headEnd/>
            <a:tailEnd/>
          </a:ln>
          <a:effectLst/>
        </p:spPr>
        <p:txBody>
          <a:bodyPr wrap="none" anchor="ctr"/>
          <a:lstStyle/>
          <a:p>
            <a:endParaRPr lang="zh-CN" altLang="en-US" sz="1200" b="1">
              <a:solidFill>
                <a:srgbClr val="0000CC"/>
              </a:solidFill>
              <a:latin typeface="微软雅黑" pitchFamily="34" charset="-122"/>
              <a:ea typeface="微软雅黑" pitchFamily="34" charset="-122"/>
            </a:endParaRPr>
          </a:p>
        </p:txBody>
      </p:sp>
      <p:sp>
        <p:nvSpPr>
          <p:cNvPr id="143" name="Rectangle 44"/>
          <p:cNvSpPr>
            <a:spLocks noChangeArrowheads="1"/>
          </p:cNvSpPr>
          <p:nvPr/>
        </p:nvSpPr>
        <p:spPr bwMode="auto">
          <a:xfrm>
            <a:off x="3087187" y="2770236"/>
            <a:ext cx="798296"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首部长度</a:t>
            </a:r>
          </a:p>
        </p:txBody>
      </p:sp>
      <p:sp>
        <p:nvSpPr>
          <p:cNvPr id="144" name="Rectangle 45"/>
          <p:cNvSpPr>
            <a:spLocks noChangeArrowheads="1"/>
          </p:cNvSpPr>
          <p:nvPr/>
        </p:nvSpPr>
        <p:spPr bwMode="auto">
          <a:xfrm>
            <a:off x="2088002" y="3006052"/>
            <a:ext cx="336632" cy="7545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90000"/>
              </a:lnSpc>
            </a:pPr>
            <a:r>
              <a:rPr kumimoji="1" lang="zh-CN" altLang="en-US" sz="1200" b="1" dirty="0">
                <a:latin typeface="微软雅黑" pitchFamily="34" charset="-122"/>
                <a:ea typeface="微软雅黑" pitchFamily="34" charset="-122"/>
              </a:rPr>
              <a:t>固</a:t>
            </a:r>
          </a:p>
          <a:p>
            <a:pPr defTabSz="762000" eaLnBrk="0" hangingPunct="0">
              <a:lnSpc>
                <a:spcPct val="90000"/>
              </a:lnSpc>
            </a:pPr>
            <a:r>
              <a:rPr kumimoji="1" lang="zh-CN" altLang="en-US" sz="1200" b="1" dirty="0">
                <a:latin typeface="微软雅黑" pitchFamily="34" charset="-122"/>
                <a:ea typeface="微软雅黑" pitchFamily="34" charset="-122"/>
              </a:rPr>
              <a:t>定</a:t>
            </a:r>
          </a:p>
          <a:p>
            <a:pPr defTabSz="762000" eaLnBrk="0" hangingPunct="0">
              <a:lnSpc>
                <a:spcPct val="90000"/>
              </a:lnSpc>
            </a:pPr>
            <a:r>
              <a:rPr kumimoji="1" lang="zh-CN" altLang="en-US" sz="1200" b="1" dirty="0">
                <a:latin typeface="微软雅黑" pitchFamily="34" charset="-122"/>
                <a:ea typeface="微软雅黑" pitchFamily="34" charset="-122"/>
              </a:rPr>
              <a:t>部</a:t>
            </a:r>
          </a:p>
          <a:p>
            <a:pPr defTabSz="762000" eaLnBrk="0" hangingPunct="0">
              <a:lnSpc>
                <a:spcPct val="90000"/>
              </a:lnSpc>
            </a:pPr>
            <a:r>
              <a:rPr kumimoji="1" lang="zh-CN" altLang="en-US" sz="1200" b="1" dirty="0">
                <a:latin typeface="微软雅黑" pitchFamily="34" charset="-122"/>
                <a:ea typeface="微软雅黑" pitchFamily="34" charset="-122"/>
              </a:rPr>
              <a:t>分</a:t>
            </a:r>
          </a:p>
        </p:txBody>
      </p:sp>
      <p:sp>
        <p:nvSpPr>
          <p:cNvPr id="145" name="Rectangle 54"/>
          <p:cNvSpPr>
            <a:spLocks noChangeArrowheads="1"/>
          </p:cNvSpPr>
          <p:nvPr/>
        </p:nvSpPr>
        <p:spPr bwMode="auto">
          <a:xfrm>
            <a:off x="2014410" y="3979457"/>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可变</a:t>
            </a:r>
          </a:p>
          <a:p>
            <a:pPr defTabSz="762000" eaLnBrk="0" hangingPunct="0"/>
            <a:r>
              <a:rPr kumimoji="1" lang="zh-CN" altLang="en-US" sz="1200" b="1">
                <a:latin typeface="微软雅黑" pitchFamily="34" charset="-122"/>
                <a:ea typeface="微软雅黑" pitchFamily="34" charset="-122"/>
              </a:rPr>
              <a:t>部分</a:t>
            </a:r>
          </a:p>
        </p:txBody>
      </p:sp>
      <p:sp>
        <p:nvSpPr>
          <p:cNvPr id="146" name="Rectangle 11"/>
          <p:cNvSpPr>
            <a:spLocks noChangeArrowheads="1"/>
          </p:cNvSpPr>
          <p:nvPr/>
        </p:nvSpPr>
        <p:spPr bwMode="auto">
          <a:xfrm>
            <a:off x="2544255" y="4324769"/>
            <a:ext cx="4988504" cy="400375"/>
          </a:xfrm>
          <a:prstGeom prst="rect">
            <a:avLst/>
          </a:prstGeom>
          <a:solidFill>
            <a:srgbClr val="00FFFF"/>
          </a:solidFill>
          <a:ln w="28575">
            <a:solidFill>
              <a:schemeClr val="tx1"/>
            </a:solidFill>
            <a:miter lim="800000"/>
            <a:headEnd/>
            <a:tailEnd/>
          </a:ln>
          <a:effectLst/>
        </p:spPr>
        <p:txBody>
          <a:bodyPr wrap="none" anchor="ctr"/>
          <a:lstStyle/>
          <a:p>
            <a:endParaRPr lang="zh-CN" altLang="en-US" sz="1200" b="1">
              <a:solidFill>
                <a:srgbClr val="0000CC"/>
              </a:solidFill>
              <a:latin typeface="微软雅黑" pitchFamily="34" charset="-122"/>
              <a:ea typeface="微软雅黑" pitchFamily="34" charset="-122"/>
            </a:endParaRPr>
          </a:p>
        </p:txBody>
      </p:sp>
      <p:sp>
        <p:nvSpPr>
          <p:cNvPr id="147" name="Line 12"/>
          <p:cNvSpPr>
            <a:spLocks noChangeShapeType="1"/>
          </p:cNvSpPr>
          <p:nvPr/>
        </p:nvSpPr>
        <p:spPr bwMode="auto">
          <a:xfrm>
            <a:off x="2532122" y="3029384"/>
            <a:ext cx="501782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微软雅黑" pitchFamily="34" charset="-122"/>
              <a:ea typeface="微软雅黑" pitchFamily="34" charset="-122"/>
            </a:endParaRPr>
          </a:p>
        </p:txBody>
      </p:sp>
      <p:sp>
        <p:nvSpPr>
          <p:cNvPr id="148" name="Line 13"/>
          <p:cNvSpPr>
            <a:spLocks noChangeShapeType="1"/>
          </p:cNvSpPr>
          <p:nvPr/>
        </p:nvSpPr>
        <p:spPr bwMode="auto">
          <a:xfrm>
            <a:off x="2532122" y="3289768"/>
            <a:ext cx="501782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微软雅黑" pitchFamily="34" charset="-122"/>
              <a:ea typeface="微软雅黑" pitchFamily="34" charset="-122"/>
            </a:endParaRPr>
          </a:p>
        </p:txBody>
      </p:sp>
      <p:sp>
        <p:nvSpPr>
          <p:cNvPr id="149" name="Line 14"/>
          <p:cNvSpPr>
            <a:spLocks noChangeShapeType="1"/>
          </p:cNvSpPr>
          <p:nvPr/>
        </p:nvSpPr>
        <p:spPr bwMode="auto">
          <a:xfrm>
            <a:off x="2532122" y="3551085"/>
            <a:ext cx="501782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微软雅黑" pitchFamily="34" charset="-122"/>
              <a:ea typeface="微软雅黑" pitchFamily="34" charset="-122"/>
            </a:endParaRPr>
          </a:p>
        </p:txBody>
      </p:sp>
      <p:sp>
        <p:nvSpPr>
          <p:cNvPr id="150" name="Line 15"/>
          <p:cNvSpPr>
            <a:spLocks noChangeShapeType="1"/>
          </p:cNvSpPr>
          <p:nvPr/>
        </p:nvSpPr>
        <p:spPr bwMode="auto">
          <a:xfrm>
            <a:off x="2532122" y="3808668"/>
            <a:ext cx="501782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微软雅黑" pitchFamily="34" charset="-122"/>
              <a:ea typeface="微软雅黑" pitchFamily="34" charset="-122"/>
            </a:endParaRPr>
          </a:p>
        </p:txBody>
      </p:sp>
      <p:sp>
        <p:nvSpPr>
          <p:cNvPr id="151" name="Line 16"/>
          <p:cNvSpPr>
            <a:spLocks noChangeShapeType="1"/>
          </p:cNvSpPr>
          <p:nvPr/>
        </p:nvSpPr>
        <p:spPr bwMode="auto">
          <a:xfrm>
            <a:off x="2532122" y="4069985"/>
            <a:ext cx="501782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微软雅黑" pitchFamily="34" charset="-122"/>
              <a:ea typeface="微软雅黑" pitchFamily="34" charset="-122"/>
            </a:endParaRPr>
          </a:p>
        </p:txBody>
      </p:sp>
      <p:sp>
        <p:nvSpPr>
          <p:cNvPr id="152" name="Line 17"/>
          <p:cNvSpPr>
            <a:spLocks noChangeShapeType="1"/>
          </p:cNvSpPr>
          <p:nvPr/>
        </p:nvSpPr>
        <p:spPr bwMode="auto">
          <a:xfrm>
            <a:off x="3148861" y="2769001"/>
            <a:ext cx="0" cy="2603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微软雅黑" pitchFamily="34" charset="-122"/>
              <a:ea typeface="微软雅黑" pitchFamily="34" charset="-122"/>
            </a:endParaRPr>
          </a:p>
        </p:txBody>
      </p:sp>
      <p:sp>
        <p:nvSpPr>
          <p:cNvPr id="153" name="Line 18"/>
          <p:cNvSpPr>
            <a:spLocks noChangeShapeType="1"/>
          </p:cNvSpPr>
          <p:nvPr/>
        </p:nvSpPr>
        <p:spPr bwMode="auto">
          <a:xfrm>
            <a:off x="3819600" y="2769001"/>
            <a:ext cx="0" cy="2603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微软雅黑" pitchFamily="34" charset="-122"/>
              <a:ea typeface="微软雅黑" pitchFamily="34" charset="-122"/>
            </a:endParaRPr>
          </a:p>
        </p:txBody>
      </p:sp>
      <p:sp>
        <p:nvSpPr>
          <p:cNvPr id="154" name="Line 19"/>
          <p:cNvSpPr>
            <a:spLocks noChangeShapeType="1"/>
          </p:cNvSpPr>
          <p:nvPr/>
        </p:nvSpPr>
        <p:spPr bwMode="auto">
          <a:xfrm>
            <a:off x="3819600" y="3295368"/>
            <a:ext cx="0" cy="25385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微软雅黑" pitchFamily="34" charset="-122"/>
              <a:ea typeface="微软雅黑" pitchFamily="34" charset="-122"/>
            </a:endParaRPr>
          </a:p>
        </p:txBody>
      </p:sp>
      <p:sp>
        <p:nvSpPr>
          <p:cNvPr id="155" name="Line 20"/>
          <p:cNvSpPr>
            <a:spLocks noChangeShapeType="1"/>
          </p:cNvSpPr>
          <p:nvPr/>
        </p:nvSpPr>
        <p:spPr bwMode="auto">
          <a:xfrm>
            <a:off x="5032440" y="2769001"/>
            <a:ext cx="0" cy="78021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微软雅黑" pitchFamily="34" charset="-122"/>
              <a:ea typeface="微软雅黑" pitchFamily="34" charset="-122"/>
            </a:endParaRPr>
          </a:p>
        </p:txBody>
      </p:sp>
      <p:sp>
        <p:nvSpPr>
          <p:cNvPr id="156" name="Line 21"/>
          <p:cNvSpPr>
            <a:spLocks noChangeShapeType="1"/>
          </p:cNvSpPr>
          <p:nvPr/>
        </p:nvSpPr>
        <p:spPr bwMode="auto">
          <a:xfrm flipV="1">
            <a:off x="6288160" y="4067185"/>
            <a:ext cx="0" cy="259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微软雅黑" pitchFamily="34" charset="-122"/>
              <a:ea typeface="微软雅黑" pitchFamily="34" charset="-122"/>
            </a:endParaRPr>
          </a:p>
        </p:txBody>
      </p:sp>
      <p:sp>
        <p:nvSpPr>
          <p:cNvPr id="157" name="Line 22"/>
          <p:cNvSpPr>
            <a:spLocks noChangeShapeType="1"/>
          </p:cNvSpPr>
          <p:nvPr/>
        </p:nvSpPr>
        <p:spPr bwMode="auto">
          <a:xfrm>
            <a:off x="5543019" y="3034984"/>
            <a:ext cx="0" cy="2547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微软雅黑" pitchFamily="34" charset="-122"/>
              <a:ea typeface="微软雅黑" pitchFamily="34" charset="-122"/>
            </a:endParaRPr>
          </a:p>
        </p:txBody>
      </p:sp>
      <p:sp>
        <p:nvSpPr>
          <p:cNvPr id="158" name="Rectangle 23"/>
          <p:cNvSpPr>
            <a:spLocks noChangeArrowheads="1"/>
          </p:cNvSpPr>
          <p:nvPr/>
        </p:nvSpPr>
        <p:spPr bwMode="auto">
          <a:xfrm>
            <a:off x="2498759" y="2541282"/>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FF"/>
                </a:solidFill>
                <a:latin typeface="微软雅黑" pitchFamily="34" charset="-122"/>
                <a:ea typeface="微软雅黑" pitchFamily="34" charset="-122"/>
              </a:rPr>
              <a:t>0</a:t>
            </a:r>
          </a:p>
        </p:txBody>
      </p:sp>
      <p:sp>
        <p:nvSpPr>
          <p:cNvPr id="159" name="Rectangle 24"/>
          <p:cNvSpPr>
            <a:spLocks noChangeArrowheads="1"/>
          </p:cNvSpPr>
          <p:nvPr/>
        </p:nvSpPr>
        <p:spPr bwMode="auto">
          <a:xfrm>
            <a:off x="3094265" y="2541282"/>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a:solidFill>
                  <a:srgbClr val="0000FF"/>
                </a:solidFill>
                <a:latin typeface="微软雅黑" pitchFamily="34" charset="-122"/>
                <a:ea typeface="微软雅黑" pitchFamily="34" charset="-122"/>
              </a:rPr>
              <a:t>4</a:t>
            </a:r>
          </a:p>
        </p:txBody>
      </p:sp>
      <p:sp>
        <p:nvSpPr>
          <p:cNvPr id="160" name="Rectangle 25"/>
          <p:cNvSpPr>
            <a:spLocks noChangeArrowheads="1"/>
          </p:cNvSpPr>
          <p:nvPr/>
        </p:nvSpPr>
        <p:spPr bwMode="auto">
          <a:xfrm>
            <a:off x="3728191" y="2541282"/>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a:solidFill>
                  <a:srgbClr val="0000FF"/>
                </a:solidFill>
                <a:latin typeface="微软雅黑" pitchFamily="34" charset="-122"/>
                <a:ea typeface="微软雅黑" pitchFamily="34" charset="-122"/>
              </a:rPr>
              <a:t>8</a:t>
            </a:r>
          </a:p>
        </p:txBody>
      </p:sp>
      <p:sp>
        <p:nvSpPr>
          <p:cNvPr id="161" name="Rectangle 26"/>
          <p:cNvSpPr>
            <a:spLocks noChangeArrowheads="1"/>
          </p:cNvSpPr>
          <p:nvPr/>
        </p:nvSpPr>
        <p:spPr bwMode="auto">
          <a:xfrm>
            <a:off x="4970767" y="2541282"/>
            <a:ext cx="37189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a:solidFill>
                  <a:srgbClr val="0000FF"/>
                </a:solidFill>
                <a:latin typeface="微软雅黑" pitchFamily="34" charset="-122"/>
                <a:ea typeface="微软雅黑" pitchFamily="34" charset="-122"/>
              </a:rPr>
              <a:t>16</a:t>
            </a:r>
          </a:p>
        </p:txBody>
      </p:sp>
      <p:sp>
        <p:nvSpPr>
          <p:cNvPr id="162" name="Rectangle 27"/>
          <p:cNvSpPr>
            <a:spLocks noChangeArrowheads="1"/>
          </p:cNvSpPr>
          <p:nvPr/>
        </p:nvSpPr>
        <p:spPr bwMode="auto">
          <a:xfrm>
            <a:off x="5478311" y="2541282"/>
            <a:ext cx="37189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a:solidFill>
                  <a:srgbClr val="0000FF"/>
                </a:solidFill>
                <a:latin typeface="微软雅黑" pitchFamily="34" charset="-122"/>
                <a:ea typeface="微软雅黑" pitchFamily="34" charset="-122"/>
              </a:rPr>
              <a:t>19</a:t>
            </a:r>
          </a:p>
        </p:txBody>
      </p:sp>
      <p:sp>
        <p:nvSpPr>
          <p:cNvPr id="163" name="Rectangle 28"/>
          <p:cNvSpPr>
            <a:spLocks noChangeArrowheads="1"/>
          </p:cNvSpPr>
          <p:nvPr/>
        </p:nvSpPr>
        <p:spPr bwMode="auto">
          <a:xfrm>
            <a:off x="6226487" y="2541282"/>
            <a:ext cx="37189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a:solidFill>
                  <a:srgbClr val="0000FF"/>
                </a:solidFill>
                <a:latin typeface="微软雅黑" pitchFamily="34" charset="-122"/>
                <a:ea typeface="微软雅黑" pitchFamily="34" charset="-122"/>
              </a:rPr>
              <a:t>24</a:t>
            </a:r>
          </a:p>
        </p:txBody>
      </p:sp>
      <p:sp>
        <p:nvSpPr>
          <p:cNvPr id="164" name="Rectangle 29"/>
          <p:cNvSpPr>
            <a:spLocks noChangeArrowheads="1"/>
          </p:cNvSpPr>
          <p:nvPr/>
        </p:nvSpPr>
        <p:spPr bwMode="auto">
          <a:xfrm>
            <a:off x="7317406" y="2541282"/>
            <a:ext cx="37189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a:solidFill>
                  <a:srgbClr val="0000FF"/>
                </a:solidFill>
                <a:latin typeface="微软雅黑" pitchFamily="34" charset="-122"/>
                <a:ea typeface="微软雅黑" pitchFamily="34" charset="-122"/>
              </a:rPr>
              <a:t>31</a:t>
            </a:r>
          </a:p>
        </p:txBody>
      </p:sp>
      <p:sp>
        <p:nvSpPr>
          <p:cNvPr id="165" name="Rectangle 30"/>
          <p:cNvSpPr>
            <a:spLocks noChangeArrowheads="1"/>
          </p:cNvSpPr>
          <p:nvPr/>
        </p:nvSpPr>
        <p:spPr bwMode="auto">
          <a:xfrm>
            <a:off x="2593796" y="2770236"/>
            <a:ext cx="53700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版 本</a:t>
            </a:r>
          </a:p>
        </p:txBody>
      </p:sp>
      <p:sp>
        <p:nvSpPr>
          <p:cNvPr id="166" name="Rectangle 31"/>
          <p:cNvSpPr>
            <a:spLocks noChangeArrowheads="1"/>
          </p:cNvSpPr>
          <p:nvPr/>
        </p:nvSpPr>
        <p:spPr bwMode="auto">
          <a:xfrm>
            <a:off x="5069848" y="3035589"/>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标志</a:t>
            </a:r>
          </a:p>
        </p:txBody>
      </p:sp>
      <p:sp>
        <p:nvSpPr>
          <p:cNvPr id="167" name="Rectangle 32"/>
          <p:cNvSpPr>
            <a:spLocks noChangeArrowheads="1"/>
          </p:cNvSpPr>
          <p:nvPr/>
        </p:nvSpPr>
        <p:spPr bwMode="auto">
          <a:xfrm>
            <a:off x="2719167" y="3288203"/>
            <a:ext cx="93775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生 存 时 间</a:t>
            </a:r>
          </a:p>
        </p:txBody>
      </p:sp>
      <p:sp>
        <p:nvSpPr>
          <p:cNvPr id="168" name="Rectangle 33"/>
          <p:cNvSpPr>
            <a:spLocks noChangeArrowheads="1"/>
          </p:cNvSpPr>
          <p:nvPr/>
        </p:nvSpPr>
        <p:spPr bwMode="auto">
          <a:xfrm>
            <a:off x="4075990" y="3288203"/>
            <a:ext cx="67646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协    议</a:t>
            </a:r>
          </a:p>
        </p:txBody>
      </p:sp>
      <p:sp>
        <p:nvSpPr>
          <p:cNvPr id="169" name="Rectangle 34"/>
          <p:cNvSpPr>
            <a:spLocks noChangeArrowheads="1"/>
          </p:cNvSpPr>
          <p:nvPr/>
        </p:nvSpPr>
        <p:spPr bwMode="auto">
          <a:xfrm>
            <a:off x="3448131" y="3035589"/>
            <a:ext cx="67646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标    识</a:t>
            </a:r>
          </a:p>
        </p:txBody>
      </p:sp>
      <p:sp>
        <p:nvSpPr>
          <p:cNvPr id="170" name="Rectangle 35"/>
          <p:cNvSpPr>
            <a:spLocks noChangeArrowheads="1"/>
          </p:cNvSpPr>
          <p:nvPr/>
        </p:nvSpPr>
        <p:spPr bwMode="auto">
          <a:xfrm>
            <a:off x="3964775" y="2770236"/>
            <a:ext cx="93775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区 分 服 务</a:t>
            </a:r>
          </a:p>
        </p:txBody>
      </p:sp>
      <p:sp>
        <p:nvSpPr>
          <p:cNvPr id="171" name="Rectangle 36"/>
          <p:cNvSpPr>
            <a:spLocks noChangeArrowheads="1"/>
          </p:cNvSpPr>
          <p:nvPr/>
        </p:nvSpPr>
        <p:spPr bwMode="auto">
          <a:xfrm>
            <a:off x="5809227" y="2770236"/>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总   长   度</a:t>
            </a:r>
          </a:p>
        </p:txBody>
      </p:sp>
      <p:sp>
        <p:nvSpPr>
          <p:cNvPr id="172" name="Rectangle 37"/>
          <p:cNvSpPr>
            <a:spLocks noChangeArrowheads="1"/>
          </p:cNvSpPr>
          <p:nvPr/>
        </p:nvSpPr>
        <p:spPr bwMode="auto">
          <a:xfrm>
            <a:off x="6128416" y="3035589"/>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片   偏   移</a:t>
            </a:r>
          </a:p>
        </p:txBody>
      </p:sp>
      <p:sp>
        <p:nvSpPr>
          <p:cNvPr id="173" name="Rectangle 38"/>
          <p:cNvSpPr>
            <a:spLocks noChangeArrowheads="1"/>
          </p:cNvSpPr>
          <p:nvPr/>
        </p:nvSpPr>
        <p:spPr bwMode="auto">
          <a:xfrm>
            <a:off x="6589451" y="4054723"/>
            <a:ext cx="67646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FF"/>
                </a:solidFill>
                <a:latin typeface="微软雅黑" pitchFamily="34" charset="-122"/>
                <a:ea typeface="微软雅黑" pitchFamily="34" charset="-122"/>
              </a:rPr>
              <a:t>填    充</a:t>
            </a:r>
          </a:p>
        </p:txBody>
      </p:sp>
      <p:sp>
        <p:nvSpPr>
          <p:cNvPr id="174" name="Rectangle 39"/>
          <p:cNvSpPr>
            <a:spLocks noChangeArrowheads="1"/>
          </p:cNvSpPr>
          <p:nvPr/>
        </p:nvSpPr>
        <p:spPr bwMode="auto">
          <a:xfrm>
            <a:off x="5585484" y="3288203"/>
            <a:ext cx="151003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首   部   检   验   和</a:t>
            </a:r>
          </a:p>
        </p:txBody>
      </p:sp>
      <p:sp>
        <p:nvSpPr>
          <p:cNvPr id="175" name="Rectangle 40"/>
          <p:cNvSpPr>
            <a:spLocks noChangeArrowheads="1"/>
          </p:cNvSpPr>
          <p:nvPr/>
        </p:nvSpPr>
        <p:spPr bwMode="auto">
          <a:xfrm>
            <a:off x="4623978" y="3550604"/>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源   地   址</a:t>
            </a:r>
          </a:p>
        </p:txBody>
      </p:sp>
      <p:sp>
        <p:nvSpPr>
          <p:cNvPr id="176" name="Rectangle 41"/>
          <p:cNvSpPr>
            <a:spLocks noChangeArrowheads="1"/>
          </p:cNvSpPr>
          <p:nvPr/>
        </p:nvSpPr>
        <p:spPr bwMode="auto">
          <a:xfrm>
            <a:off x="4461199" y="3810054"/>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目   的   地   址</a:t>
            </a:r>
          </a:p>
        </p:txBody>
      </p:sp>
      <p:sp>
        <p:nvSpPr>
          <p:cNvPr id="177" name="Rectangle 42"/>
          <p:cNvSpPr>
            <a:spLocks noChangeArrowheads="1"/>
          </p:cNvSpPr>
          <p:nvPr/>
        </p:nvSpPr>
        <p:spPr bwMode="auto">
          <a:xfrm>
            <a:off x="3230756" y="4054723"/>
            <a:ext cx="265136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FF"/>
                </a:solidFill>
                <a:latin typeface="微软雅黑" pitchFamily="34" charset="-122"/>
                <a:ea typeface="微软雅黑" pitchFamily="34" charset="-122"/>
              </a:rPr>
              <a:t>可   选   字   段  （长   度   可   变）</a:t>
            </a:r>
          </a:p>
        </p:txBody>
      </p:sp>
      <p:sp>
        <p:nvSpPr>
          <p:cNvPr id="178" name="Rectangle 43"/>
          <p:cNvSpPr>
            <a:spLocks noChangeArrowheads="1"/>
          </p:cNvSpPr>
          <p:nvPr/>
        </p:nvSpPr>
        <p:spPr bwMode="auto">
          <a:xfrm>
            <a:off x="2198477" y="2532883"/>
            <a:ext cx="33663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位</a:t>
            </a:r>
          </a:p>
        </p:txBody>
      </p:sp>
      <p:grpSp>
        <p:nvGrpSpPr>
          <p:cNvPr id="179" name="Group 46"/>
          <p:cNvGrpSpPr>
            <a:grpSpLocks/>
          </p:cNvGrpSpPr>
          <p:nvPr/>
        </p:nvGrpSpPr>
        <p:grpSpPr bwMode="auto">
          <a:xfrm>
            <a:off x="2492691" y="4167046"/>
            <a:ext cx="83917" cy="41064"/>
            <a:chOff x="833" y="3024"/>
            <a:chExt cx="78" cy="51"/>
          </a:xfrm>
        </p:grpSpPr>
        <p:sp>
          <p:nvSpPr>
            <p:cNvPr id="180" name="Rectangle 47"/>
            <p:cNvSpPr>
              <a:spLocks noChangeArrowheads="1"/>
            </p:cNvSpPr>
            <p:nvPr/>
          </p:nvSpPr>
          <p:spPr bwMode="auto">
            <a:xfrm>
              <a:off x="833" y="3024"/>
              <a:ext cx="78" cy="51"/>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微软雅黑" pitchFamily="34" charset="-122"/>
                <a:ea typeface="微软雅黑" pitchFamily="34" charset="-122"/>
              </a:endParaRPr>
            </a:p>
          </p:txBody>
        </p:sp>
        <p:sp>
          <p:nvSpPr>
            <p:cNvPr id="181" name="Line 48"/>
            <p:cNvSpPr>
              <a:spLocks noChangeShapeType="1"/>
            </p:cNvSpPr>
            <p:nvPr/>
          </p:nvSpPr>
          <p:spPr bwMode="auto">
            <a:xfrm>
              <a:off x="839" y="3030"/>
              <a:ext cx="6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微软雅黑" pitchFamily="34" charset="-122"/>
                <a:ea typeface="微软雅黑" pitchFamily="34" charset="-122"/>
              </a:endParaRPr>
            </a:p>
          </p:txBody>
        </p:sp>
        <p:sp>
          <p:nvSpPr>
            <p:cNvPr id="182" name="Line 49"/>
            <p:cNvSpPr>
              <a:spLocks noChangeShapeType="1"/>
            </p:cNvSpPr>
            <p:nvPr/>
          </p:nvSpPr>
          <p:spPr bwMode="auto">
            <a:xfrm>
              <a:off x="839" y="3075"/>
              <a:ext cx="6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微软雅黑" pitchFamily="34" charset="-122"/>
                <a:ea typeface="微软雅黑" pitchFamily="34" charset="-122"/>
              </a:endParaRPr>
            </a:p>
          </p:txBody>
        </p:sp>
      </p:grpSp>
      <p:grpSp>
        <p:nvGrpSpPr>
          <p:cNvPr id="183" name="Group 50"/>
          <p:cNvGrpSpPr>
            <a:grpSpLocks/>
          </p:cNvGrpSpPr>
          <p:nvPr/>
        </p:nvGrpSpPr>
        <p:grpSpPr bwMode="auto">
          <a:xfrm>
            <a:off x="7503439" y="4172646"/>
            <a:ext cx="83917" cy="39198"/>
            <a:chOff x="5432" y="3030"/>
            <a:chExt cx="78" cy="51"/>
          </a:xfrm>
        </p:grpSpPr>
        <p:sp>
          <p:nvSpPr>
            <p:cNvPr id="184" name="Rectangle 51"/>
            <p:cNvSpPr>
              <a:spLocks noChangeArrowheads="1"/>
            </p:cNvSpPr>
            <p:nvPr/>
          </p:nvSpPr>
          <p:spPr bwMode="auto">
            <a:xfrm>
              <a:off x="5432" y="3030"/>
              <a:ext cx="78" cy="51"/>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微软雅黑" pitchFamily="34" charset="-122"/>
                <a:ea typeface="微软雅黑" pitchFamily="34" charset="-122"/>
              </a:endParaRPr>
            </a:p>
          </p:txBody>
        </p:sp>
        <p:sp>
          <p:nvSpPr>
            <p:cNvPr id="185" name="Line 52"/>
            <p:cNvSpPr>
              <a:spLocks noChangeShapeType="1"/>
            </p:cNvSpPr>
            <p:nvPr/>
          </p:nvSpPr>
          <p:spPr bwMode="auto">
            <a:xfrm>
              <a:off x="5438" y="3036"/>
              <a:ext cx="6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微软雅黑" pitchFamily="34" charset="-122"/>
                <a:ea typeface="微软雅黑" pitchFamily="34" charset="-122"/>
              </a:endParaRPr>
            </a:p>
          </p:txBody>
        </p:sp>
        <p:sp>
          <p:nvSpPr>
            <p:cNvPr id="186" name="Line 53"/>
            <p:cNvSpPr>
              <a:spLocks noChangeShapeType="1"/>
            </p:cNvSpPr>
            <p:nvPr/>
          </p:nvSpPr>
          <p:spPr bwMode="auto">
            <a:xfrm>
              <a:off x="5438" y="3081"/>
              <a:ext cx="6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微软雅黑" pitchFamily="34" charset="-122"/>
                <a:ea typeface="微软雅黑" pitchFamily="34" charset="-122"/>
              </a:endParaRPr>
            </a:p>
          </p:txBody>
        </p:sp>
      </p:grpSp>
      <p:sp>
        <p:nvSpPr>
          <p:cNvPr id="187" name="Rectangle 75"/>
          <p:cNvSpPr>
            <a:spLocks noChangeArrowheads="1"/>
          </p:cNvSpPr>
          <p:nvPr/>
        </p:nvSpPr>
        <p:spPr bwMode="auto">
          <a:xfrm>
            <a:off x="4238770" y="4395848"/>
            <a:ext cx="1852237" cy="274434"/>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数   据   部   分</a:t>
            </a:r>
          </a:p>
        </p:txBody>
      </p:sp>
      <p:sp>
        <p:nvSpPr>
          <p:cNvPr id="188" name="AutoShape 97"/>
          <p:cNvSpPr>
            <a:spLocks/>
          </p:cNvSpPr>
          <p:nvPr/>
        </p:nvSpPr>
        <p:spPr bwMode="auto">
          <a:xfrm>
            <a:off x="2380343" y="2794199"/>
            <a:ext cx="106160" cy="1270186"/>
          </a:xfrm>
          <a:prstGeom prst="leftBrace">
            <a:avLst>
              <a:gd name="adj1" fmla="val 108016"/>
              <a:gd name="adj2" fmla="val 50000"/>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微软雅黑" pitchFamily="34" charset="-122"/>
              <a:ea typeface="微软雅黑" pitchFamily="34" charset="-122"/>
            </a:endParaRPr>
          </a:p>
        </p:txBody>
      </p:sp>
      <p:sp>
        <p:nvSpPr>
          <p:cNvPr id="189" name="矩形 188"/>
          <p:cNvSpPr/>
          <p:nvPr/>
        </p:nvSpPr>
        <p:spPr>
          <a:xfrm>
            <a:off x="3203269" y="2135005"/>
            <a:ext cx="3321743" cy="338554"/>
          </a:xfrm>
          <a:prstGeom prst="rect">
            <a:avLst/>
          </a:prstGeom>
          <a:solidFill>
            <a:srgbClr val="0000CC"/>
          </a:solidFill>
          <a:ln w="9525">
            <a:noFill/>
            <a:miter lim="800000"/>
            <a:headEnd/>
            <a:tailEnd/>
          </a:ln>
          <a:effectLst/>
        </p:spPr>
        <p:txBody>
          <a:bodyPr wrap="none">
            <a:spAutoFit/>
          </a:bodyPr>
          <a:lstStyle/>
          <a:p>
            <a:r>
              <a:rPr lang="en-US" altLang="zh-CN" sz="1600" b="1" dirty="0">
                <a:solidFill>
                  <a:schemeClr val="bg1"/>
                </a:solidFill>
                <a:latin typeface="微软雅黑" pitchFamily="34" charset="-122"/>
                <a:ea typeface="微软雅黑" pitchFamily="34" charset="-122"/>
              </a:rPr>
              <a:t>IP </a:t>
            </a:r>
            <a:r>
              <a:rPr lang="zh-CN" altLang="en-US" sz="1600" b="1" dirty="0">
                <a:solidFill>
                  <a:schemeClr val="bg1"/>
                </a:solidFill>
                <a:latin typeface="微软雅黑" pitchFamily="34" charset="-122"/>
                <a:ea typeface="微软雅黑" pitchFamily="34" charset="-122"/>
              </a:rPr>
              <a:t>数据报由</a:t>
            </a:r>
            <a:r>
              <a:rPr lang="zh-CN" altLang="en-US" sz="1600" b="1" dirty="0">
                <a:solidFill>
                  <a:srgbClr val="FFFF00"/>
                </a:solidFill>
                <a:latin typeface="微软雅黑" pitchFamily="34" charset="-122"/>
                <a:ea typeface="微软雅黑" pitchFamily="34" charset="-122"/>
              </a:rPr>
              <a:t>首部</a:t>
            </a:r>
            <a:r>
              <a:rPr lang="zh-CN" altLang="en-US" sz="1600" b="1" dirty="0">
                <a:solidFill>
                  <a:schemeClr val="bg1"/>
                </a:solidFill>
                <a:latin typeface="微软雅黑" pitchFamily="34" charset="-122"/>
                <a:ea typeface="微软雅黑" pitchFamily="34" charset="-122"/>
              </a:rPr>
              <a:t>和</a:t>
            </a:r>
            <a:r>
              <a:rPr lang="zh-CN" altLang="en-US" sz="1600" b="1" dirty="0">
                <a:solidFill>
                  <a:srgbClr val="FFFF00"/>
                </a:solidFill>
                <a:latin typeface="微软雅黑" pitchFamily="34" charset="-122"/>
                <a:ea typeface="微软雅黑" pitchFamily="34" charset="-122"/>
              </a:rPr>
              <a:t>数据</a:t>
            </a:r>
            <a:r>
              <a:rPr lang="zh-CN" altLang="en-US" sz="1600" b="1" dirty="0">
                <a:solidFill>
                  <a:schemeClr val="bg1"/>
                </a:solidFill>
                <a:latin typeface="微软雅黑" pitchFamily="34" charset="-122"/>
                <a:ea typeface="微软雅黑" pitchFamily="34" charset="-122"/>
              </a:rPr>
              <a:t>两部分组成</a:t>
            </a:r>
          </a:p>
        </p:txBody>
      </p:sp>
    </p:spTree>
    <p:extLst>
      <p:ext uri="{BB962C8B-B14F-4D97-AF65-F5344CB8AC3E}">
        <p14:creationId xmlns:p14="http://schemas.microsoft.com/office/powerpoint/2010/main" val="16110469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181F63-34AE-24DD-5C92-08CC056E371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7F0520A-B584-388B-AFC4-A6B59A9433FA}"/>
              </a:ext>
            </a:extLst>
          </p:cNvPr>
          <p:cNvSpPr>
            <a:spLocks noGrp="1"/>
          </p:cNvSpPr>
          <p:nvPr>
            <p:ph type="title"/>
          </p:nvPr>
        </p:nvSpPr>
        <p:spPr/>
        <p:txBody>
          <a:bodyPr/>
          <a:lstStyle/>
          <a:p>
            <a:r>
              <a:rPr lang="zh-CN" altLang="zh-CN" dirty="0"/>
              <a:t>第</a:t>
            </a:r>
            <a:r>
              <a:rPr lang="en-US" altLang="zh-CN" dirty="0"/>
              <a:t> 4 </a:t>
            </a:r>
            <a:r>
              <a:rPr lang="zh-CN" altLang="zh-CN" dirty="0"/>
              <a:t>章</a:t>
            </a:r>
            <a:r>
              <a:rPr lang="en-US" altLang="zh-CN" dirty="0"/>
              <a:t>  </a:t>
            </a:r>
            <a:r>
              <a:rPr lang="zh-CN" altLang="en-US" dirty="0"/>
              <a:t>网络</a:t>
            </a:r>
            <a:r>
              <a:rPr lang="zh-CN" altLang="zh-CN" dirty="0"/>
              <a:t>层</a:t>
            </a:r>
            <a:r>
              <a:rPr lang="zh-CN" altLang="en-US" dirty="0"/>
              <a:t>概念理解</a:t>
            </a:r>
          </a:p>
        </p:txBody>
      </p:sp>
      <p:sp>
        <p:nvSpPr>
          <p:cNvPr id="68" name="Line 74"/>
          <p:cNvSpPr>
            <a:spLocks noChangeShapeType="1"/>
          </p:cNvSpPr>
          <p:nvPr/>
        </p:nvSpPr>
        <p:spPr bwMode="auto">
          <a:xfrm rot="5400000">
            <a:off x="3815165" y="5004388"/>
            <a:ext cx="356087" cy="0"/>
          </a:xfrm>
          <a:prstGeom prst="line">
            <a:avLst/>
          </a:prstGeom>
          <a:noFill/>
          <a:ln w="38100">
            <a:solidFill>
              <a:srgbClr val="33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CC"/>
              </a:solidFill>
              <a:latin typeface="微软雅黑" pitchFamily="34" charset="-122"/>
              <a:ea typeface="微软雅黑" pitchFamily="34" charset="-122"/>
            </a:endParaRPr>
          </a:p>
        </p:txBody>
      </p:sp>
      <p:sp>
        <p:nvSpPr>
          <p:cNvPr id="69" name="Line 75"/>
          <p:cNvSpPr>
            <a:spLocks noChangeShapeType="1"/>
          </p:cNvSpPr>
          <p:nvPr/>
        </p:nvSpPr>
        <p:spPr bwMode="auto">
          <a:xfrm rot="5400000">
            <a:off x="5138783" y="4999095"/>
            <a:ext cx="357050" cy="0"/>
          </a:xfrm>
          <a:prstGeom prst="line">
            <a:avLst/>
          </a:prstGeom>
          <a:noFill/>
          <a:ln w="38100">
            <a:solidFill>
              <a:srgbClr val="33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CC"/>
              </a:solidFill>
              <a:latin typeface="微软雅黑" pitchFamily="34" charset="-122"/>
              <a:ea typeface="微软雅黑" pitchFamily="34" charset="-122"/>
            </a:endParaRPr>
          </a:p>
        </p:txBody>
      </p:sp>
      <p:sp>
        <p:nvSpPr>
          <p:cNvPr id="70" name="Line 76"/>
          <p:cNvSpPr>
            <a:spLocks noChangeShapeType="1"/>
          </p:cNvSpPr>
          <p:nvPr/>
        </p:nvSpPr>
        <p:spPr bwMode="auto">
          <a:xfrm rot="5400000">
            <a:off x="6276738" y="5004388"/>
            <a:ext cx="356087" cy="0"/>
          </a:xfrm>
          <a:prstGeom prst="line">
            <a:avLst/>
          </a:prstGeom>
          <a:noFill/>
          <a:ln w="38100">
            <a:solidFill>
              <a:srgbClr val="33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CC"/>
              </a:solidFill>
              <a:latin typeface="微软雅黑" pitchFamily="34" charset="-122"/>
              <a:ea typeface="微软雅黑" pitchFamily="34" charset="-122"/>
            </a:endParaRPr>
          </a:p>
        </p:txBody>
      </p:sp>
      <p:sp>
        <p:nvSpPr>
          <p:cNvPr id="71" name="Line 77"/>
          <p:cNvSpPr>
            <a:spLocks noChangeShapeType="1"/>
          </p:cNvSpPr>
          <p:nvPr/>
        </p:nvSpPr>
        <p:spPr bwMode="auto">
          <a:xfrm rot="5400000">
            <a:off x="7618561" y="5004388"/>
            <a:ext cx="356087" cy="0"/>
          </a:xfrm>
          <a:prstGeom prst="line">
            <a:avLst/>
          </a:prstGeom>
          <a:noFill/>
          <a:ln w="38100">
            <a:solidFill>
              <a:srgbClr val="33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CC"/>
              </a:solidFill>
              <a:latin typeface="微软雅黑" pitchFamily="34" charset="-122"/>
              <a:ea typeface="微软雅黑" pitchFamily="34" charset="-122"/>
            </a:endParaRPr>
          </a:p>
        </p:txBody>
      </p:sp>
      <p:sp>
        <p:nvSpPr>
          <p:cNvPr id="72" name="Line 78"/>
          <p:cNvSpPr>
            <a:spLocks noChangeShapeType="1"/>
          </p:cNvSpPr>
          <p:nvPr/>
        </p:nvSpPr>
        <p:spPr bwMode="auto">
          <a:xfrm rot="5400000">
            <a:off x="2956064" y="5004389"/>
            <a:ext cx="356087" cy="0"/>
          </a:xfrm>
          <a:prstGeom prst="line">
            <a:avLst/>
          </a:prstGeom>
          <a:noFill/>
          <a:ln w="38100">
            <a:solidFill>
              <a:srgbClr val="33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CC"/>
              </a:solidFill>
              <a:latin typeface="微软雅黑" pitchFamily="34" charset="-122"/>
              <a:ea typeface="微软雅黑" pitchFamily="34" charset="-122"/>
            </a:endParaRPr>
          </a:p>
        </p:txBody>
      </p:sp>
      <p:sp>
        <p:nvSpPr>
          <p:cNvPr id="73" name="Line 8"/>
          <p:cNvSpPr>
            <a:spLocks noChangeShapeType="1"/>
          </p:cNvSpPr>
          <p:nvPr/>
        </p:nvSpPr>
        <p:spPr bwMode="auto">
          <a:xfrm rot="5400000">
            <a:off x="5123544" y="2416483"/>
            <a:ext cx="357049" cy="0"/>
          </a:xfrm>
          <a:prstGeom prst="line">
            <a:avLst/>
          </a:prstGeom>
          <a:noFill/>
          <a:ln w="38100">
            <a:solidFill>
              <a:srgbClr val="33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CC"/>
              </a:solidFill>
              <a:latin typeface="微软雅黑" pitchFamily="34" charset="-122"/>
              <a:ea typeface="微软雅黑" pitchFamily="34" charset="-122"/>
            </a:endParaRPr>
          </a:p>
        </p:txBody>
      </p:sp>
      <p:sp>
        <p:nvSpPr>
          <p:cNvPr id="74" name="Line 9"/>
          <p:cNvSpPr>
            <a:spLocks noChangeShapeType="1"/>
          </p:cNvSpPr>
          <p:nvPr/>
        </p:nvSpPr>
        <p:spPr bwMode="auto">
          <a:xfrm rot="5400000">
            <a:off x="6261500" y="2421777"/>
            <a:ext cx="356087" cy="0"/>
          </a:xfrm>
          <a:prstGeom prst="line">
            <a:avLst/>
          </a:prstGeom>
          <a:noFill/>
          <a:ln w="38100">
            <a:solidFill>
              <a:srgbClr val="33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CC"/>
              </a:solidFill>
              <a:latin typeface="微软雅黑" pitchFamily="34" charset="-122"/>
              <a:ea typeface="微软雅黑" pitchFamily="34" charset="-122"/>
            </a:endParaRPr>
          </a:p>
        </p:txBody>
      </p:sp>
      <p:sp>
        <p:nvSpPr>
          <p:cNvPr id="75" name="Line 10"/>
          <p:cNvSpPr>
            <a:spLocks noChangeShapeType="1"/>
          </p:cNvSpPr>
          <p:nvPr/>
        </p:nvSpPr>
        <p:spPr bwMode="auto">
          <a:xfrm rot="5400000">
            <a:off x="7603322" y="2421777"/>
            <a:ext cx="356087" cy="0"/>
          </a:xfrm>
          <a:prstGeom prst="line">
            <a:avLst/>
          </a:prstGeom>
          <a:noFill/>
          <a:ln w="38100">
            <a:solidFill>
              <a:srgbClr val="33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CC"/>
              </a:solidFill>
              <a:latin typeface="微软雅黑" pitchFamily="34" charset="-122"/>
              <a:ea typeface="微软雅黑" pitchFamily="34" charset="-122"/>
            </a:endParaRPr>
          </a:p>
        </p:txBody>
      </p:sp>
      <p:sp>
        <p:nvSpPr>
          <p:cNvPr id="76" name="Line 11"/>
          <p:cNvSpPr>
            <a:spLocks noChangeShapeType="1"/>
          </p:cNvSpPr>
          <p:nvPr/>
        </p:nvSpPr>
        <p:spPr bwMode="auto">
          <a:xfrm rot="5400000">
            <a:off x="2940826" y="2421777"/>
            <a:ext cx="356087" cy="0"/>
          </a:xfrm>
          <a:prstGeom prst="line">
            <a:avLst/>
          </a:prstGeom>
          <a:noFill/>
          <a:ln w="38100">
            <a:solidFill>
              <a:srgbClr val="33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CC"/>
              </a:solidFill>
              <a:latin typeface="微软雅黑" pitchFamily="34" charset="-122"/>
              <a:ea typeface="微软雅黑" pitchFamily="34" charset="-122"/>
            </a:endParaRPr>
          </a:p>
        </p:txBody>
      </p:sp>
      <p:sp>
        <p:nvSpPr>
          <p:cNvPr id="77" name="Line 16"/>
          <p:cNvSpPr>
            <a:spLocks noChangeShapeType="1"/>
          </p:cNvSpPr>
          <p:nvPr/>
        </p:nvSpPr>
        <p:spPr bwMode="auto">
          <a:xfrm>
            <a:off x="2618423" y="2243734"/>
            <a:ext cx="5637326" cy="12511"/>
          </a:xfrm>
          <a:prstGeom prst="line">
            <a:avLst/>
          </a:prstGeom>
          <a:noFill/>
          <a:ln w="38100">
            <a:solidFill>
              <a:srgbClr val="33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CC"/>
              </a:solidFill>
              <a:latin typeface="微软雅黑" pitchFamily="34" charset="-122"/>
              <a:ea typeface="微软雅黑" pitchFamily="34" charset="-122"/>
            </a:endParaRPr>
          </a:p>
        </p:txBody>
      </p:sp>
      <p:sp>
        <p:nvSpPr>
          <p:cNvPr id="78" name="Text Box 56"/>
          <p:cNvSpPr txBox="1">
            <a:spLocks noChangeArrowheads="1"/>
          </p:cNvSpPr>
          <p:nvPr/>
        </p:nvSpPr>
        <p:spPr bwMode="auto">
          <a:xfrm>
            <a:off x="6413479" y="2314950"/>
            <a:ext cx="88197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209.0.0.6</a:t>
            </a:r>
          </a:p>
        </p:txBody>
      </p:sp>
      <p:grpSp>
        <p:nvGrpSpPr>
          <p:cNvPr id="79" name="组合 78"/>
          <p:cNvGrpSpPr/>
          <p:nvPr/>
        </p:nvGrpSpPr>
        <p:grpSpPr>
          <a:xfrm>
            <a:off x="2907839" y="5097119"/>
            <a:ext cx="5040745" cy="404587"/>
            <a:chOff x="2456122" y="1949511"/>
            <a:chExt cx="5040745" cy="404587"/>
          </a:xfrm>
        </p:grpSpPr>
        <p:pic>
          <p:nvPicPr>
            <p:cNvPr id="80"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56122" y="1949511"/>
              <a:ext cx="404587" cy="404587"/>
            </a:xfrm>
            <a:prstGeom prst="rect">
              <a:avLst/>
            </a:prstGeom>
            <a:noFill/>
            <a:extLst>
              <a:ext uri="{909E8E84-426E-40DD-AFC4-6F175D3DCCD1}">
                <a14:hiddenFill xmlns:a14="http://schemas.microsoft.com/office/drawing/2010/main">
                  <a:solidFill>
                    <a:srgbClr val="FFFFFF"/>
                  </a:solidFill>
                </a14:hiddenFill>
              </a:ext>
            </a:extLst>
          </p:spPr>
        </p:pic>
        <p:pic>
          <p:nvPicPr>
            <p:cNvPr id="81"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12431" y="1949511"/>
              <a:ext cx="404587" cy="404587"/>
            </a:xfrm>
            <a:prstGeom prst="rect">
              <a:avLst/>
            </a:prstGeom>
            <a:noFill/>
            <a:extLst>
              <a:ext uri="{909E8E84-426E-40DD-AFC4-6F175D3DCCD1}">
                <a14:hiddenFill xmlns:a14="http://schemas.microsoft.com/office/drawing/2010/main">
                  <a:solidFill>
                    <a:srgbClr val="FFFFFF"/>
                  </a:solidFill>
                </a14:hiddenFill>
              </a:ext>
            </a:extLst>
          </p:spPr>
        </p:pic>
        <p:pic>
          <p:nvPicPr>
            <p:cNvPr id="82"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44008" y="1949511"/>
              <a:ext cx="404587" cy="404587"/>
            </a:xfrm>
            <a:prstGeom prst="rect">
              <a:avLst/>
            </a:prstGeom>
            <a:noFill/>
            <a:extLst>
              <a:ext uri="{909E8E84-426E-40DD-AFC4-6F175D3DCCD1}">
                <a14:hiddenFill xmlns:a14="http://schemas.microsoft.com/office/drawing/2010/main">
                  <a:solidFill>
                    <a:srgbClr val="FFFFFF"/>
                  </a:solidFill>
                </a14:hiddenFill>
              </a:ext>
            </a:extLst>
          </p:spPr>
        </p:pic>
        <p:pic>
          <p:nvPicPr>
            <p:cNvPr id="85"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796136" y="1949511"/>
              <a:ext cx="404587" cy="404587"/>
            </a:xfrm>
            <a:prstGeom prst="rect">
              <a:avLst/>
            </a:prstGeom>
            <a:noFill/>
            <a:extLst>
              <a:ext uri="{909E8E84-426E-40DD-AFC4-6F175D3DCCD1}">
                <a14:hiddenFill xmlns:a14="http://schemas.microsoft.com/office/drawing/2010/main">
                  <a:solidFill>
                    <a:srgbClr val="FFFFFF"/>
                  </a:solidFill>
                </a14:hiddenFill>
              </a:ext>
            </a:extLst>
          </p:spPr>
        </p:pic>
        <p:pic>
          <p:nvPicPr>
            <p:cNvPr id="86"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92280" y="1949511"/>
              <a:ext cx="404587" cy="404587"/>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87" name="Group 94"/>
          <p:cNvGrpSpPr>
            <a:grpSpLocks/>
          </p:cNvGrpSpPr>
          <p:nvPr/>
        </p:nvGrpSpPr>
        <p:grpSpPr bwMode="auto">
          <a:xfrm>
            <a:off x="5052488" y="4468331"/>
            <a:ext cx="1044683" cy="277171"/>
            <a:chOff x="249" y="627"/>
            <a:chExt cx="1002" cy="288"/>
          </a:xfrm>
          <a:solidFill>
            <a:srgbClr val="00FFFF"/>
          </a:solidFill>
        </p:grpSpPr>
        <p:sp>
          <p:nvSpPr>
            <p:cNvPr id="88" name="AutoShape 95"/>
            <p:cNvSpPr>
              <a:spLocks noChangeArrowheads="1"/>
            </p:cNvSpPr>
            <p:nvPr/>
          </p:nvSpPr>
          <p:spPr bwMode="auto">
            <a:xfrm flipH="1">
              <a:off x="249" y="709"/>
              <a:ext cx="138" cy="139"/>
            </a:xfrm>
            <a:prstGeom prst="rightArrow">
              <a:avLst>
                <a:gd name="adj1" fmla="val 50000"/>
                <a:gd name="adj2" fmla="val 25000"/>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微软雅黑" pitchFamily="34" charset="-122"/>
                <a:ea typeface="微软雅黑" pitchFamily="34" charset="-122"/>
              </a:endParaRPr>
            </a:p>
          </p:txBody>
        </p:sp>
        <p:sp>
          <p:nvSpPr>
            <p:cNvPr id="89" name="Text Box 96"/>
            <p:cNvSpPr txBox="1">
              <a:spLocks noChangeArrowheads="1"/>
            </p:cNvSpPr>
            <p:nvPr/>
          </p:nvSpPr>
          <p:spPr bwMode="auto">
            <a:xfrm flipH="1">
              <a:off x="386" y="627"/>
              <a:ext cx="865" cy="288"/>
            </a:xfrm>
            <a:prstGeom prst="rect">
              <a:avLst/>
            </a:prstGeom>
            <a:grpFill/>
            <a:ln w="12700">
              <a:solidFill>
                <a:schemeClr val="tx1"/>
              </a:solidFill>
              <a:miter lim="800000"/>
              <a:headEnd/>
              <a:tailEnd/>
            </a:ln>
            <a:effectLst/>
          </p:spPr>
          <p:txBody>
            <a:bodyPr>
              <a:spAutoFit/>
            </a:bodyPr>
            <a:lstStyle/>
            <a:p>
              <a:pPr algn="ctr"/>
              <a:r>
                <a:rPr kumimoji="1" lang="en-US" altLang="zh-CN" sz="1200" b="1" dirty="0">
                  <a:latin typeface="微软雅黑" pitchFamily="34" charset="-122"/>
                  <a:ea typeface="微软雅黑" pitchFamily="34" charset="-122"/>
                </a:rPr>
                <a:t>ARP </a:t>
              </a:r>
              <a:r>
                <a:rPr kumimoji="1" lang="zh-CN" altLang="en-US" sz="1200" b="1" dirty="0">
                  <a:latin typeface="微软雅黑" pitchFamily="34" charset="-122"/>
                  <a:ea typeface="微软雅黑" pitchFamily="34" charset="-122"/>
                </a:rPr>
                <a:t>响应</a:t>
              </a:r>
            </a:p>
          </p:txBody>
        </p:sp>
      </p:grpSp>
      <p:sp>
        <p:nvSpPr>
          <p:cNvPr id="90" name="Line 7"/>
          <p:cNvSpPr>
            <a:spLocks noChangeShapeType="1"/>
          </p:cNvSpPr>
          <p:nvPr/>
        </p:nvSpPr>
        <p:spPr bwMode="auto">
          <a:xfrm rot="5400000">
            <a:off x="3799926" y="2421777"/>
            <a:ext cx="356087" cy="0"/>
          </a:xfrm>
          <a:prstGeom prst="line">
            <a:avLst/>
          </a:prstGeom>
          <a:noFill/>
          <a:ln w="38100">
            <a:solidFill>
              <a:srgbClr val="33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CC"/>
              </a:solidFill>
              <a:latin typeface="微软雅黑" pitchFamily="34" charset="-122"/>
              <a:ea typeface="微软雅黑" pitchFamily="34" charset="-122"/>
            </a:endParaRPr>
          </a:p>
        </p:txBody>
      </p:sp>
      <p:sp>
        <p:nvSpPr>
          <p:cNvPr id="91" name="Text Box 17"/>
          <p:cNvSpPr txBox="1">
            <a:spLocks noChangeArrowheads="1"/>
          </p:cNvSpPr>
          <p:nvPr/>
        </p:nvSpPr>
        <p:spPr bwMode="auto">
          <a:xfrm>
            <a:off x="4108295" y="2553627"/>
            <a:ext cx="339128" cy="3130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00CC"/>
                </a:solidFill>
                <a:latin typeface="微软雅黑" pitchFamily="34" charset="-122"/>
                <a:ea typeface="微软雅黑" pitchFamily="34" charset="-122"/>
              </a:rPr>
              <a:t>A</a:t>
            </a:r>
          </a:p>
        </p:txBody>
      </p:sp>
      <p:sp>
        <p:nvSpPr>
          <p:cNvPr id="92" name="Text Box 18"/>
          <p:cNvSpPr txBox="1">
            <a:spLocks noChangeArrowheads="1"/>
          </p:cNvSpPr>
          <p:nvPr/>
        </p:nvSpPr>
        <p:spPr bwMode="auto">
          <a:xfrm>
            <a:off x="5414669" y="2478559"/>
            <a:ext cx="321012" cy="3130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00CC"/>
                </a:solidFill>
                <a:latin typeface="微软雅黑" pitchFamily="34" charset="-122"/>
                <a:ea typeface="微软雅黑" pitchFamily="34" charset="-122"/>
              </a:rPr>
              <a:t>Y</a:t>
            </a:r>
          </a:p>
        </p:txBody>
      </p:sp>
      <p:sp>
        <p:nvSpPr>
          <p:cNvPr id="93" name="Text Box 19"/>
          <p:cNvSpPr txBox="1">
            <a:spLocks noChangeArrowheads="1"/>
          </p:cNvSpPr>
          <p:nvPr/>
        </p:nvSpPr>
        <p:spPr bwMode="auto">
          <a:xfrm>
            <a:off x="3236682" y="2478559"/>
            <a:ext cx="330071" cy="3130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00CC"/>
                </a:solidFill>
                <a:latin typeface="微软雅黑" pitchFamily="34" charset="-122"/>
                <a:ea typeface="微软雅黑" pitchFamily="34" charset="-122"/>
              </a:rPr>
              <a:t>X</a:t>
            </a:r>
          </a:p>
        </p:txBody>
      </p:sp>
      <p:sp>
        <p:nvSpPr>
          <p:cNvPr id="94" name="Text Box 20"/>
          <p:cNvSpPr txBox="1">
            <a:spLocks noChangeArrowheads="1"/>
          </p:cNvSpPr>
          <p:nvPr/>
        </p:nvSpPr>
        <p:spPr bwMode="auto">
          <a:xfrm>
            <a:off x="6557356" y="2553627"/>
            <a:ext cx="328258" cy="3130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00CC"/>
                </a:solidFill>
                <a:latin typeface="微软雅黑" pitchFamily="34" charset="-122"/>
                <a:ea typeface="微软雅黑" pitchFamily="34" charset="-122"/>
              </a:rPr>
              <a:t>B</a:t>
            </a:r>
          </a:p>
        </p:txBody>
      </p:sp>
      <p:sp>
        <p:nvSpPr>
          <p:cNvPr id="95" name="Text Box 21"/>
          <p:cNvSpPr txBox="1">
            <a:spLocks noChangeArrowheads="1"/>
          </p:cNvSpPr>
          <p:nvPr/>
        </p:nvSpPr>
        <p:spPr bwMode="auto">
          <a:xfrm>
            <a:off x="7903349" y="2478559"/>
            <a:ext cx="321012" cy="3130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00CC"/>
                </a:solidFill>
                <a:latin typeface="微软雅黑" pitchFamily="34" charset="-122"/>
                <a:ea typeface="微软雅黑" pitchFamily="34" charset="-122"/>
              </a:rPr>
              <a:t>Z</a:t>
            </a:r>
          </a:p>
        </p:txBody>
      </p:sp>
      <p:sp>
        <p:nvSpPr>
          <p:cNvPr id="96" name="Text Box 45"/>
          <p:cNvSpPr txBox="1">
            <a:spLocks noChangeArrowheads="1"/>
          </p:cNvSpPr>
          <p:nvPr/>
        </p:nvSpPr>
        <p:spPr bwMode="auto">
          <a:xfrm>
            <a:off x="1283565" y="3976944"/>
            <a:ext cx="2159566" cy="535531"/>
          </a:xfrm>
          <a:prstGeom prst="rect">
            <a:avLst/>
          </a:prstGeom>
          <a:solidFill>
            <a:schemeClr val="bg1"/>
          </a:solidFill>
          <a:ln w="9525">
            <a:solidFill>
              <a:schemeClr val="tx2"/>
            </a:solidFill>
            <a:miter lim="800000"/>
            <a:headEnd/>
            <a:tailEnd/>
          </a:ln>
          <a:effectLst/>
        </p:spPr>
        <p:txBody>
          <a:bodyPr wrap="none">
            <a:spAutoFit/>
          </a:bodyPr>
          <a:lstStyle/>
          <a:p>
            <a:pPr algn="ctr">
              <a:lnSpc>
                <a:spcPct val="90000"/>
              </a:lnSpc>
            </a:pPr>
            <a:r>
              <a:rPr kumimoji="1" lang="zh-CN" altLang="en-US" sz="1600" b="1" dirty="0">
                <a:solidFill>
                  <a:srgbClr val="0000FF"/>
                </a:solidFill>
                <a:latin typeface="微软雅黑" pitchFamily="34" charset="-122"/>
                <a:ea typeface="微软雅黑" pitchFamily="34" charset="-122"/>
              </a:rPr>
              <a:t>主机 </a:t>
            </a:r>
            <a:r>
              <a:rPr kumimoji="1" lang="en-US" altLang="zh-CN" sz="1600" b="1" dirty="0">
                <a:solidFill>
                  <a:srgbClr val="0000FF"/>
                </a:solidFill>
                <a:latin typeface="微软雅黑" pitchFamily="34" charset="-122"/>
                <a:ea typeface="微软雅黑" pitchFamily="34" charset="-122"/>
              </a:rPr>
              <a:t>B </a:t>
            </a:r>
            <a:r>
              <a:rPr kumimoji="1" lang="zh-CN" altLang="en-US" sz="1600" b="1" dirty="0">
                <a:solidFill>
                  <a:srgbClr val="0000FF"/>
                </a:solidFill>
                <a:latin typeface="微软雅黑" pitchFamily="34" charset="-122"/>
                <a:ea typeface="微软雅黑" pitchFamily="34" charset="-122"/>
              </a:rPr>
              <a:t>向 </a:t>
            </a:r>
            <a:r>
              <a:rPr kumimoji="1" lang="en-US" altLang="zh-CN" sz="1600" b="1" dirty="0">
                <a:solidFill>
                  <a:srgbClr val="0000FF"/>
                </a:solidFill>
                <a:latin typeface="微软雅黑" pitchFamily="34" charset="-122"/>
                <a:ea typeface="微软雅黑" pitchFamily="34" charset="-122"/>
              </a:rPr>
              <a:t>A </a:t>
            </a:r>
            <a:r>
              <a:rPr kumimoji="1" lang="zh-CN" altLang="en-US" sz="1600" b="1" dirty="0">
                <a:solidFill>
                  <a:srgbClr val="C00000"/>
                </a:solidFill>
                <a:latin typeface="微软雅黑" pitchFamily="34" charset="-122"/>
                <a:ea typeface="微软雅黑" pitchFamily="34" charset="-122"/>
              </a:rPr>
              <a:t>单播</a:t>
            </a:r>
            <a:r>
              <a:rPr kumimoji="1" lang="zh-CN" altLang="en-US" sz="1600" b="1" dirty="0">
                <a:solidFill>
                  <a:srgbClr val="0000FF"/>
                </a:solidFill>
                <a:latin typeface="微软雅黑" pitchFamily="34" charset="-122"/>
                <a:ea typeface="微软雅黑" pitchFamily="34" charset="-122"/>
              </a:rPr>
              <a:t>发送</a:t>
            </a:r>
          </a:p>
          <a:p>
            <a:pPr algn="ctr">
              <a:lnSpc>
                <a:spcPct val="90000"/>
              </a:lnSpc>
            </a:pPr>
            <a:r>
              <a:rPr kumimoji="1" lang="en-US" altLang="zh-CN" sz="1600" b="1" dirty="0">
                <a:solidFill>
                  <a:srgbClr val="0000FF"/>
                </a:solidFill>
                <a:latin typeface="微软雅黑" pitchFamily="34" charset="-122"/>
                <a:ea typeface="微软雅黑" pitchFamily="34" charset="-122"/>
              </a:rPr>
              <a:t>ARP </a:t>
            </a:r>
            <a:r>
              <a:rPr kumimoji="1" lang="zh-CN" altLang="en-US" sz="1600" b="1" dirty="0">
                <a:solidFill>
                  <a:srgbClr val="0000FF"/>
                </a:solidFill>
                <a:latin typeface="微软雅黑" pitchFamily="34" charset="-122"/>
                <a:ea typeface="微软雅黑" pitchFamily="34" charset="-122"/>
              </a:rPr>
              <a:t>响应分组 </a:t>
            </a:r>
          </a:p>
        </p:txBody>
      </p:sp>
      <p:sp>
        <p:nvSpPr>
          <p:cNvPr id="97" name="Text Box 46"/>
          <p:cNvSpPr txBox="1">
            <a:spLocks noChangeArrowheads="1"/>
          </p:cNvSpPr>
          <p:nvPr/>
        </p:nvSpPr>
        <p:spPr bwMode="auto">
          <a:xfrm>
            <a:off x="1286865" y="1293202"/>
            <a:ext cx="2717411" cy="535531"/>
          </a:xfrm>
          <a:prstGeom prst="rect">
            <a:avLst/>
          </a:prstGeom>
          <a:solidFill>
            <a:schemeClr val="bg1"/>
          </a:solidFill>
          <a:ln w="9525">
            <a:solidFill>
              <a:schemeClr val="tx2"/>
            </a:solidFill>
            <a:miter lim="800000"/>
            <a:headEnd/>
            <a:tailEnd/>
          </a:ln>
          <a:effectLst/>
        </p:spPr>
        <p:txBody>
          <a:bodyPr wrap="none">
            <a:spAutoFit/>
          </a:bodyPr>
          <a:lstStyle/>
          <a:p>
            <a:pPr algn="ctr">
              <a:lnSpc>
                <a:spcPct val="90000"/>
              </a:lnSpc>
            </a:pPr>
            <a:r>
              <a:rPr kumimoji="1" lang="zh-CN" altLang="en-US" sz="1600" b="1" dirty="0">
                <a:solidFill>
                  <a:srgbClr val="0000FF"/>
                </a:solidFill>
                <a:latin typeface="微软雅黑" pitchFamily="34" charset="-122"/>
                <a:ea typeface="微软雅黑" pitchFamily="34" charset="-122"/>
              </a:rPr>
              <a:t>主机 </a:t>
            </a:r>
            <a:r>
              <a:rPr kumimoji="1" lang="en-US" altLang="zh-CN" sz="1600" b="1" dirty="0">
                <a:solidFill>
                  <a:srgbClr val="0000FF"/>
                </a:solidFill>
                <a:latin typeface="微软雅黑" pitchFamily="34" charset="-122"/>
                <a:ea typeface="微软雅黑" pitchFamily="34" charset="-122"/>
              </a:rPr>
              <a:t>A</a:t>
            </a:r>
            <a:r>
              <a:rPr kumimoji="1" lang="en-US" altLang="zh-CN" sz="1600" b="1" dirty="0">
                <a:solidFill>
                  <a:srgbClr val="CC00CC"/>
                </a:solidFill>
                <a:latin typeface="微软雅黑" pitchFamily="34" charset="-122"/>
                <a:ea typeface="微软雅黑" pitchFamily="34" charset="-122"/>
              </a:rPr>
              <a:t> </a:t>
            </a:r>
            <a:r>
              <a:rPr kumimoji="1" lang="zh-CN" altLang="en-US" sz="1600" b="1" dirty="0">
                <a:solidFill>
                  <a:srgbClr val="C00000"/>
                </a:solidFill>
                <a:latin typeface="微软雅黑" pitchFamily="34" charset="-122"/>
                <a:ea typeface="微软雅黑" pitchFamily="34" charset="-122"/>
              </a:rPr>
              <a:t>本局域网上广播发送</a:t>
            </a:r>
          </a:p>
          <a:p>
            <a:pPr algn="ctr">
              <a:lnSpc>
                <a:spcPct val="90000"/>
              </a:lnSpc>
            </a:pPr>
            <a:r>
              <a:rPr kumimoji="1" lang="en-US" altLang="zh-CN" sz="1600" b="1" dirty="0">
                <a:solidFill>
                  <a:srgbClr val="0000FF"/>
                </a:solidFill>
                <a:latin typeface="微软雅黑" pitchFamily="34" charset="-122"/>
                <a:ea typeface="微软雅黑" pitchFamily="34" charset="-122"/>
              </a:rPr>
              <a:t>ARP </a:t>
            </a:r>
            <a:r>
              <a:rPr kumimoji="1" lang="zh-CN" altLang="en-US" sz="1600" b="1" dirty="0">
                <a:solidFill>
                  <a:srgbClr val="0000FF"/>
                </a:solidFill>
                <a:latin typeface="微软雅黑" pitchFamily="34" charset="-122"/>
                <a:ea typeface="微软雅黑" pitchFamily="34" charset="-122"/>
              </a:rPr>
              <a:t>请求分组 </a:t>
            </a:r>
          </a:p>
        </p:txBody>
      </p:sp>
      <p:sp>
        <p:nvSpPr>
          <p:cNvPr id="98" name="Text Box 48"/>
          <p:cNvSpPr txBox="1">
            <a:spLocks noChangeArrowheads="1"/>
          </p:cNvSpPr>
          <p:nvPr/>
        </p:nvSpPr>
        <p:spPr bwMode="auto">
          <a:xfrm>
            <a:off x="4161646" y="1913631"/>
            <a:ext cx="862736" cy="276999"/>
          </a:xfrm>
          <a:prstGeom prst="rect">
            <a:avLst/>
          </a:prstGeom>
          <a:solidFill>
            <a:srgbClr val="99FFCC"/>
          </a:solidFill>
          <a:ln w="12700">
            <a:solidFill>
              <a:schemeClr val="tx1"/>
            </a:solidFill>
            <a:miter lim="800000"/>
            <a:headEnd/>
            <a:tailEnd/>
          </a:ln>
          <a:effectLst/>
        </p:spPr>
        <p:txBody>
          <a:bodyPr wrap="none">
            <a:spAutoFit/>
          </a:bodyPr>
          <a:lstStyle/>
          <a:p>
            <a:pPr algn="ctr"/>
            <a:r>
              <a:rPr kumimoji="1" lang="en-US" altLang="zh-CN" sz="1200" b="1" dirty="0">
                <a:latin typeface="微软雅黑" pitchFamily="34" charset="-122"/>
                <a:ea typeface="微软雅黑" pitchFamily="34" charset="-122"/>
              </a:rPr>
              <a:t>ARP </a:t>
            </a:r>
            <a:r>
              <a:rPr kumimoji="1" lang="zh-CN" altLang="en-US" sz="1200" b="1" dirty="0">
                <a:latin typeface="微软雅黑" pitchFamily="34" charset="-122"/>
                <a:ea typeface="微软雅黑" pitchFamily="34" charset="-122"/>
              </a:rPr>
              <a:t>请求</a:t>
            </a:r>
          </a:p>
        </p:txBody>
      </p:sp>
      <p:sp>
        <p:nvSpPr>
          <p:cNvPr id="99" name="AutoShape 49"/>
          <p:cNvSpPr>
            <a:spLocks noChangeArrowheads="1"/>
          </p:cNvSpPr>
          <p:nvPr/>
        </p:nvSpPr>
        <p:spPr bwMode="auto">
          <a:xfrm>
            <a:off x="5019722" y="1972337"/>
            <a:ext cx="142836" cy="124149"/>
          </a:xfrm>
          <a:prstGeom prst="rightArrow">
            <a:avLst>
              <a:gd name="adj1" fmla="val 50000"/>
              <a:gd name="adj2" fmla="val 26550"/>
            </a:avLst>
          </a:prstGeom>
          <a:solidFill>
            <a:srgbClr val="99FFCC"/>
          </a:solidFill>
          <a:ln w="9525">
            <a:solidFill>
              <a:schemeClr val="tx1"/>
            </a:solidFill>
            <a:miter lim="800000"/>
            <a:headEnd/>
            <a:tailEnd/>
          </a:ln>
          <a:effectLst/>
        </p:spPr>
        <p:txBody>
          <a:bodyPr wrap="none" anchor="ctr"/>
          <a:lstStyle/>
          <a:p>
            <a:endParaRPr lang="zh-CN" altLang="en-US" sz="1200" b="1">
              <a:solidFill>
                <a:srgbClr val="0000CC"/>
              </a:solidFill>
              <a:latin typeface="微软雅黑" pitchFamily="34" charset="-122"/>
              <a:ea typeface="微软雅黑" pitchFamily="34" charset="-122"/>
            </a:endParaRPr>
          </a:p>
        </p:txBody>
      </p:sp>
      <p:sp>
        <p:nvSpPr>
          <p:cNvPr id="100" name="Text Box 50"/>
          <p:cNvSpPr txBox="1">
            <a:spLocks noChangeArrowheads="1"/>
          </p:cNvSpPr>
          <p:nvPr/>
        </p:nvSpPr>
        <p:spPr bwMode="auto">
          <a:xfrm>
            <a:off x="5425276" y="1913631"/>
            <a:ext cx="862736" cy="276999"/>
          </a:xfrm>
          <a:prstGeom prst="rect">
            <a:avLst/>
          </a:prstGeom>
          <a:solidFill>
            <a:srgbClr val="99FFCC"/>
          </a:solidFill>
          <a:ln w="12700">
            <a:solidFill>
              <a:schemeClr val="tx1"/>
            </a:solidFill>
            <a:miter lim="800000"/>
            <a:headEnd/>
            <a:tailEnd/>
          </a:ln>
          <a:effectLst/>
        </p:spPr>
        <p:txBody>
          <a:bodyPr wrap="none">
            <a:spAutoFit/>
          </a:bodyPr>
          <a:lstStyle/>
          <a:p>
            <a:pPr algn="ctr"/>
            <a:r>
              <a:rPr kumimoji="1" lang="en-US" altLang="zh-CN" sz="1200" b="1">
                <a:latin typeface="微软雅黑" pitchFamily="34" charset="-122"/>
                <a:ea typeface="微软雅黑" pitchFamily="34" charset="-122"/>
              </a:rPr>
              <a:t>ARP </a:t>
            </a:r>
            <a:r>
              <a:rPr kumimoji="1" lang="zh-CN" altLang="en-US" sz="1200" b="1">
                <a:latin typeface="微软雅黑" pitchFamily="34" charset="-122"/>
                <a:ea typeface="微软雅黑" pitchFamily="34" charset="-122"/>
              </a:rPr>
              <a:t>请求</a:t>
            </a:r>
          </a:p>
        </p:txBody>
      </p:sp>
      <p:sp>
        <p:nvSpPr>
          <p:cNvPr id="101" name="AutoShape 51"/>
          <p:cNvSpPr>
            <a:spLocks noChangeArrowheads="1"/>
          </p:cNvSpPr>
          <p:nvPr/>
        </p:nvSpPr>
        <p:spPr bwMode="auto">
          <a:xfrm>
            <a:off x="6276240" y="1987735"/>
            <a:ext cx="142836" cy="133773"/>
          </a:xfrm>
          <a:prstGeom prst="rightArrow">
            <a:avLst>
              <a:gd name="adj1" fmla="val 50000"/>
              <a:gd name="adj2" fmla="val 25000"/>
            </a:avLst>
          </a:prstGeom>
          <a:solidFill>
            <a:srgbClr val="99FFCC"/>
          </a:solidFill>
          <a:ln w="9525">
            <a:solidFill>
              <a:schemeClr val="tx1"/>
            </a:solidFill>
            <a:miter lim="800000"/>
            <a:headEnd/>
            <a:tailEnd/>
          </a:ln>
          <a:effectLst/>
        </p:spPr>
        <p:txBody>
          <a:bodyPr wrap="none" anchor="ctr"/>
          <a:lstStyle/>
          <a:p>
            <a:endParaRPr lang="zh-CN" altLang="en-US" sz="1200" b="1">
              <a:solidFill>
                <a:srgbClr val="0000CC"/>
              </a:solidFill>
              <a:latin typeface="微软雅黑" pitchFamily="34" charset="-122"/>
              <a:ea typeface="微软雅黑" pitchFamily="34" charset="-122"/>
            </a:endParaRPr>
          </a:p>
        </p:txBody>
      </p:sp>
      <p:sp>
        <p:nvSpPr>
          <p:cNvPr id="102" name="Text Box 52"/>
          <p:cNvSpPr txBox="1">
            <a:spLocks noChangeArrowheads="1"/>
          </p:cNvSpPr>
          <p:nvPr/>
        </p:nvSpPr>
        <p:spPr bwMode="auto">
          <a:xfrm>
            <a:off x="6663881" y="1913631"/>
            <a:ext cx="862736" cy="276999"/>
          </a:xfrm>
          <a:prstGeom prst="rect">
            <a:avLst/>
          </a:prstGeom>
          <a:solidFill>
            <a:srgbClr val="99FFCC"/>
          </a:solidFill>
          <a:ln w="12700">
            <a:solidFill>
              <a:schemeClr val="tx1"/>
            </a:solidFill>
            <a:miter lim="800000"/>
            <a:headEnd/>
            <a:tailEnd/>
          </a:ln>
          <a:effectLst/>
        </p:spPr>
        <p:txBody>
          <a:bodyPr wrap="none">
            <a:spAutoFit/>
          </a:bodyPr>
          <a:lstStyle/>
          <a:p>
            <a:pPr algn="ctr"/>
            <a:r>
              <a:rPr kumimoji="1" lang="en-US" altLang="zh-CN" sz="1200" b="1" dirty="0">
                <a:latin typeface="微软雅黑" pitchFamily="34" charset="-122"/>
                <a:ea typeface="微软雅黑" pitchFamily="34" charset="-122"/>
              </a:rPr>
              <a:t>ARP </a:t>
            </a:r>
            <a:r>
              <a:rPr kumimoji="1" lang="zh-CN" altLang="en-US" sz="1200" b="1" dirty="0">
                <a:latin typeface="微软雅黑" pitchFamily="34" charset="-122"/>
                <a:ea typeface="微软雅黑" pitchFamily="34" charset="-122"/>
              </a:rPr>
              <a:t>请求</a:t>
            </a:r>
          </a:p>
        </p:txBody>
      </p:sp>
      <p:sp>
        <p:nvSpPr>
          <p:cNvPr id="103" name="AutoShape 53"/>
          <p:cNvSpPr>
            <a:spLocks noChangeArrowheads="1"/>
          </p:cNvSpPr>
          <p:nvPr/>
        </p:nvSpPr>
        <p:spPr bwMode="auto">
          <a:xfrm>
            <a:off x="7528401" y="1965600"/>
            <a:ext cx="142836" cy="133774"/>
          </a:xfrm>
          <a:prstGeom prst="rightArrow">
            <a:avLst>
              <a:gd name="adj1" fmla="val 50000"/>
              <a:gd name="adj2" fmla="val 25000"/>
            </a:avLst>
          </a:prstGeom>
          <a:solidFill>
            <a:srgbClr val="99FFCC"/>
          </a:solidFill>
          <a:ln w="9525">
            <a:solidFill>
              <a:schemeClr val="tx1"/>
            </a:solidFill>
            <a:miter lim="800000"/>
            <a:headEnd/>
            <a:tailEnd/>
          </a:ln>
          <a:effectLst/>
        </p:spPr>
        <p:txBody>
          <a:bodyPr wrap="none" anchor="ctr"/>
          <a:lstStyle/>
          <a:p>
            <a:endParaRPr lang="zh-CN" altLang="en-US" sz="1200" b="1">
              <a:solidFill>
                <a:srgbClr val="0000CC"/>
              </a:solidFill>
              <a:latin typeface="微软雅黑" pitchFamily="34" charset="-122"/>
              <a:ea typeface="微软雅黑" pitchFamily="34" charset="-122"/>
            </a:endParaRPr>
          </a:p>
        </p:txBody>
      </p:sp>
      <p:grpSp>
        <p:nvGrpSpPr>
          <p:cNvPr id="104" name="Group 93"/>
          <p:cNvGrpSpPr>
            <a:grpSpLocks/>
          </p:cNvGrpSpPr>
          <p:nvPr/>
        </p:nvGrpSpPr>
        <p:grpSpPr bwMode="auto">
          <a:xfrm>
            <a:off x="2878029" y="1921331"/>
            <a:ext cx="1044683" cy="277171"/>
            <a:chOff x="249" y="663"/>
            <a:chExt cx="1002" cy="288"/>
          </a:xfrm>
          <a:solidFill>
            <a:srgbClr val="99FFCC"/>
          </a:solidFill>
        </p:grpSpPr>
        <p:sp>
          <p:nvSpPr>
            <p:cNvPr id="105" name="AutoShape 5"/>
            <p:cNvSpPr>
              <a:spLocks noChangeArrowheads="1"/>
            </p:cNvSpPr>
            <p:nvPr/>
          </p:nvSpPr>
          <p:spPr bwMode="auto">
            <a:xfrm flipH="1">
              <a:off x="249" y="709"/>
              <a:ext cx="138" cy="139"/>
            </a:xfrm>
            <a:prstGeom prst="rightArrow">
              <a:avLst>
                <a:gd name="adj1" fmla="val 50000"/>
                <a:gd name="adj2" fmla="val 25000"/>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微软雅黑" pitchFamily="34" charset="-122"/>
                <a:ea typeface="微软雅黑" pitchFamily="34" charset="-122"/>
              </a:endParaRPr>
            </a:p>
          </p:txBody>
        </p:sp>
        <p:sp>
          <p:nvSpPr>
            <p:cNvPr id="106" name="Text Box 54"/>
            <p:cNvSpPr txBox="1">
              <a:spLocks noChangeArrowheads="1"/>
            </p:cNvSpPr>
            <p:nvPr/>
          </p:nvSpPr>
          <p:spPr bwMode="auto">
            <a:xfrm flipH="1">
              <a:off x="386" y="663"/>
              <a:ext cx="865" cy="288"/>
            </a:xfrm>
            <a:prstGeom prst="rect">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kumimoji="1" lang="en-US" altLang="zh-CN" sz="1200" b="1" dirty="0">
                  <a:latin typeface="微软雅黑" pitchFamily="34" charset="-122"/>
                  <a:ea typeface="微软雅黑" pitchFamily="34" charset="-122"/>
                </a:rPr>
                <a:t>ARP </a:t>
              </a:r>
              <a:r>
                <a:rPr kumimoji="1" lang="zh-CN" altLang="en-US" sz="1200" b="1" dirty="0">
                  <a:latin typeface="微软雅黑" pitchFamily="34" charset="-122"/>
                  <a:ea typeface="微软雅黑" pitchFamily="34" charset="-122"/>
                </a:rPr>
                <a:t>请求</a:t>
              </a:r>
            </a:p>
          </p:txBody>
        </p:sp>
      </p:grpSp>
      <p:sp>
        <p:nvSpPr>
          <p:cNvPr id="107" name="Text Box 57"/>
          <p:cNvSpPr txBox="1">
            <a:spLocks noChangeArrowheads="1"/>
          </p:cNvSpPr>
          <p:nvPr/>
        </p:nvSpPr>
        <p:spPr bwMode="auto">
          <a:xfrm>
            <a:off x="3160223" y="2873068"/>
            <a:ext cx="17139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00-00-C0-15-AD-18</a:t>
            </a:r>
          </a:p>
        </p:txBody>
      </p:sp>
      <p:sp>
        <p:nvSpPr>
          <p:cNvPr id="108" name="Text Box 58"/>
          <p:cNvSpPr txBox="1">
            <a:spLocks noChangeArrowheads="1"/>
          </p:cNvSpPr>
          <p:nvPr/>
        </p:nvSpPr>
        <p:spPr bwMode="auto">
          <a:xfrm>
            <a:off x="5699559" y="5486435"/>
            <a:ext cx="167545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08-00-2B-00-EE-0A</a:t>
            </a:r>
          </a:p>
        </p:txBody>
      </p:sp>
      <p:sp>
        <p:nvSpPr>
          <p:cNvPr id="109" name="AutoShape 59"/>
          <p:cNvSpPr>
            <a:spLocks noChangeArrowheads="1"/>
          </p:cNvSpPr>
          <p:nvPr/>
        </p:nvSpPr>
        <p:spPr bwMode="auto">
          <a:xfrm>
            <a:off x="4621253" y="1286866"/>
            <a:ext cx="3700997" cy="430583"/>
          </a:xfrm>
          <a:prstGeom prst="wedgeRoundRectCallout">
            <a:avLst>
              <a:gd name="adj1" fmla="val -53383"/>
              <a:gd name="adj2" fmla="val 101764"/>
              <a:gd name="adj3" fmla="val 16667"/>
            </a:avLst>
          </a:prstGeom>
          <a:solidFill>
            <a:srgbClr val="00FFFF"/>
          </a:solidFill>
          <a:ln w="9525">
            <a:solidFill>
              <a:schemeClr val="tx1"/>
            </a:solidFill>
            <a:miter lim="800000"/>
            <a:headEnd/>
            <a:tailEnd/>
          </a:ln>
          <a:effectLst/>
        </p:spPr>
        <p:txBody>
          <a:bodyPr/>
          <a:lstStyle/>
          <a:p>
            <a:pPr algn="ctr"/>
            <a:endParaRPr kumimoji="1" lang="zh-CN" altLang="zh-CN" sz="1200" b="1">
              <a:solidFill>
                <a:srgbClr val="0000CC"/>
              </a:solidFill>
              <a:latin typeface="微软雅黑" pitchFamily="34" charset="-122"/>
              <a:ea typeface="微软雅黑" pitchFamily="34" charset="-122"/>
            </a:endParaRPr>
          </a:p>
        </p:txBody>
      </p:sp>
      <p:sp>
        <p:nvSpPr>
          <p:cNvPr id="110" name="Text Box 60"/>
          <p:cNvSpPr txBox="1">
            <a:spLocks noChangeArrowheads="1"/>
          </p:cNvSpPr>
          <p:nvPr/>
        </p:nvSpPr>
        <p:spPr bwMode="auto">
          <a:xfrm>
            <a:off x="4677222" y="1268760"/>
            <a:ext cx="369977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1200" b="1" dirty="0">
                <a:latin typeface="微软雅黑" pitchFamily="34" charset="-122"/>
                <a:ea typeface="微软雅黑" pitchFamily="34" charset="-122"/>
              </a:rPr>
              <a:t>我是 </a:t>
            </a:r>
            <a:r>
              <a:rPr kumimoji="1" lang="en-US" altLang="zh-CN" sz="1200" b="1" dirty="0">
                <a:latin typeface="微软雅黑" pitchFamily="34" charset="-122"/>
                <a:ea typeface="微软雅黑" pitchFamily="34" charset="-122"/>
              </a:rPr>
              <a:t>209.0.0.5</a:t>
            </a:r>
            <a:r>
              <a:rPr kumimoji="1" lang="zh-CN" altLang="en-US" sz="1200" b="1" dirty="0">
                <a:latin typeface="微软雅黑" pitchFamily="34" charset="-122"/>
                <a:ea typeface="微软雅黑" pitchFamily="34" charset="-122"/>
              </a:rPr>
              <a:t>，硬件地址是 </a:t>
            </a:r>
            <a:r>
              <a:rPr kumimoji="1" lang="en-US" altLang="zh-CN" sz="1200" b="1" dirty="0">
                <a:latin typeface="微软雅黑" pitchFamily="34" charset="-122"/>
                <a:ea typeface="微软雅黑" pitchFamily="34" charset="-122"/>
              </a:rPr>
              <a:t>00-00-C0-15-AD-18</a:t>
            </a:r>
          </a:p>
          <a:p>
            <a:r>
              <a:rPr kumimoji="1" lang="zh-CN" altLang="en-US" sz="1200" b="1" dirty="0">
                <a:latin typeface="微软雅黑" pitchFamily="34" charset="-122"/>
                <a:ea typeface="微软雅黑" pitchFamily="34" charset="-122"/>
              </a:rPr>
              <a:t>我想知道主机 </a:t>
            </a:r>
            <a:r>
              <a:rPr kumimoji="1" lang="en-US" altLang="zh-CN" sz="1200" b="1" dirty="0">
                <a:latin typeface="微软雅黑" pitchFamily="34" charset="-122"/>
                <a:ea typeface="微软雅黑" pitchFamily="34" charset="-122"/>
              </a:rPr>
              <a:t>209.0.0.6 </a:t>
            </a:r>
            <a:r>
              <a:rPr kumimoji="1" lang="zh-CN" altLang="en-US" sz="1200" b="1" dirty="0">
                <a:latin typeface="微软雅黑" pitchFamily="34" charset="-122"/>
                <a:ea typeface="微软雅黑" pitchFamily="34" charset="-122"/>
              </a:rPr>
              <a:t>的硬件地址。</a:t>
            </a:r>
          </a:p>
        </p:txBody>
      </p:sp>
      <p:sp>
        <p:nvSpPr>
          <p:cNvPr id="112" name="AutoShape 61"/>
          <p:cNvSpPr>
            <a:spLocks noChangeArrowheads="1"/>
          </p:cNvSpPr>
          <p:nvPr/>
        </p:nvSpPr>
        <p:spPr bwMode="auto">
          <a:xfrm>
            <a:off x="5811499" y="3981360"/>
            <a:ext cx="2637492" cy="440778"/>
          </a:xfrm>
          <a:prstGeom prst="wedgeRoundRectCallout">
            <a:avLst>
              <a:gd name="adj1" fmla="val -41387"/>
              <a:gd name="adj2" fmla="val 83711"/>
              <a:gd name="adj3" fmla="val 16667"/>
            </a:avLst>
          </a:prstGeom>
          <a:solidFill>
            <a:srgbClr val="00FF99"/>
          </a:solidFill>
          <a:ln w="9525">
            <a:solidFill>
              <a:schemeClr val="tx1"/>
            </a:solidFill>
            <a:miter lim="800000"/>
            <a:headEnd/>
            <a:tailEnd/>
          </a:ln>
          <a:effectLst/>
        </p:spPr>
        <p:txBody>
          <a:bodyPr/>
          <a:lstStyle/>
          <a:p>
            <a:pPr algn="ctr"/>
            <a:endParaRPr kumimoji="1" lang="zh-CN" altLang="zh-CN" sz="1200" b="1">
              <a:solidFill>
                <a:srgbClr val="0000CC"/>
              </a:solidFill>
              <a:latin typeface="微软雅黑" pitchFamily="34" charset="-122"/>
              <a:ea typeface="微软雅黑" pitchFamily="34" charset="-122"/>
            </a:endParaRPr>
          </a:p>
        </p:txBody>
      </p:sp>
      <p:sp>
        <p:nvSpPr>
          <p:cNvPr id="113" name="Text Box 62"/>
          <p:cNvSpPr txBox="1">
            <a:spLocks noChangeArrowheads="1"/>
          </p:cNvSpPr>
          <p:nvPr/>
        </p:nvSpPr>
        <p:spPr bwMode="auto">
          <a:xfrm>
            <a:off x="5889415" y="3981359"/>
            <a:ext cx="255957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1200" b="1" dirty="0">
                <a:latin typeface="微软雅黑" pitchFamily="34" charset="-122"/>
                <a:ea typeface="微软雅黑" pitchFamily="34" charset="-122"/>
              </a:rPr>
              <a:t>我是 </a:t>
            </a:r>
            <a:r>
              <a:rPr kumimoji="1" lang="en-US" altLang="zh-CN" sz="1200" b="1" dirty="0">
                <a:latin typeface="微软雅黑" pitchFamily="34" charset="-122"/>
                <a:ea typeface="微软雅黑" pitchFamily="34" charset="-122"/>
              </a:rPr>
              <a:t>209.0.0.6</a:t>
            </a:r>
            <a:r>
              <a:rPr kumimoji="1" lang="zh-CN" altLang="en-US" sz="1200" b="1" dirty="0">
                <a:latin typeface="微软雅黑" pitchFamily="34" charset="-122"/>
                <a:ea typeface="微软雅黑" pitchFamily="34" charset="-122"/>
              </a:rPr>
              <a:t>，</a:t>
            </a:r>
            <a:endParaRPr kumimoji="1" lang="en-US" altLang="zh-CN" sz="1200" b="1" dirty="0">
              <a:latin typeface="微软雅黑" pitchFamily="34" charset="-122"/>
              <a:ea typeface="微软雅黑" pitchFamily="34" charset="-122"/>
            </a:endParaRPr>
          </a:p>
          <a:p>
            <a:r>
              <a:rPr kumimoji="1" lang="zh-CN" altLang="en-US" sz="1200" b="1" dirty="0">
                <a:latin typeface="微软雅黑" pitchFamily="34" charset="-122"/>
                <a:ea typeface="微软雅黑" pitchFamily="34" charset="-122"/>
              </a:rPr>
              <a:t>硬件地址是 </a:t>
            </a:r>
            <a:r>
              <a:rPr kumimoji="1" lang="en-US" altLang="zh-CN" sz="1200" b="1" dirty="0">
                <a:latin typeface="微软雅黑" pitchFamily="34" charset="-122"/>
                <a:ea typeface="微软雅黑" pitchFamily="34" charset="-122"/>
              </a:rPr>
              <a:t>08-00-2B-00-EE-0A</a:t>
            </a:r>
            <a:r>
              <a:rPr kumimoji="1" lang="zh-CN" altLang="en-US" sz="1200" b="1" dirty="0">
                <a:latin typeface="微软雅黑" pitchFamily="34" charset="-122"/>
                <a:ea typeface="微软雅黑" pitchFamily="34" charset="-122"/>
              </a:rPr>
              <a:t>。</a:t>
            </a:r>
            <a:endParaRPr kumimoji="1" lang="en-US" altLang="zh-CN" sz="1200" b="1" dirty="0">
              <a:latin typeface="微软雅黑" pitchFamily="34" charset="-122"/>
              <a:ea typeface="微软雅黑" pitchFamily="34" charset="-122"/>
            </a:endParaRPr>
          </a:p>
        </p:txBody>
      </p:sp>
      <p:sp>
        <p:nvSpPr>
          <p:cNvPr id="114" name="Line 83"/>
          <p:cNvSpPr>
            <a:spLocks noChangeShapeType="1"/>
          </p:cNvSpPr>
          <p:nvPr/>
        </p:nvSpPr>
        <p:spPr bwMode="auto">
          <a:xfrm>
            <a:off x="2633661" y="4826344"/>
            <a:ext cx="5637325" cy="12511"/>
          </a:xfrm>
          <a:prstGeom prst="line">
            <a:avLst/>
          </a:prstGeom>
          <a:noFill/>
          <a:ln w="38100">
            <a:solidFill>
              <a:srgbClr val="33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CC"/>
              </a:solidFill>
              <a:latin typeface="微软雅黑" pitchFamily="34" charset="-122"/>
              <a:ea typeface="微软雅黑" pitchFamily="34" charset="-122"/>
            </a:endParaRPr>
          </a:p>
        </p:txBody>
      </p:sp>
      <p:sp>
        <p:nvSpPr>
          <p:cNvPr id="115" name="Text Box 84"/>
          <p:cNvSpPr txBox="1">
            <a:spLocks noChangeArrowheads="1"/>
          </p:cNvSpPr>
          <p:nvPr/>
        </p:nvSpPr>
        <p:spPr bwMode="auto">
          <a:xfrm>
            <a:off x="4123534" y="5136237"/>
            <a:ext cx="339128" cy="3130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00CC"/>
                </a:solidFill>
                <a:latin typeface="微软雅黑" pitchFamily="34" charset="-122"/>
                <a:ea typeface="微软雅黑" pitchFamily="34" charset="-122"/>
              </a:rPr>
              <a:t>A</a:t>
            </a:r>
          </a:p>
        </p:txBody>
      </p:sp>
      <p:sp>
        <p:nvSpPr>
          <p:cNvPr id="116" name="Text Box 85"/>
          <p:cNvSpPr txBox="1">
            <a:spLocks noChangeArrowheads="1"/>
          </p:cNvSpPr>
          <p:nvPr/>
        </p:nvSpPr>
        <p:spPr bwMode="auto">
          <a:xfrm>
            <a:off x="5429909" y="5061169"/>
            <a:ext cx="321012" cy="3130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00CC"/>
                </a:solidFill>
                <a:latin typeface="微软雅黑" pitchFamily="34" charset="-122"/>
                <a:ea typeface="微软雅黑" pitchFamily="34" charset="-122"/>
              </a:rPr>
              <a:t>Y</a:t>
            </a:r>
          </a:p>
        </p:txBody>
      </p:sp>
      <p:sp>
        <p:nvSpPr>
          <p:cNvPr id="117" name="Text Box 86"/>
          <p:cNvSpPr txBox="1">
            <a:spLocks noChangeArrowheads="1"/>
          </p:cNvSpPr>
          <p:nvPr/>
        </p:nvSpPr>
        <p:spPr bwMode="auto">
          <a:xfrm>
            <a:off x="3251921" y="5061169"/>
            <a:ext cx="330071" cy="3130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00CC"/>
                </a:solidFill>
                <a:latin typeface="微软雅黑" pitchFamily="34" charset="-122"/>
                <a:ea typeface="微软雅黑" pitchFamily="34" charset="-122"/>
              </a:rPr>
              <a:t>X</a:t>
            </a:r>
          </a:p>
        </p:txBody>
      </p:sp>
      <p:sp>
        <p:nvSpPr>
          <p:cNvPr id="118" name="Text Box 87"/>
          <p:cNvSpPr txBox="1">
            <a:spLocks noChangeArrowheads="1"/>
          </p:cNvSpPr>
          <p:nvPr/>
        </p:nvSpPr>
        <p:spPr bwMode="auto">
          <a:xfrm>
            <a:off x="6572595" y="5136237"/>
            <a:ext cx="328258" cy="3130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00CC"/>
                </a:solidFill>
                <a:latin typeface="微软雅黑" pitchFamily="34" charset="-122"/>
                <a:ea typeface="微软雅黑" pitchFamily="34" charset="-122"/>
              </a:rPr>
              <a:t>B</a:t>
            </a:r>
          </a:p>
        </p:txBody>
      </p:sp>
      <p:sp>
        <p:nvSpPr>
          <p:cNvPr id="119" name="Text Box 88"/>
          <p:cNvSpPr txBox="1">
            <a:spLocks noChangeArrowheads="1"/>
          </p:cNvSpPr>
          <p:nvPr/>
        </p:nvSpPr>
        <p:spPr bwMode="auto">
          <a:xfrm>
            <a:off x="7918590" y="5061169"/>
            <a:ext cx="321012" cy="3130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00CC"/>
                </a:solidFill>
                <a:latin typeface="微软雅黑" pitchFamily="34" charset="-122"/>
                <a:ea typeface="微软雅黑" pitchFamily="34" charset="-122"/>
              </a:rPr>
              <a:t>Z</a:t>
            </a:r>
          </a:p>
        </p:txBody>
      </p:sp>
      <p:sp>
        <p:nvSpPr>
          <p:cNvPr id="120" name="Text Box 89"/>
          <p:cNvSpPr txBox="1">
            <a:spLocks noChangeArrowheads="1"/>
          </p:cNvSpPr>
          <p:nvPr/>
        </p:nvSpPr>
        <p:spPr bwMode="auto">
          <a:xfrm>
            <a:off x="4017189" y="4962043"/>
            <a:ext cx="88197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209.0.0.5</a:t>
            </a:r>
          </a:p>
        </p:txBody>
      </p:sp>
      <p:sp>
        <p:nvSpPr>
          <p:cNvPr id="121" name="Text Box 91"/>
          <p:cNvSpPr txBox="1">
            <a:spLocks noChangeArrowheads="1"/>
          </p:cNvSpPr>
          <p:nvPr/>
        </p:nvSpPr>
        <p:spPr bwMode="auto">
          <a:xfrm>
            <a:off x="3089041" y="5506646"/>
            <a:ext cx="17139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00-00-C0-15-AD-18</a:t>
            </a:r>
          </a:p>
        </p:txBody>
      </p:sp>
      <p:sp>
        <p:nvSpPr>
          <p:cNvPr id="122" name="Freeform 103"/>
          <p:cNvSpPr>
            <a:spLocks/>
          </p:cNvSpPr>
          <p:nvPr/>
        </p:nvSpPr>
        <p:spPr bwMode="auto">
          <a:xfrm flipH="1">
            <a:off x="3967143" y="4874464"/>
            <a:ext cx="2412571" cy="416719"/>
          </a:xfrm>
          <a:custGeom>
            <a:avLst/>
            <a:gdLst>
              <a:gd name="T0" fmla="*/ 6 w 1224"/>
              <a:gd name="T1" fmla="*/ 375 h 433"/>
              <a:gd name="T2" fmla="*/ 27 w 1224"/>
              <a:gd name="T3" fmla="*/ 126 h 433"/>
              <a:gd name="T4" fmla="*/ 171 w 1224"/>
              <a:gd name="T5" fmla="*/ 30 h 433"/>
              <a:gd name="T6" fmla="*/ 513 w 1224"/>
              <a:gd name="T7" fmla="*/ 3 h 433"/>
              <a:gd name="T8" fmla="*/ 852 w 1224"/>
              <a:gd name="T9" fmla="*/ 9 h 433"/>
              <a:gd name="T10" fmla="*/ 1041 w 1224"/>
              <a:gd name="T11" fmla="*/ 27 h 433"/>
              <a:gd name="T12" fmla="*/ 1167 w 1224"/>
              <a:gd name="T13" fmla="*/ 93 h 433"/>
              <a:gd name="T14" fmla="*/ 1215 w 1224"/>
              <a:gd name="T15" fmla="*/ 234 h 433"/>
              <a:gd name="T16" fmla="*/ 1224 w 1224"/>
              <a:gd name="T17" fmla="*/ 433 h 4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24" h="433">
                <a:moveTo>
                  <a:pt x="6" y="375"/>
                </a:moveTo>
                <a:cubicBezTo>
                  <a:pt x="9" y="334"/>
                  <a:pt x="0" y="183"/>
                  <a:pt x="27" y="126"/>
                </a:cubicBezTo>
                <a:cubicBezTo>
                  <a:pt x="54" y="69"/>
                  <a:pt x="90" y="50"/>
                  <a:pt x="171" y="30"/>
                </a:cubicBezTo>
                <a:cubicBezTo>
                  <a:pt x="252" y="10"/>
                  <a:pt x="400" y="6"/>
                  <a:pt x="513" y="3"/>
                </a:cubicBezTo>
                <a:cubicBezTo>
                  <a:pt x="626" y="0"/>
                  <a:pt x="764" y="5"/>
                  <a:pt x="852" y="9"/>
                </a:cubicBezTo>
                <a:cubicBezTo>
                  <a:pt x="940" y="13"/>
                  <a:pt x="989" y="13"/>
                  <a:pt x="1041" y="27"/>
                </a:cubicBezTo>
                <a:cubicBezTo>
                  <a:pt x="1093" y="41"/>
                  <a:pt x="1138" y="59"/>
                  <a:pt x="1167" y="93"/>
                </a:cubicBezTo>
                <a:cubicBezTo>
                  <a:pt x="1196" y="127"/>
                  <a:pt x="1206" y="177"/>
                  <a:pt x="1215" y="234"/>
                </a:cubicBezTo>
                <a:cubicBezTo>
                  <a:pt x="1224" y="291"/>
                  <a:pt x="1222" y="392"/>
                  <a:pt x="1224" y="433"/>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CC"/>
              </a:solidFill>
              <a:latin typeface="微软雅黑" pitchFamily="34" charset="-122"/>
              <a:ea typeface="微软雅黑" pitchFamily="34" charset="-122"/>
            </a:endParaRPr>
          </a:p>
        </p:txBody>
      </p:sp>
      <p:cxnSp>
        <p:nvCxnSpPr>
          <p:cNvPr id="123" name="直接连接符 122"/>
          <p:cNvCxnSpPr>
            <a:cxnSpLocks/>
          </p:cNvCxnSpPr>
          <p:nvPr/>
        </p:nvCxnSpPr>
        <p:spPr>
          <a:xfrm>
            <a:off x="344488" y="3573016"/>
            <a:ext cx="9289032" cy="0"/>
          </a:xfrm>
          <a:prstGeom prst="line">
            <a:avLst/>
          </a:prstGeom>
          <a:ln w="95250">
            <a:solidFill>
              <a:srgbClr val="C00000"/>
            </a:solidFill>
          </a:ln>
        </p:spPr>
        <p:style>
          <a:lnRef idx="1">
            <a:schemeClr val="accent1"/>
          </a:lnRef>
          <a:fillRef idx="0">
            <a:schemeClr val="accent1"/>
          </a:fillRef>
          <a:effectRef idx="0">
            <a:schemeClr val="accent1"/>
          </a:effectRef>
          <a:fontRef idx="minor">
            <a:schemeClr val="tx1"/>
          </a:fontRef>
        </p:style>
      </p:cxnSp>
      <p:sp>
        <p:nvSpPr>
          <p:cNvPr id="124" name="Text Box 90"/>
          <p:cNvSpPr txBox="1">
            <a:spLocks noChangeArrowheads="1"/>
          </p:cNvSpPr>
          <p:nvPr/>
        </p:nvSpPr>
        <p:spPr bwMode="auto">
          <a:xfrm>
            <a:off x="6428716" y="4908072"/>
            <a:ext cx="88197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209.0.0.6</a:t>
            </a:r>
          </a:p>
        </p:txBody>
      </p:sp>
      <p:grpSp>
        <p:nvGrpSpPr>
          <p:cNvPr id="125" name="组合 124"/>
          <p:cNvGrpSpPr/>
          <p:nvPr/>
        </p:nvGrpSpPr>
        <p:grpSpPr>
          <a:xfrm>
            <a:off x="2907839" y="2499249"/>
            <a:ext cx="5040745" cy="404587"/>
            <a:chOff x="2456122" y="1949511"/>
            <a:chExt cx="5040745" cy="404587"/>
          </a:xfrm>
        </p:grpSpPr>
        <p:pic>
          <p:nvPicPr>
            <p:cNvPr id="126"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56122" y="1949511"/>
              <a:ext cx="404587" cy="404587"/>
            </a:xfrm>
            <a:prstGeom prst="rect">
              <a:avLst/>
            </a:prstGeom>
            <a:noFill/>
            <a:extLst>
              <a:ext uri="{909E8E84-426E-40DD-AFC4-6F175D3DCCD1}">
                <a14:hiddenFill xmlns:a14="http://schemas.microsoft.com/office/drawing/2010/main">
                  <a:solidFill>
                    <a:srgbClr val="FFFFFF"/>
                  </a:solidFill>
                </a14:hiddenFill>
              </a:ext>
            </a:extLst>
          </p:spPr>
        </p:pic>
        <p:pic>
          <p:nvPicPr>
            <p:cNvPr id="127"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12431" y="1949511"/>
              <a:ext cx="404587" cy="404587"/>
            </a:xfrm>
            <a:prstGeom prst="rect">
              <a:avLst/>
            </a:prstGeom>
            <a:noFill/>
            <a:extLst>
              <a:ext uri="{909E8E84-426E-40DD-AFC4-6F175D3DCCD1}">
                <a14:hiddenFill xmlns:a14="http://schemas.microsoft.com/office/drawing/2010/main">
                  <a:solidFill>
                    <a:srgbClr val="FFFFFF"/>
                  </a:solidFill>
                </a14:hiddenFill>
              </a:ext>
            </a:extLst>
          </p:spPr>
        </p:pic>
        <p:pic>
          <p:nvPicPr>
            <p:cNvPr id="128"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44008" y="1949511"/>
              <a:ext cx="404587" cy="404587"/>
            </a:xfrm>
            <a:prstGeom prst="rect">
              <a:avLst/>
            </a:prstGeom>
            <a:noFill/>
            <a:extLst>
              <a:ext uri="{909E8E84-426E-40DD-AFC4-6F175D3DCCD1}">
                <a14:hiddenFill xmlns:a14="http://schemas.microsoft.com/office/drawing/2010/main">
                  <a:solidFill>
                    <a:srgbClr val="FFFFFF"/>
                  </a:solidFill>
                </a14:hiddenFill>
              </a:ext>
            </a:extLst>
          </p:spPr>
        </p:pic>
        <p:pic>
          <p:nvPicPr>
            <p:cNvPr id="129"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796136" y="1949511"/>
              <a:ext cx="404587" cy="404587"/>
            </a:xfrm>
            <a:prstGeom prst="rect">
              <a:avLst/>
            </a:prstGeom>
            <a:noFill/>
            <a:extLst>
              <a:ext uri="{909E8E84-426E-40DD-AFC4-6F175D3DCCD1}">
                <a14:hiddenFill xmlns:a14="http://schemas.microsoft.com/office/drawing/2010/main">
                  <a:solidFill>
                    <a:srgbClr val="FFFFFF"/>
                  </a:solidFill>
                </a14:hiddenFill>
              </a:ext>
            </a:extLst>
          </p:spPr>
        </p:pic>
        <p:pic>
          <p:nvPicPr>
            <p:cNvPr id="130"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92280" y="1949511"/>
              <a:ext cx="404587" cy="404587"/>
            </a:xfrm>
            <a:prstGeom prst="rect">
              <a:avLst/>
            </a:prstGeom>
            <a:noFill/>
            <a:extLst>
              <a:ext uri="{909E8E84-426E-40DD-AFC4-6F175D3DCCD1}">
                <a14:hiddenFill xmlns:a14="http://schemas.microsoft.com/office/drawing/2010/main">
                  <a:solidFill>
                    <a:srgbClr val="FFFFFF"/>
                  </a:solidFill>
                </a14:hiddenFill>
              </a:ext>
            </a:extLst>
          </p:spPr>
        </p:pic>
      </p:grpSp>
      <p:sp>
        <p:nvSpPr>
          <p:cNvPr id="131" name="Freeform 97"/>
          <p:cNvSpPr>
            <a:spLocks/>
          </p:cNvSpPr>
          <p:nvPr/>
        </p:nvSpPr>
        <p:spPr bwMode="auto">
          <a:xfrm>
            <a:off x="3966501" y="2290890"/>
            <a:ext cx="1276140" cy="416719"/>
          </a:xfrm>
          <a:custGeom>
            <a:avLst/>
            <a:gdLst>
              <a:gd name="T0" fmla="*/ 6 w 1224"/>
              <a:gd name="T1" fmla="*/ 375 h 433"/>
              <a:gd name="T2" fmla="*/ 27 w 1224"/>
              <a:gd name="T3" fmla="*/ 126 h 433"/>
              <a:gd name="T4" fmla="*/ 171 w 1224"/>
              <a:gd name="T5" fmla="*/ 30 h 433"/>
              <a:gd name="T6" fmla="*/ 513 w 1224"/>
              <a:gd name="T7" fmla="*/ 3 h 433"/>
              <a:gd name="T8" fmla="*/ 852 w 1224"/>
              <a:gd name="T9" fmla="*/ 9 h 433"/>
              <a:gd name="T10" fmla="*/ 1041 w 1224"/>
              <a:gd name="T11" fmla="*/ 27 h 433"/>
              <a:gd name="T12" fmla="*/ 1167 w 1224"/>
              <a:gd name="T13" fmla="*/ 93 h 433"/>
              <a:gd name="T14" fmla="*/ 1215 w 1224"/>
              <a:gd name="T15" fmla="*/ 234 h 433"/>
              <a:gd name="T16" fmla="*/ 1224 w 1224"/>
              <a:gd name="T17" fmla="*/ 433 h 4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24" h="433">
                <a:moveTo>
                  <a:pt x="6" y="375"/>
                </a:moveTo>
                <a:cubicBezTo>
                  <a:pt x="9" y="334"/>
                  <a:pt x="0" y="183"/>
                  <a:pt x="27" y="126"/>
                </a:cubicBezTo>
                <a:cubicBezTo>
                  <a:pt x="54" y="69"/>
                  <a:pt x="90" y="50"/>
                  <a:pt x="171" y="30"/>
                </a:cubicBezTo>
                <a:cubicBezTo>
                  <a:pt x="252" y="10"/>
                  <a:pt x="400" y="6"/>
                  <a:pt x="513" y="3"/>
                </a:cubicBezTo>
                <a:cubicBezTo>
                  <a:pt x="626" y="0"/>
                  <a:pt x="764" y="5"/>
                  <a:pt x="852" y="9"/>
                </a:cubicBezTo>
                <a:cubicBezTo>
                  <a:pt x="940" y="13"/>
                  <a:pt x="989" y="13"/>
                  <a:pt x="1041" y="27"/>
                </a:cubicBezTo>
                <a:cubicBezTo>
                  <a:pt x="1093" y="41"/>
                  <a:pt x="1138" y="59"/>
                  <a:pt x="1167" y="93"/>
                </a:cubicBezTo>
                <a:cubicBezTo>
                  <a:pt x="1196" y="127"/>
                  <a:pt x="1206" y="177"/>
                  <a:pt x="1215" y="234"/>
                </a:cubicBezTo>
                <a:cubicBezTo>
                  <a:pt x="1224" y="291"/>
                  <a:pt x="1222" y="392"/>
                  <a:pt x="1224" y="433"/>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CC"/>
              </a:solidFill>
              <a:latin typeface="微软雅黑" pitchFamily="34" charset="-122"/>
              <a:ea typeface="微软雅黑" pitchFamily="34" charset="-122"/>
            </a:endParaRPr>
          </a:p>
        </p:txBody>
      </p:sp>
      <p:sp>
        <p:nvSpPr>
          <p:cNvPr id="132" name="Freeform 98"/>
          <p:cNvSpPr>
            <a:spLocks/>
          </p:cNvSpPr>
          <p:nvPr/>
        </p:nvSpPr>
        <p:spPr bwMode="auto">
          <a:xfrm>
            <a:off x="3965458" y="2290890"/>
            <a:ext cx="2412571" cy="416719"/>
          </a:xfrm>
          <a:custGeom>
            <a:avLst/>
            <a:gdLst>
              <a:gd name="T0" fmla="*/ 6 w 1224"/>
              <a:gd name="T1" fmla="*/ 375 h 433"/>
              <a:gd name="T2" fmla="*/ 27 w 1224"/>
              <a:gd name="T3" fmla="*/ 126 h 433"/>
              <a:gd name="T4" fmla="*/ 171 w 1224"/>
              <a:gd name="T5" fmla="*/ 30 h 433"/>
              <a:gd name="T6" fmla="*/ 513 w 1224"/>
              <a:gd name="T7" fmla="*/ 3 h 433"/>
              <a:gd name="T8" fmla="*/ 852 w 1224"/>
              <a:gd name="T9" fmla="*/ 9 h 433"/>
              <a:gd name="T10" fmla="*/ 1041 w 1224"/>
              <a:gd name="T11" fmla="*/ 27 h 433"/>
              <a:gd name="T12" fmla="*/ 1167 w 1224"/>
              <a:gd name="T13" fmla="*/ 93 h 433"/>
              <a:gd name="T14" fmla="*/ 1215 w 1224"/>
              <a:gd name="T15" fmla="*/ 234 h 433"/>
              <a:gd name="T16" fmla="*/ 1224 w 1224"/>
              <a:gd name="T17" fmla="*/ 433 h 4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24" h="433">
                <a:moveTo>
                  <a:pt x="6" y="375"/>
                </a:moveTo>
                <a:cubicBezTo>
                  <a:pt x="9" y="334"/>
                  <a:pt x="0" y="183"/>
                  <a:pt x="27" y="126"/>
                </a:cubicBezTo>
                <a:cubicBezTo>
                  <a:pt x="54" y="69"/>
                  <a:pt x="90" y="50"/>
                  <a:pt x="171" y="30"/>
                </a:cubicBezTo>
                <a:cubicBezTo>
                  <a:pt x="252" y="10"/>
                  <a:pt x="400" y="6"/>
                  <a:pt x="513" y="3"/>
                </a:cubicBezTo>
                <a:cubicBezTo>
                  <a:pt x="626" y="0"/>
                  <a:pt x="764" y="5"/>
                  <a:pt x="852" y="9"/>
                </a:cubicBezTo>
                <a:cubicBezTo>
                  <a:pt x="940" y="13"/>
                  <a:pt x="989" y="13"/>
                  <a:pt x="1041" y="27"/>
                </a:cubicBezTo>
                <a:cubicBezTo>
                  <a:pt x="1093" y="41"/>
                  <a:pt x="1138" y="59"/>
                  <a:pt x="1167" y="93"/>
                </a:cubicBezTo>
                <a:cubicBezTo>
                  <a:pt x="1196" y="127"/>
                  <a:pt x="1206" y="177"/>
                  <a:pt x="1215" y="234"/>
                </a:cubicBezTo>
                <a:cubicBezTo>
                  <a:pt x="1224" y="291"/>
                  <a:pt x="1222" y="392"/>
                  <a:pt x="1224" y="433"/>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CC"/>
              </a:solidFill>
              <a:latin typeface="微软雅黑" pitchFamily="34" charset="-122"/>
              <a:ea typeface="微软雅黑" pitchFamily="34" charset="-122"/>
            </a:endParaRPr>
          </a:p>
        </p:txBody>
      </p:sp>
      <p:sp>
        <p:nvSpPr>
          <p:cNvPr id="133" name="Freeform 101"/>
          <p:cNvSpPr>
            <a:spLocks/>
          </p:cNvSpPr>
          <p:nvPr/>
        </p:nvSpPr>
        <p:spPr bwMode="auto">
          <a:xfrm>
            <a:off x="3965458" y="2290890"/>
            <a:ext cx="3831547" cy="416719"/>
          </a:xfrm>
          <a:custGeom>
            <a:avLst/>
            <a:gdLst>
              <a:gd name="T0" fmla="*/ 6 w 1224"/>
              <a:gd name="T1" fmla="*/ 375 h 433"/>
              <a:gd name="T2" fmla="*/ 27 w 1224"/>
              <a:gd name="T3" fmla="*/ 126 h 433"/>
              <a:gd name="T4" fmla="*/ 171 w 1224"/>
              <a:gd name="T5" fmla="*/ 30 h 433"/>
              <a:gd name="T6" fmla="*/ 513 w 1224"/>
              <a:gd name="T7" fmla="*/ 3 h 433"/>
              <a:gd name="T8" fmla="*/ 852 w 1224"/>
              <a:gd name="T9" fmla="*/ 9 h 433"/>
              <a:gd name="T10" fmla="*/ 1041 w 1224"/>
              <a:gd name="T11" fmla="*/ 27 h 433"/>
              <a:gd name="T12" fmla="*/ 1167 w 1224"/>
              <a:gd name="T13" fmla="*/ 93 h 433"/>
              <a:gd name="T14" fmla="*/ 1215 w 1224"/>
              <a:gd name="T15" fmla="*/ 234 h 433"/>
              <a:gd name="T16" fmla="*/ 1224 w 1224"/>
              <a:gd name="T17" fmla="*/ 433 h 4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24" h="433">
                <a:moveTo>
                  <a:pt x="6" y="375"/>
                </a:moveTo>
                <a:cubicBezTo>
                  <a:pt x="9" y="334"/>
                  <a:pt x="0" y="183"/>
                  <a:pt x="27" y="126"/>
                </a:cubicBezTo>
                <a:cubicBezTo>
                  <a:pt x="54" y="69"/>
                  <a:pt x="90" y="50"/>
                  <a:pt x="171" y="30"/>
                </a:cubicBezTo>
                <a:cubicBezTo>
                  <a:pt x="252" y="10"/>
                  <a:pt x="400" y="6"/>
                  <a:pt x="513" y="3"/>
                </a:cubicBezTo>
                <a:cubicBezTo>
                  <a:pt x="626" y="0"/>
                  <a:pt x="764" y="5"/>
                  <a:pt x="852" y="9"/>
                </a:cubicBezTo>
                <a:cubicBezTo>
                  <a:pt x="940" y="13"/>
                  <a:pt x="989" y="13"/>
                  <a:pt x="1041" y="27"/>
                </a:cubicBezTo>
                <a:cubicBezTo>
                  <a:pt x="1093" y="41"/>
                  <a:pt x="1138" y="59"/>
                  <a:pt x="1167" y="93"/>
                </a:cubicBezTo>
                <a:cubicBezTo>
                  <a:pt x="1196" y="127"/>
                  <a:pt x="1206" y="177"/>
                  <a:pt x="1215" y="234"/>
                </a:cubicBezTo>
                <a:cubicBezTo>
                  <a:pt x="1224" y="291"/>
                  <a:pt x="1222" y="392"/>
                  <a:pt x="1224" y="433"/>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CC"/>
              </a:solidFill>
              <a:latin typeface="微软雅黑" pitchFamily="34" charset="-122"/>
              <a:ea typeface="微软雅黑" pitchFamily="34" charset="-122"/>
            </a:endParaRPr>
          </a:p>
        </p:txBody>
      </p:sp>
      <p:sp>
        <p:nvSpPr>
          <p:cNvPr id="134" name="Freeform 102"/>
          <p:cNvSpPr>
            <a:spLocks/>
          </p:cNvSpPr>
          <p:nvPr/>
        </p:nvSpPr>
        <p:spPr bwMode="auto">
          <a:xfrm flipH="1">
            <a:off x="3067782" y="2290890"/>
            <a:ext cx="897676" cy="416719"/>
          </a:xfrm>
          <a:custGeom>
            <a:avLst/>
            <a:gdLst>
              <a:gd name="T0" fmla="*/ 6 w 1224"/>
              <a:gd name="T1" fmla="*/ 375 h 433"/>
              <a:gd name="T2" fmla="*/ 27 w 1224"/>
              <a:gd name="T3" fmla="*/ 126 h 433"/>
              <a:gd name="T4" fmla="*/ 171 w 1224"/>
              <a:gd name="T5" fmla="*/ 30 h 433"/>
              <a:gd name="T6" fmla="*/ 513 w 1224"/>
              <a:gd name="T7" fmla="*/ 3 h 433"/>
              <a:gd name="T8" fmla="*/ 852 w 1224"/>
              <a:gd name="T9" fmla="*/ 9 h 433"/>
              <a:gd name="T10" fmla="*/ 1041 w 1224"/>
              <a:gd name="T11" fmla="*/ 27 h 433"/>
              <a:gd name="T12" fmla="*/ 1167 w 1224"/>
              <a:gd name="T13" fmla="*/ 93 h 433"/>
              <a:gd name="T14" fmla="*/ 1215 w 1224"/>
              <a:gd name="T15" fmla="*/ 234 h 433"/>
              <a:gd name="T16" fmla="*/ 1224 w 1224"/>
              <a:gd name="T17" fmla="*/ 433 h 4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24" h="433">
                <a:moveTo>
                  <a:pt x="6" y="375"/>
                </a:moveTo>
                <a:cubicBezTo>
                  <a:pt x="9" y="334"/>
                  <a:pt x="0" y="183"/>
                  <a:pt x="27" y="126"/>
                </a:cubicBezTo>
                <a:cubicBezTo>
                  <a:pt x="54" y="69"/>
                  <a:pt x="90" y="50"/>
                  <a:pt x="171" y="30"/>
                </a:cubicBezTo>
                <a:cubicBezTo>
                  <a:pt x="252" y="10"/>
                  <a:pt x="400" y="6"/>
                  <a:pt x="513" y="3"/>
                </a:cubicBezTo>
                <a:cubicBezTo>
                  <a:pt x="626" y="0"/>
                  <a:pt x="764" y="5"/>
                  <a:pt x="852" y="9"/>
                </a:cubicBezTo>
                <a:cubicBezTo>
                  <a:pt x="940" y="13"/>
                  <a:pt x="989" y="13"/>
                  <a:pt x="1041" y="27"/>
                </a:cubicBezTo>
                <a:cubicBezTo>
                  <a:pt x="1093" y="41"/>
                  <a:pt x="1138" y="59"/>
                  <a:pt x="1167" y="93"/>
                </a:cubicBezTo>
                <a:cubicBezTo>
                  <a:pt x="1196" y="127"/>
                  <a:pt x="1206" y="177"/>
                  <a:pt x="1215" y="234"/>
                </a:cubicBezTo>
                <a:cubicBezTo>
                  <a:pt x="1224" y="291"/>
                  <a:pt x="1222" y="392"/>
                  <a:pt x="1224" y="433"/>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CC"/>
              </a:solidFill>
              <a:latin typeface="微软雅黑" pitchFamily="34" charset="-122"/>
              <a:ea typeface="微软雅黑" pitchFamily="34" charset="-122"/>
            </a:endParaRPr>
          </a:p>
        </p:txBody>
      </p:sp>
      <p:sp>
        <p:nvSpPr>
          <p:cNvPr id="135" name="Text Box 55"/>
          <p:cNvSpPr txBox="1">
            <a:spLocks noChangeArrowheads="1"/>
          </p:cNvSpPr>
          <p:nvPr/>
        </p:nvSpPr>
        <p:spPr bwMode="auto">
          <a:xfrm>
            <a:off x="4025161" y="2358411"/>
            <a:ext cx="88197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209.0.0.5</a:t>
            </a:r>
          </a:p>
        </p:txBody>
      </p:sp>
      <p:sp>
        <p:nvSpPr>
          <p:cNvPr id="136" name="矩形 135"/>
          <p:cNvSpPr/>
          <p:nvPr/>
        </p:nvSpPr>
        <p:spPr>
          <a:xfrm>
            <a:off x="5588186" y="2876640"/>
            <a:ext cx="1793216" cy="219146"/>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latin typeface="微软雅黑" panose="020B0503020204020204" pitchFamily="34" charset="-122"/>
                <a:ea typeface="微软雅黑" panose="020B0503020204020204" pitchFamily="34" charset="-122"/>
              </a:rPr>
              <a:t>更新 </a:t>
            </a:r>
            <a:r>
              <a:rPr lang="en-US" altLang="zh-CN" sz="1400" b="1" dirty="0">
                <a:latin typeface="微软雅黑" panose="020B0503020204020204" pitchFamily="34" charset="-122"/>
                <a:ea typeface="微软雅黑" panose="020B0503020204020204" pitchFamily="34" charset="-122"/>
              </a:rPr>
              <a:t>ARP </a:t>
            </a:r>
            <a:r>
              <a:rPr lang="zh-CN" altLang="en-US" sz="1400" b="1" dirty="0">
                <a:latin typeface="微软雅黑" panose="020B0503020204020204" pitchFamily="34" charset="-122"/>
                <a:ea typeface="微软雅黑" panose="020B0503020204020204" pitchFamily="34" charset="-122"/>
              </a:rPr>
              <a:t>高速缓存</a:t>
            </a:r>
          </a:p>
        </p:txBody>
      </p:sp>
      <p:sp>
        <p:nvSpPr>
          <p:cNvPr id="137" name="矩形 136"/>
          <p:cNvSpPr/>
          <p:nvPr/>
        </p:nvSpPr>
        <p:spPr>
          <a:xfrm>
            <a:off x="3107668" y="5730134"/>
            <a:ext cx="1793216" cy="219146"/>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latin typeface="微软雅黑" panose="020B0503020204020204" pitchFamily="34" charset="-122"/>
                <a:ea typeface="微软雅黑" panose="020B0503020204020204" pitchFamily="34" charset="-122"/>
              </a:rPr>
              <a:t>更新 </a:t>
            </a:r>
            <a:r>
              <a:rPr lang="en-US" altLang="zh-CN" sz="1400" b="1" dirty="0">
                <a:latin typeface="微软雅黑" panose="020B0503020204020204" pitchFamily="34" charset="-122"/>
                <a:ea typeface="微软雅黑" panose="020B0503020204020204" pitchFamily="34" charset="-122"/>
              </a:rPr>
              <a:t>ARP </a:t>
            </a:r>
            <a:r>
              <a:rPr lang="zh-CN" altLang="en-US" sz="1400" b="1" dirty="0">
                <a:latin typeface="微软雅黑" panose="020B0503020204020204" pitchFamily="34" charset="-122"/>
                <a:ea typeface="微软雅黑" panose="020B0503020204020204" pitchFamily="34" charset="-122"/>
              </a:rPr>
              <a:t>高速缓存</a:t>
            </a:r>
          </a:p>
        </p:txBody>
      </p:sp>
    </p:spTree>
    <p:extLst>
      <p:ext uri="{BB962C8B-B14F-4D97-AF65-F5344CB8AC3E}">
        <p14:creationId xmlns:p14="http://schemas.microsoft.com/office/powerpoint/2010/main" val="1452781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3000" fill="hold" grpId="0" nodeType="clickEffect">
                                  <p:stCondLst>
                                    <p:cond delay="0"/>
                                  </p:stCondLst>
                                  <p:childTnLst>
                                    <p:anim calcmode="discrete" valueType="str">
                                      <p:cBhvr>
                                        <p:cTn id="6" dur="1000" fill="hold"/>
                                        <p:tgtEl>
                                          <p:spTgt spid="97"/>
                                        </p:tgtEl>
                                        <p:attrNameLst>
                                          <p:attrName>style.visibility</p:attrName>
                                        </p:attrNameLst>
                                      </p:cBhvr>
                                      <p:tavLst>
                                        <p:tav tm="0">
                                          <p:val>
                                            <p:strVal val="hidden"/>
                                          </p:val>
                                        </p:tav>
                                        <p:tav tm="50000">
                                          <p:val>
                                            <p:strVal val="visible"/>
                                          </p:val>
                                        </p:tav>
                                      </p:tavLst>
                                    </p:anim>
                                  </p:childTnLst>
                                </p:cTn>
                              </p:par>
                            </p:childTnLst>
                          </p:cTn>
                        </p:par>
                        <p:par>
                          <p:cTn id="7" fill="hold">
                            <p:stCondLst>
                              <p:cond delay="3000"/>
                            </p:stCondLst>
                            <p:childTnLst>
                              <p:par>
                                <p:cTn id="8" presetID="22" presetClass="entr" presetSubtype="2" fill="hold" grpId="0" nodeType="afterEffect">
                                  <p:stCondLst>
                                    <p:cond delay="250"/>
                                  </p:stCondLst>
                                  <p:childTnLst>
                                    <p:set>
                                      <p:cBhvr>
                                        <p:cTn id="9" dur="1" fill="hold">
                                          <p:stCondLst>
                                            <p:cond delay="0"/>
                                          </p:stCondLst>
                                        </p:cTn>
                                        <p:tgtEl>
                                          <p:spTgt spid="134"/>
                                        </p:tgtEl>
                                        <p:attrNameLst>
                                          <p:attrName>style.visibility</p:attrName>
                                        </p:attrNameLst>
                                      </p:cBhvr>
                                      <p:to>
                                        <p:strVal val="visible"/>
                                      </p:to>
                                    </p:set>
                                    <p:animEffect transition="in" filter="wipe(right)">
                                      <p:cBhvr>
                                        <p:cTn id="10" dur="1000"/>
                                        <p:tgtEl>
                                          <p:spTgt spid="134"/>
                                        </p:tgtEl>
                                      </p:cBhvr>
                                    </p:animEffect>
                                  </p:childTnLst>
                                </p:cTn>
                              </p:par>
                              <p:par>
                                <p:cTn id="11" presetID="22" presetClass="entr" presetSubtype="8" fill="hold" grpId="0" nodeType="withEffect">
                                  <p:stCondLst>
                                    <p:cond delay="250"/>
                                  </p:stCondLst>
                                  <p:childTnLst>
                                    <p:set>
                                      <p:cBhvr>
                                        <p:cTn id="12" dur="1" fill="hold">
                                          <p:stCondLst>
                                            <p:cond delay="0"/>
                                          </p:stCondLst>
                                        </p:cTn>
                                        <p:tgtEl>
                                          <p:spTgt spid="131"/>
                                        </p:tgtEl>
                                        <p:attrNameLst>
                                          <p:attrName>style.visibility</p:attrName>
                                        </p:attrNameLst>
                                      </p:cBhvr>
                                      <p:to>
                                        <p:strVal val="visible"/>
                                      </p:to>
                                    </p:set>
                                    <p:animEffect transition="in" filter="wipe(left)">
                                      <p:cBhvr>
                                        <p:cTn id="13" dur="1000"/>
                                        <p:tgtEl>
                                          <p:spTgt spid="131"/>
                                        </p:tgtEl>
                                      </p:cBhvr>
                                    </p:animEffect>
                                  </p:childTnLst>
                                </p:cTn>
                              </p:par>
                              <p:par>
                                <p:cTn id="14" presetID="22" presetClass="entr" presetSubtype="8" fill="hold" grpId="0" nodeType="withEffect">
                                  <p:stCondLst>
                                    <p:cond delay="250"/>
                                  </p:stCondLst>
                                  <p:childTnLst>
                                    <p:set>
                                      <p:cBhvr>
                                        <p:cTn id="15" dur="1" fill="hold">
                                          <p:stCondLst>
                                            <p:cond delay="0"/>
                                          </p:stCondLst>
                                        </p:cTn>
                                        <p:tgtEl>
                                          <p:spTgt spid="132"/>
                                        </p:tgtEl>
                                        <p:attrNameLst>
                                          <p:attrName>style.visibility</p:attrName>
                                        </p:attrNameLst>
                                      </p:cBhvr>
                                      <p:to>
                                        <p:strVal val="visible"/>
                                      </p:to>
                                    </p:set>
                                    <p:animEffect transition="in" filter="wipe(left)">
                                      <p:cBhvr>
                                        <p:cTn id="16" dur="1250"/>
                                        <p:tgtEl>
                                          <p:spTgt spid="132"/>
                                        </p:tgtEl>
                                      </p:cBhvr>
                                    </p:animEffect>
                                  </p:childTnLst>
                                </p:cTn>
                              </p:par>
                              <p:par>
                                <p:cTn id="17" presetID="22" presetClass="entr" presetSubtype="8" fill="hold" grpId="0" nodeType="withEffect">
                                  <p:stCondLst>
                                    <p:cond delay="250"/>
                                  </p:stCondLst>
                                  <p:childTnLst>
                                    <p:set>
                                      <p:cBhvr>
                                        <p:cTn id="18" dur="1" fill="hold">
                                          <p:stCondLst>
                                            <p:cond delay="0"/>
                                          </p:stCondLst>
                                        </p:cTn>
                                        <p:tgtEl>
                                          <p:spTgt spid="133"/>
                                        </p:tgtEl>
                                        <p:attrNameLst>
                                          <p:attrName>style.visibility</p:attrName>
                                        </p:attrNameLst>
                                      </p:cBhvr>
                                      <p:to>
                                        <p:strVal val="visible"/>
                                      </p:to>
                                    </p:set>
                                    <p:animEffect transition="in" filter="wipe(left)">
                                      <p:cBhvr>
                                        <p:cTn id="19" dur="1500"/>
                                        <p:tgtEl>
                                          <p:spTgt spid="133"/>
                                        </p:tgtEl>
                                      </p:cBhvr>
                                    </p:animEffect>
                                  </p:childTnLst>
                                </p:cTn>
                              </p:par>
                            </p:childTnLst>
                          </p:cTn>
                        </p:par>
                        <p:par>
                          <p:cTn id="20" fill="hold">
                            <p:stCondLst>
                              <p:cond delay="4750"/>
                            </p:stCondLst>
                            <p:childTnLst>
                              <p:par>
                                <p:cTn id="21" presetID="10" presetClass="entr" presetSubtype="0" repeatCount="3000" fill="hold" grpId="0" nodeType="afterEffect">
                                  <p:stCondLst>
                                    <p:cond delay="0"/>
                                  </p:stCondLst>
                                  <p:childTnLst>
                                    <p:set>
                                      <p:cBhvr>
                                        <p:cTn id="22" dur="1" fill="hold">
                                          <p:stCondLst>
                                            <p:cond delay="0"/>
                                          </p:stCondLst>
                                        </p:cTn>
                                        <p:tgtEl>
                                          <p:spTgt spid="136"/>
                                        </p:tgtEl>
                                        <p:attrNameLst>
                                          <p:attrName>style.visibility</p:attrName>
                                        </p:attrNameLst>
                                      </p:cBhvr>
                                      <p:to>
                                        <p:strVal val="visible"/>
                                      </p:to>
                                    </p:set>
                                    <p:animEffect transition="in" filter="fade">
                                      <p:cBhvr>
                                        <p:cTn id="23" dur="500"/>
                                        <p:tgtEl>
                                          <p:spTgt spid="136"/>
                                        </p:tgtEl>
                                      </p:cBhvr>
                                    </p:animEffect>
                                  </p:childTnLst>
                                </p:cTn>
                              </p:par>
                            </p:childTnLst>
                          </p:cTn>
                        </p:par>
                      </p:childTnLst>
                    </p:cTn>
                  </p:par>
                  <p:par>
                    <p:cTn id="24" fill="hold">
                      <p:stCondLst>
                        <p:cond delay="indefinite"/>
                      </p:stCondLst>
                      <p:childTnLst>
                        <p:par>
                          <p:cTn id="25" fill="hold">
                            <p:stCondLst>
                              <p:cond delay="0"/>
                            </p:stCondLst>
                            <p:childTnLst>
                              <p:par>
                                <p:cTn id="26" presetID="35" presetClass="emph" presetSubtype="0" repeatCount="3000" fill="hold" grpId="0" nodeType="clickEffect">
                                  <p:stCondLst>
                                    <p:cond delay="0"/>
                                  </p:stCondLst>
                                  <p:childTnLst>
                                    <p:anim calcmode="discrete" valueType="str">
                                      <p:cBhvr>
                                        <p:cTn id="27" dur="1000" fill="hold"/>
                                        <p:tgtEl>
                                          <p:spTgt spid="96"/>
                                        </p:tgtEl>
                                        <p:attrNameLst>
                                          <p:attrName>style.visibility</p:attrName>
                                        </p:attrNameLst>
                                      </p:cBhvr>
                                      <p:tavLst>
                                        <p:tav tm="0">
                                          <p:val>
                                            <p:strVal val="hidden"/>
                                          </p:val>
                                        </p:tav>
                                        <p:tav tm="50000">
                                          <p:val>
                                            <p:strVal val="visible"/>
                                          </p:val>
                                        </p:tav>
                                      </p:tavLst>
                                    </p:anim>
                                  </p:childTnLst>
                                </p:cTn>
                              </p:par>
                            </p:childTnLst>
                          </p:cTn>
                        </p:par>
                        <p:par>
                          <p:cTn id="28" fill="hold">
                            <p:stCondLst>
                              <p:cond delay="3000"/>
                            </p:stCondLst>
                            <p:childTnLst>
                              <p:par>
                                <p:cTn id="29" presetID="22" presetClass="entr" presetSubtype="2" fill="hold" grpId="0" nodeType="afterEffect">
                                  <p:stCondLst>
                                    <p:cond delay="250"/>
                                  </p:stCondLst>
                                  <p:childTnLst>
                                    <p:set>
                                      <p:cBhvr>
                                        <p:cTn id="30" dur="1" fill="hold">
                                          <p:stCondLst>
                                            <p:cond delay="0"/>
                                          </p:stCondLst>
                                        </p:cTn>
                                        <p:tgtEl>
                                          <p:spTgt spid="122"/>
                                        </p:tgtEl>
                                        <p:attrNameLst>
                                          <p:attrName>style.visibility</p:attrName>
                                        </p:attrNameLst>
                                      </p:cBhvr>
                                      <p:to>
                                        <p:strVal val="visible"/>
                                      </p:to>
                                    </p:set>
                                    <p:animEffect transition="in" filter="wipe(right)">
                                      <p:cBhvr>
                                        <p:cTn id="31" dur="1250"/>
                                        <p:tgtEl>
                                          <p:spTgt spid="122"/>
                                        </p:tgtEl>
                                      </p:cBhvr>
                                    </p:animEffect>
                                  </p:childTnLst>
                                </p:cTn>
                              </p:par>
                            </p:childTnLst>
                          </p:cTn>
                        </p:par>
                        <p:par>
                          <p:cTn id="32" fill="hold">
                            <p:stCondLst>
                              <p:cond delay="4500"/>
                            </p:stCondLst>
                            <p:childTnLst>
                              <p:par>
                                <p:cTn id="33" presetID="10" presetClass="entr" presetSubtype="0" repeatCount="3000" fill="hold" grpId="0" nodeType="afterEffect">
                                  <p:stCondLst>
                                    <p:cond delay="0"/>
                                  </p:stCondLst>
                                  <p:childTnLst>
                                    <p:set>
                                      <p:cBhvr>
                                        <p:cTn id="34" dur="1" fill="hold">
                                          <p:stCondLst>
                                            <p:cond delay="0"/>
                                          </p:stCondLst>
                                        </p:cTn>
                                        <p:tgtEl>
                                          <p:spTgt spid="137"/>
                                        </p:tgtEl>
                                        <p:attrNameLst>
                                          <p:attrName>style.visibility</p:attrName>
                                        </p:attrNameLst>
                                      </p:cBhvr>
                                      <p:to>
                                        <p:strVal val="visible"/>
                                      </p:to>
                                    </p:set>
                                    <p:animEffect transition="in" filter="fade">
                                      <p:cBhvr>
                                        <p:cTn id="35" dur="500"/>
                                        <p:tgtEl>
                                          <p:spTgt spid="1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 grpId="0" animBg="1"/>
      <p:bldP spid="97" grpId="0" animBg="1"/>
      <p:bldP spid="122" grpId="0" animBg="1"/>
      <p:bldP spid="131" grpId="0" animBg="1"/>
      <p:bldP spid="132" grpId="0" animBg="1"/>
      <p:bldP spid="133" grpId="0" animBg="1"/>
      <p:bldP spid="134" grpId="0" animBg="1"/>
      <p:bldP spid="136" grpId="0" animBg="1"/>
      <p:bldP spid="13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4056C-0D93-EDD9-E68A-4D56FE498526}"/>
            </a:ext>
          </a:extLst>
        </p:cNvPr>
        <p:cNvGrpSpPr/>
        <p:nvPr/>
      </p:nvGrpSpPr>
      <p:grpSpPr>
        <a:xfrm>
          <a:off x="0" y="0"/>
          <a:ext cx="0" cy="0"/>
          <a:chOff x="0" y="0"/>
          <a:chExt cx="0" cy="0"/>
        </a:xfrm>
      </p:grpSpPr>
      <p:sp>
        <p:nvSpPr>
          <p:cNvPr id="6" name="云形 5">
            <a:extLst>
              <a:ext uri="{FF2B5EF4-FFF2-40B4-BE49-F238E27FC236}">
                <a16:creationId xmlns:a16="http://schemas.microsoft.com/office/drawing/2014/main" id="{485C3FE5-E4A8-7F68-0A94-FA858B6D80FB}"/>
              </a:ext>
            </a:extLst>
          </p:cNvPr>
          <p:cNvSpPr/>
          <p:nvPr/>
        </p:nvSpPr>
        <p:spPr bwMode="auto">
          <a:xfrm>
            <a:off x="6895991" y="2348880"/>
            <a:ext cx="966424" cy="691152"/>
          </a:xfrm>
          <a:prstGeom prst="cloud">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Arial" panose="020B0604020202020204" pitchFamily="34" charset="0"/>
            </a:endParaRPr>
          </a:p>
        </p:txBody>
      </p:sp>
      <p:sp>
        <p:nvSpPr>
          <p:cNvPr id="5" name="云形 4">
            <a:extLst>
              <a:ext uri="{FF2B5EF4-FFF2-40B4-BE49-F238E27FC236}">
                <a16:creationId xmlns:a16="http://schemas.microsoft.com/office/drawing/2014/main" id="{F9498DD5-3F6B-C296-6884-67B826FFFB00}"/>
              </a:ext>
            </a:extLst>
          </p:cNvPr>
          <p:cNvSpPr/>
          <p:nvPr/>
        </p:nvSpPr>
        <p:spPr bwMode="auto">
          <a:xfrm>
            <a:off x="5125508" y="2348880"/>
            <a:ext cx="966424" cy="691152"/>
          </a:xfrm>
          <a:prstGeom prst="cloud">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Arial" panose="020B0604020202020204" pitchFamily="34" charset="0"/>
            </a:endParaRPr>
          </a:p>
        </p:txBody>
      </p:sp>
      <p:sp>
        <p:nvSpPr>
          <p:cNvPr id="4" name="云形 3">
            <a:extLst>
              <a:ext uri="{FF2B5EF4-FFF2-40B4-BE49-F238E27FC236}">
                <a16:creationId xmlns:a16="http://schemas.microsoft.com/office/drawing/2014/main" id="{3FBD3444-0EB7-F8E4-894E-C2B0915BE4F4}"/>
              </a:ext>
            </a:extLst>
          </p:cNvPr>
          <p:cNvSpPr/>
          <p:nvPr/>
        </p:nvSpPr>
        <p:spPr bwMode="auto">
          <a:xfrm>
            <a:off x="3255651" y="2354143"/>
            <a:ext cx="966424" cy="691152"/>
          </a:xfrm>
          <a:prstGeom prst="cloud">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Arial" panose="020B0604020202020204" pitchFamily="34" charset="0"/>
            </a:endParaRPr>
          </a:p>
        </p:txBody>
      </p:sp>
      <p:sp>
        <p:nvSpPr>
          <p:cNvPr id="3" name="云形 2">
            <a:extLst>
              <a:ext uri="{FF2B5EF4-FFF2-40B4-BE49-F238E27FC236}">
                <a16:creationId xmlns:a16="http://schemas.microsoft.com/office/drawing/2014/main" id="{C0B9079B-35BB-CF45-5286-D5F887CE0A51}"/>
              </a:ext>
            </a:extLst>
          </p:cNvPr>
          <p:cNvSpPr/>
          <p:nvPr/>
        </p:nvSpPr>
        <p:spPr bwMode="auto">
          <a:xfrm>
            <a:off x="1418206" y="2348880"/>
            <a:ext cx="966424" cy="691152"/>
          </a:xfrm>
          <a:prstGeom prst="cloud">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Arial" panose="020B0604020202020204" pitchFamily="34" charset="0"/>
            </a:endParaRPr>
          </a:p>
        </p:txBody>
      </p:sp>
      <p:sp>
        <p:nvSpPr>
          <p:cNvPr id="2" name="标题 1">
            <a:extLst>
              <a:ext uri="{FF2B5EF4-FFF2-40B4-BE49-F238E27FC236}">
                <a16:creationId xmlns:a16="http://schemas.microsoft.com/office/drawing/2014/main" id="{5E452610-953F-C69B-B8BB-BA52DEEC377D}"/>
              </a:ext>
            </a:extLst>
          </p:cNvPr>
          <p:cNvSpPr>
            <a:spLocks noGrp="1"/>
          </p:cNvSpPr>
          <p:nvPr>
            <p:ph type="title"/>
          </p:nvPr>
        </p:nvSpPr>
        <p:spPr/>
        <p:txBody>
          <a:bodyPr/>
          <a:lstStyle/>
          <a:p>
            <a:r>
              <a:rPr lang="zh-CN" altLang="zh-CN" dirty="0"/>
              <a:t>第</a:t>
            </a:r>
            <a:r>
              <a:rPr lang="en-US" altLang="zh-CN" dirty="0"/>
              <a:t> 4 </a:t>
            </a:r>
            <a:r>
              <a:rPr lang="zh-CN" altLang="zh-CN" dirty="0"/>
              <a:t>章</a:t>
            </a:r>
            <a:r>
              <a:rPr lang="en-US" altLang="zh-CN" dirty="0"/>
              <a:t>  </a:t>
            </a:r>
            <a:r>
              <a:rPr lang="zh-CN" altLang="en-US" dirty="0"/>
              <a:t>网络</a:t>
            </a:r>
            <a:r>
              <a:rPr lang="zh-CN" altLang="zh-CN" dirty="0"/>
              <a:t>层</a:t>
            </a:r>
            <a:r>
              <a:rPr lang="zh-CN" altLang="en-US" dirty="0"/>
              <a:t>概念理解</a:t>
            </a:r>
          </a:p>
        </p:txBody>
      </p:sp>
      <p:grpSp>
        <p:nvGrpSpPr>
          <p:cNvPr id="8" name="组合 7"/>
          <p:cNvGrpSpPr/>
          <p:nvPr/>
        </p:nvGrpSpPr>
        <p:grpSpPr>
          <a:xfrm>
            <a:off x="1463515" y="2138648"/>
            <a:ext cx="6321113" cy="2404494"/>
            <a:chOff x="1283635" y="1688948"/>
            <a:chExt cx="6321113" cy="2404494"/>
          </a:xfrm>
        </p:grpSpPr>
        <p:sp>
          <p:nvSpPr>
            <p:cNvPr id="9" name="Freeform 4"/>
            <p:cNvSpPr>
              <a:spLocks/>
            </p:cNvSpPr>
            <p:nvPr/>
          </p:nvSpPr>
          <p:spPr bwMode="auto">
            <a:xfrm>
              <a:off x="2769018" y="2252656"/>
              <a:ext cx="3507555" cy="659992"/>
            </a:xfrm>
            <a:custGeom>
              <a:avLst/>
              <a:gdLst>
                <a:gd name="T0" fmla="*/ 0 w 3024"/>
                <a:gd name="T1" fmla="*/ 636 h 636"/>
                <a:gd name="T2" fmla="*/ 1520 w 3024"/>
                <a:gd name="T3" fmla="*/ 0 h 636"/>
                <a:gd name="T4" fmla="*/ 3024 w 3024"/>
                <a:gd name="T5" fmla="*/ 636 h 636"/>
                <a:gd name="T6" fmla="*/ 0 w 3024"/>
                <a:gd name="T7" fmla="*/ 636 h 636"/>
              </a:gdLst>
              <a:ahLst/>
              <a:cxnLst>
                <a:cxn ang="0">
                  <a:pos x="T0" y="T1"/>
                </a:cxn>
                <a:cxn ang="0">
                  <a:pos x="T2" y="T3"/>
                </a:cxn>
                <a:cxn ang="0">
                  <a:pos x="T4" y="T5"/>
                </a:cxn>
                <a:cxn ang="0">
                  <a:pos x="T6" y="T7"/>
                </a:cxn>
              </a:cxnLst>
              <a:rect l="0" t="0" r="r" b="b"/>
              <a:pathLst>
                <a:path w="3024" h="636">
                  <a:moveTo>
                    <a:pt x="0" y="636"/>
                  </a:moveTo>
                  <a:lnTo>
                    <a:pt x="1520" y="0"/>
                  </a:lnTo>
                  <a:lnTo>
                    <a:pt x="3024" y="636"/>
                  </a:lnTo>
                  <a:lnTo>
                    <a:pt x="0" y="636"/>
                  </a:lnTo>
                  <a:close/>
                </a:path>
              </a:pathLst>
            </a:custGeom>
            <a:gradFill rotWithShape="1">
              <a:gsLst>
                <a:gs pos="0">
                  <a:srgbClr val="92D050"/>
                </a:gs>
                <a:gs pos="100000">
                  <a:srgbClr val="99FFCC"/>
                </a:gs>
              </a:gsLst>
              <a:lin ang="5400000" scaled="1"/>
            </a:gradFill>
            <a:ln>
              <a:noFill/>
            </a:ln>
            <a:effectLst/>
          </p:spPr>
          <p:txBody>
            <a:bodyPr/>
            <a:lstStyle/>
            <a:p>
              <a:endParaRPr lang="zh-CN" altLang="en-US" sz="1200" b="1">
                <a:latin typeface="微软雅黑" pitchFamily="34" charset="-122"/>
                <a:ea typeface="微软雅黑" pitchFamily="34" charset="-122"/>
              </a:endParaRPr>
            </a:p>
          </p:txBody>
        </p:sp>
        <p:grpSp>
          <p:nvGrpSpPr>
            <p:cNvPr id="10" name="Group 5"/>
            <p:cNvGrpSpPr>
              <a:grpSpLocks/>
            </p:cNvGrpSpPr>
            <p:nvPr/>
          </p:nvGrpSpPr>
          <p:grpSpPr bwMode="auto">
            <a:xfrm>
              <a:off x="1283635" y="1931727"/>
              <a:ext cx="886282" cy="587568"/>
              <a:chOff x="912" y="768"/>
              <a:chExt cx="2400" cy="1584"/>
            </a:xfrm>
            <a:solidFill>
              <a:schemeClr val="bg1"/>
            </a:solidFill>
          </p:grpSpPr>
          <p:sp>
            <p:nvSpPr>
              <p:cNvPr id="116" name="Oval 6"/>
              <p:cNvSpPr>
                <a:spLocks noChangeArrowheads="1"/>
              </p:cNvSpPr>
              <p:nvPr/>
            </p:nvSpPr>
            <p:spPr bwMode="auto">
              <a:xfrm>
                <a:off x="1751" y="799"/>
                <a:ext cx="1026" cy="62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200" b="1">
                  <a:latin typeface="微软雅黑" pitchFamily="34" charset="-122"/>
                  <a:ea typeface="微软雅黑" pitchFamily="34" charset="-122"/>
                </a:endParaRPr>
              </a:p>
            </p:txBody>
          </p:sp>
          <p:sp>
            <p:nvSpPr>
              <p:cNvPr id="117" name="Oval 7"/>
              <p:cNvSpPr>
                <a:spLocks noChangeArrowheads="1"/>
              </p:cNvSpPr>
              <p:nvPr/>
            </p:nvSpPr>
            <p:spPr bwMode="auto">
              <a:xfrm>
                <a:off x="1172" y="972"/>
                <a:ext cx="781" cy="62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200" b="1">
                  <a:latin typeface="微软雅黑" pitchFamily="34" charset="-122"/>
                  <a:ea typeface="微软雅黑" pitchFamily="34" charset="-122"/>
                </a:endParaRPr>
              </a:p>
            </p:txBody>
          </p:sp>
          <p:sp>
            <p:nvSpPr>
              <p:cNvPr id="118" name="Oval 8"/>
              <p:cNvSpPr>
                <a:spLocks noChangeArrowheads="1"/>
              </p:cNvSpPr>
              <p:nvPr/>
            </p:nvSpPr>
            <p:spPr bwMode="auto">
              <a:xfrm>
                <a:off x="926" y="1364"/>
                <a:ext cx="521" cy="50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200" b="1">
                  <a:latin typeface="微软雅黑" pitchFamily="34" charset="-122"/>
                  <a:ea typeface="微软雅黑" pitchFamily="34" charset="-122"/>
                </a:endParaRPr>
              </a:p>
            </p:txBody>
          </p:sp>
          <p:sp>
            <p:nvSpPr>
              <p:cNvPr id="119" name="Oval 9"/>
              <p:cNvSpPr>
                <a:spLocks noChangeArrowheads="1"/>
              </p:cNvSpPr>
              <p:nvPr/>
            </p:nvSpPr>
            <p:spPr bwMode="auto">
              <a:xfrm>
                <a:off x="1085" y="1599"/>
                <a:ext cx="796" cy="54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200" b="1">
                  <a:latin typeface="微软雅黑" pitchFamily="34" charset="-122"/>
                  <a:ea typeface="微软雅黑" pitchFamily="34" charset="-122"/>
                </a:endParaRPr>
              </a:p>
            </p:txBody>
          </p:sp>
          <p:sp>
            <p:nvSpPr>
              <p:cNvPr id="120" name="Oval 10"/>
              <p:cNvSpPr>
                <a:spLocks noChangeArrowheads="1"/>
              </p:cNvSpPr>
              <p:nvPr/>
            </p:nvSpPr>
            <p:spPr bwMode="auto">
              <a:xfrm>
                <a:off x="1664" y="1693"/>
                <a:ext cx="1200" cy="65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200" b="1">
                  <a:latin typeface="微软雅黑" pitchFamily="34" charset="-122"/>
                  <a:ea typeface="微软雅黑" pitchFamily="34" charset="-122"/>
                </a:endParaRPr>
              </a:p>
            </p:txBody>
          </p:sp>
          <p:sp>
            <p:nvSpPr>
              <p:cNvPr id="121" name="Oval 11"/>
              <p:cNvSpPr>
                <a:spLocks noChangeArrowheads="1"/>
              </p:cNvSpPr>
              <p:nvPr/>
            </p:nvSpPr>
            <p:spPr bwMode="auto">
              <a:xfrm>
                <a:off x="2445" y="988"/>
                <a:ext cx="751" cy="48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200" b="1">
                  <a:latin typeface="微软雅黑" pitchFamily="34" charset="-122"/>
                  <a:ea typeface="微软雅黑" pitchFamily="34" charset="-122"/>
                </a:endParaRPr>
              </a:p>
            </p:txBody>
          </p:sp>
          <p:sp>
            <p:nvSpPr>
              <p:cNvPr id="122" name="Oval 12"/>
              <p:cNvSpPr>
                <a:spLocks noChangeArrowheads="1"/>
              </p:cNvSpPr>
              <p:nvPr/>
            </p:nvSpPr>
            <p:spPr bwMode="auto">
              <a:xfrm>
                <a:off x="2560" y="1317"/>
                <a:ext cx="752" cy="48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200" b="1">
                  <a:latin typeface="微软雅黑" pitchFamily="34" charset="-122"/>
                  <a:ea typeface="微软雅黑" pitchFamily="34" charset="-122"/>
                </a:endParaRPr>
              </a:p>
            </p:txBody>
          </p:sp>
          <p:sp>
            <p:nvSpPr>
              <p:cNvPr id="123" name="Oval 13"/>
              <p:cNvSpPr>
                <a:spLocks noChangeArrowheads="1"/>
              </p:cNvSpPr>
              <p:nvPr/>
            </p:nvSpPr>
            <p:spPr bwMode="auto">
              <a:xfrm>
                <a:off x="2488" y="1427"/>
                <a:ext cx="752" cy="81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200" b="1">
                  <a:latin typeface="微软雅黑" pitchFamily="34" charset="-122"/>
                  <a:ea typeface="微软雅黑" pitchFamily="34" charset="-122"/>
                </a:endParaRPr>
              </a:p>
            </p:txBody>
          </p:sp>
          <p:sp>
            <p:nvSpPr>
              <p:cNvPr id="124" name="Oval 14"/>
              <p:cNvSpPr>
                <a:spLocks noChangeArrowheads="1"/>
              </p:cNvSpPr>
              <p:nvPr/>
            </p:nvSpPr>
            <p:spPr bwMode="auto">
              <a:xfrm>
                <a:off x="1360" y="1176"/>
                <a:ext cx="1547" cy="81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200" b="1">
                  <a:latin typeface="微软雅黑" pitchFamily="34" charset="-122"/>
                  <a:ea typeface="微软雅黑" pitchFamily="34" charset="-122"/>
                </a:endParaRPr>
              </a:p>
            </p:txBody>
          </p:sp>
          <p:grpSp>
            <p:nvGrpSpPr>
              <p:cNvPr id="125" name="Group 15"/>
              <p:cNvGrpSpPr>
                <a:grpSpLocks/>
              </p:cNvGrpSpPr>
              <p:nvPr/>
            </p:nvGrpSpPr>
            <p:grpSpPr bwMode="auto">
              <a:xfrm>
                <a:off x="912" y="768"/>
                <a:ext cx="2386" cy="1553"/>
                <a:chOff x="912" y="768"/>
                <a:chExt cx="2386" cy="1553"/>
              </a:xfrm>
              <a:grpFill/>
            </p:grpSpPr>
            <p:sp>
              <p:nvSpPr>
                <p:cNvPr id="126" name="Oval 16"/>
                <p:cNvSpPr>
                  <a:spLocks noChangeArrowheads="1"/>
                </p:cNvSpPr>
                <p:nvPr/>
              </p:nvSpPr>
              <p:spPr bwMode="auto">
                <a:xfrm>
                  <a:off x="1736" y="768"/>
                  <a:ext cx="1027" cy="62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200" b="1">
                    <a:latin typeface="微软雅黑" pitchFamily="34" charset="-122"/>
                    <a:ea typeface="微软雅黑" pitchFamily="34" charset="-122"/>
                  </a:endParaRPr>
                </a:p>
              </p:txBody>
            </p:sp>
            <p:sp>
              <p:nvSpPr>
                <p:cNvPr id="127" name="Oval 17"/>
                <p:cNvSpPr>
                  <a:spLocks noChangeArrowheads="1"/>
                </p:cNvSpPr>
                <p:nvPr/>
              </p:nvSpPr>
              <p:spPr bwMode="auto">
                <a:xfrm>
                  <a:off x="1158" y="941"/>
                  <a:ext cx="781" cy="62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200" b="1">
                    <a:latin typeface="微软雅黑" pitchFamily="34" charset="-122"/>
                    <a:ea typeface="微软雅黑" pitchFamily="34" charset="-122"/>
                  </a:endParaRPr>
                </a:p>
              </p:txBody>
            </p:sp>
            <p:sp>
              <p:nvSpPr>
                <p:cNvPr id="128" name="Oval 18"/>
                <p:cNvSpPr>
                  <a:spLocks noChangeArrowheads="1"/>
                </p:cNvSpPr>
                <p:nvPr/>
              </p:nvSpPr>
              <p:spPr bwMode="auto">
                <a:xfrm>
                  <a:off x="912" y="1333"/>
                  <a:ext cx="520" cy="50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200" b="1">
                    <a:latin typeface="微软雅黑" pitchFamily="34" charset="-122"/>
                    <a:ea typeface="微软雅黑" pitchFamily="34" charset="-122"/>
                  </a:endParaRPr>
                </a:p>
              </p:txBody>
            </p:sp>
            <p:sp>
              <p:nvSpPr>
                <p:cNvPr id="129" name="Oval 19"/>
                <p:cNvSpPr>
                  <a:spLocks noChangeArrowheads="1"/>
                </p:cNvSpPr>
                <p:nvPr/>
              </p:nvSpPr>
              <p:spPr bwMode="auto">
                <a:xfrm>
                  <a:off x="1071" y="1568"/>
                  <a:ext cx="795" cy="54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200" b="1">
                    <a:latin typeface="微软雅黑" pitchFamily="34" charset="-122"/>
                    <a:ea typeface="微软雅黑" pitchFamily="34" charset="-122"/>
                  </a:endParaRPr>
                </a:p>
              </p:txBody>
            </p:sp>
            <p:sp>
              <p:nvSpPr>
                <p:cNvPr id="130" name="Oval 20"/>
                <p:cNvSpPr>
                  <a:spLocks noChangeArrowheads="1"/>
                </p:cNvSpPr>
                <p:nvPr/>
              </p:nvSpPr>
              <p:spPr bwMode="auto">
                <a:xfrm>
                  <a:off x="1649" y="1662"/>
                  <a:ext cx="1200" cy="65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200" b="1">
                    <a:latin typeface="微软雅黑" pitchFamily="34" charset="-122"/>
                    <a:ea typeface="微软雅黑" pitchFamily="34" charset="-122"/>
                  </a:endParaRPr>
                </a:p>
              </p:txBody>
            </p:sp>
            <p:sp>
              <p:nvSpPr>
                <p:cNvPr id="131" name="Oval 21"/>
                <p:cNvSpPr>
                  <a:spLocks noChangeArrowheads="1"/>
                </p:cNvSpPr>
                <p:nvPr/>
              </p:nvSpPr>
              <p:spPr bwMode="auto">
                <a:xfrm>
                  <a:off x="2430" y="956"/>
                  <a:ext cx="752" cy="48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200" b="1">
                    <a:latin typeface="微软雅黑" pitchFamily="34" charset="-122"/>
                    <a:ea typeface="微软雅黑" pitchFamily="34" charset="-122"/>
                  </a:endParaRPr>
                </a:p>
              </p:txBody>
            </p:sp>
            <p:sp>
              <p:nvSpPr>
                <p:cNvPr id="132" name="Oval 22"/>
                <p:cNvSpPr>
                  <a:spLocks noChangeArrowheads="1"/>
                </p:cNvSpPr>
                <p:nvPr/>
              </p:nvSpPr>
              <p:spPr bwMode="auto">
                <a:xfrm>
                  <a:off x="2546" y="1286"/>
                  <a:ext cx="752" cy="48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200" b="1">
                    <a:latin typeface="微软雅黑" pitchFamily="34" charset="-122"/>
                    <a:ea typeface="微软雅黑" pitchFamily="34" charset="-122"/>
                  </a:endParaRPr>
                </a:p>
              </p:txBody>
            </p:sp>
            <p:sp>
              <p:nvSpPr>
                <p:cNvPr id="133" name="Oval 23"/>
                <p:cNvSpPr>
                  <a:spLocks noChangeArrowheads="1"/>
                </p:cNvSpPr>
                <p:nvPr/>
              </p:nvSpPr>
              <p:spPr bwMode="auto">
                <a:xfrm>
                  <a:off x="2473" y="1395"/>
                  <a:ext cx="752" cy="81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200" b="1">
                    <a:latin typeface="微软雅黑" pitchFamily="34" charset="-122"/>
                    <a:ea typeface="微软雅黑" pitchFamily="34" charset="-122"/>
                  </a:endParaRPr>
                </a:p>
              </p:txBody>
            </p:sp>
            <p:sp>
              <p:nvSpPr>
                <p:cNvPr id="134" name="Oval 24"/>
                <p:cNvSpPr>
                  <a:spLocks noChangeArrowheads="1"/>
                </p:cNvSpPr>
                <p:nvPr/>
              </p:nvSpPr>
              <p:spPr bwMode="auto">
                <a:xfrm>
                  <a:off x="1346" y="1144"/>
                  <a:ext cx="1547" cy="81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200" b="1">
                    <a:latin typeface="微软雅黑" pitchFamily="34" charset="-122"/>
                    <a:ea typeface="微软雅黑" pitchFamily="34" charset="-122"/>
                  </a:endParaRPr>
                </a:p>
              </p:txBody>
            </p:sp>
          </p:grpSp>
        </p:grpSp>
        <p:sp>
          <p:nvSpPr>
            <p:cNvPr id="11" name="Line 25"/>
            <p:cNvSpPr>
              <a:spLocks noChangeShapeType="1"/>
            </p:cNvSpPr>
            <p:nvPr/>
          </p:nvSpPr>
          <p:spPr bwMode="auto">
            <a:xfrm>
              <a:off x="2169916" y="2208169"/>
              <a:ext cx="4704367" cy="0"/>
            </a:xfrm>
            <a:prstGeom prst="line">
              <a:avLst/>
            </a:prstGeom>
            <a:noFill/>
            <a:ln w="38100">
              <a:solidFill>
                <a:srgbClr val="33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grpSp>
          <p:nvGrpSpPr>
            <p:cNvPr id="12" name="Group 26"/>
            <p:cNvGrpSpPr>
              <a:grpSpLocks/>
            </p:cNvGrpSpPr>
            <p:nvPr/>
          </p:nvGrpSpPr>
          <p:grpSpPr bwMode="auto">
            <a:xfrm>
              <a:off x="6718466" y="1931727"/>
              <a:ext cx="886282" cy="587568"/>
              <a:chOff x="912" y="768"/>
              <a:chExt cx="2400" cy="1584"/>
            </a:xfrm>
            <a:solidFill>
              <a:schemeClr val="bg1"/>
            </a:solidFill>
          </p:grpSpPr>
          <p:sp>
            <p:nvSpPr>
              <p:cNvPr id="97" name="Oval 27"/>
              <p:cNvSpPr>
                <a:spLocks noChangeArrowheads="1"/>
              </p:cNvSpPr>
              <p:nvPr/>
            </p:nvSpPr>
            <p:spPr bwMode="auto">
              <a:xfrm>
                <a:off x="1751" y="799"/>
                <a:ext cx="1026" cy="62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200" b="1">
                  <a:latin typeface="微软雅黑" pitchFamily="34" charset="-122"/>
                  <a:ea typeface="微软雅黑" pitchFamily="34" charset="-122"/>
                </a:endParaRPr>
              </a:p>
            </p:txBody>
          </p:sp>
          <p:sp>
            <p:nvSpPr>
              <p:cNvPr id="98" name="Oval 28"/>
              <p:cNvSpPr>
                <a:spLocks noChangeArrowheads="1"/>
              </p:cNvSpPr>
              <p:nvPr/>
            </p:nvSpPr>
            <p:spPr bwMode="auto">
              <a:xfrm>
                <a:off x="1172" y="972"/>
                <a:ext cx="781" cy="62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200" b="1">
                  <a:latin typeface="微软雅黑" pitchFamily="34" charset="-122"/>
                  <a:ea typeface="微软雅黑" pitchFamily="34" charset="-122"/>
                </a:endParaRPr>
              </a:p>
            </p:txBody>
          </p:sp>
          <p:sp>
            <p:nvSpPr>
              <p:cNvPr id="99" name="Oval 29"/>
              <p:cNvSpPr>
                <a:spLocks noChangeArrowheads="1"/>
              </p:cNvSpPr>
              <p:nvPr/>
            </p:nvSpPr>
            <p:spPr bwMode="auto">
              <a:xfrm>
                <a:off x="926" y="1364"/>
                <a:ext cx="521" cy="50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200" b="1">
                  <a:latin typeface="微软雅黑" pitchFamily="34" charset="-122"/>
                  <a:ea typeface="微软雅黑" pitchFamily="34" charset="-122"/>
                </a:endParaRPr>
              </a:p>
            </p:txBody>
          </p:sp>
          <p:sp>
            <p:nvSpPr>
              <p:cNvPr id="100" name="Oval 30"/>
              <p:cNvSpPr>
                <a:spLocks noChangeArrowheads="1"/>
              </p:cNvSpPr>
              <p:nvPr/>
            </p:nvSpPr>
            <p:spPr bwMode="auto">
              <a:xfrm>
                <a:off x="1085" y="1599"/>
                <a:ext cx="796" cy="54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200" b="1">
                  <a:latin typeface="微软雅黑" pitchFamily="34" charset="-122"/>
                  <a:ea typeface="微软雅黑" pitchFamily="34" charset="-122"/>
                </a:endParaRPr>
              </a:p>
            </p:txBody>
          </p:sp>
          <p:sp>
            <p:nvSpPr>
              <p:cNvPr id="101" name="Oval 31"/>
              <p:cNvSpPr>
                <a:spLocks noChangeArrowheads="1"/>
              </p:cNvSpPr>
              <p:nvPr/>
            </p:nvSpPr>
            <p:spPr bwMode="auto">
              <a:xfrm>
                <a:off x="1664" y="1693"/>
                <a:ext cx="1200" cy="65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200" b="1">
                  <a:latin typeface="微软雅黑" pitchFamily="34" charset="-122"/>
                  <a:ea typeface="微软雅黑" pitchFamily="34" charset="-122"/>
                </a:endParaRPr>
              </a:p>
            </p:txBody>
          </p:sp>
          <p:sp>
            <p:nvSpPr>
              <p:cNvPr id="102" name="Oval 32"/>
              <p:cNvSpPr>
                <a:spLocks noChangeArrowheads="1"/>
              </p:cNvSpPr>
              <p:nvPr/>
            </p:nvSpPr>
            <p:spPr bwMode="auto">
              <a:xfrm>
                <a:off x="2445" y="988"/>
                <a:ext cx="751" cy="48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200" b="1">
                  <a:latin typeface="微软雅黑" pitchFamily="34" charset="-122"/>
                  <a:ea typeface="微软雅黑" pitchFamily="34" charset="-122"/>
                </a:endParaRPr>
              </a:p>
            </p:txBody>
          </p:sp>
          <p:sp>
            <p:nvSpPr>
              <p:cNvPr id="103" name="Oval 33"/>
              <p:cNvSpPr>
                <a:spLocks noChangeArrowheads="1"/>
              </p:cNvSpPr>
              <p:nvPr/>
            </p:nvSpPr>
            <p:spPr bwMode="auto">
              <a:xfrm>
                <a:off x="2560" y="1317"/>
                <a:ext cx="752" cy="48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200" b="1">
                  <a:latin typeface="微软雅黑" pitchFamily="34" charset="-122"/>
                  <a:ea typeface="微软雅黑" pitchFamily="34" charset="-122"/>
                </a:endParaRPr>
              </a:p>
            </p:txBody>
          </p:sp>
          <p:sp>
            <p:nvSpPr>
              <p:cNvPr id="104" name="Oval 34"/>
              <p:cNvSpPr>
                <a:spLocks noChangeArrowheads="1"/>
              </p:cNvSpPr>
              <p:nvPr/>
            </p:nvSpPr>
            <p:spPr bwMode="auto">
              <a:xfrm>
                <a:off x="2488" y="1427"/>
                <a:ext cx="752" cy="81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200" b="1">
                  <a:latin typeface="微软雅黑" pitchFamily="34" charset="-122"/>
                  <a:ea typeface="微软雅黑" pitchFamily="34" charset="-122"/>
                </a:endParaRPr>
              </a:p>
            </p:txBody>
          </p:sp>
          <p:sp>
            <p:nvSpPr>
              <p:cNvPr id="105" name="Oval 35"/>
              <p:cNvSpPr>
                <a:spLocks noChangeArrowheads="1"/>
              </p:cNvSpPr>
              <p:nvPr/>
            </p:nvSpPr>
            <p:spPr bwMode="auto">
              <a:xfrm>
                <a:off x="1360" y="1176"/>
                <a:ext cx="1547" cy="81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200" b="1">
                  <a:latin typeface="微软雅黑" pitchFamily="34" charset="-122"/>
                  <a:ea typeface="微软雅黑" pitchFamily="34" charset="-122"/>
                </a:endParaRPr>
              </a:p>
            </p:txBody>
          </p:sp>
          <p:grpSp>
            <p:nvGrpSpPr>
              <p:cNvPr id="106" name="Group 36"/>
              <p:cNvGrpSpPr>
                <a:grpSpLocks/>
              </p:cNvGrpSpPr>
              <p:nvPr/>
            </p:nvGrpSpPr>
            <p:grpSpPr bwMode="auto">
              <a:xfrm>
                <a:off x="912" y="768"/>
                <a:ext cx="2386" cy="1553"/>
                <a:chOff x="912" y="768"/>
                <a:chExt cx="2386" cy="1553"/>
              </a:xfrm>
              <a:grpFill/>
            </p:grpSpPr>
            <p:sp>
              <p:nvSpPr>
                <p:cNvPr id="107" name="Oval 37"/>
                <p:cNvSpPr>
                  <a:spLocks noChangeArrowheads="1"/>
                </p:cNvSpPr>
                <p:nvPr/>
              </p:nvSpPr>
              <p:spPr bwMode="auto">
                <a:xfrm>
                  <a:off x="1736" y="768"/>
                  <a:ext cx="1027" cy="62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200" b="1">
                    <a:latin typeface="微软雅黑" pitchFamily="34" charset="-122"/>
                    <a:ea typeface="微软雅黑" pitchFamily="34" charset="-122"/>
                  </a:endParaRPr>
                </a:p>
              </p:txBody>
            </p:sp>
            <p:sp>
              <p:nvSpPr>
                <p:cNvPr id="108" name="Oval 38"/>
                <p:cNvSpPr>
                  <a:spLocks noChangeArrowheads="1"/>
                </p:cNvSpPr>
                <p:nvPr/>
              </p:nvSpPr>
              <p:spPr bwMode="auto">
                <a:xfrm>
                  <a:off x="1158" y="941"/>
                  <a:ext cx="781" cy="62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200" b="1">
                    <a:latin typeface="微软雅黑" pitchFamily="34" charset="-122"/>
                    <a:ea typeface="微软雅黑" pitchFamily="34" charset="-122"/>
                  </a:endParaRPr>
                </a:p>
              </p:txBody>
            </p:sp>
            <p:sp>
              <p:nvSpPr>
                <p:cNvPr id="109" name="Oval 39"/>
                <p:cNvSpPr>
                  <a:spLocks noChangeArrowheads="1"/>
                </p:cNvSpPr>
                <p:nvPr/>
              </p:nvSpPr>
              <p:spPr bwMode="auto">
                <a:xfrm>
                  <a:off x="912" y="1333"/>
                  <a:ext cx="520" cy="50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200" b="1">
                    <a:latin typeface="微软雅黑" pitchFamily="34" charset="-122"/>
                    <a:ea typeface="微软雅黑" pitchFamily="34" charset="-122"/>
                  </a:endParaRPr>
                </a:p>
              </p:txBody>
            </p:sp>
            <p:sp>
              <p:nvSpPr>
                <p:cNvPr id="110" name="Oval 40"/>
                <p:cNvSpPr>
                  <a:spLocks noChangeArrowheads="1"/>
                </p:cNvSpPr>
                <p:nvPr/>
              </p:nvSpPr>
              <p:spPr bwMode="auto">
                <a:xfrm>
                  <a:off x="1071" y="1568"/>
                  <a:ext cx="795" cy="54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200" b="1">
                    <a:latin typeface="微软雅黑" pitchFamily="34" charset="-122"/>
                    <a:ea typeface="微软雅黑" pitchFamily="34" charset="-122"/>
                  </a:endParaRPr>
                </a:p>
              </p:txBody>
            </p:sp>
            <p:sp>
              <p:nvSpPr>
                <p:cNvPr id="111" name="Oval 41"/>
                <p:cNvSpPr>
                  <a:spLocks noChangeArrowheads="1"/>
                </p:cNvSpPr>
                <p:nvPr/>
              </p:nvSpPr>
              <p:spPr bwMode="auto">
                <a:xfrm>
                  <a:off x="1649" y="1662"/>
                  <a:ext cx="1200" cy="65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200" b="1">
                    <a:latin typeface="微软雅黑" pitchFamily="34" charset="-122"/>
                    <a:ea typeface="微软雅黑" pitchFamily="34" charset="-122"/>
                  </a:endParaRPr>
                </a:p>
              </p:txBody>
            </p:sp>
            <p:sp>
              <p:nvSpPr>
                <p:cNvPr id="112" name="Oval 42"/>
                <p:cNvSpPr>
                  <a:spLocks noChangeArrowheads="1"/>
                </p:cNvSpPr>
                <p:nvPr/>
              </p:nvSpPr>
              <p:spPr bwMode="auto">
                <a:xfrm>
                  <a:off x="2430" y="956"/>
                  <a:ext cx="752" cy="48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200" b="1">
                    <a:latin typeface="微软雅黑" pitchFamily="34" charset="-122"/>
                    <a:ea typeface="微软雅黑" pitchFamily="34" charset="-122"/>
                  </a:endParaRPr>
                </a:p>
              </p:txBody>
            </p:sp>
            <p:sp>
              <p:nvSpPr>
                <p:cNvPr id="113" name="Oval 43"/>
                <p:cNvSpPr>
                  <a:spLocks noChangeArrowheads="1"/>
                </p:cNvSpPr>
                <p:nvPr/>
              </p:nvSpPr>
              <p:spPr bwMode="auto">
                <a:xfrm>
                  <a:off x="2546" y="1286"/>
                  <a:ext cx="752" cy="48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200" b="1">
                    <a:latin typeface="微软雅黑" pitchFamily="34" charset="-122"/>
                    <a:ea typeface="微软雅黑" pitchFamily="34" charset="-122"/>
                  </a:endParaRPr>
                </a:p>
              </p:txBody>
            </p:sp>
            <p:sp>
              <p:nvSpPr>
                <p:cNvPr id="114" name="Oval 44"/>
                <p:cNvSpPr>
                  <a:spLocks noChangeArrowheads="1"/>
                </p:cNvSpPr>
                <p:nvPr/>
              </p:nvSpPr>
              <p:spPr bwMode="auto">
                <a:xfrm>
                  <a:off x="2473" y="1395"/>
                  <a:ext cx="752" cy="81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200" b="1">
                    <a:latin typeface="微软雅黑" pitchFamily="34" charset="-122"/>
                    <a:ea typeface="微软雅黑" pitchFamily="34" charset="-122"/>
                  </a:endParaRPr>
                </a:p>
              </p:txBody>
            </p:sp>
            <p:sp>
              <p:nvSpPr>
                <p:cNvPr id="115" name="Oval 45"/>
                <p:cNvSpPr>
                  <a:spLocks noChangeArrowheads="1"/>
                </p:cNvSpPr>
                <p:nvPr/>
              </p:nvSpPr>
              <p:spPr bwMode="auto">
                <a:xfrm>
                  <a:off x="1346" y="1144"/>
                  <a:ext cx="1547" cy="81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200" b="1">
                    <a:latin typeface="微软雅黑" pitchFamily="34" charset="-122"/>
                    <a:ea typeface="微软雅黑" pitchFamily="34" charset="-122"/>
                  </a:endParaRPr>
                </a:p>
              </p:txBody>
            </p:sp>
          </p:grpSp>
        </p:grpSp>
        <p:grpSp>
          <p:nvGrpSpPr>
            <p:cNvPr id="13" name="Group 46"/>
            <p:cNvGrpSpPr>
              <a:grpSpLocks/>
            </p:cNvGrpSpPr>
            <p:nvPr/>
          </p:nvGrpSpPr>
          <p:grpSpPr bwMode="auto">
            <a:xfrm>
              <a:off x="4968004" y="1954169"/>
              <a:ext cx="886282" cy="588587"/>
              <a:chOff x="912" y="768"/>
              <a:chExt cx="2400" cy="1584"/>
            </a:xfrm>
            <a:solidFill>
              <a:schemeClr val="bg1"/>
            </a:solidFill>
          </p:grpSpPr>
          <p:sp>
            <p:nvSpPr>
              <p:cNvPr id="75" name="Oval 47"/>
              <p:cNvSpPr>
                <a:spLocks noChangeArrowheads="1"/>
              </p:cNvSpPr>
              <p:nvPr/>
            </p:nvSpPr>
            <p:spPr bwMode="auto">
              <a:xfrm>
                <a:off x="1751" y="799"/>
                <a:ext cx="1026" cy="62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200" b="1">
                  <a:latin typeface="微软雅黑" pitchFamily="34" charset="-122"/>
                  <a:ea typeface="微软雅黑" pitchFamily="34" charset="-122"/>
                </a:endParaRPr>
              </a:p>
            </p:txBody>
          </p:sp>
          <p:sp>
            <p:nvSpPr>
              <p:cNvPr id="76" name="Oval 48"/>
              <p:cNvSpPr>
                <a:spLocks noChangeArrowheads="1"/>
              </p:cNvSpPr>
              <p:nvPr/>
            </p:nvSpPr>
            <p:spPr bwMode="auto">
              <a:xfrm>
                <a:off x="1172" y="972"/>
                <a:ext cx="781" cy="62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200" b="1">
                  <a:latin typeface="微软雅黑" pitchFamily="34" charset="-122"/>
                  <a:ea typeface="微软雅黑" pitchFamily="34" charset="-122"/>
                </a:endParaRPr>
              </a:p>
            </p:txBody>
          </p:sp>
          <p:sp>
            <p:nvSpPr>
              <p:cNvPr id="77" name="Oval 49"/>
              <p:cNvSpPr>
                <a:spLocks noChangeArrowheads="1"/>
              </p:cNvSpPr>
              <p:nvPr/>
            </p:nvSpPr>
            <p:spPr bwMode="auto">
              <a:xfrm>
                <a:off x="926" y="1364"/>
                <a:ext cx="521" cy="50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200" b="1">
                  <a:latin typeface="微软雅黑" pitchFamily="34" charset="-122"/>
                  <a:ea typeface="微软雅黑" pitchFamily="34" charset="-122"/>
                </a:endParaRPr>
              </a:p>
            </p:txBody>
          </p:sp>
          <p:sp>
            <p:nvSpPr>
              <p:cNvPr id="78" name="Oval 50"/>
              <p:cNvSpPr>
                <a:spLocks noChangeArrowheads="1"/>
              </p:cNvSpPr>
              <p:nvPr/>
            </p:nvSpPr>
            <p:spPr bwMode="auto">
              <a:xfrm>
                <a:off x="1085" y="1599"/>
                <a:ext cx="796" cy="54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200" b="1">
                  <a:latin typeface="微软雅黑" pitchFamily="34" charset="-122"/>
                  <a:ea typeface="微软雅黑" pitchFamily="34" charset="-122"/>
                </a:endParaRPr>
              </a:p>
            </p:txBody>
          </p:sp>
          <p:sp>
            <p:nvSpPr>
              <p:cNvPr id="79" name="Oval 51"/>
              <p:cNvSpPr>
                <a:spLocks noChangeArrowheads="1"/>
              </p:cNvSpPr>
              <p:nvPr/>
            </p:nvSpPr>
            <p:spPr bwMode="auto">
              <a:xfrm>
                <a:off x="1664" y="1693"/>
                <a:ext cx="1200" cy="65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200" b="1">
                  <a:latin typeface="微软雅黑" pitchFamily="34" charset="-122"/>
                  <a:ea typeface="微软雅黑" pitchFamily="34" charset="-122"/>
                </a:endParaRPr>
              </a:p>
            </p:txBody>
          </p:sp>
          <p:sp>
            <p:nvSpPr>
              <p:cNvPr id="80" name="Oval 52"/>
              <p:cNvSpPr>
                <a:spLocks noChangeArrowheads="1"/>
              </p:cNvSpPr>
              <p:nvPr/>
            </p:nvSpPr>
            <p:spPr bwMode="auto">
              <a:xfrm>
                <a:off x="2445" y="988"/>
                <a:ext cx="751" cy="48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200" b="1">
                  <a:latin typeface="微软雅黑" pitchFamily="34" charset="-122"/>
                  <a:ea typeface="微软雅黑" pitchFamily="34" charset="-122"/>
                </a:endParaRPr>
              </a:p>
            </p:txBody>
          </p:sp>
          <p:sp>
            <p:nvSpPr>
              <p:cNvPr id="81" name="Oval 53"/>
              <p:cNvSpPr>
                <a:spLocks noChangeArrowheads="1"/>
              </p:cNvSpPr>
              <p:nvPr/>
            </p:nvSpPr>
            <p:spPr bwMode="auto">
              <a:xfrm>
                <a:off x="2560" y="1317"/>
                <a:ext cx="752" cy="48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200" b="1">
                  <a:latin typeface="微软雅黑" pitchFamily="34" charset="-122"/>
                  <a:ea typeface="微软雅黑" pitchFamily="34" charset="-122"/>
                </a:endParaRPr>
              </a:p>
            </p:txBody>
          </p:sp>
          <p:sp>
            <p:nvSpPr>
              <p:cNvPr id="85" name="Oval 54"/>
              <p:cNvSpPr>
                <a:spLocks noChangeArrowheads="1"/>
              </p:cNvSpPr>
              <p:nvPr/>
            </p:nvSpPr>
            <p:spPr bwMode="auto">
              <a:xfrm>
                <a:off x="2488" y="1427"/>
                <a:ext cx="752" cy="81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200" b="1">
                  <a:latin typeface="微软雅黑" pitchFamily="34" charset="-122"/>
                  <a:ea typeface="微软雅黑" pitchFamily="34" charset="-122"/>
                </a:endParaRPr>
              </a:p>
            </p:txBody>
          </p:sp>
          <p:sp>
            <p:nvSpPr>
              <p:cNvPr id="86" name="Oval 55"/>
              <p:cNvSpPr>
                <a:spLocks noChangeArrowheads="1"/>
              </p:cNvSpPr>
              <p:nvPr/>
            </p:nvSpPr>
            <p:spPr bwMode="auto">
              <a:xfrm>
                <a:off x="1360" y="1176"/>
                <a:ext cx="1547" cy="81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200" b="1">
                  <a:latin typeface="微软雅黑" pitchFamily="34" charset="-122"/>
                  <a:ea typeface="微软雅黑" pitchFamily="34" charset="-122"/>
                </a:endParaRPr>
              </a:p>
            </p:txBody>
          </p:sp>
          <p:grpSp>
            <p:nvGrpSpPr>
              <p:cNvPr id="87" name="Group 56"/>
              <p:cNvGrpSpPr>
                <a:grpSpLocks/>
              </p:cNvGrpSpPr>
              <p:nvPr/>
            </p:nvGrpSpPr>
            <p:grpSpPr bwMode="auto">
              <a:xfrm>
                <a:off x="912" y="768"/>
                <a:ext cx="2386" cy="1553"/>
                <a:chOff x="912" y="768"/>
                <a:chExt cx="2386" cy="1553"/>
              </a:xfrm>
              <a:grpFill/>
            </p:grpSpPr>
            <p:sp>
              <p:nvSpPr>
                <p:cNvPr id="88" name="Oval 57"/>
                <p:cNvSpPr>
                  <a:spLocks noChangeArrowheads="1"/>
                </p:cNvSpPr>
                <p:nvPr/>
              </p:nvSpPr>
              <p:spPr bwMode="auto">
                <a:xfrm>
                  <a:off x="1736" y="768"/>
                  <a:ext cx="1027" cy="62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200" b="1">
                    <a:latin typeface="微软雅黑" pitchFamily="34" charset="-122"/>
                    <a:ea typeface="微软雅黑" pitchFamily="34" charset="-122"/>
                  </a:endParaRPr>
                </a:p>
              </p:txBody>
            </p:sp>
            <p:sp>
              <p:nvSpPr>
                <p:cNvPr id="89" name="Oval 58"/>
                <p:cNvSpPr>
                  <a:spLocks noChangeArrowheads="1"/>
                </p:cNvSpPr>
                <p:nvPr/>
              </p:nvSpPr>
              <p:spPr bwMode="auto">
                <a:xfrm>
                  <a:off x="1158" y="941"/>
                  <a:ext cx="781" cy="62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200" b="1">
                    <a:latin typeface="微软雅黑" pitchFamily="34" charset="-122"/>
                    <a:ea typeface="微软雅黑" pitchFamily="34" charset="-122"/>
                  </a:endParaRPr>
                </a:p>
              </p:txBody>
            </p:sp>
            <p:sp>
              <p:nvSpPr>
                <p:cNvPr id="90" name="Oval 59"/>
                <p:cNvSpPr>
                  <a:spLocks noChangeArrowheads="1"/>
                </p:cNvSpPr>
                <p:nvPr/>
              </p:nvSpPr>
              <p:spPr bwMode="auto">
                <a:xfrm>
                  <a:off x="912" y="1333"/>
                  <a:ext cx="520" cy="50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200" b="1">
                    <a:latin typeface="微软雅黑" pitchFamily="34" charset="-122"/>
                    <a:ea typeface="微软雅黑" pitchFamily="34" charset="-122"/>
                  </a:endParaRPr>
                </a:p>
              </p:txBody>
            </p:sp>
            <p:sp>
              <p:nvSpPr>
                <p:cNvPr id="91" name="Oval 60"/>
                <p:cNvSpPr>
                  <a:spLocks noChangeArrowheads="1"/>
                </p:cNvSpPr>
                <p:nvPr/>
              </p:nvSpPr>
              <p:spPr bwMode="auto">
                <a:xfrm>
                  <a:off x="1071" y="1568"/>
                  <a:ext cx="795" cy="54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200" b="1">
                    <a:latin typeface="微软雅黑" pitchFamily="34" charset="-122"/>
                    <a:ea typeface="微软雅黑" pitchFamily="34" charset="-122"/>
                  </a:endParaRPr>
                </a:p>
              </p:txBody>
            </p:sp>
            <p:sp>
              <p:nvSpPr>
                <p:cNvPr id="92" name="Oval 61"/>
                <p:cNvSpPr>
                  <a:spLocks noChangeArrowheads="1"/>
                </p:cNvSpPr>
                <p:nvPr/>
              </p:nvSpPr>
              <p:spPr bwMode="auto">
                <a:xfrm>
                  <a:off x="1649" y="1662"/>
                  <a:ext cx="1200" cy="65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200" b="1">
                    <a:latin typeface="微软雅黑" pitchFamily="34" charset="-122"/>
                    <a:ea typeface="微软雅黑" pitchFamily="34" charset="-122"/>
                  </a:endParaRPr>
                </a:p>
              </p:txBody>
            </p:sp>
            <p:sp>
              <p:nvSpPr>
                <p:cNvPr id="93" name="Oval 62"/>
                <p:cNvSpPr>
                  <a:spLocks noChangeArrowheads="1"/>
                </p:cNvSpPr>
                <p:nvPr/>
              </p:nvSpPr>
              <p:spPr bwMode="auto">
                <a:xfrm>
                  <a:off x="2430" y="956"/>
                  <a:ext cx="752" cy="48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200" b="1">
                    <a:latin typeface="微软雅黑" pitchFamily="34" charset="-122"/>
                    <a:ea typeface="微软雅黑" pitchFamily="34" charset="-122"/>
                  </a:endParaRPr>
                </a:p>
              </p:txBody>
            </p:sp>
            <p:sp>
              <p:nvSpPr>
                <p:cNvPr id="94" name="Oval 63"/>
                <p:cNvSpPr>
                  <a:spLocks noChangeArrowheads="1"/>
                </p:cNvSpPr>
                <p:nvPr/>
              </p:nvSpPr>
              <p:spPr bwMode="auto">
                <a:xfrm>
                  <a:off x="2546" y="1286"/>
                  <a:ext cx="752" cy="48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200" b="1">
                    <a:latin typeface="微软雅黑" pitchFamily="34" charset="-122"/>
                    <a:ea typeface="微软雅黑" pitchFamily="34" charset="-122"/>
                  </a:endParaRPr>
                </a:p>
              </p:txBody>
            </p:sp>
            <p:sp>
              <p:nvSpPr>
                <p:cNvPr id="95" name="Oval 64"/>
                <p:cNvSpPr>
                  <a:spLocks noChangeArrowheads="1"/>
                </p:cNvSpPr>
                <p:nvPr/>
              </p:nvSpPr>
              <p:spPr bwMode="auto">
                <a:xfrm>
                  <a:off x="2473" y="1395"/>
                  <a:ext cx="752" cy="81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200" b="1">
                    <a:latin typeface="微软雅黑" pitchFamily="34" charset="-122"/>
                    <a:ea typeface="微软雅黑" pitchFamily="34" charset="-122"/>
                  </a:endParaRPr>
                </a:p>
              </p:txBody>
            </p:sp>
            <p:sp>
              <p:nvSpPr>
                <p:cNvPr id="96" name="Oval 65"/>
                <p:cNvSpPr>
                  <a:spLocks noChangeArrowheads="1"/>
                </p:cNvSpPr>
                <p:nvPr/>
              </p:nvSpPr>
              <p:spPr bwMode="auto">
                <a:xfrm>
                  <a:off x="1346" y="1144"/>
                  <a:ext cx="1547" cy="81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200" b="1">
                    <a:latin typeface="微软雅黑" pitchFamily="34" charset="-122"/>
                    <a:ea typeface="微软雅黑" pitchFamily="34" charset="-122"/>
                  </a:endParaRPr>
                </a:p>
              </p:txBody>
            </p:sp>
          </p:grpSp>
        </p:grpSp>
        <p:grpSp>
          <p:nvGrpSpPr>
            <p:cNvPr id="14" name="Group 66"/>
            <p:cNvGrpSpPr>
              <a:grpSpLocks/>
            </p:cNvGrpSpPr>
            <p:nvPr/>
          </p:nvGrpSpPr>
          <p:grpSpPr bwMode="auto">
            <a:xfrm>
              <a:off x="3146816" y="1931727"/>
              <a:ext cx="886282" cy="587568"/>
              <a:chOff x="912" y="768"/>
              <a:chExt cx="2400" cy="1584"/>
            </a:xfrm>
            <a:solidFill>
              <a:schemeClr val="bg1"/>
            </a:solidFill>
          </p:grpSpPr>
          <p:sp>
            <p:nvSpPr>
              <p:cNvPr id="56" name="Oval 67"/>
              <p:cNvSpPr>
                <a:spLocks noChangeArrowheads="1"/>
              </p:cNvSpPr>
              <p:nvPr/>
            </p:nvSpPr>
            <p:spPr bwMode="auto">
              <a:xfrm>
                <a:off x="1751" y="799"/>
                <a:ext cx="1026" cy="62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200" b="1">
                  <a:latin typeface="微软雅黑" pitchFamily="34" charset="-122"/>
                  <a:ea typeface="微软雅黑" pitchFamily="34" charset="-122"/>
                </a:endParaRPr>
              </a:p>
            </p:txBody>
          </p:sp>
          <p:sp>
            <p:nvSpPr>
              <p:cNvPr id="57" name="Oval 68"/>
              <p:cNvSpPr>
                <a:spLocks noChangeArrowheads="1"/>
              </p:cNvSpPr>
              <p:nvPr/>
            </p:nvSpPr>
            <p:spPr bwMode="auto">
              <a:xfrm>
                <a:off x="1172" y="972"/>
                <a:ext cx="781" cy="62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200" b="1">
                  <a:latin typeface="微软雅黑" pitchFamily="34" charset="-122"/>
                  <a:ea typeface="微软雅黑" pitchFamily="34" charset="-122"/>
                </a:endParaRPr>
              </a:p>
            </p:txBody>
          </p:sp>
          <p:sp>
            <p:nvSpPr>
              <p:cNvPr id="58" name="Oval 69"/>
              <p:cNvSpPr>
                <a:spLocks noChangeArrowheads="1"/>
              </p:cNvSpPr>
              <p:nvPr/>
            </p:nvSpPr>
            <p:spPr bwMode="auto">
              <a:xfrm>
                <a:off x="926" y="1364"/>
                <a:ext cx="521" cy="50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200" b="1">
                  <a:latin typeface="微软雅黑" pitchFamily="34" charset="-122"/>
                  <a:ea typeface="微软雅黑" pitchFamily="34" charset="-122"/>
                </a:endParaRPr>
              </a:p>
            </p:txBody>
          </p:sp>
          <p:sp>
            <p:nvSpPr>
              <p:cNvPr id="59" name="Oval 70"/>
              <p:cNvSpPr>
                <a:spLocks noChangeArrowheads="1"/>
              </p:cNvSpPr>
              <p:nvPr/>
            </p:nvSpPr>
            <p:spPr bwMode="auto">
              <a:xfrm>
                <a:off x="1085" y="1599"/>
                <a:ext cx="796" cy="54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200" b="1">
                  <a:latin typeface="微软雅黑" pitchFamily="34" charset="-122"/>
                  <a:ea typeface="微软雅黑" pitchFamily="34" charset="-122"/>
                </a:endParaRPr>
              </a:p>
            </p:txBody>
          </p:sp>
          <p:sp>
            <p:nvSpPr>
              <p:cNvPr id="60" name="Oval 71"/>
              <p:cNvSpPr>
                <a:spLocks noChangeArrowheads="1"/>
              </p:cNvSpPr>
              <p:nvPr/>
            </p:nvSpPr>
            <p:spPr bwMode="auto">
              <a:xfrm>
                <a:off x="1664" y="1693"/>
                <a:ext cx="1200" cy="65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200" b="1">
                  <a:latin typeface="微软雅黑" pitchFamily="34" charset="-122"/>
                  <a:ea typeface="微软雅黑" pitchFamily="34" charset="-122"/>
                </a:endParaRPr>
              </a:p>
            </p:txBody>
          </p:sp>
          <p:sp>
            <p:nvSpPr>
              <p:cNvPr id="61" name="Oval 72"/>
              <p:cNvSpPr>
                <a:spLocks noChangeArrowheads="1"/>
              </p:cNvSpPr>
              <p:nvPr/>
            </p:nvSpPr>
            <p:spPr bwMode="auto">
              <a:xfrm>
                <a:off x="2445" y="988"/>
                <a:ext cx="751" cy="48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200" b="1">
                  <a:latin typeface="微软雅黑" pitchFamily="34" charset="-122"/>
                  <a:ea typeface="微软雅黑" pitchFamily="34" charset="-122"/>
                </a:endParaRPr>
              </a:p>
            </p:txBody>
          </p:sp>
          <p:sp>
            <p:nvSpPr>
              <p:cNvPr id="62" name="Oval 73"/>
              <p:cNvSpPr>
                <a:spLocks noChangeArrowheads="1"/>
              </p:cNvSpPr>
              <p:nvPr/>
            </p:nvSpPr>
            <p:spPr bwMode="auto">
              <a:xfrm>
                <a:off x="2560" y="1317"/>
                <a:ext cx="752" cy="48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200" b="1">
                  <a:latin typeface="微软雅黑" pitchFamily="34" charset="-122"/>
                  <a:ea typeface="微软雅黑" pitchFamily="34" charset="-122"/>
                </a:endParaRPr>
              </a:p>
            </p:txBody>
          </p:sp>
          <p:sp>
            <p:nvSpPr>
              <p:cNvPr id="63" name="Oval 74"/>
              <p:cNvSpPr>
                <a:spLocks noChangeArrowheads="1"/>
              </p:cNvSpPr>
              <p:nvPr/>
            </p:nvSpPr>
            <p:spPr bwMode="auto">
              <a:xfrm>
                <a:off x="2488" y="1427"/>
                <a:ext cx="752" cy="81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200" b="1">
                  <a:latin typeface="微软雅黑" pitchFamily="34" charset="-122"/>
                  <a:ea typeface="微软雅黑" pitchFamily="34" charset="-122"/>
                </a:endParaRPr>
              </a:p>
            </p:txBody>
          </p:sp>
          <p:sp>
            <p:nvSpPr>
              <p:cNvPr id="64" name="Oval 75"/>
              <p:cNvSpPr>
                <a:spLocks noChangeArrowheads="1"/>
              </p:cNvSpPr>
              <p:nvPr/>
            </p:nvSpPr>
            <p:spPr bwMode="auto">
              <a:xfrm>
                <a:off x="1360" y="1176"/>
                <a:ext cx="1547" cy="81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200" b="1">
                  <a:latin typeface="微软雅黑" pitchFamily="34" charset="-122"/>
                  <a:ea typeface="微软雅黑" pitchFamily="34" charset="-122"/>
                </a:endParaRPr>
              </a:p>
            </p:txBody>
          </p:sp>
          <p:grpSp>
            <p:nvGrpSpPr>
              <p:cNvPr id="65" name="Group 76"/>
              <p:cNvGrpSpPr>
                <a:grpSpLocks/>
              </p:cNvGrpSpPr>
              <p:nvPr/>
            </p:nvGrpSpPr>
            <p:grpSpPr bwMode="auto">
              <a:xfrm>
                <a:off x="912" y="768"/>
                <a:ext cx="2386" cy="1553"/>
                <a:chOff x="912" y="768"/>
                <a:chExt cx="2386" cy="1553"/>
              </a:xfrm>
              <a:grpFill/>
            </p:grpSpPr>
            <p:sp>
              <p:nvSpPr>
                <p:cNvPr id="66" name="Oval 77"/>
                <p:cNvSpPr>
                  <a:spLocks noChangeArrowheads="1"/>
                </p:cNvSpPr>
                <p:nvPr/>
              </p:nvSpPr>
              <p:spPr bwMode="auto">
                <a:xfrm>
                  <a:off x="1736" y="768"/>
                  <a:ext cx="1027" cy="62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200" b="1">
                    <a:latin typeface="微软雅黑" pitchFamily="34" charset="-122"/>
                    <a:ea typeface="微软雅黑" pitchFamily="34" charset="-122"/>
                  </a:endParaRPr>
                </a:p>
              </p:txBody>
            </p:sp>
            <p:sp>
              <p:nvSpPr>
                <p:cNvPr id="67" name="Oval 78"/>
                <p:cNvSpPr>
                  <a:spLocks noChangeArrowheads="1"/>
                </p:cNvSpPr>
                <p:nvPr/>
              </p:nvSpPr>
              <p:spPr bwMode="auto">
                <a:xfrm>
                  <a:off x="1158" y="941"/>
                  <a:ext cx="781" cy="62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200" b="1">
                    <a:latin typeface="微软雅黑" pitchFamily="34" charset="-122"/>
                    <a:ea typeface="微软雅黑" pitchFamily="34" charset="-122"/>
                  </a:endParaRPr>
                </a:p>
              </p:txBody>
            </p:sp>
            <p:sp>
              <p:nvSpPr>
                <p:cNvPr id="68" name="Oval 79"/>
                <p:cNvSpPr>
                  <a:spLocks noChangeArrowheads="1"/>
                </p:cNvSpPr>
                <p:nvPr/>
              </p:nvSpPr>
              <p:spPr bwMode="auto">
                <a:xfrm>
                  <a:off x="912" y="1333"/>
                  <a:ext cx="520" cy="50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200" b="1">
                    <a:latin typeface="微软雅黑" pitchFamily="34" charset="-122"/>
                    <a:ea typeface="微软雅黑" pitchFamily="34" charset="-122"/>
                  </a:endParaRPr>
                </a:p>
              </p:txBody>
            </p:sp>
            <p:sp>
              <p:nvSpPr>
                <p:cNvPr id="69" name="Oval 80"/>
                <p:cNvSpPr>
                  <a:spLocks noChangeArrowheads="1"/>
                </p:cNvSpPr>
                <p:nvPr/>
              </p:nvSpPr>
              <p:spPr bwMode="auto">
                <a:xfrm>
                  <a:off x="1071" y="1568"/>
                  <a:ext cx="795" cy="54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200" b="1">
                    <a:latin typeface="微软雅黑" pitchFamily="34" charset="-122"/>
                    <a:ea typeface="微软雅黑" pitchFamily="34" charset="-122"/>
                  </a:endParaRPr>
                </a:p>
              </p:txBody>
            </p:sp>
            <p:sp>
              <p:nvSpPr>
                <p:cNvPr id="70" name="Oval 81"/>
                <p:cNvSpPr>
                  <a:spLocks noChangeArrowheads="1"/>
                </p:cNvSpPr>
                <p:nvPr/>
              </p:nvSpPr>
              <p:spPr bwMode="auto">
                <a:xfrm>
                  <a:off x="1649" y="1662"/>
                  <a:ext cx="1200" cy="65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200" b="1">
                    <a:latin typeface="微软雅黑" pitchFamily="34" charset="-122"/>
                    <a:ea typeface="微软雅黑" pitchFamily="34" charset="-122"/>
                  </a:endParaRPr>
                </a:p>
              </p:txBody>
            </p:sp>
            <p:sp>
              <p:nvSpPr>
                <p:cNvPr id="71" name="Oval 82"/>
                <p:cNvSpPr>
                  <a:spLocks noChangeArrowheads="1"/>
                </p:cNvSpPr>
                <p:nvPr/>
              </p:nvSpPr>
              <p:spPr bwMode="auto">
                <a:xfrm>
                  <a:off x="2430" y="956"/>
                  <a:ext cx="752" cy="48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200" b="1">
                    <a:latin typeface="微软雅黑" pitchFamily="34" charset="-122"/>
                    <a:ea typeface="微软雅黑" pitchFamily="34" charset="-122"/>
                  </a:endParaRPr>
                </a:p>
              </p:txBody>
            </p:sp>
            <p:sp>
              <p:nvSpPr>
                <p:cNvPr id="72" name="Oval 83"/>
                <p:cNvSpPr>
                  <a:spLocks noChangeArrowheads="1"/>
                </p:cNvSpPr>
                <p:nvPr/>
              </p:nvSpPr>
              <p:spPr bwMode="auto">
                <a:xfrm>
                  <a:off x="2546" y="1286"/>
                  <a:ext cx="752" cy="48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200" b="1">
                    <a:latin typeface="微软雅黑" pitchFamily="34" charset="-122"/>
                    <a:ea typeface="微软雅黑" pitchFamily="34" charset="-122"/>
                  </a:endParaRPr>
                </a:p>
              </p:txBody>
            </p:sp>
            <p:sp>
              <p:nvSpPr>
                <p:cNvPr id="73" name="Oval 84"/>
                <p:cNvSpPr>
                  <a:spLocks noChangeArrowheads="1"/>
                </p:cNvSpPr>
                <p:nvPr/>
              </p:nvSpPr>
              <p:spPr bwMode="auto">
                <a:xfrm>
                  <a:off x="2473" y="1395"/>
                  <a:ext cx="752" cy="81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200" b="1">
                    <a:latin typeface="微软雅黑" pitchFamily="34" charset="-122"/>
                    <a:ea typeface="微软雅黑" pitchFamily="34" charset="-122"/>
                  </a:endParaRPr>
                </a:p>
              </p:txBody>
            </p:sp>
            <p:sp>
              <p:nvSpPr>
                <p:cNvPr id="74" name="Oval 85"/>
                <p:cNvSpPr>
                  <a:spLocks noChangeArrowheads="1"/>
                </p:cNvSpPr>
                <p:nvPr/>
              </p:nvSpPr>
              <p:spPr bwMode="auto">
                <a:xfrm>
                  <a:off x="1346" y="1144"/>
                  <a:ext cx="1547" cy="81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200" b="1">
                    <a:latin typeface="微软雅黑" pitchFamily="34" charset="-122"/>
                    <a:ea typeface="微软雅黑" pitchFamily="34" charset="-122"/>
                  </a:endParaRPr>
                </a:p>
              </p:txBody>
            </p:sp>
          </p:grpSp>
        </p:grpSp>
        <p:sp>
          <p:nvSpPr>
            <p:cNvPr id="15" name="Text Box 86"/>
            <p:cNvSpPr txBox="1">
              <a:spLocks noChangeArrowheads="1"/>
            </p:cNvSpPr>
            <p:nvPr/>
          </p:nvSpPr>
          <p:spPr bwMode="auto">
            <a:xfrm>
              <a:off x="1368727" y="2010655"/>
              <a:ext cx="737702"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100" b="1" dirty="0">
                  <a:solidFill>
                    <a:srgbClr val="0000CC"/>
                  </a:solidFill>
                  <a:latin typeface="微软雅黑" pitchFamily="34" charset="-122"/>
                  <a:ea typeface="微软雅黑" pitchFamily="34" charset="-122"/>
                </a:rPr>
                <a:t>网 </a:t>
              </a:r>
              <a:r>
                <a:rPr kumimoji="1" lang="en-US" altLang="zh-CN" sz="1100" b="1" dirty="0">
                  <a:solidFill>
                    <a:srgbClr val="0000CC"/>
                  </a:solidFill>
                  <a:latin typeface="微软雅黑" pitchFamily="34" charset="-122"/>
                  <a:ea typeface="微软雅黑" pitchFamily="34" charset="-122"/>
                </a:rPr>
                <a:t>1</a:t>
              </a:r>
            </a:p>
            <a:p>
              <a:pPr algn="ctr"/>
              <a:r>
                <a:rPr kumimoji="1" lang="en-US" altLang="zh-CN" sz="1100" b="1" dirty="0">
                  <a:solidFill>
                    <a:srgbClr val="0000CC"/>
                  </a:solidFill>
                  <a:latin typeface="微软雅黑" pitchFamily="34" charset="-122"/>
                  <a:ea typeface="微软雅黑" pitchFamily="34" charset="-122"/>
                </a:rPr>
                <a:t>15.0.0.0</a:t>
              </a:r>
            </a:p>
          </p:txBody>
        </p:sp>
        <p:sp>
          <p:nvSpPr>
            <p:cNvPr id="16" name="Text Box 87"/>
            <p:cNvSpPr txBox="1">
              <a:spLocks noChangeArrowheads="1"/>
            </p:cNvSpPr>
            <p:nvPr/>
          </p:nvSpPr>
          <p:spPr bwMode="auto">
            <a:xfrm>
              <a:off x="6838072" y="2010655"/>
              <a:ext cx="737702"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100" b="1" dirty="0">
                  <a:solidFill>
                    <a:srgbClr val="0000CC"/>
                  </a:solidFill>
                  <a:latin typeface="微软雅黑" pitchFamily="34" charset="-122"/>
                  <a:ea typeface="微软雅黑" pitchFamily="34" charset="-122"/>
                </a:rPr>
                <a:t>网 </a:t>
              </a:r>
              <a:r>
                <a:rPr kumimoji="1" lang="en-US" altLang="zh-CN" sz="1100" b="1" dirty="0">
                  <a:solidFill>
                    <a:srgbClr val="0000CC"/>
                  </a:solidFill>
                  <a:latin typeface="微软雅黑" pitchFamily="34" charset="-122"/>
                  <a:ea typeface="微软雅黑" pitchFamily="34" charset="-122"/>
                </a:rPr>
                <a:t>4</a:t>
              </a:r>
            </a:p>
            <a:p>
              <a:pPr algn="ctr"/>
              <a:r>
                <a:rPr kumimoji="1" lang="en-US" altLang="zh-CN" sz="1100" b="1" dirty="0">
                  <a:solidFill>
                    <a:srgbClr val="0000CC"/>
                  </a:solidFill>
                  <a:latin typeface="微软雅黑" pitchFamily="34" charset="-122"/>
                  <a:ea typeface="微软雅黑" pitchFamily="34" charset="-122"/>
                </a:rPr>
                <a:t>40.0.0.0</a:t>
              </a:r>
            </a:p>
          </p:txBody>
        </p:sp>
        <p:sp>
          <p:nvSpPr>
            <p:cNvPr id="17" name="Text Box 88"/>
            <p:cNvSpPr txBox="1">
              <a:spLocks noChangeArrowheads="1"/>
            </p:cNvSpPr>
            <p:nvPr/>
          </p:nvSpPr>
          <p:spPr bwMode="auto">
            <a:xfrm>
              <a:off x="5065252" y="2010655"/>
              <a:ext cx="737702"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100" b="1" dirty="0">
                  <a:solidFill>
                    <a:srgbClr val="0000CC"/>
                  </a:solidFill>
                  <a:latin typeface="微软雅黑" pitchFamily="34" charset="-122"/>
                  <a:ea typeface="微软雅黑" pitchFamily="34" charset="-122"/>
                </a:rPr>
                <a:t>网 </a:t>
              </a:r>
              <a:r>
                <a:rPr kumimoji="1" lang="en-US" altLang="zh-CN" sz="1100" b="1" dirty="0">
                  <a:solidFill>
                    <a:srgbClr val="0000CC"/>
                  </a:solidFill>
                  <a:latin typeface="微软雅黑" pitchFamily="34" charset="-122"/>
                  <a:ea typeface="微软雅黑" pitchFamily="34" charset="-122"/>
                </a:rPr>
                <a:t>3</a:t>
              </a:r>
            </a:p>
            <a:p>
              <a:pPr algn="ctr"/>
              <a:r>
                <a:rPr kumimoji="1" lang="en-US" altLang="zh-CN" sz="1100" b="1" dirty="0">
                  <a:solidFill>
                    <a:srgbClr val="0000CC"/>
                  </a:solidFill>
                  <a:latin typeface="微软雅黑" pitchFamily="34" charset="-122"/>
                  <a:ea typeface="微软雅黑" pitchFamily="34" charset="-122"/>
                </a:rPr>
                <a:t>30.0.0.0</a:t>
              </a:r>
            </a:p>
          </p:txBody>
        </p:sp>
        <p:sp>
          <p:nvSpPr>
            <p:cNvPr id="18" name="Text Box 89"/>
            <p:cNvSpPr txBox="1">
              <a:spLocks noChangeArrowheads="1"/>
            </p:cNvSpPr>
            <p:nvPr/>
          </p:nvSpPr>
          <p:spPr bwMode="auto">
            <a:xfrm>
              <a:off x="3244063" y="2010655"/>
              <a:ext cx="737702"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100" b="1" dirty="0">
                  <a:solidFill>
                    <a:srgbClr val="0000CC"/>
                  </a:solidFill>
                  <a:latin typeface="微软雅黑" pitchFamily="34" charset="-122"/>
                  <a:ea typeface="微软雅黑" pitchFamily="34" charset="-122"/>
                </a:rPr>
                <a:t>网 </a:t>
              </a:r>
              <a:r>
                <a:rPr kumimoji="1" lang="en-US" altLang="zh-CN" sz="1100" b="1" dirty="0">
                  <a:solidFill>
                    <a:srgbClr val="0000CC"/>
                  </a:solidFill>
                  <a:latin typeface="微软雅黑" pitchFamily="34" charset="-122"/>
                  <a:ea typeface="微软雅黑" pitchFamily="34" charset="-122"/>
                </a:rPr>
                <a:t>2</a:t>
              </a:r>
            </a:p>
            <a:p>
              <a:pPr algn="ctr"/>
              <a:r>
                <a:rPr kumimoji="1" lang="en-US" altLang="zh-CN" sz="1100" b="1" dirty="0">
                  <a:solidFill>
                    <a:srgbClr val="0000CC"/>
                  </a:solidFill>
                  <a:latin typeface="微软雅黑" pitchFamily="34" charset="-122"/>
                  <a:ea typeface="微软雅黑" pitchFamily="34" charset="-122"/>
                </a:rPr>
                <a:t>20.0.0.0</a:t>
              </a:r>
            </a:p>
          </p:txBody>
        </p:sp>
        <p:sp>
          <p:nvSpPr>
            <p:cNvPr id="19" name="Text Box 90"/>
            <p:cNvSpPr txBox="1">
              <a:spLocks noChangeArrowheads="1"/>
            </p:cNvSpPr>
            <p:nvPr/>
          </p:nvSpPr>
          <p:spPr bwMode="auto">
            <a:xfrm>
              <a:off x="1809657" y="1688948"/>
              <a:ext cx="78739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15.0.0.4</a:t>
              </a:r>
            </a:p>
          </p:txBody>
        </p:sp>
        <p:sp>
          <p:nvSpPr>
            <p:cNvPr id="20" name="Text Box 91"/>
            <p:cNvSpPr txBox="1">
              <a:spLocks noChangeArrowheads="1"/>
            </p:cNvSpPr>
            <p:nvPr/>
          </p:nvSpPr>
          <p:spPr bwMode="auto">
            <a:xfrm>
              <a:off x="6304057" y="1688948"/>
              <a:ext cx="78739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40.0.0.4</a:t>
              </a:r>
            </a:p>
          </p:txBody>
        </p:sp>
        <p:sp>
          <p:nvSpPr>
            <p:cNvPr id="21" name="Text Box 92"/>
            <p:cNvSpPr txBox="1">
              <a:spLocks noChangeArrowheads="1"/>
            </p:cNvSpPr>
            <p:nvPr/>
          </p:nvSpPr>
          <p:spPr bwMode="auto">
            <a:xfrm>
              <a:off x="4595590" y="1688948"/>
              <a:ext cx="78739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30.0.0.2</a:t>
              </a:r>
            </a:p>
          </p:txBody>
        </p:sp>
        <p:sp>
          <p:nvSpPr>
            <p:cNvPr id="22" name="Text Box 93"/>
            <p:cNvSpPr txBox="1">
              <a:spLocks noChangeArrowheads="1"/>
            </p:cNvSpPr>
            <p:nvPr/>
          </p:nvSpPr>
          <p:spPr bwMode="auto">
            <a:xfrm>
              <a:off x="3724779" y="1688948"/>
              <a:ext cx="78739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20.0.0.9</a:t>
              </a:r>
            </a:p>
          </p:txBody>
        </p:sp>
        <p:sp>
          <p:nvSpPr>
            <p:cNvPr id="23" name="Text Box 94"/>
            <p:cNvSpPr txBox="1">
              <a:spLocks noChangeArrowheads="1"/>
            </p:cNvSpPr>
            <p:nvPr/>
          </p:nvSpPr>
          <p:spPr bwMode="auto">
            <a:xfrm>
              <a:off x="2661682" y="1688948"/>
              <a:ext cx="78739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20.0.0.7</a:t>
              </a:r>
            </a:p>
          </p:txBody>
        </p:sp>
        <p:sp>
          <p:nvSpPr>
            <p:cNvPr id="24" name="Line 95"/>
            <p:cNvSpPr>
              <a:spLocks noChangeShapeType="1"/>
            </p:cNvSpPr>
            <p:nvPr/>
          </p:nvSpPr>
          <p:spPr bwMode="auto">
            <a:xfrm>
              <a:off x="2279321" y="1948048"/>
              <a:ext cx="0" cy="260121"/>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5" name="Line 96"/>
            <p:cNvSpPr>
              <a:spLocks noChangeShapeType="1"/>
            </p:cNvSpPr>
            <p:nvPr/>
          </p:nvSpPr>
          <p:spPr bwMode="auto">
            <a:xfrm>
              <a:off x="3046253" y="1948048"/>
              <a:ext cx="0" cy="260121"/>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6" name="Line 97"/>
            <p:cNvSpPr>
              <a:spLocks noChangeShapeType="1"/>
            </p:cNvSpPr>
            <p:nvPr/>
          </p:nvSpPr>
          <p:spPr bwMode="auto">
            <a:xfrm>
              <a:off x="5997256" y="1948048"/>
              <a:ext cx="0" cy="260121"/>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7" name="Line 98"/>
            <p:cNvSpPr>
              <a:spLocks noChangeShapeType="1"/>
            </p:cNvSpPr>
            <p:nvPr/>
          </p:nvSpPr>
          <p:spPr bwMode="auto">
            <a:xfrm>
              <a:off x="4161544" y="1948048"/>
              <a:ext cx="0" cy="260121"/>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8" name="Line 99"/>
            <p:cNvSpPr>
              <a:spLocks noChangeShapeType="1"/>
            </p:cNvSpPr>
            <p:nvPr/>
          </p:nvSpPr>
          <p:spPr bwMode="auto">
            <a:xfrm>
              <a:off x="6664316" y="1934787"/>
              <a:ext cx="0" cy="259101"/>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9" name="Line 100"/>
            <p:cNvSpPr>
              <a:spLocks noChangeShapeType="1"/>
            </p:cNvSpPr>
            <p:nvPr/>
          </p:nvSpPr>
          <p:spPr bwMode="auto">
            <a:xfrm>
              <a:off x="4910539" y="1948048"/>
              <a:ext cx="0" cy="260121"/>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0" name="Rectangle 101"/>
            <p:cNvSpPr>
              <a:spLocks noChangeArrowheads="1"/>
            </p:cNvSpPr>
            <p:nvPr/>
          </p:nvSpPr>
          <p:spPr bwMode="auto">
            <a:xfrm>
              <a:off x="2769018" y="2912648"/>
              <a:ext cx="3507555" cy="1142492"/>
            </a:xfrm>
            <a:prstGeom prst="rect">
              <a:avLst/>
            </a:prstGeom>
            <a:solidFill>
              <a:srgbClr val="00FFFF"/>
            </a:solidFill>
            <a:ln w="28575">
              <a:solidFill>
                <a:srgbClr val="009900"/>
              </a:solidFill>
              <a:miter lim="800000"/>
              <a:headEnd/>
              <a:tailEnd/>
            </a:ln>
            <a:effectLst/>
          </p:spPr>
          <p:txBody>
            <a:bodyPr wrap="none" anchor="ctr"/>
            <a:lstStyle/>
            <a:p>
              <a:endParaRPr lang="zh-CN" altLang="en-US" sz="1200" b="1">
                <a:latin typeface="微软雅黑" pitchFamily="34" charset="-122"/>
                <a:ea typeface="微软雅黑" pitchFamily="34" charset="-122"/>
              </a:endParaRPr>
            </a:p>
          </p:txBody>
        </p:sp>
        <p:sp>
          <p:nvSpPr>
            <p:cNvPr id="31" name="Line 102"/>
            <p:cNvSpPr>
              <a:spLocks noChangeShapeType="1"/>
            </p:cNvSpPr>
            <p:nvPr/>
          </p:nvSpPr>
          <p:spPr bwMode="auto">
            <a:xfrm>
              <a:off x="2739038" y="3224794"/>
              <a:ext cx="3507555" cy="0"/>
            </a:xfrm>
            <a:prstGeom prst="line">
              <a:avLst/>
            </a:prstGeom>
            <a:noFill/>
            <a:ln w="1905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2" name="Text Box 103"/>
            <p:cNvSpPr txBox="1">
              <a:spLocks noChangeArrowheads="1"/>
            </p:cNvSpPr>
            <p:nvPr/>
          </p:nvSpPr>
          <p:spPr bwMode="auto">
            <a:xfrm>
              <a:off x="2821722" y="2927950"/>
              <a:ext cx="156966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itchFamily="34" charset="-122"/>
                  <a:ea typeface="微软雅黑" pitchFamily="34" charset="-122"/>
                </a:rPr>
                <a:t>目的主机所在的网络</a:t>
              </a:r>
            </a:p>
          </p:txBody>
        </p:sp>
        <p:sp>
          <p:nvSpPr>
            <p:cNvPr id="33" name="Text Box 104"/>
            <p:cNvSpPr txBox="1">
              <a:spLocks noChangeArrowheads="1"/>
            </p:cNvSpPr>
            <p:nvPr/>
          </p:nvSpPr>
          <p:spPr bwMode="auto">
            <a:xfrm>
              <a:off x="4857494" y="2924889"/>
              <a:ext cx="9541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a:latin typeface="微软雅黑" pitchFamily="34" charset="-122"/>
                  <a:ea typeface="微软雅黑" pitchFamily="34" charset="-122"/>
                </a:rPr>
                <a:t>下一跳地址</a:t>
              </a:r>
            </a:p>
          </p:txBody>
        </p:sp>
        <p:sp>
          <p:nvSpPr>
            <p:cNvPr id="34" name="Line 105"/>
            <p:cNvSpPr>
              <a:spLocks noChangeShapeType="1"/>
            </p:cNvSpPr>
            <p:nvPr/>
          </p:nvSpPr>
          <p:spPr bwMode="auto">
            <a:xfrm>
              <a:off x="4492815" y="2912648"/>
              <a:ext cx="0" cy="1142492"/>
            </a:xfrm>
            <a:prstGeom prst="line">
              <a:avLst/>
            </a:prstGeom>
            <a:noFill/>
            <a:ln w="1905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5" name="Line 106"/>
            <p:cNvSpPr>
              <a:spLocks noChangeShapeType="1"/>
            </p:cNvSpPr>
            <p:nvPr/>
          </p:nvSpPr>
          <p:spPr bwMode="auto">
            <a:xfrm>
              <a:off x="2739038" y="3431870"/>
              <a:ext cx="3507555" cy="0"/>
            </a:xfrm>
            <a:prstGeom prst="line">
              <a:avLst/>
            </a:prstGeom>
            <a:noFill/>
            <a:ln w="1905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6" name="Line 107"/>
            <p:cNvSpPr>
              <a:spLocks noChangeShapeType="1"/>
            </p:cNvSpPr>
            <p:nvPr/>
          </p:nvSpPr>
          <p:spPr bwMode="auto">
            <a:xfrm>
              <a:off x="2739038" y="3639967"/>
              <a:ext cx="3507555" cy="0"/>
            </a:xfrm>
            <a:prstGeom prst="line">
              <a:avLst/>
            </a:prstGeom>
            <a:noFill/>
            <a:ln w="1905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7" name="Line 108"/>
            <p:cNvSpPr>
              <a:spLocks noChangeShapeType="1"/>
            </p:cNvSpPr>
            <p:nvPr/>
          </p:nvSpPr>
          <p:spPr bwMode="auto">
            <a:xfrm>
              <a:off x="2739038" y="3848064"/>
              <a:ext cx="3507555" cy="0"/>
            </a:xfrm>
            <a:prstGeom prst="line">
              <a:avLst/>
            </a:prstGeom>
            <a:noFill/>
            <a:ln w="1905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8" name="Text Box 109"/>
            <p:cNvSpPr txBox="1">
              <a:spLocks noChangeArrowheads="1"/>
            </p:cNvSpPr>
            <p:nvPr/>
          </p:nvSpPr>
          <p:spPr bwMode="auto">
            <a:xfrm>
              <a:off x="3213121" y="3192152"/>
              <a:ext cx="78739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20.0.0.0</a:t>
              </a:r>
            </a:p>
          </p:txBody>
        </p:sp>
        <p:sp>
          <p:nvSpPr>
            <p:cNvPr id="39" name="Text Box 110"/>
            <p:cNvSpPr txBox="1">
              <a:spLocks noChangeArrowheads="1"/>
            </p:cNvSpPr>
            <p:nvPr/>
          </p:nvSpPr>
          <p:spPr bwMode="auto">
            <a:xfrm>
              <a:off x="3213121" y="3394127"/>
              <a:ext cx="78739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30.0.0.0</a:t>
              </a:r>
            </a:p>
          </p:txBody>
        </p:sp>
        <p:sp>
          <p:nvSpPr>
            <p:cNvPr id="40" name="Text Box 111"/>
            <p:cNvSpPr txBox="1">
              <a:spLocks noChangeArrowheads="1"/>
            </p:cNvSpPr>
            <p:nvPr/>
          </p:nvSpPr>
          <p:spPr bwMode="auto">
            <a:xfrm>
              <a:off x="3213121" y="3616507"/>
              <a:ext cx="78739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15.0.0.0</a:t>
              </a:r>
            </a:p>
          </p:txBody>
        </p:sp>
        <p:sp>
          <p:nvSpPr>
            <p:cNvPr id="41" name="Text Box 112"/>
            <p:cNvSpPr txBox="1">
              <a:spLocks noChangeArrowheads="1"/>
            </p:cNvSpPr>
            <p:nvPr/>
          </p:nvSpPr>
          <p:spPr bwMode="auto">
            <a:xfrm>
              <a:off x="3213121" y="3808282"/>
              <a:ext cx="78739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40.0.0.0</a:t>
              </a:r>
            </a:p>
          </p:txBody>
        </p:sp>
        <p:sp>
          <p:nvSpPr>
            <p:cNvPr id="42" name="Text Box 113"/>
            <p:cNvSpPr txBox="1">
              <a:spLocks noChangeArrowheads="1"/>
            </p:cNvSpPr>
            <p:nvPr/>
          </p:nvSpPr>
          <p:spPr bwMode="auto">
            <a:xfrm>
              <a:off x="4922696" y="3608345"/>
              <a:ext cx="78739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20.0.0.7</a:t>
              </a:r>
            </a:p>
          </p:txBody>
        </p:sp>
        <p:sp>
          <p:nvSpPr>
            <p:cNvPr id="43" name="Text Box 114"/>
            <p:cNvSpPr txBox="1">
              <a:spLocks noChangeArrowheads="1"/>
            </p:cNvSpPr>
            <p:nvPr/>
          </p:nvSpPr>
          <p:spPr bwMode="auto">
            <a:xfrm>
              <a:off x="4922696" y="3816443"/>
              <a:ext cx="78739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30.0.0.1</a:t>
              </a:r>
            </a:p>
          </p:txBody>
        </p:sp>
        <p:sp>
          <p:nvSpPr>
            <p:cNvPr id="44" name="Text Box 115"/>
            <p:cNvSpPr txBox="1">
              <a:spLocks noChangeArrowheads="1"/>
            </p:cNvSpPr>
            <p:nvPr/>
          </p:nvSpPr>
          <p:spPr bwMode="auto">
            <a:xfrm>
              <a:off x="4616584" y="3411468"/>
              <a:ext cx="140294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a:latin typeface="微软雅黑" pitchFamily="34" charset="-122"/>
                  <a:ea typeface="微软雅黑" pitchFamily="34" charset="-122"/>
                </a:rPr>
                <a:t>直接交付，接口 </a:t>
              </a:r>
              <a:r>
                <a:rPr kumimoji="1" lang="en-US" altLang="zh-CN" sz="1200" b="1">
                  <a:latin typeface="微软雅黑" pitchFamily="34" charset="-122"/>
                  <a:ea typeface="微软雅黑" pitchFamily="34" charset="-122"/>
                </a:rPr>
                <a:t>1</a:t>
              </a:r>
            </a:p>
          </p:txBody>
        </p:sp>
        <p:sp>
          <p:nvSpPr>
            <p:cNvPr id="45" name="Text Box 116"/>
            <p:cNvSpPr txBox="1">
              <a:spLocks noChangeArrowheads="1"/>
            </p:cNvSpPr>
            <p:nvPr/>
          </p:nvSpPr>
          <p:spPr bwMode="auto">
            <a:xfrm>
              <a:off x="4616584" y="3190112"/>
              <a:ext cx="140294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a:latin typeface="微软雅黑" pitchFamily="34" charset="-122"/>
                  <a:ea typeface="微软雅黑" pitchFamily="34" charset="-122"/>
                </a:rPr>
                <a:t>直接交付，接口 </a:t>
              </a:r>
              <a:r>
                <a:rPr kumimoji="1" lang="en-US" altLang="zh-CN" sz="1200" b="1">
                  <a:latin typeface="微软雅黑" pitchFamily="34" charset="-122"/>
                  <a:ea typeface="微软雅黑" pitchFamily="34" charset="-122"/>
                </a:rPr>
                <a:t>0</a:t>
              </a:r>
            </a:p>
          </p:txBody>
        </p:sp>
        <p:sp>
          <p:nvSpPr>
            <p:cNvPr id="46" name="Text Box 117"/>
            <p:cNvSpPr txBox="1">
              <a:spLocks noChangeArrowheads="1"/>
            </p:cNvSpPr>
            <p:nvPr/>
          </p:nvSpPr>
          <p:spPr bwMode="auto">
            <a:xfrm>
              <a:off x="3630742" y="2579704"/>
              <a:ext cx="174599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a:latin typeface="微软雅黑" pitchFamily="34" charset="-122"/>
                  <a:ea typeface="微软雅黑" pitchFamily="34" charset="-122"/>
                </a:rPr>
                <a:t>路由器 </a:t>
              </a:r>
              <a:r>
                <a:rPr kumimoji="1" lang="en-US" altLang="zh-CN" sz="1400" b="1" dirty="0">
                  <a:latin typeface="微软雅黑" pitchFamily="34" charset="-122"/>
                  <a:ea typeface="微软雅黑" pitchFamily="34" charset="-122"/>
                </a:rPr>
                <a:t>R</a:t>
              </a:r>
              <a:r>
                <a:rPr kumimoji="1" lang="en-US" altLang="zh-CN" sz="1400" b="1" baseline="-25000" dirty="0">
                  <a:latin typeface="微软雅黑" pitchFamily="34" charset="-122"/>
                  <a:ea typeface="微软雅黑" pitchFamily="34" charset="-122"/>
                </a:rPr>
                <a:t>2</a:t>
              </a:r>
              <a:r>
                <a:rPr kumimoji="1" lang="en-US" altLang="zh-CN" sz="1400" b="1" dirty="0">
                  <a:latin typeface="微软雅黑" pitchFamily="34" charset="-122"/>
                  <a:ea typeface="微软雅黑" pitchFamily="34" charset="-122"/>
                </a:rPr>
                <a:t> </a:t>
              </a:r>
              <a:r>
                <a:rPr kumimoji="1" lang="zh-CN" altLang="en-US" sz="1400" b="1" dirty="0">
                  <a:latin typeface="微软雅黑" pitchFamily="34" charset="-122"/>
                  <a:ea typeface="微软雅黑" pitchFamily="34" charset="-122"/>
                </a:rPr>
                <a:t>的转发表</a:t>
              </a:r>
            </a:p>
          </p:txBody>
        </p:sp>
        <p:sp>
          <p:nvSpPr>
            <p:cNvPr id="47" name="Text Box 118"/>
            <p:cNvSpPr txBox="1">
              <a:spLocks noChangeArrowheads="1"/>
            </p:cNvSpPr>
            <p:nvPr/>
          </p:nvSpPr>
          <p:spPr bwMode="auto">
            <a:xfrm>
              <a:off x="5481872" y="1688948"/>
              <a:ext cx="78739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30.0.0.1</a:t>
              </a:r>
            </a:p>
          </p:txBody>
        </p:sp>
        <p:pic>
          <p:nvPicPr>
            <p:cNvPr id="48" name="Picture 139"/>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43978" y="2090860"/>
              <a:ext cx="499501" cy="236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49" name="Text Box 140"/>
            <p:cNvSpPr txBox="1">
              <a:spLocks noChangeArrowheads="1"/>
            </p:cNvSpPr>
            <p:nvPr/>
          </p:nvSpPr>
          <p:spPr bwMode="auto">
            <a:xfrm>
              <a:off x="4371512" y="1829720"/>
              <a:ext cx="35458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0000CC"/>
                  </a:solidFill>
                  <a:latin typeface="微软雅黑" pitchFamily="34" charset="-122"/>
                  <a:ea typeface="微软雅黑" pitchFamily="34" charset="-122"/>
                </a:rPr>
                <a:t>R</a:t>
              </a:r>
              <a:r>
                <a:rPr kumimoji="1" lang="en-US" altLang="zh-CN" sz="1200" b="1" baseline="-25000" dirty="0">
                  <a:solidFill>
                    <a:srgbClr val="0000CC"/>
                  </a:solidFill>
                  <a:latin typeface="微软雅黑" pitchFamily="34" charset="-122"/>
                  <a:ea typeface="微软雅黑" pitchFamily="34" charset="-122"/>
                </a:rPr>
                <a:t>2</a:t>
              </a:r>
              <a:endParaRPr kumimoji="1" lang="en-US" altLang="zh-CN" sz="1200" b="1" dirty="0">
                <a:solidFill>
                  <a:srgbClr val="0000CC"/>
                </a:solidFill>
                <a:latin typeface="微软雅黑" pitchFamily="34" charset="-122"/>
                <a:ea typeface="微软雅黑" pitchFamily="34" charset="-122"/>
              </a:endParaRPr>
            </a:p>
          </p:txBody>
        </p:sp>
        <p:sp>
          <p:nvSpPr>
            <p:cNvPr id="50" name="Text Box 141"/>
            <p:cNvSpPr txBox="1">
              <a:spLocks noChangeArrowheads="1"/>
            </p:cNvSpPr>
            <p:nvPr/>
          </p:nvSpPr>
          <p:spPr bwMode="auto">
            <a:xfrm>
              <a:off x="6115811" y="1829720"/>
              <a:ext cx="35458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0000CC"/>
                  </a:solidFill>
                  <a:latin typeface="微软雅黑" pitchFamily="34" charset="-122"/>
                  <a:ea typeface="微软雅黑" pitchFamily="34" charset="-122"/>
                </a:rPr>
                <a:t>R</a:t>
              </a:r>
              <a:r>
                <a:rPr kumimoji="1" lang="en-US" altLang="zh-CN" sz="1200" b="1" baseline="-25000" dirty="0">
                  <a:solidFill>
                    <a:srgbClr val="0000CC"/>
                  </a:solidFill>
                  <a:latin typeface="微软雅黑" pitchFamily="34" charset="-122"/>
                  <a:ea typeface="微软雅黑" pitchFamily="34" charset="-122"/>
                </a:rPr>
                <a:t>3</a:t>
              </a:r>
              <a:endParaRPr kumimoji="1" lang="en-US" altLang="zh-CN" sz="1200" b="1" dirty="0">
                <a:solidFill>
                  <a:srgbClr val="0000CC"/>
                </a:solidFill>
                <a:latin typeface="微软雅黑" pitchFamily="34" charset="-122"/>
                <a:ea typeface="微软雅黑" pitchFamily="34" charset="-122"/>
              </a:endParaRPr>
            </a:p>
          </p:txBody>
        </p:sp>
        <p:sp>
          <p:nvSpPr>
            <p:cNvPr id="51" name="Text Box 142"/>
            <p:cNvSpPr txBox="1">
              <a:spLocks noChangeArrowheads="1"/>
            </p:cNvSpPr>
            <p:nvPr/>
          </p:nvSpPr>
          <p:spPr bwMode="auto">
            <a:xfrm>
              <a:off x="2516915" y="1829720"/>
              <a:ext cx="35458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0000CC"/>
                  </a:solidFill>
                  <a:latin typeface="微软雅黑" pitchFamily="34" charset="-122"/>
                  <a:ea typeface="微软雅黑" pitchFamily="34" charset="-122"/>
                </a:rPr>
                <a:t>R</a:t>
              </a:r>
              <a:r>
                <a:rPr kumimoji="1" lang="en-US" altLang="zh-CN" sz="1200" b="1" baseline="-25000" dirty="0">
                  <a:solidFill>
                    <a:srgbClr val="0000CC"/>
                  </a:solidFill>
                  <a:latin typeface="微软雅黑" pitchFamily="34" charset="-122"/>
                  <a:ea typeface="微软雅黑" pitchFamily="34" charset="-122"/>
                </a:rPr>
                <a:t>1</a:t>
              </a:r>
              <a:endParaRPr kumimoji="1" lang="en-US" altLang="zh-CN" sz="1200" b="1" dirty="0">
                <a:solidFill>
                  <a:srgbClr val="0000CC"/>
                </a:solidFill>
                <a:latin typeface="微软雅黑" pitchFamily="34" charset="-122"/>
                <a:ea typeface="微软雅黑" pitchFamily="34" charset="-122"/>
              </a:endParaRPr>
            </a:p>
          </p:txBody>
        </p:sp>
        <p:sp>
          <p:nvSpPr>
            <p:cNvPr id="52" name="Text Box 146"/>
            <p:cNvSpPr txBox="1">
              <a:spLocks noChangeArrowheads="1"/>
            </p:cNvSpPr>
            <p:nvPr/>
          </p:nvSpPr>
          <p:spPr bwMode="auto">
            <a:xfrm>
              <a:off x="4025618" y="2173488"/>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0</a:t>
              </a:r>
            </a:p>
          </p:txBody>
        </p:sp>
        <p:sp>
          <p:nvSpPr>
            <p:cNvPr id="53" name="Text Box 147"/>
            <p:cNvSpPr txBox="1">
              <a:spLocks noChangeArrowheads="1"/>
            </p:cNvSpPr>
            <p:nvPr/>
          </p:nvSpPr>
          <p:spPr bwMode="auto">
            <a:xfrm>
              <a:off x="4765773" y="2177567"/>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1</a:t>
              </a:r>
            </a:p>
          </p:txBody>
        </p:sp>
        <p:pic>
          <p:nvPicPr>
            <p:cNvPr id="54" name="Picture 148"/>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276217" y="2076579"/>
              <a:ext cx="500606" cy="2356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55" name="Picture 149"/>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45466" y="2080659"/>
              <a:ext cx="499501" cy="2356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spTree>
    <p:extLst>
      <p:ext uri="{BB962C8B-B14F-4D97-AF65-F5344CB8AC3E}">
        <p14:creationId xmlns:p14="http://schemas.microsoft.com/office/powerpoint/2010/main" val="39712669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ChangeArrowheads="1"/>
          </p:cNvSpPr>
          <p:nvPr>
            <p:ph type="title"/>
          </p:nvPr>
        </p:nvSpPr>
        <p:spPr/>
        <p:txBody>
          <a:bodyPr/>
          <a:lstStyle/>
          <a:p>
            <a:r>
              <a:rPr lang="zh-CN" altLang="en-US" dirty="0"/>
              <a:t>第四章</a:t>
            </a:r>
            <a:r>
              <a:rPr lang="en-US" altLang="zh-CN" dirty="0"/>
              <a:t>  </a:t>
            </a:r>
            <a:r>
              <a:rPr lang="zh-CN" altLang="en-US" dirty="0"/>
              <a:t>典型习题</a:t>
            </a:r>
          </a:p>
        </p:txBody>
      </p:sp>
      <p:sp>
        <p:nvSpPr>
          <p:cNvPr id="2" name="文本框 1"/>
          <p:cNvSpPr txBox="1"/>
          <p:nvPr/>
        </p:nvSpPr>
        <p:spPr>
          <a:xfrm>
            <a:off x="541020" y="1125220"/>
            <a:ext cx="9164508" cy="3539430"/>
          </a:xfrm>
          <a:prstGeom prst="rect">
            <a:avLst/>
          </a:prstGeom>
          <a:noFill/>
          <a:ln w="9525">
            <a:noFill/>
          </a:ln>
        </p:spPr>
        <p:txBody>
          <a:bodyPr wrap="square">
            <a:spAutoFit/>
          </a:bodyPr>
          <a:lstStyle/>
          <a:p>
            <a:pPr algn="l"/>
            <a:r>
              <a:rPr lang="en-US" altLang="zh-CN" sz="3200" b="1" i="0" dirty="0">
                <a:solidFill>
                  <a:srgbClr val="FF0000"/>
                </a:solidFill>
                <a:effectLst/>
                <a:highlight>
                  <a:srgbClr val="FFFFFF"/>
                </a:highlight>
                <a:latin typeface="黑体" panose="02010609060101010101" pitchFamily="49" charset="-122"/>
                <a:ea typeface="黑体" panose="02010609060101010101" pitchFamily="49" charset="-122"/>
              </a:rPr>
              <a:t>4-33</a:t>
            </a:r>
            <a:r>
              <a:rPr lang="zh-CN" altLang="en-US" sz="3200" b="1" i="0" dirty="0">
                <a:solidFill>
                  <a:srgbClr val="FF0000"/>
                </a:solidFill>
                <a:effectLst/>
                <a:highlight>
                  <a:srgbClr val="FFFFFF"/>
                </a:highlight>
                <a:latin typeface="黑体" panose="02010609060101010101" pitchFamily="49" charset="-122"/>
                <a:ea typeface="黑体" panose="02010609060101010101" pitchFamily="49" charset="-122"/>
              </a:rPr>
              <a:t>  某单位分配到一个地址块</a:t>
            </a:r>
            <a:r>
              <a:rPr lang="en-US" altLang="zh-CN" sz="3200" b="1" i="0" dirty="0">
                <a:solidFill>
                  <a:srgbClr val="FF0000"/>
                </a:solidFill>
                <a:effectLst/>
                <a:highlight>
                  <a:srgbClr val="FFFFFF"/>
                </a:highlight>
                <a:latin typeface="黑体" panose="02010609060101010101" pitchFamily="49" charset="-122"/>
                <a:ea typeface="黑体" panose="02010609060101010101" pitchFamily="49" charset="-122"/>
              </a:rPr>
              <a:t>136.23.12.64/26</a:t>
            </a:r>
            <a:r>
              <a:rPr lang="zh-CN" altLang="en-US" sz="3200" b="1" i="0" dirty="0">
                <a:solidFill>
                  <a:srgbClr val="FF0000"/>
                </a:solidFill>
                <a:effectLst/>
                <a:highlight>
                  <a:srgbClr val="FFFFFF"/>
                </a:highlight>
                <a:latin typeface="黑体" panose="02010609060101010101" pitchFamily="49" charset="-122"/>
                <a:ea typeface="黑体" panose="02010609060101010101" pitchFamily="49" charset="-122"/>
              </a:rPr>
              <a:t>。现在需要进一步划分为</a:t>
            </a:r>
            <a:r>
              <a:rPr lang="en-US" altLang="zh-CN" sz="3200" b="1" i="0" dirty="0">
                <a:solidFill>
                  <a:srgbClr val="FF0000"/>
                </a:solidFill>
                <a:effectLst/>
                <a:highlight>
                  <a:srgbClr val="FFFFFF"/>
                </a:highlight>
                <a:latin typeface="黑体" panose="02010609060101010101" pitchFamily="49" charset="-122"/>
                <a:ea typeface="黑体" panose="02010609060101010101" pitchFamily="49" charset="-122"/>
              </a:rPr>
              <a:t>4</a:t>
            </a:r>
            <a:r>
              <a:rPr lang="zh-CN" altLang="en-US" sz="3200" b="1" i="0" dirty="0">
                <a:solidFill>
                  <a:srgbClr val="FF0000"/>
                </a:solidFill>
                <a:effectLst/>
                <a:highlight>
                  <a:srgbClr val="FFFFFF"/>
                </a:highlight>
                <a:latin typeface="黑体" panose="02010609060101010101" pitchFamily="49" charset="-122"/>
                <a:ea typeface="黑体" panose="02010609060101010101" pitchFamily="49" charset="-122"/>
              </a:rPr>
              <a:t>个一样大的子网。试问</a:t>
            </a:r>
            <a:r>
              <a:rPr lang="en-US" altLang="zh-CN" sz="3200" b="1" i="0" dirty="0">
                <a:solidFill>
                  <a:srgbClr val="FF0000"/>
                </a:solidFill>
                <a:effectLst/>
                <a:highlight>
                  <a:srgbClr val="FFFFFF"/>
                </a:highlight>
                <a:latin typeface="黑体" panose="02010609060101010101" pitchFamily="49" charset="-122"/>
                <a:ea typeface="黑体" panose="02010609060101010101" pitchFamily="49" charset="-122"/>
              </a:rPr>
              <a:t>:</a:t>
            </a:r>
            <a:endParaRPr lang="zh-CN" altLang="en-US" sz="3200" b="0" i="0" dirty="0">
              <a:solidFill>
                <a:srgbClr val="FF0000"/>
              </a:solidFill>
              <a:effectLst/>
              <a:highlight>
                <a:srgbClr val="FFFFFF"/>
              </a:highlight>
              <a:latin typeface="黑体" panose="02010609060101010101" pitchFamily="49" charset="-122"/>
              <a:ea typeface="黑体" panose="02010609060101010101" pitchFamily="49" charset="-122"/>
            </a:endParaRPr>
          </a:p>
          <a:p>
            <a:pPr algn="l"/>
            <a:r>
              <a:rPr lang="zh-CN" altLang="en-US" sz="3200" b="1" i="0" dirty="0">
                <a:solidFill>
                  <a:srgbClr val="FF0000"/>
                </a:solidFill>
                <a:effectLst/>
                <a:highlight>
                  <a:srgbClr val="FFFFFF"/>
                </a:highlight>
                <a:latin typeface="黑体" panose="02010609060101010101" pitchFamily="49" charset="-122"/>
                <a:ea typeface="黑体" panose="02010609060101010101" pitchFamily="49" charset="-122"/>
              </a:rPr>
              <a:t> （</a:t>
            </a:r>
            <a:r>
              <a:rPr lang="en-US" altLang="zh-CN" sz="3200" b="1" i="0" dirty="0">
                <a:solidFill>
                  <a:srgbClr val="FF0000"/>
                </a:solidFill>
                <a:effectLst/>
                <a:highlight>
                  <a:srgbClr val="FFFFFF"/>
                </a:highlight>
                <a:latin typeface="黑体" panose="02010609060101010101" pitchFamily="49" charset="-122"/>
                <a:ea typeface="黑体" panose="02010609060101010101" pitchFamily="49" charset="-122"/>
              </a:rPr>
              <a:t>1</a:t>
            </a:r>
            <a:r>
              <a:rPr lang="zh-CN" altLang="en-US" sz="3200" b="1" i="0" dirty="0">
                <a:solidFill>
                  <a:srgbClr val="FF0000"/>
                </a:solidFill>
                <a:effectLst/>
                <a:highlight>
                  <a:srgbClr val="FFFFFF"/>
                </a:highlight>
                <a:latin typeface="黑体" panose="02010609060101010101" pitchFamily="49" charset="-122"/>
                <a:ea typeface="黑体" panose="02010609060101010101" pitchFamily="49" charset="-122"/>
              </a:rPr>
              <a:t>）每一个子网的网络前缀有多长？</a:t>
            </a:r>
            <a:endParaRPr lang="zh-CN" altLang="en-US" sz="3200" b="0" i="0" dirty="0">
              <a:solidFill>
                <a:srgbClr val="FF0000"/>
              </a:solidFill>
              <a:effectLst/>
              <a:highlight>
                <a:srgbClr val="FFFFFF"/>
              </a:highlight>
              <a:latin typeface="黑体" panose="02010609060101010101" pitchFamily="49" charset="-122"/>
              <a:ea typeface="黑体" panose="02010609060101010101" pitchFamily="49" charset="-122"/>
            </a:endParaRPr>
          </a:p>
          <a:p>
            <a:pPr algn="l"/>
            <a:r>
              <a:rPr lang="zh-CN" altLang="en-US" sz="3200" b="1" i="0" dirty="0">
                <a:solidFill>
                  <a:srgbClr val="FF0000"/>
                </a:solidFill>
                <a:effectLst/>
                <a:highlight>
                  <a:srgbClr val="FFFFFF"/>
                </a:highlight>
                <a:latin typeface="黑体" panose="02010609060101010101" pitchFamily="49" charset="-122"/>
                <a:ea typeface="黑体" panose="02010609060101010101" pitchFamily="49" charset="-122"/>
              </a:rPr>
              <a:t> （</a:t>
            </a:r>
            <a:r>
              <a:rPr lang="en-US" altLang="zh-CN" sz="3200" b="1" i="0" dirty="0">
                <a:solidFill>
                  <a:srgbClr val="FF0000"/>
                </a:solidFill>
                <a:effectLst/>
                <a:highlight>
                  <a:srgbClr val="FFFFFF"/>
                </a:highlight>
                <a:latin typeface="黑体" panose="02010609060101010101" pitchFamily="49" charset="-122"/>
                <a:ea typeface="黑体" panose="02010609060101010101" pitchFamily="49" charset="-122"/>
              </a:rPr>
              <a:t>2</a:t>
            </a:r>
            <a:r>
              <a:rPr lang="zh-CN" altLang="en-US" sz="3200" b="1" i="0" dirty="0">
                <a:solidFill>
                  <a:srgbClr val="FF0000"/>
                </a:solidFill>
                <a:effectLst/>
                <a:highlight>
                  <a:srgbClr val="FFFFFF"/>
                </a:highlight>
                <a:latin typeface="黑体" panose="02010609060101010101" pitchFamily="49" charset="-122"/>
                <a:ea typeface="黑体" panose="02010609060101010101" pitchFamily="49" charset="-122"/>
              </a:rPr>
              <a:t>）每一个子网中有多少个地址？</a:t>
            </a:r>
            <a:endParaRPr lang="zh-CN" altLang="en-US" sz="3200" b="0" i="0" dirty="0">
              <a:solidFill>
                <a:srgbClr val="FF0000"/>
              </a:solidFill>
              <a:effectLst/>
              <a:highlight>
                <a:srgbClr val="FFFFFF"/>
              </a:highlight>
              <a:latin typeface="黑体" panose="02010609060101010101" pitchFamily="49" charset="-122"/>
              <a:ea typeface="黑体" panose="02010609060101010101" pitchFamily="49" charset="-122"/>
            </a:endParaRPr>
          </a:p>
          <a:p>
            <a:pPr algn="l"/>
            <a:r>
              <a:rPr lang="zh-CN" altLang="en-US" sz="3200" b="1" i="0" dirty="0">
                <a:solidFill>
                  <a:srgbClr val="FF0000"/>
                </a:solidFill>
                <a:effectLst/>
                <a:highlight>
                  <a:srgbClr val="FFFFFF"/>
                </a:highlight>
                <a:latin typeface="黑体" panose="02010609060101010101" pitchFamily="49" charset="-122"/>
                <a:ea typeface="黑体" panose="02010609060101010101" pitchFamily="49" charset="-122"/>
              </a:rPr>
              <a:t> （</a:t>
            </a:r>
            <a:r>
              <a:rPr lang="en-US" altLang="zh-CN" sz="3200" b="1" i="0" dirty="0">
                <a:solidFill>
                  <a:srgbClr val="FF0000"/>
                </a:solidFill>
                <a:effectLst/>
                <a:highlight>
                  <a:srgbClr val="FFFFFF"/>
                </a:highlight>
                <a:latin typeface="黑体" panose="02010609060101010101" pitchFamily="49" charset="-122"/>
                <a:ea typeface="黑体" panose="02010609060101010101" pitchFamily="49" charset="-122"/>
              </a:rPr>
              <a:t>3</a:t>
            </a:r>
            <a:r>
              <a:rPr lang="zh-CN" altLang="en-US" sz="3200" b="1" i="0" dirty="0">
                <a:solidFill>
                  <a:srgbClr val="FF0000"/>
                </a:solidFill>
                <a:effectLst/>
                <a:highlight>
                  <a:srgbClr val="FFFFFF"/>
                </a:highlight>
                <a:latin typeface="黑体" panose="02010609060101010101" pitchFamily="49" charset="-122"/>
                <a:ea typeface="黑体" panose="02010609060101010101" pitchFamily="49" charset="-122"/>
              </a:rPr>
              <a:t>）每一个子网的地址是什么？</a:t>
            </a:r>
            <a:endParaRPr lang="zh-CN" altLang="en-US" sz="3200" b="0" i="0" dirty="0">
              <a:solidFill>
                <a:srgbClr val="FF0000"/>
              </a:solidFill>
              <a:effectLst/>
              <a:highlight>
                <a:srgbClr val="FFFFFF"/>
              </a:highlight>
              <a:latin typeface="黑体" panose="02010609060101010101" pitchFamily="49" charset="-122"/>
              <a:ea typeface="黑体" panose="02010609060101010101" pitchFamily="49" charset="-122"/>
            </a:endParaRPr>
          </a:p>
          <a:p>
            <a:pPr algn="l"/>
            <a:r>
              <a:rPr lang="zh-CN" altLang="en-US" sz="3200" b="1" i="0" dirty="0">
                <a:solidFill>
                  <a:srgbClr val="FF0000"/>
                </a:solidFill>
                <a:effectLst/>
                <a:highlight>
                  <a:srgbClr val="FFFFFF"/>
                </a:highlight>
                <a:latin typeface="黑体" panose="02010609060101010101" pitchFamily="49" charset="-122"/>
                <a:ea typeface="黑体" panose="02010609060101010101" pitchFamily="49" charset="-122"/>
              </a:rPr>
              <a:t> （</a:t>
            </a:r>
            <a:r>
              <a:rPr lang="en-US" altLang="zh-CN" sz="3200" b="1" i="0" dirty="0">
                <a:solidFill>
                  <a:srgbClr val="FF0000"/>
                </a:solidFill>
                <a:effectLst/>
                <a:highlight>
                  <a:srgbClr val="FFFFFF"/>
                </a:highlight>
                <a:latin typeface="黑体" panose="02010609060101010101" pitchFamily="49" charset="-122"/>
                <a:ea typeface="黑体" panose="02010609060101010101" pitchFamily="49" charset="-122"/>
              </a:rPr>
              <a:t>4</a:t>
            </a:r>
            <a:r>
              <a:rPr lang="zh-CN" altLang="en-US" sz="3200" b="1" i="0" dirty="0">
                <a:solidFill>
                  <a:srgbClr val="FF0000"/>
                </a:solidFill>
                <a:effectLst/>
                <a:highlight>
                  <a:srgbClr val="FFFFFF"/>
                </a:highlight>
                <a:latin typeface="黑体" panose="02010609060101010101" pitchFamily="49" charset="-122"/>
                <a:ea typeface="黑体" panose="02010609060101010101" pitchFamily="49" charset="-122"/>
              </a:rPr>
              <a:t>）每一个子网可分配给主机使用的最小地址和最大地址是什么？</a:t>
            </a:r>
            <a:endParaRPr lang="zh-CN" altLang="en-US" sz="3200" b="0" i="0" dirty="0">
              <a:solidFill>
                <a:srgbClr val="FF0000"/>
              </a:solidFill>
              <a:effectLst/>
              <a:highlight>
                <a:srgbClr val="FFFFFF"/>
              </a:highlight>
              <a:latin typeface="黑体" panose="02010609060101010101" pitchFamily="49" charset="-122"/>
              <a:ea typeface="黑体" panose="02010609060101010101" pitchFamily="49"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ChangeArrowheads="1"/>
          </p:cNvSpPr>
          <p:nvPr>
            <p:ph type="title"/>
          </p:nvPr>
        </p:nvSpPr>
        <p:spPr/>
        <p:txBody>
          <a:bodyPr/>
          <a:lstStyle/>
          <a:p>
            <a:r>
              <a:rPr lang="zh-CN" altLang="en-US" dirty="0"/>
              <a:t>第四章</a:t>
            </a:r>
            <a:r>
              <a:rPr lang="en-US" altLang="zh-CN" dirty="0"/>
              <a:t>  </a:t>
            </a:r>
            <a:r>
              <a:rPr lang="zh-CN" altLang="en-US" dirty="0"/>
              <a:t>典型习题</a:t>
            </a:r>
          </a:p>
        </p:txBody>
      </p:sp>
      <p:sp>
        <p:nvSpPr>
          <p:cNvPr id="2" name="文本框 1"/>
          <p:cNvSpPr txBox="1"/>
          <p:nvPr/>
        </p:nvSpPr>
        <p:spPr>
          <a:xfrm>
            <a:off x="579477" y="1124744"/>
            <a:ext cx="8997315" cy="5683607"/>
          </a:xfrm>
          <a:prstGeom prst="rect">
            <a:avLst/>
          </a:prstGeom>
          <a:noFill/>
          <a:ln w="9525">
            <a:noFill/>
          </a:ln>
        </p:spPr>
        <p:txBody>
          <a:bodyPr wrap="square">
            <a:spAutoFit/>
          </a:bodyPr>
          <a:lstStyle/>
          <a:p>
            <a:pPr indent="254000" algn="just"/>
            <a:r>
              <a:rPr lang="zh-CN" altLang="zh-CN" sz="1800" b="1" dirty="0">
                <a:solidFill>
                  <a:srgbClr val="FF0000"/>
                </a:solidFill>
                <a:effectLst/>
                <a:latin typeface="宋体" panose="02010600030101010101" pitchFamily="2" charset="-122"/>
                <a:ea typeface="宋体" panose="02010600030101010101" pitchFamily="2" charset="-122"/>
                <a:cs typeface="宋体" panose="02010600030101010101" pitchFamily="2" charset="-122"/>
              </a:rPr>
              <a:t>解答：</a:t>
            </a:r>
            <a:endParaRPr lang="zh-CN" altLang="zh-CN" sz="1800" dirty="0">
              <a:solidFill>
                <a:srgbClr val="FF0000"/>
              </a:solidFill>
              <a:effectLst/>
              <a:latin typeface="宋体" panose="02010600030101010101" pitchFamily="2" charset="-122"/>
              <a:ea typeface="宋体" panose="02010600030101010101" pitchFamily="2" charset="-122"/>
              <a:cs typeface="宋体" panose="02010600030101010101" pitchFamily="2" charset="-122"/>
            </a:endParaRPr>
          </a:p>
          <a:p>
            <a:pPr marL="285750" lvl="0" indent="-285750" algn="just">
              <a:buClr>
                <a:srgbClr val="FF0000"/>
              </a:buClr>
              <a:buSzPts val="1000"/>
              <a:buFont typeface="Wingdings" panose="05000000000000000000" pitchFamily="2" charset="2"/>
              <a:buChar char="l"/>
              <a:tabLst>
                <a:tab pos="538480" algn="l"/>
              </a:tabLst>
            </a:pPr>
            <a:r>
              <a:rPr lang="zh-CN" altLang="zh-CN" sz="1800" u="none" strike="noStrike" spc="0" dirty="0">
                <a:solidFill>
                  <a:srgbClr val="5A5A5A"/>
                </a:solidFill>
                <a:effectLst/>
                <a:latin typeface="Times New Roman" panose="02020603050405020304" pitchFamily="18" charset="0"/>
                <a:ea typeface="Times New Roman" panose="02020603050405020304" pitchFamily="18" charset="0"/>
                <a:cs typeface="Times New Roman" panose="02020603050405020304" pitchFamily="18" charset="0"/>
              </a:rPr>
              <a:t>原来网络前缀是</a:t>
            </a:r>
            <a:r>
              <a:rPr lang="en-US" altLang="zh-CN" sz="1800" u="none" strike="noStrike" spc="0" dirty="0">
                <a:solidFill>
                  <a:srgbClr val="5A5A5A"/>
                </a:solidFill>
                <a:effectLst/>
                <a:latin typeface="Times New Roman" panose="02020603050405020304" pitchFamily="18" charset="0"/>
                <a:ea typeface="Times New Roman" panose="02020603050405020304" pitchFamily="18" charset="0"/>
                <a:cs typeface="Times New Roman" panose="02020603050405020304" pitchFamily="18" charset="0"/>
              </a:rPr>
              <a:t>2</a:t>
            </a:r>
            <a:r>
              <a:rPr lang="zh-CN" altLang="zh-CN" sz="1800" u="none" strike="noStrike" spc="0" dirty="0">
                <a:solidFill>
                  <a:srgbClr val="5A5A5A"/>
                </a:solidFill>
                <a:effectLst/>
                <a:latin typeface="Times New Roman" panose="02020603050405020304" pitchFamily="18" charset="0"/>
                <a:ea typeface="Times New Roman" panose="02020603050405020304" pitchFamily="18" charset="0"/>
                <a:cs typeface="Times New Roman" panose="02020603050405020304" pitchFamily="18" charset="0"/>
              </a:rPr>
              <a:t>位，需要再增加</a:t>
            </a:r>
            <a:r>
              <a:rPr lang="en-US" altLang="zh-CN" sz="1800" u="none" strike="noStrike" spc="0" dirty="0">
                <a:solidFill>
                  <a:srgbClr val="5A5A5A"/>
                </a:solidFill>
                <a:effectLst/>
                <a:latin typeface="Times New Roman" panose="02020603050405020304" pitchFamily="18" charset="0"/>
                <a:ea typeface="Times New Roman" panose="02020603050405020304" pitchFamily="18" charset="0"/>
                <a:cs typeface="Times New Roman" panose="02020603050405020304" pitchFamily="18" charset="0"/>
              </a:rPr>
              <a:t>2</a:t>
            </a:r>
            <a:r>
              <a:rPr lang="zh-CN" altLang="zh-CN" sz="1800" u="none" strike="noStrike" spc="0" dirty="0">
                <a:solidFill>
                  <a:srgbClr val="5A5A5A"/>
                </a:solidFill>
                <a:effectLst/>
                <a:latin typeface="Times New Roman" panose="02020603050405020304" pitchFamily="18" charset="0"/>
                <a:ea typeface="Times New Roman" panose="02020603050405020304" pitchFamily="18" charset="0"/>
                <a:cs typeface="Times New Roman" panose="02020603050405020304" pitchFamily="18" charset="0"/>
              </a:rPr>
              <a:t>位，才能划分</a:t>
            </a:r>
            <a:r>
              <a:rPr lang="en-US" altLang="zh-CN" sz="1800" u="none" strike="noStrike" spc="0" dirty="0">
                <a:solidFill>
                  <a:srgbClr val="5A5A5A"/>
                </a:solidFill>
                <a:effectLst/>
                <a:latin typeface="Times New Roman" panose="02020603050405020304" pitchFamily="18" charset="0"/>
                <a:ea typeface="Times New Roman" panose="02020603050405020304" pitchFamily="18" charset="0"/>
                <a:cs typeface="Times New Roman" panose="02020603050405020304" pitchFamily="18" charset="0"/>
              </a:rPr>
              <a:t>4</a:t>
            </a:r>
            <a:r>
              <a:rPr lang="zh-CN" altLang="zh-CN" sz="1800" u="none" strike="noStrike" spc="0" dirty="0">
                <a:solidFill>
                  <a:srgbClr val="5A5A5A"/>
                </a:solidFill>
                <a:effectLst/>
                <a:latin typeface="Times New Roman" panose="02020603050405020304" pitchFamily="18" charset="0"/>
                <a:ea typeface="Times New Roman" panose="02020603050405020304" pitchFamily="18" charset="0"/>
                <a:cs typeface="Times New Roman" panose="02020603050405020304" pitchFamily="18" charset="0"/>
              </a:rPr>
              <a:t>个一样大的子网。因此每个子网前缀是</a:t>
            </a:r>
            <a:r>
              <a:rPr lang="en-US" altLang="zh-CN" sz="1800" u="none" strike="noStrike" spc="0" dirty="0">
                <a:solidFill>
                  <a:srgbClr val="5A5A5A"/>
                </a:solidFill>
                <a:effectLst/>
                <a:latin typeface="Times New Roman" panose="02020603050405020304" pitchFamily="18" charset="0"/>
                <a:ea typeface="Times New Roman" panose="02020603050405020304" pitchFamily="18" charset="0"/>
                <a:cs typeface="Times New Roman" panose="02020603050405020304" pitchFamily="18" charset="0"/>
              </a:rPr>
              <a:t>28</a:t>
            </a:r>
            <a:r>
              <a:rPr lang="zh-CN" altLang="zh-CN" sz="1800" u="none" strike="noStrike" spc="0" dirty="0">
                <a:solidFill>
                  <a:srgbClr val="5A5A5A"/>
                </a:solidFill>
                <a:effectLst/>
                <a:latin typeface="Times New Roman" panose="02020603050405020304" pitchFamily="18" charset="0"/>
                <a:ea typeface="Times New Roman" panose="02020603050405020304" pitchFamily="18" charset="0"/>
                <a:cs typeface="Times New Roman" panose="02020603050405020304" pitchFamily="18" charset="0"/>
              </a:rPr>
              <a:t>位。</a:t>
            </a:r>
          </a:p>
          <a:p>
            <a:pPr marL="285750" lvl="0" indent="-285750">
              <a:buClr>
                <a:srgbClr val="FF0000"/>
              </a:buClr>
              <a:buSzPts val="1000"/>
              <a:buFont typeface="Wingdings" panose="05000000000000000000" pitchFamily="2" charset="2"/>
              <a:buChar char="l"/>
              <a:tabLst>
                <a:tab pos="528955" algn="l"/>
              </a:tabLst>
            </a:pPr>
            <a:r>
              <a:rPr lang="zh-CN" altLang="zh-CN" sz="1800" u="none" strike="noStrike" spc="0" dirty="0">
                <a:solidFill>
                  <a:srgbClr val="5A5A5A"/>
                </a:solidFill>
                <a:effectLst/>
                <a:latin typeface="Times New Roman" panose="02020603050405020304" pitchFamily="18" charset="0"/>
                <a:ea typeface="Times New Roman" panose="02020603050405020304" pitchFamily="18" charset="0"/>
                <a:cs typeface="Times New Roman" panose="02020603050405020304" pitchFamily="18" charset="0"/>
              </a:rPr>
              <a:t>每个子网的地址中有</a:t>
            </a:r>
            <a:r>
              <a:rPr lang="en-US" altLang="zh-CN" sz="1800" u="none" strike="noStrike" spc="0" dirty="0">
                <a:solidFill>
                  <a:srgbClr val="5A5A5A"/>
                </a:solidFill>
                <a:effectLst/>
                <a:latin typeface="Times New Roman" panose="02020603050405020304" pitchFamily="18" charset="0"/>
                <a:ea typeface="Times New Roman" panose="02020603050405020304" pitchFamily="18" charset="0"/>
                <a:cs typeface="Times New Roman" panose="02020603050405020304" pitchFamily="18" charset="0"/>
              </a:rPr>
              <a:t>4</a:t>
            </a:r>
            <a:r>
              <a:rPr lang="zh-CN" altLang="zh-CN" sz="1800" u="none" strike="noStrike" spc="0" dirty="0">
                <a:solidFill>
                  <a:srgbClr val="5A5A5A"/>
                </a:solidFill>
                <a:effectLst/>
                <a:latin typeface="Times New Roman" panose="02020603050405020304" pitchFamily="18" charset="0"/>
                <a:ea typeface="Times New Roman" panose="02020603050405020304" pitchFamily="18" charset="0"/>
                <a:cs typeface="Times New Roman" panose="02020603050405020304" pitchFamily="18" charset="0"/>
              </a:rPr>
              <a:t>位留给主机用，因此共有</a:t>
            </a:r>
            <a:r>
              <a:rPr lang="en-US" altLang="zh-CN" sz="1800" u="none" strike="noStrike" spc="0" dirty="0">
                <a:solidFill>
                  <a:srgbClr val="5A5A5A"/>
                </a:solidFill>
                <a:effectLst/>
                <a:latin typeface="Times New Roman" panose="02020603050405020304" pitchFamily="18" charset="0"/>
                <a:ea typeface="Times New Roman" panose="02020603050405020304" pitchFamily="18" charset="0"/>
                <a:cs typeface="Times New Roman" panose="02020603050405020304" pitchFamily="18" charset="0"/>
              </a:rPr>
              <a:t>16</a:t>
            </a:r>
            <a:r>
              <a:rPr lang="zh-CN" altLang="zh-CN" sz="1800" u="none" strike="noStrike" spc="0" dirty="0">
                <a:solidFill>
                  <a:srgbClr val="5A5A5A"/>
                </a:solidFill>
                <a:effectLst/>
                <a:latin typeface="Times New Roman" panose="02020603050405020304" pitchFamily="18" charset="0"/>
                <a:ea typeface="Times New Roman" panose="02020603050405020304" pitchFamily="18" charset="0"/>
                <a:cs typeface="Times New Roman" panose="02020603050405020304" pitchFamily="18" charset="0"/>
              </a:rPr>
              <a:t>个地址</a:t>
            </a:r>
            <a:r>
              <a:rPr lang="en-US" altLang="zh-CN" sz="1800" u="none" strike="noStrike" spc="0" dirty="0">
                <a:solidFill>
                  <a:srgbClr val="5A5A5A"/>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zh-CN" altLang="zh-CN" sz="1800" u="none" strike="noStrike" spc="0" dirty="0">
                <a:solidFill>
                  <a:srgbClr val="5A5A5A"/>
                </a:solidFill>
                <a:effectLst/>
                <a:latin typeface="Times New Roman" panose="02020603050405020304" pitchFamily="18" charset="0"/>
                <a:ea typeface="Times New Roman" panose="02020603050405020304" pitchFamily="18" charset="0"/>
                <a:cs typeface="Times New Roman" panose="02020603050405020304" pitchFamily="18" charset="0"/>
              </a:rPr>
              <a:t>可用的</a:t>
            </a:r>
            <a:r>
              <a:rPr lang="en-US" altLang="zh-CN" sz="1800" u="none" strike="noStrike" spc="0" dirty="0">
                <a:solidFill>
                  <a:srgbClr val="5A5A5A"/>
                </a:solidFill>
                <a:effectLst/>
                <a:latin typeface="Times New Roman" panose="02020603050405020304" pitchFamily="18" charset="0"/>
                <a:ea typeface="Times New Roman" panose="02020603050405020304" pitchFamily="18" charset="0"/>
                <a:cs typeface="Times New Roman" panose="02020603050405020304" pitchFamily="18" charset="0"/>
              </a:rPr>
              <a:t>14</a:t>
            </a:r>
            <a:r>
              <a:rPr lang="zh-CN" altLang="zh-CN" sz="1800" u="none" strike="noStrike" spc="0" dirty="0">
                <a:solidFill>
                  <a:srgbClr val="5A5A5A"/>
                </a:solidFill>
                <a:effectLst/>
                <a:latin typeface="Times New Roman" panose="02020603050405020304" pitchFamily="18" charset="0"/>
                <a:ea typeface="Times New Roman" panose="02020603050405020304" pitchFamily="18" charset="0"/>
                <a:cs typeface="Times New Roman" panose="02020603050405020304" pitchFamily="18" charset="0"/>
              </a:rPr>
              <a:t>个</a:t>
            </a:r>
            <a:r>
              <a:rPr lang="en-US" altLang="zh-CN" sz="1800" u="none" strike="noStrike" spc="0" dirty="0">
                <a:solidFill>
                  <a:srgbClr val="5A5A5A"/>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zh-CN" altLang="zh-CN" sz="1800" u="none" strike="noStrike" spc="0" dirty="0">
                <a:solidFill>
                  <a:srgbClr val="5A5A5A"/>
                </a:solidFill>
                <a:effectLst/>
                <a:latin typeface="Times New Roman" panose="02020603050405020304" pitchFamily="18" charset="0"/>
                <a:ea typeface="Times New Roman" panose="02020603050405020304" pitchFamily="18" charset="0"/>
                <a:cs typeface="Times New Roman" panose="02020603050405020304" pitchFamily="18" charset="0"/>
              </a:rPr>
              <a:t>。</a:t>
            </a:r>
          </a:p>
          <a:p>
            <a:pPr marL="285750" lvl="0" indent="-285750">
              <a:spcAft>
                <a:spcPts val="400"/>
              </a:spcAft>
              <a:buClr>
                <a:srgbClr val="FF0000"/>
              </a:buClr>
              <a:buSzPts val="1000"/>
              <a:buFont typeface="Wingdings" panose="05000000000000000000" pitchFamily="2" charset="2"/>
              <a:buChar char="l"/>
              <a:tabLst>
                <a:tab pos="528955" algn="l"/>
              </a:tabLst>
            </a:pPr>
            <a:r>
              <a:rPr lang="zh-CN" altLang="zh-CN" sz="1800" u="none" strike="noStrike" spc="0" dirty="0">
                <a:solidFill>
                  <a:srgbClr val="5A5A5A"/>
                </a:solidFill>
                <a:effectLst/>
                <a:latin typeface="Times New Roman" panose="02020603050405020304" pitchFamily="18" charset="0"/>
                <a:ea typeface="Times New Roman" panose="02020603050405020304" pitchFamily="18" charset="0"/>
                <a:cs typeface="Times New Roman" panose="02020603050405020304" pitchFamily="18" charset="0"/>
              </a:rPr>
              <a:t>四个子网的地址块是：</a:t>
            </a:r>
          </a:p>
          <a:p>
            <a:pPr indent="254000"/>
            <a:r>
              <a:rPr lang="en-US" altLang="zh-CN" sz="1800" dirty="0">
                <a:solidFill>
                  <a:srgbClr val="5A5A5A"/>
                </a:solidFill>
                <a:effectLst/>
                <a:latin typeface="Times New Roman" panose="02020603050405020304" pitchFamily="18" charset="0"/>
                <a:ea typeface="Times New Roman" panose="02020603050405020304" pitchFamily="18" charset="0"/>
              </a:rPr>
              <a:t>136.23.12.64/28 , 136.23.12.80/28 , 136.23.12.96/28 , 136.23.12.112/28,</a:t>
            </a:r>
            <a:endParaRPr lang="zh-CN" altLang="zh-CN" sz="1800" dirty="0">
              <a:solidFill>
                <a:srgbClr val="454545"/>
              </a:solidFill>
              <a:effectLst/>
              <a:latin typeface="Times New Roman" panose="02020603050405020304" pitchFamily="18" charset="0"/>
              <a:ea typeface="Times New Roman" panose="02020603050405020304" pitchFamily="18" charset="0"/>
            </a:endParaRPr>
          </a:p>
          <a:p>
            <a:pPr indent="254000"/>
            <a:r>
              <a:rPr lang="en-US" altLang="zh-CN" sz="1800" dirty="0" err="1">
                <a:solidFill>
                  <a:srgbClr val="5A5A5A"/>
                </a:solidFill>
                <a:effectLst/>
                <a:latin typeface="Times New Roman" panose="02020603050405020304" pitchFamily="18" charset="0"/>
                <a:ea typeface="Times New Roman" panose="02020603050405020304" pitchFamily="18" charset="0"/>
              </a:rPr>
              <a:t>0x64</a:t>
            </a:r>
            <a:r>
              <a:rPr lang="en-US" altLang="zh-CN" sz="1800" dirty="0">
                <a:solidFill>
                  <a:srgbClr val="5A5A5A"/>
                </a:solidFill>
                <a:effectLst/>
                <a:latin typeface="Times New Roman" panose="02020603050405020304" pitchFamily="18" charset="0"/>
                <a:ea typeface="Times New Roman" panose="02020603050405020304" pitchFamily="18" charset="0"/>
              </a:rPr>
              <a:t>=</a:t>
            </a:r>
            <a:r>
              <a:rPr lang="en-US" altLang="zh-CN" sz="1800" dirty="0" err="1">
                <a:solidFill>
                  <a:srgbClr val="5A5A5A"/>
                </a:solidFill>
                <a:effectLst/>
                <a:latin typeface="Times New Roman" panose="02020603050405020304" pitchFamily="18" charset="0"/>
                <a:ea typeface="Times New Roman" panose="02020603050405020304" pitchFamily="18" charset="0"/>
              </a:rPr>
              <a:t>01000000.0x80</a:t>
            </a:r>
            <a:r>
              <a:rPr lang="en-US" altLang="zh-CN" sz="1800" dirty="0">
                <a:solidFill>
                  <a:srgbClr val="5A5A5A"/>
                </a:solidFill>
                <a:effectLst/>
                <a:latin typeface="Times New Roman" panose="02020603050405020304" pitchFamily="18" charset="0"/>
                <a:ea typeface="Times New Roman" panose="02020603050405020304" pitchFamily="18" charset="0"/>
              </a:rPr>
              <a:t>=</a:t>
            </a:r>
            <a:r>
              <a:rPr lang="en-US" altLang="zh-CN" sz="1800" dirty="0" err="1">
                <a:solidFill>
                  <a:srgbClr val="5A5A5A"/>
                </a:solidFill>
                <a:effectLst/>
                <a:latin typeface="Times New Roman" panose="02020603050405020304" pitchFamily="18" charset="0"/>
                <a:ea typeface="Times New Roman" panose="02020603050405020304" pitchFamily="18" charset="0"/>
              </a:rPr>
              <a:t>01010000,0x96</a:t>
            </a:r>
            <a:r>
              <a:rPr lang="en-US" altLang="zh-CN" sz="1800" dirty="0">
                <a:solidFill>
                  <a:srgbClr val="5A5A5A"/>
                </a:solidFill>
                <a:effectLst/>
                <a:latin typeface="Times New Roman" panose="02020603050405020304" pitchFamily="18" charset="0"/>
                <a:ea typeface="Times New Roman" panose="02020603050405020304" pitchFamily="18" charset="0"/>
              </a:rPr>
              <a:t>=</a:t>
            </a:r>
            <a:r>
              <a:rPr lang="en-US" altLang="zh-CN" sz="1800" dirty="0" err="1">
                <a:solidFill>
                  <a:srgbClr val="5A5A5A"/>
                </a:solidFill>
                <a:effectLst/>
                <a:latin typeface="Times New Roman" panose="02020603050405020304" pitchFamily="18" charset="0"/>
                <a:ea typeface="Times New Roman" panose="02020603050405020304" pitchFamily="18" charset="0"/>
              </a:rPr>
              <a:t>01100000,0x112</a:t>
            </a:r>
            <a:r>
              <a:rPr lang="en-US" altLang="zh-CN" sz="1800" dirty="0">
                <a:solidFill>
                  <a:srgbClr val="5A5A5A"/>
                </a:solidFill>
                <a:effectLst/>
                <a:latin typeface="Times New Roman" panose="02020603050405020304" pitchFamily="18" charset="0"/>
                <a:ea typeface="Times New Roman" panose="02020603050405020304" pitchFamily="18" charset="0"/>
              </a:rPr>
              <a:t>=01110000</a:t>
            </a:r>
            <a:endParaRPr lang="zh-CN" altLang="zh-CN" sz="1800" dirty="0">
              <a:solidFill>
                <a:srgbClr val="454545"/>
              </a:solidFill>
              <a:effectLst/>
              <a:latin typeface="Times New Roman" panose="02020603050405020304" pitchFamily="18" charset="0"/>
              <a:ea typeface="Times New Roman" panose="02020603050405020304" pitchFamily="18" charset="0"/>
            </a:endParaRPr>
          </a:p>
          <a:p>
            <a:pPr marL="285750" lvl="0" indent="-285750">
              <a:buClr>
                <a:srgbClr val="FF0000"/>
              </a:buClr>
              <a:buSzPts val="1000"/>
              <a:buFont typeface="Wingdings" panose="05000000000000000000" pitchFamily="2" charset="2"/>
              <a:buChar char="l"/>
              <a:tabLst>
                <a:tab pos="528955" algn="l"/>
              </a:tabLst>
            </a:pPr>
            <a:r>
              <a:rPr lang="zh-CN" altLang="zh-CN" sz="1800" u="none" strike="noStrike" spc="0" dirty="0">
                <a:solidFill>
                  <a:srgbClr val="5A5A5A"/>
                </a:solidFill>
                <a:effectLst/>
                <a:latin typeface="Times New Roman" panose="02020603050405020304" pitchFamily="18" charset="0"/>
                <a:ea typeface="Times New Roman" panose="02020603050405020304" pitchFamily="18" charset="0"/>
                <a:cs typeface="Times New Roman" panose="02020603050405020304" pitchFamily="18" charset="0"/>
              </a:rPr>
              <a:t>地址中的前三个字节分别记为</a:t>
            </a:r>
            <a:r>
              <a:rPr lang="en-US" altLang="zh-CN" sz="1800" u="none" strike="noStrike" spc="0" dirty="0" err="1">
                <a:solidFill>
                  <a:srgbClr val="5A5A5A"/>
                </a:solidFill>
                <a:effectLst/>
                <a:latin typeface="Times New Roman" panose="02020603050405020304" pitchFamily="18" charset="0"/>
                <a:ea typeface="Times New Roman" panose="02020603050405020304" pitchFamily="18" charset="0"/>
                <a:cs typeface="Times New Roman" panose="02020603050405020304" pitchFamily="18" charset="0"/>
              </a:rPr>
              <a:t>B1,B2</a:t>
            </a:r>
            <a:r>
              <a:rPr lang="zh-CN" altLang="zh-CN" sz="1800" u="none" strike="noStrike" spc="0" dirty="0">
                <a:solidFill>
                  <a:srgbClr val="5A5A5A"/>
                </a:solidFill>
                <a:effectLst/>
                <a:latin typeface="Times New Roman" panose="02020603050405020304" pitchFamily="18" charset="0"/>
                <a:ea typeface="Times New Roman" panose="02020603050405020304" pitchFamily="18" charset="0"/>
                <a:cs typeface="Times New Roman" panose="02020603050405020304" pitchFamily="18" charset="0"/>
              </a:rPr>
              <a:t>和</a:t>
            </a:r>
            <a:r>
              <a:rPr lang="en-US" altLang="zh-CN" sz="1800" u="none" strike="noStrike" spc="0" dirty="0" err="1">
                <a:solidFill>
                  <a:srgbClr val="5A5A5A"/>
                </a:solidFill>
                <a:effectLst/>
                <a:latin typeface="Times New Roman" panose="02020603050405020304" pitchFamily="18" charset="0"/>
                <a:ea typeface="Times New Roman" panose="02020603050405020304" pitchFamily="18" charset="0"/>
                <a:cs typeface="Times New Roman" panose="02020603050405020304" pitchFamily="18" charset="0"/>
              </a:rPr>
              <a:t>B3</a:t>
            </a:r>
            <a:r>
              <a:rPr lang="zh-CN" altLang="zh-CN" sz="1800" u="none" strike="noStrike" spc="0" dirty="0">
                <a:solidFill>
                  <a:srgbClr val="5A5A5A"/>
                </a:solidFill>
                <a:effectLst/>
                <a:latin typeface="Times New Roman" panose="02020603050405020304" pitchFamily="18" charset="0"/>
                <a:ea typeface="Times New Roman" panose="02020603050405020304" pitchFamily="18" charset="0"/>
                <a:cs typeface="Times New Roman" panose="02020603050405020304" pitchFamily="18" charset="0"/>
              </a:rPr>
              <a:t>。</a:t>
            </a:r>
          </a:p>
          <a:p>
            <a:pPr indent="254000"/>
            <a:r>
              <a:rPr lang="zh-CN" altLang="zh-CN" sz="1800" dirty="0">
                <a:solidFill>
                  <a:srgbClr val="5A5A5A"/>
                </a:solidFill>
                <a:effectLst/>
                <a:latin typeface="宋体" panose="02010600030101010101" pitchFamily="2" charset="-122"/>
                <a:ea typeface="宋体" panose="02010600030101010101" pitchFamily="2" charset="-122"/>
                <a:cs typeface="宋体" panose="02010600030101010101" pitchFamily="2" charset="-122"/>
              </a:rPr>
              <a:t>第一个地址块</a:t>
            </a:r>
            <a:r>
              <a:rPr lang="en-US" altLang="zh-CN" sz="1800" dirty="0">
                <a:solidFill>
                  <a:srgbClr val="5A5A5A"/>
                </a:solidFill>
                <a:effectLst/>
                <a:latin typeface="Times New Roman" panose="02020603050405020304" pitchFamily="18" charset="0"/>
                <a:ea typeface="Times New Roman" panose="02020603050405020304" pitchFamily="18" charset="0"/>
                <a:cs typeface="宋体" panose="02010600030101010101" pitchFamily="2" charset="-122"/>
              </a:rPr>
              <a:t>136.23.12.64/28</a:t>
            </a:r>
            <a:r>
              <a:rPr lang="zh-CN" altLang="zh-CN" sz="1800" dirty="0">
                <a:solidFill>
                  <a:srgbClr val="5A5A5A"/>
                </a:solidFill>
                <a:effectLst/>
                <a:latin typeface="宋体" panose="02010600030101010101" pitchFamily="2" charset="-122"/>
                <a:ea typeface="宋体" panose="02010600030101010101" pitchFamily="2" charset="-122"/>
                <a:cs typeface="宋体" panose="02010600030101010101" pitchFamily="2" charset="-122"/>
              </a:rPr>
              <a:t>可分配给主机使用的：</a:t>
            </a:r>
          </a:p>
          <a:p>
            <a:pPr indent="254000"/>
            <a:r>
              <a:rPr lang="zh-CN" altLang="zh-CN" sz="1800" dirty="0">
                <a:solidFill>
                  <a:srgbClr val="5A5A5A"/>
                </a:solidFill>
                <a:effectLst/>
                <a:latin typeface="Times New Roman" panose="02020603050405020304" pitchFamily="18" charset="0"/>
                <a:ea typeface="宋体" panose="02010600030101010101" pitchFamily="2" charset="-122"/>
                <a:cs typeface="宋体" panose="02010600030101010101" pitchFamily="2" charset="-122"/>
              </a:rPr>
              <a:t>最小地址是</a:t>
            </a:r>
            <a:r>
              <a:rPr lang="en-US" altLang="zh-CN" sz="1800" u="sng" dirty="0" err="1">
                <a:solidFill>
                  <a:srgbClr val="5A5A5A"/>
                </a:solidFill>
                <a:effectLst/>
                <a:latin typeface="Times New Roman" panose="02020603050405020304" pitchFamily="18" charset="0"/>
                <a:ea typeface="Times New Roman" panose="02020603050405020304" pitchFamily="18" charset="0"/>
              </a:rPr>
              <a:t>BlB2B30100</a:t>
            </a:r>
            <a:r>
              <a:rPr lang="en-US" altLang="zh-CN" sz="1800" dirty="0" err="1">
                <a:solidFill>
                  <a:srgbClr val="5A5A5A"/>
                </a:solidFill>
                <a:effectLst/>
                <a:latin typeface="Times New Roman" panose="02020603050405020304" pitchFamily="18" charset="0"/>
                <a:ea typeface="Times New Roman" panose="02020603050405020304" pitchFamily="18" charset="0"/>
              </a:rPr>
              <a:t>0001</a:t>
            </a:r>
            <a:r>
              <a:rPr lang="en-US" altLang="zh-CN" sz="1800" dirty="0">
                <a:solidFill>
                  <a:srgbClr val="5A5A5A"/>
                </a:solidFill>
                <a:effectLst/>
                <a:latin typeface="Times New Roman" panose="02020603050405020304" pitchFamily="18" charset="0"/>
                <a:ea typeface="Times New Roman" panose="02020603050405020304" pitchFamily="18" charset="0"/>
              </a:rPr>
              <a:t>=136.23.12.65/28</a:t>
            </a:r>
            <a:r>
              <a:rPr lang="zh-CN" altLang="zh-CN" sz="1800" dirty="0">
                <a:solidFill>
                  <a:srgbClr val="5A5A5A"/>
                </a:solidFill>
                <a:effectLst/>
                <a:latin typeface="Times New Roman" panose="02020603050405020304" pitchFamily="18" charset="0"/>
                <a:ea typeface="宋体" panose="02010600030101010101" pitchFamily="2" charset="-122"/>
                <a:cs typeface="宋体" panose="02010600030101010101" pitchFamily="2" charset="-122"/>
              </a:rPr>
              <a:t>；</a:t>
            </a:r>
            <a:endParaRPr lang="zh-CN" altLang="zh-CN" sz="1800" dirty="0">
              <a:solidFill>
                <a:srgbClr val="454545"/>
              </a:solidFill>
              <a:effectLst/>
              <a:latin typeface="Times New Roman" panose="02020603050405020304" pitchFamily="18" charset="0"/>
              <a:ea typeface="Times New Roman" panose="02020603050405020304" pitchFamily="18" charset="0"/>
            </a:endParaRPr>
          </a:p>
          <a:p>
            <a:pPr indent="254000"/>
            <a:r>
              <a:rPr lang="zh-CN" altLang="zh-CN" sz="1800" dirty="0">
                <a:solidFill>
                  <a:srgbClr val="5A5A5A"/>
                </a:solidFill>
                <a:effectLst/>
                <a:latin typeface="Times New Roman" panose="02020603050405020304" pitchFamily="18" charset="0"/>
                <a:ea typeface="宋体" panose="02010600030101010101" pitchFamily="2" charset="-122"/>
                <a:cs typeface="宋体" panose="02010600030101010101" pitchFamily="2" charset="-122"/>
              </a:rPr>
              <a:t>最大地址是</a:t>
            </a:r>
            <a:r>
              <a:rPr lang="en-US" altLang="zh-CN" sz="1800" u="sng" dirty="0" err="1">
                <a:solidFill>
                  <a:srgbClr val="5A5A5A"/>
                </a:solidFill>
                <a:effectLst/>
                <a:latin typeface="Times New Roman" panose="02020603050405020304" pitchFamily="18" charset="0"/>
                <a:ea typeface="Times New Roman" panose="02020603050405020304" pitchFamily="18" charset="0"/>
              </a:rPr>
              <a:t>BlB2B30100</a:t>
            </a:r>
            <a:r>
              <a:rPr lang="en-US" altLang="zh-CN" sz="1800" dirty="0" err="1">
                <a:solidFill>
                  <a:srgbClr val="5A5A5A"/>
                </a:solidFill>
                <a:effectLst/>
                <a:latin typeface="Times New Roman" panose="02020603050405020304" pitchFamily="18" charset="0"/>
                <a:ea typeface="Times New Roman" panose="02020603050405020304" pitchFamily="18" charset="0"/>
              </a:rPr>
              <a:t>1110</a:t>
            </a:r>
            <a:r>
              <a:rPr lang="en-US" altLang="zh-CN" sz="1800" dirty="0">
                <a:solidFill>
                  <a:srgbClr val="5A5A5A"/>
                </a:solidFill>
                <a:effectLst/>
                <a:latin typeface="Times New Roman" panose="02020603050405020304" pitchFamily="18" charset="0"/>
                <a:ea typeface="Times New Roman" panose="02020603050405020304" pitchFamily="18" charset="0"/>
              </a:rPr>
              <a:t>=136.23.12.78/28</a:t>
            </a:r>
            <a:r>
              <a:rPr lang="zh-CN" altLang="zh-CN" sz="1800" dirty="0">
                <a:solidFill>
                  <a:srgbClr val="5A5A5A"/>
                </a:solidFill>
                <a:effectLst/>
                <a:latin typeface="Times New Roman" panose="02020603050405020304" pitchFamily="18" charset="0"/>
                <a:ea typeface="宋体" panose="02010600030101010101" pitchFamily="2" charset="-122"/>
                <a:cs typeface="宋体" panose="02010600030101010101" pitchFamily="2" charset="-122"/>
              </a:rPr>
              <a:t>。</a:t>
            </a:r>
            <a:endParaRPr lang="zh-CN" altLang="zh-CN" sz="1800" dirty="0">
              <a:solidFill>
                <a:srgbClr val="454545"/>
              </a:solidFill>
              <a:effectLst/>
              <a:latin typeface="Times New Roman" panose="02020603050405020304" pitchFamily="18" charset="0"/>
              <a:ea typeface="Times New Roman" panose="02020603050405020304" pitchFamily="18" charset="0"/>
            </a:endParaRPr>
          </a:p>
          <a:p>
            <a:pPr indent="254000"/>
            <a:r>
              <a:rPr lang="zh-CN" altLang="zh-CN" sz="1800" dirty="0">
                <a:solidFill>
                  <a:srgbClr val="5A5A5A"/>
                </a:solidFill>
                <a:effectLst/>
                <a:latin typeface="宋体" panose="02010600030101010101" pitchFamily="2" charset="-122"/>
                <a:ea typeface="宋体" panose="02010600030101010101" pitchFamily="2" charset="-122"/>
                <a:cs typeface="宋体" panose="02010600030101010101" pitchFamily="2" charset="-122"/>
              </a:rPr>
              <a:t>第二个地址块</a:t>
            </a:r>
            <a:r>
              <a:rPr lang="en-US" altLang="zh-CN" sz="1800" dirty="0">
                <a:solidFill>
                  <a:srgbClr val="5A5A5A"/>
                </a:solidFill>
                <a:effectLst/>
                <a:latin typeface="Times New Roman" panose="02020603050405020304" pitchFamily="18" charset="0"/>
                <a:ea typeface="Times New Roman" panose="02020603050405020304" pitchFamily="18" charset="0"/>
                <a:cs typeface="宋体" panose="02010600030101010101" pitchFamily="2" charset="-122"/>
              </a:rPr>
              <a:t>136.23.12.80/28</a:t>
            </a:r>
            <a:r>
              <a:rPr lang="zh-CN" altLang="zh-CN" sz="1800" dirty="0">
                <a:solidFill>
                  <a:srgbClr val="5A5A5A"/>
                </a:solidFill>
                <a:effectLst/>
                <a:latin typeface="宋体" panose="02010600030101010101" pitchFamily="2" charset="-122"/>
                <a:ea typeface="宋体" panose="02010600030101010101" pitchFamily="2" charset="-122"/>
                <a:cs typeface="宋体" panose="02010600030101010101" pitchFamily="2" charset="-122"/>
              </a:rPr>
              <a:t>可分配给主机使用的：</a:t>
            </a:r>
          </a:p>
          <a:p>
            <a:pPr indent="254000"/>
            <a:r>
              <a:rPr lang="zh-CN" altLang="zh-CN" sz="1800" dirty="0">
                <a:solidFill>
                  <a:srgbClr val="5A5A5A"/>
                </a:solidFill>
                <a:effectLst/>
                <a:latin typeface="Times New Roman" panose="02020603050405020304" pitchFamily="18" charset="0"/>
                <a:ea typeface="宋体" panose="02010600030101010101" pitchFamily="2" charset="-122"/>
                <a:cs typeface="宋体" panose="02010600030101010101" pitchFamily="2" charset="-122"/>
              </a:rPr>
              <a:t>最小地址是</a:t>
            </a:r>
            <a:r>
              <a:rPr lang="en-US" altLang="zh-CN" sz="1800" u="sng" dirty="0" err="1">
                <a:solidFill>
                  <a:srgbClr val="5A5A5A"/>
                </a:solidFill>
                <a:effectLst/>
                <a:latin typeface="Times New Roman" panose="02020603050405020304" pitchFamily="18" charset="0"/>
                <a:ea typeface="Times New Roman" panose="02020603050405020304" pitchFamily="18" charset="0"/>
              </a:rPr>
              <a:t>BlB2B30101</a:t>
            </a:r>
            <a:r>
              <a:rPr lang="en-US" altLang="zh-CN" sz="1800" dirty="0" err="1">
                <a:solidFill>
                  <a:srgbClr val="5A5A5A"/>
                </a:solidFill>
                <a:effectLst/>
                <a:latin typeface="Times New Roman" panose="02020603050405020304" pitchFamily="18" charset="0"/>
                <a:ea typeface="Times New Roman" panose="02020603050405020304" pitchFamily="18" charset="0"/>
              </a:rPr>
              <a:t>0001</a:t>
            </a:r>
            <a:r>
              <a:rPr lang="en-US" altLang="zh-CN" sz="1800" dirty="0">
                <a:solidFill>
                  <a:srgbClr val="5A5A5A"/>
                </a:solidFill>
                <a:effectLst/>
                <a:latin typeface="Times New Roman" panose="02020603050405020304" pitchFamily="18" charset="0"/>
                <a:ea typeface="Times New Roman" panose="02020603050405020304" pitchFamily="18" charset="0"/>
              </a:rPr>
              <a:t>=136.23.12.81/28</a:t>
            </a:r>
            <a:r>
              <a:rPr lang="zh-CN" altLang="zh-CN" sz="1800" dirty="0">
                <a:solidFill>
                  <a:srgbClr val="5A5A5A"/>
                </a:solidFill>
                <a:effectLst/>
                <a:latin typeface="Times New Roman" panose="02020603050405020304" pitchFamily="18" charset="0"/>
                <a:ea typeface="宋体" panose="02010600030101010101" pitchFamily="2" charset="-122"/>
                <a:cs typeface="宋体" panose="02010600030101010101" pitchFamily="2" charset="-122"/>
              </a:rPr>
              <a:t>；</a:t>
            </a:r>
            <a:endParaRPr lang="zh-CN" altLang="zh-CN" sz="1800" dirty="0">
              <a:solidFill>
                <a:srgbClr val="454545"/>
              </a:solidFill>
              <a:effectLst/>
              <a:latin typeface="Times New Roman" panose="02020603050405020304" pitchFamily="18" charset="0"/>
              <a:ea typeface="Times New Roman" panose="02020603050405020304" pitchFamily="18" charset="0"/>
            </a:endParaRPr>
          </a:p>
          <a:p>
            <a:pPr indent="254000"/>
            <a:r>
              <a:rPr lang="zh-CN" altLang="zh-CN" sz="1800" dirty="0">
                <a:solidFill>
                  <a:srgbClr val="5A5A5A"/>
                </a:solidFill>
                <a:effectLst/>
                <a:latin typeface="Times New Roman" panose="02020603050405020304" pitchFamily="18" charset="0"/>
                <a:ea typeface="宋体" panose="02010600030101010101" pitchFamily="2" charset="-122"/>
                <a:cs typeface="宋体" panose="02010600030101010101" pitchFamily="2" charset="-122"/>
              </a:rPr>
              <a:t>最大地址是</a:t>
            </a:r>
            <a:r>
              <a:rPr lang="en-US" altLang="zh-CN" sz="1800" u="sng" dirty="0" err="1">
                <a:solidFill>
                  <a:srgbClr val="5A5A5A"/>
                </a:solidFill>
                <a:effectLst/>
                <a:latin typeface="Times New Roman" panose="02020603050405020304" pitchFamily="18" charset="0"/>
                <a:ea typeface="Times New Roman" panose="02020603050405020304" pitchFamily="18" charset="0"/>
              </a:rPr>
              <a:t>BlB2B30101</a:t>
            </a:r>
            <a:r>
              <a:rPr lang="en-US" altLang="zh-CN" sz="1800" dirty="0" err="1">
                <a:solidFill>
                  <a:srgbClr val="5A5A5A"/>
                </a:solidFill>
                <a:effectLst/>
                <a:latin typeface="Times New Roman" panose="02020603050405020304" pitchFamily="18" charset="0"/>
                <a:ea typeface="Times New Roman" panose="02020603050405020304" pitchFamily="18" charset="0"/>
              </a:rPr>
              <a:t>1110</a:t>
            </a:r>
            <a:r>
              <a:rPr lang="en-US" altLang="zh-CN" sz="1800" dirty="0">
                <a:solidFill>
                  <a:srgbClr val="5A5A5A"/>
                </a:solidFill>
                <a:effectLst/>
                <a:latin typeface="Times New Roman" panose="02020603050405020304" pitchFamily="18" charset="0"/>
                <a:ea typeface="Times New Roman" panose="02020603050405020304" pitchFamily="18" charset="0"/>
              </a:rPr>
              <a:t>=136.23.12.94/28</a:t>
            </a:r>
            <a:r>
              <a:rPr lang="zh-CN" altLang="zh-CN" sz="1800" dirty="0">
                <a:solidFill>
                  <a:srgbClr val="5A5A5A"/>
                </a:solidFill>
                <a:effectLst/>
                <a:latin typeface="Times New Roman" panose="02020603050405020304" pitchFamily="18" charset="0"/>
                <a:ea typeface="宋体" panose="02010600030101010101" pitchFamily="2" charset="-122"/>
                <a:cs typeface="宋体" panose="02010600030101010101" pitchFamily="2" charset="-122"/>
              </a:rPr>
              <a:t>。</a:t>
            </a:r>
            <a:endParaRPr lang="zh-CN" altLang="zh-CN" sz="1800" dirty="0">
              <a:solidFill>
                <a:srgbClr val="454545"/>
              </a:solidFill>
              <a:effectLst/>
              <a:latin typeface="Times New Roman" panose="02020603050405020304" pitchFamily="18" charset="0"/>
              <a:ea typeface="Times New Roman" panose="02020603050405020304" pitchFamily="18" charset="0"/>
            </a:endParaRPr>
          </a:p>
          <a:p>
            <a:pPr indent="254000"/>
            <a:r>
              <a:rPr lang="zh-CN" altLang="zh-CN" sz="1800" dirty="0">
                <a:solidFill>
                  <a:srgbClr val="5A5A5A"/>
                </a:solidFill>
                <a:effectLst/>
                <a:latin typeface="宋体" panose="02010600030101010101" pitchFamily="2" charset="-122"/>
                <a:ea typeface="宋体" panose="02010600030101010101" pitchFamily="2" charset="-122"/>
                <a:cs typeface="宋体" panose="02010600030101010101" pitchFamily="2" charset="-122"/>
              </a:rPr>
              <a:t>第三个地址块</a:t>
            </a:r>
            <a:r>
              <a:rPr lang="en-US" altLang="zh-CN" sz="1800" dirty="0">
                <a:solidFill>
                  <a:srgbClr val="5A5A5A"/>
                </a:solidFill>
                <a:effectLst/>
                <a:latin typeface="Times New Roman" panose="02020603050405020304" pitchFamily="18" charset="0"/>
                <a:ea typeface="Times New Roman" panose="02020603050405020304" pitchFamily="18" charset="0"/>
                <a:cs typeface="宋体" panose="02010600030101010101" pitchFamily="2" charset="-122"/>
              </a:rPr>
              <a:t>136.23.12.96/28</a:t>
            </a:r>
            <a:r>
              <a:rPr lang="zh-CN" altLang="zh-CN" sz="1800" dirty="0">
                <a:solidFill>
                  <a:srgbClr val="5A5A5A"/>
                </a:solidFill>
                <a:effectLst/>
                <a:latin typeface="宋体" panose="02010600030101010101" pitchFamily="2" charset="-122"/>
                <a:ea typeface="宋体" panose="02010600030101010101" pitchFamily="2" charset="-122"/>
                <a:cs typeface="宋体" panose="02010600030101010101" pitchFamily="2" charset="-122"/>
              </a:rPr>
              <a:t>可分配给主机使用的；</a:t>
            </a:r>
          </a:p>
          <a:p>
            <a:pPr indent="254000"/>
            <a:r>
              <a:rPr lang="zh-CN" altLang="zh-CN" sz="1800" dirty="0">
                <a:solidFill>
                  <a:srgbClr val="5A5A5A"/>
                </a:solidFill>
                <a:effectLst/>
                <a:latin typeface="Times New Roman" panose="02020603050405020304" pitchFamily="18" charset="0"/>
                <a:ea typeface="宋体" panose="02010600030101010101" pitchFamily="2" charset="-122"/>
                <a:cs typeface="宋体" panose="02010600030101010101" pitchFamily="2" charset="-122"/>
              </a:rPr>
              <a:t>最小地址是</a:t>
            </a:r>
            <a:r>
              <a:rPr lang="en-US" altLang="zh-CN" sz="1800" u="sng" dirty="0" err="1">
                <a:solidFill>
                  <a:srgbClr val="5A5A5A"/>
                </a:solidFill>
                <a:effectLst/>
                <a:latin typeface="Times New Roman" panose="02020603050405020304" pitchFamily="18" charset="0"/>
                <a:ea typeface="Times New Roman" panose="02020603050405020304" pitchFamily="18" charset="0"/>
              </a:rPr>
              <a:t>BlB2B30110</a:t>
            </a:r>
            <a:r>
              <a:rPr lang="en-US" altLang="zh-CN" sz="1800" dirty="0" err="1">
                <a:solidFill>
                  <a:srgbClr val="5A5A5A"/>
                </a:solidFill>
                <a:effectLst/>
                <a:latin typeface="Times New Roman" panose="02020603050405020304" pitchFamily="18" charset="0"/>
                <a:ea typeface="Times New Roman" panose="02020603050405020304" pitchFamily="18" charset="0"/>
              </a:rPr>
              <a:t>0001</a:t>
            </a:r>
            <a:r>
              <a:rPr lang="en-US" altLang="zh-CN" sz="1800" dirty="0">
                <a:solidFill>
                  <a:srgbClr val="5A5A5A"/>
                </a:solidFill>
                <a:effectLst/>
                <a:latin typeface="Times New Roman" panose="02020603050405020304" pitchFamily="18" charset="0"/>
                <a:ea typeface="Times New Roman" panose="02020603050405020304" pitchFamily="18" charset="0"/>
              </a:rPr>
              <a:t>=136.23.12.97/28</a:t>
            </a:r>
            <a:r>
              <a:rPr lang="zh-CN" altLang="zh-CN" sz="1800" dirty="0">
                <a:solidFill>
                  <a:srgbClr val="5A5A5A"/>
                </a:solidFill>
                <a:effectLst/>
                <a:latin typeface="Times New Roman" panose="02020603050405020304" pitchFamily="18" charset="0"/>
                <a:ea typeface="宋体" panose="02010600030101010101" pitchFamily="2" charset="-122"/>
                <a:cs typeface="宋体" panose="02010600030101010101" pitchFamily="2" charset="-122"/>
              </a:rPr>
              <a:t>；</a:t>
            </a:r>
            <a:endParaRPr lang="zh-CN" altLang="zh-CN" sz="1800" dirty="0">
              <a:solidFill>
                <a:srgbClr val="454545"/>
              </a:solidFill>
              <a:effectLst/>
              <a:latin typeface="Times New Roman" panose="02020603050405020304" pitchFamily="18" charset="0"/>
              <a:ea typeface="Times New Roman" panose="02020603050405020304" pitchFamily="18" charset="0"/>
            </a:endParaRPr>
          </a:p>
          <a:p>
            <a:pPr indent="254000"/>
            <a:r>
              <a:rPr lang="zh-CN" altLang="zh-CN" sz="1800" dirty="0">
                <a:solidFill>
                  <a:srgbClr val="5A5A5A"/>
                </a:solidFill>
                <a:effectLst/>
                <a:latin typeface="Times New Roman" panose="02020603050405020304" pitchFamily="18" charset="0"/>
                <a:ea typeface="宋体" panose="02010600030101010101" pitchFamily="2" charset="-122"/>
                <a:cs typeface="宋体" panose="02010600030101010101" pitchFamily="2" charset="-122"/>
              </a:rPr>
              <a:t>最大地址是</a:t>
            </a:r>
            <a:r>
              <a:rPr lang="en-US" altLang="zh-CN" sz="1800" u="sng" dirty="0" err="1">
                <a:solidFill>
                  <a:srgbClr val="5A5A5A"/>
                </a:solidFill>
                <a:effectLst/>
                <a:latin typeface="Times New Roman" panose="02020603050405020304" pitchFamily="18" charset="0"/>
                <a:ea typeface="Times New Roman" panose="02020603050405020304" pitchFamily="18" charset="0"/>
              </a:rPr>
              <a:t>BlB2B30110</a:t>
            </a:r>
            <a:r>
              <a:rPr lang="en-US" altLang="zh-CN" sz="1800" dirty="0" err="1">
                <a:solidFill>
                  <a:srgbClr val="5A5A5A"/>
                </a:solidFill>
                <a:effectLst/>
                <a:latin typeface="Times New Roman" panose="02020603050405020304" pitchFamily="18" charset="0"/>
                <a:ea typeface="Times New Roman" panose="02020603050405020304" pitchFamily="18" charset="0"/>
              </a:rPr>
              <a:t>1110</a:t>
            </a:r>
            <a:r>
              <a:rPr lang="en-US" altLang="zh-CN" sz="1800" dirty="0">
                <a:solidFill>
                  <a:srgbClr val="5A5A5A"/>
                </a:solidFill>
                <a:effectLst/>
                <a:latin typeface="Times New Roman" panose="02020603050405020304" pitchFamily="18" charset="0"/>
                <a:ea typeface="Times New Roman" panose="02020603050405020304" pitchFamily="18" charset="0"/>
              </a:rPr>
              <a:t>=136.23.12.110/28</a:t>
            </a:r>
            <a:r>
              <a:rPr lang="zh-CN" altLang="zh-CN" sz="1800" dirty="0">
                <a:solidFill>
                  <a:srgbClr val="5A5A5A"/>
                </a:solidFill>
                <a:effectLst/>
                <a:latin typeface="Times New Roman" panose="02020603050405020304" pitchFamily="18" charset="0"/>
                <a:ea typeface="宋体" panose="02010600030101010101" pitchFamily="2" charset="-122"/>
                <a:cs typeface="宋体" panose="02010600030101010101" pitchFamily="2" charset="-122"/>
              </a:rPr>
              <a:t>。</a:t>
            </a:r>
            <a:endParaRPr lang="zh-CN" altLang="zh-CN" sz="1800" dirty="0">
              <a:solidFill>
                <a:srgbClr val="454545"/>
              </a:solidFill>
              <a:effectLst/>
              <a:latin typeface="Times New Roman" panose="02020603050405020304" pitchFamily="18" charset="0"/>
              <a:ea typeface="Times New Roman" panose="02020603050405020304" pitchFamily="18" charset="0"/>
            </a:endParaRPr>
          </a:p>
          <a:p>
            <a:pPr indent="254000"/>
            <a:r>
              <a:rPr lang="zh-CN" altLang="zh-CN" sz="1800" dirty="0">
                <a:solidFill>
                  <a:srgbClr val="5A5A5A"/>
                </a:solidFill>
                <a:effectLst/>
                <a:latin typeface="宋体" panose="02010600030101010101" pitchFamily="2" charset="-122"/>
                <a:ea typeface="宋体" panose="02010600030101010101" pitchFamily="2" charset="-122"/>
                <a:cs typeface="宋体" panose="02010600030101010101" pitchFamily="2" charset="-122"/>
              </a:rPr>
              <a:t>第四个地址块</a:t>
            </a:r>
            <a:r>
              <a:rPr lang="en-US" altLang="zh-CN" sz="1800" dirty="0">
                <a:solidFill>
                  <a:srgbClr val="5A5A5A"/>
                </a:solidFill>
                <a:effectLst/>
                <a:latin typeface="Times New Roman" panose="02020603050405020304" pitchFamily="18" charset="0"/>
                <a:ea typeface="Times New Roman" panose="02020603050405020304" pitchFamily="18" charset="0"/>
                <a:cs typeface="宋体" panose="02010600030101010101" pitchFamily="2" charset="-122"/>
              </a:rPr>
              <a:t>136.23.12.112/28</a:t>
            </a:r>
            <a:r>
              <a:rPr lang="zh-CN" altLang="zh-CN" sz="1800" dirty="0">
                <a:solidFill>
                  <a:srgbClr val="5A5A5A"/>
                </a:solidFill>
                <a:effectLst/>
                <a:latin typeface="宋体" panose="02010600030101010101" pitchFamily="2" charset="-122"/>
                <a:ea typeface="宋体" panose="02010600030101010101" pitchFamily="2" charset="-122"/>
                <a:cs typeface="宋体" panose="02010600030101010101" pitchFamily="2" charset="-122"/>
              </a:rPr>
              <a:t>可分配给主机使用的：</a:t>
            </a:r>
          </a:p>
          <a:p>
            <a:pPr indent="254000"/>
            <a:r>
              <a:rPr lang="zh-CN" altLang="zh-CN" sz="1800" dirty="0">
                <a:solidFill>
                  <a:srgbClr val="5A5A5A"/>
                </a:solidFill>
                <a:effectLst/>
                <a:latin typeface="Times New Roman" panose="02020603050405020304" pitchFamily="18" charset="0"/>
                <a:ea typeface="宋体" panose="02010600030101010101" pitchFamily="2" charset="-122"/>
                <a:cs typeface="宋体" panose="02010600030101010101" pitchFamily="2" charset="-122"/>
              </a:rPr>
              <a:t>最小地址是</a:t>
            </a:r>
            <a:r>
              <a:rPr lang="en-US" altLang="zh-CN" sz="1800" u="sng" dirty="0" err="1">
                <a:solidFill>
                  <a:srgbClr val="5A5A5A"/>
                </a:solidFill>
                <a:effectLst/>
                <a:latin typeface="Times New Roman" panose="02020603050405020304" pitchFamily="18" charset="0"/>
                <a:ea typeface="Times New Roman" panose="02020603050405020304" pitchFamily="18" charset="0"/>
              </a:rPr>
              <a:t>BlB2B30111</a:t>
            </a:r>
            <a:r>
              <a:rPr lang="en-US" altLang="zh-CN" sz="1800" dirty="0" err="1">
                <a:solidFill>
                  <a:srgbClr val="5A5A5A"/>
                </a:solidFill>
                <a:effectLst/>
                <a:latin typeface="Times New Roman" panose="02020603050405020304" pitchFamily="18" charset="0"/>
                <a:ea typeface="Times New Roman" panose="02020603050405020304" pitchFamily="18" charset="0"/>
              </a:rPr>
              <a:t>0001</a:t>
            </a:r>
            <a:r>
              <a:rPr lang="en-US" altLang="zh-CN" sz="1800" dirty="0">
                <a:solidFill>
                  <a:srgbClr val="5A5A5A"/>
                </a:solidFill>
                <a:effectLst/>
                <a:latin typeface="Times New Roman" panose="02020603050405020304" pitchFamily="18" charset="0"/>
                <a:ea typeface="Times New Roman" panose="02020603050405020304" pitchFamily="18" charset="0"/>
              </a:rPr>
              <a:t>=136.23.12.113/28</a:t>
            </a:r>
            <a:r>
              <a:rPr lang="zh-CN" altLang="zh-CN" sz="1800" dirty="0">
                <a:solidFill>
                  <a:srgbClr val="5A5A5A"/>
                </a:solidFill>
                <a:effectLst/>
                <a:latin typeface="Times New Roman" panose="02020603050405020304" pitchFamily="18" charset="0"/>
                <a:ea typeface="宋体" panose="02010600030101010101" pitchFamily="2" charset="-122"/>
                <a:cs typeface="宋体" panose="02010600030101010101" pitchFamily="2" charset="-122"/>
              </a:rPr>
              <a:t>；</a:t>
            </a:r>
            <a:endParaRPr lang="zh-CN" altLang="zh-CN" sz="1800" dirty="0">
              <a:solidFill>
                <a:srgbClr val="454545"/>
              </a:solidFill>
              <a:effectLst/>
              <a:latin typeface="Times New Roman" panose="02020603050405020304" pitchFamily="18" charset="0"/>
              <a:ea typeface="Times New Roman" panose="02020603050405020304" pitchFamily="18" charset="0"/>
            </a:endParaRPr>
          </a:p>
          <a:p>
            <a:pPr indent="266700" algn="just">
              <a:spcAft>
                <a:spcPts val="1600"/>
              </a:spcAft>
            </a:pPr>
            <a:r>
              <a:rPr lang="zh-CN" altLang="zh-CN" sz="1800" dirty="0">
                <a:solidFill>
                  <a:srgbClr val="5A5A5A"/>
                </a:solidFill>
                <a:effectLst/>
                <a:latin typeface="Times New Roman" panose="02020603050405020304" pitchFamily="18" charset="0"/>
                <a:ea typeface="宋体" panose="02010600030101010101" pitchFamily="2" charset="-122"/>
                <a:cs typeface="宋体" panose="02010600030101010101" pitchFamily="2" charset="-122"/>
              </a:rPr>
              <a:t>最大地址是</a:t>
            </a:r>
            <a:r>
              <a:rPr lang="en-US" altLang="zh-CN" sz="1800" u="sng" dirty="0" err="1">
                <a:solidFill>
                  <a:srgbClr val="5A5A5A"/>
                </a:solidFill>
                <a:effectLst/>
                <a:latin typeface="Times New Roman" panose="02020603050405020304" pitchFamily="18" charset="0"/>
                <a:ea typeface="Times New Roman" panose="02020603050405020304" pitchFamily="18" charset="0"/>
              </a:rPr>
              <a:t>BlB2B30111</a:t>
            </a:r>
            <a:r>
              <a:rPr lang="en-US" altLang="zh-CN" sz="1800" dirty="0" err="1">
                <a:solidFill>
                  <a:srgbClr val="5A5A5A"/>
                </a:solidFill>
                <a:effectLst/>
                <a:latin typeface="Times New Roman" panose="02020603050405020304" pitchFamily="18" charset="0"/>
                <a:ea typeface="Times New Roman" panose="02020603050405020304" pitchFamily="18" charset="0"/>
              </a:rPr>
              <a:t>1110</a:t>
            </a:r>
            <a:r>
              <a:rPr lang="en-US" altLang="zh-CN" sz="1800" dirty="0">
                <a:solidFill>
                  <a:srgbClr val="5A5A5A"/>
                </a:solidFill>
                <a:effectLst/>
                <a:latin typeface="Times New Roman" panose="02020603050405020304" pitchFamily="18" charset="0"/>
                <a:ea typeface="Times New Roman" panose="02020603050405020304" pitchFamily="18" charset="0"/>
              </a:rPr>
              <a:t>=136.23.12.126/</a:t>
            </a:r>
            <a:r>
              <a:rPr lang="en-US" altLang="zh-CN" sz="1800" dirty="0" err="1">
                <a:solidFill>
                  <a:srgbClr val="5A5A5A"/>
                </a:solidFill>
                <a:effectLst/>
                <a:latin typeface="Times New Roman" panose="02020603050405020304" pitchFamily="18" charset="0"/>
                <a:ea typeface="Times New Roman" panose="02020603050405020304" pitchFamily="18" charset="0"/>
              </a:rPr>
              <a:t>28o</a:t>
            </a:r>
            <a:endParaRPr lang="zh-CN" altLang="zh-CN" sz="1800" dirty="0">
              <a:solidFill>
                <a:srgbClr val="454545"/>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5834021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第</a:t>
            </a:r>
            <a:r>
              <a:rPr lang="en-US" altLang="zh-CN" dirty="0"/>
              <a:t> 5 </a:t>
            </a:r>
            <a:r>
              <a:rPr lang="zh-CN" altLang="zh-CN" dirty="0"/>
              <a:t>章</a:t>
            </a:r>
            <a:r>
              <a:rPr lang="en-US" altLang="zh-CN" dirty="0"/>
              <a:t>  </a:t>
            </a:r>
            <a:r>
              <a:rPr lang="zh-CN" altLang="en-US" dirty="0"/>
              <a:t>运输</a:t>
            </a:r>
            <a:r>
              <a:rPr lang="zh-CN" altLang="zh-CN" dirty="0"/>
              <a:t>层</a:t>
            </a:r>
            <a:endParaRPr lang="zh-CN" altLang="en-US" dirty="0"/>
          </a:p>
        </p:txBody>
      </p:sp>
      <p:sp>
        <p:nvSpPr>
          <p:cNvPr id="3" name="内容占位符 2"/>
          <p:cNvSpPr>
            <a:spLocks noGrp="1"/>
          </p:cNvSpPr>
          <p:nvPr>
            <p:ph idx="1"/>
          </p:nvPr>
        </p:nvSpPr>
        <p:spPr>
          <a:xfrm>
            <a:off x="495300" y="1196752"/>
            <a:ext cx="9066212" cy="5472608"/>
          </a:xfrm>
        </p:spPr>
        <p:txBody>
          <a:bodyPr/>
          <a:lstStyle/>
          <a:p>
            <a:r>
              <a:rPr lang="en-US" altLang="zh-CN" sz="2400" dirty="0"/>
              <a:t>5.1  </a:t>
            </a:r>
            <a:r>
              <a:rPr lang="zh-CN" altLang="zh-CN" sz="2400" dirty="0"/>
              <a:t>运输层协议概述 </a:t>
            </a:r>
            <a:r>
              <a:rPr lang="zh-CN" altLang="zh-CN" sz="2400" dirty="0">
                <a:solidFill>
                  <a:srgbClr val="FF0000"/>
                </a:solidFill>
              </a:rPr>
              <a:t>端到端</a:t>
            </a:r>
            <a:r>
              <a:rPr lang="zh-CN" altLang="en-US" sz="2400" dirty="0">
                <a:solidFill>
                  <a:srgbClr val="FF0000"/>
                </a:solidFill>
              </a:rPr>
              <a:t>（进程到进程）</a:t>
            </a:r>
            <a:r>
              <a:rPr lang="zh-CN" altLang="zh-CN" sz="2400" dirty="0">
                <a:solidFill>
                  <a:srgbClr val="FF0000"/>
                </a:solidFill>
              </a:rPr>
              <a:t>，端口</a:t>
            </a:r>
            <a:r>
              <a:rPr lang="en-US" altLang="zh-CN" sz="2400" dirty="0">
                <a:solidFill>
                  <a:srgbClr val="FF0000"/>
                </a:solidFill>
              </a:rPr>
              <a:t>(</a:t>
            </a:r>
            <a:r>
              <a:rPr lang="zh-CN" altLang="en-US" sz="2400" dirty="0">
                <a:solidFill>
                  <a:srgbClr val="FF0000"/>
                </a:solidFill>
              </a:rPr>
              <a:t>用来联系进程，分类，常用端口号</a:t>
            </a:r>
            <a:r>
              <a:rPr lang="en-US" altLang="zh-CN" sz="2400" dirty="0">
                <a:solidFill>
                  <a:srgbClr val="FF0000"/>
                </a:solidFill>
              </a:rPr>
              <a:t>)</a:t>
            </a:r>
            <a:r>
              <a:rPr lang="zh-CN" altLang="zh-CN" sz="2400" dirty="0">
                <a:solidFill>
                  <a:srgbClr val="FF0000"/>
                </a:solidFill>
              </a:rPr>
              <a:t>，</a:t>
            </a:r>
            <a:r>
              <a:rPr lang="en-US" altLang="zh-CN" sz="2400" dirty="0">
                <a:solidFill>
                  <a:srgbClr val="FF0000"/>
                </a:solidFill>
              </a:rPr>
              <a:t>2</a:t>
            </a:r>
            <a:r>
              <a:rPr lang="zh-CN" altLang="en-US" sz="2400" dirty="0">
                <a:solidFill>
                  <a:srgbClr val="FF0000"/>
                </a:solidFill>
              </a:rPr>
              <a:t>个</a:t>
            </a:r>
            <a:r>
              <a:rPr lang="zh-CN" altLang="zh-CN" sz="2400" dirty="0">
                <a:solidFill>
                  <a:srgbClr val="FF0000"/>
                </a:solidFill>
              </a:rPr>
              <a:t>套接字</a:t>
            </a:r>
            <a:r>
              <a:rPr lang="zh-CN" altLang="en-US" sz="2400" dirty="0">
                <a:solidFill>
                  <a:srgbClr val="FF0000"/>
                </a:solidFill>
              </a:rPr>
              <a:t>定义连接</a:t>
            </a:r>
            <a:endParaRPr lang="zh-CN" altLang="zh-CN" sz="2400" dirty="0"/>
          </a:p>
          <a:p>
            <a:r>
              <a:rPr lang="en-US" altLang="zh-CN" sz="2400" dirty="0"/>
              <a:t>5.2  </a:t>
            </a:r>
            <a:r>
              <a:rPr lang="zh-CN" altLang="zh-CN" sz="2400" dirty="0"/>
              <a:t>用户数据报协议</a:t>
            </a:r>
            <a:r>
              <a:rPr lang="en-US" altLang="zh-CN" sz="2400" dirty="0"/>
              <a:t> UDP  </a:t>
            </a:r>
            <a:r>
              <a:rPr lang="zh-CN" altLang="en-US" sz="2400" dirty="0">
                <a:solidFill>
                  <a:srgbClr val="FF0000"/>
                </a:solidFill>
              </a:rPr>
              <a:t>无连接，数据包，不可靠，一对一、一对多</a:t>
            </a:r>
            <a:endParaRPr lang="zh-CN" altLang="zh-CN" sz="2400" dirty="0"/>
          </a:p>
          <a:p>
            <a:r>
              <a:rPr lang="en-US" altLang="zh-CN" sz="2400" dirty="0"/>
              <a:t>5.3  </a:t>
            </a:r>
            <a:r>
              <a:rPr lang="zh-CN" altLang="zh-CN" sz="2400" dirty="0"/>
              <a:t>传输控制协议</a:t>
            </a:r>
            <a:r>
              <a:rPr lang="en-US" altLang="zh-CN" sz="2400" dirty="0"/>
              <a:t> TCP </a:t>
            </a:r>
            <a:r>
              <a:rPr lang="zh-CN" altLang="zh-CN" sz="2400" dirty="0"/>
              <a:t>概述  </a:t>
            </a:r>
            <a:r>
              <a:rPr lang="zh-CN" altLang="zh-CN" sz="2400" dirty="0">
                <a:solidFill>
                  <a:srgbClr val="FF0000"/>
                </a:solidFill>
              </a:rPr>
              <a:t>面向连接，面向字节流，可靠</a:t>
            </a:r>
            <a:r>
              <a:rPr lang="zh-CN" altLang="en-US" sz="2400" dirty="0">
                <a:solidFill>
                  <a:srgbClr val="FF0000"/>
                </a:solidFill>
              </a:rPr>
              <a:t>和顺序交付</a:t>
            </a:r>
            <a:endParaRPr lang="zh-CN" altLang="zh-CN" sz="2400" dirty="0">
              <a:solidFill>
                <a:srgbClr val="FF0000"/>
              </a:solidFill>
            </a:endParaRPr>
          </a:p>
          <a:p>
            <a:r>
              <a:rPr lang="en-US" altLang="zh-CN" sz="2400" dirty="0"/>
              <a:t>5.4  </a:t>
            </a:r>
            <a:r>
              <a:rPr lang="zh-CN" altLang="zh-CN" sz="2400" dirty="0"/>
              <a:t>可靠传输工作原理</a:t>
            </a:r>
            <a:r>
              <a:rPr lang="en-US" altLang="zh-CN" sz="2400" dirty="0"/>
              <a:t> </a:t>
            </a:r>
            <a:r>
              <a:rPr lang="zh-CN" altLang="en-US" sz="2400" dirty="0">
                <a:solidFill>
                  <a:srgbClr val="FF0000"/>
                </a:solidFill>
              </a:rPr>
              <a:t>停等协议，连续</a:t>
            </a:r>
            <a:r>
              <a:rPr lang="en-US" altLang="zh-CN" sz="2400" dirty="0">
                <a:solidFill>
                  <a:srgbClr val="FF0000"/>
                </a:solidFill>
              </a:rPr>
              <a:t>ARQ</a:t>
            </a:r>
            <a:r>
              <a:rPr lang="zh-CN" altLang="en-US" sz="2400" dirty="0">
                <a:solidFill>
                  <a:srgbClr val="FF0000"/>
                </a:solidFill>
              </a:rPr>
              <a:t>（流水线，回退</a:t>
            </a:r>
            <a:r>
              <a:rPr lang="en-US" altLang="zh-CN" sz="2400" dirty="0">
                <a:solidFill>
                  <a:srgbClr val="FF0000"/>
                </a:solidFill>
              </a:rPr>
              <a:t>N</a:t>
            </a:r>
            <a:r>
              <a:rPr lang="zh-CN" altLang="en-US" sz="2400" dirty="0">
                <a:solidFill>
                  <a:srgbClr val="FF0000"/>
                </a:solidFill>
              </a:rPr>
              <a:t>）</a:t>
            </a:r>
            <a:endParaRPr lang="zh-CN" altLang="zh-CN" sz="2400" dirty="0">
              <a:solidFill>
                <a:srgbClr val="FF0000"/>
              </a:solidFill>
            </a:endParaRPr>
          </a:p>
          <a:p>
            <a:r>
              <a:rPr lang="en-US" altLang="zh-CN" sz="2400" dirty="0"/>
              <a:t>5.5  TCP </a:t>
            </a:r>
            <a:r>
              <a:rPr lang="zh-CN" altLang="zh-CN" sz="2400" dirty="0"/>
              <a:t>报文段的首部格式</a:t>
            </a:r>
            <a:r>
              <a:rPr lang="zh-CN" altLang="en-US" sz="2400" dirty="0">
                <a:solidFill>
                  <a:srgbClr val="FF0000"/>
                </a:solidFill>
              </a:rPr>
              <a:t>（序号和确认号的含义）</a:t>
            </a:r>
            <a:endParaRPr lang="zh-CN" altLang="zh-CN" sz="2400" dirty="0">
              <a:solidFill>
                <a:srgbClr val="FF0000"/>
              </a:solidFill>
            </a:endParaRPr>
          </a:p>
          <a:p>
            <a:r>
              <a:rPr lang="en-US" altLang="zh-CN" sz="2400" dirty="0"/>
              <a:t>5.6  TCP </a:t>
            </a:r>
            <a:r>
              <a:rPr lang="zh-CN" altLang="zh-CN" sz="2400" dirty="0"/>
              <a:t>可靠传输的实现  </a:t>
            </a:r>
            <a:r>
              <a:rPr lang="zh-CN" altLang="zh-CN" sz="2400" dirty="0">
                <a:solidFill>
                  <a:srgbClr val="FF0000"/>
                </a:solidFill>
              </a:rPr>
              <a:t>面向字节的滑动窗口</a:t>
            </a:r>
            <a:r>
              <a:rPr lang="zh-CN" altLang="en-US" sz="2400" dirty="0">
                <a:solidFill>
                  <a:srgbClr val="FF0000"/>
                </a:solidFill>
              </a:rPr>
              <a:t>，控制发送速率</a:t>
            </a:r>
            <a:endParaRPr lang="zh-CN" altLang="zh-CN" sz="2400" dirty="0"/>
          </a:p>
          <a:p>
            <a:r>
              <a:rPr lang="en-US" altLang="zh-CN" sz="2400" dirty="0"/>
              <a:t>5.7  TCP </a:t>
            </a:r>
            <a:r>
              <a:rPr lang="zh-CN" altLang="zh-CN" sz="2400" dirty="0"/>
              <a:t>的流量控制 </a:t>
            </a:r>
            <a:r>
              <a:rPr lang="zh-CN" altLang="en-US" sz="2400" dirty="0">
                <a:solidFill>
                  <a:srgbClr val="FF0000"/>
                </a:solidFill>
              </a:rPr>
              <a:t>控制发送方发送数据的速率</a:t>
            </a:r>
            <a:endParaRPr lang="en-US" altLang="zh-CN" sz="2400" dirty="0">
              <a:solidFill>
                <a:srgbClr val="FF0000"/>
              </a:solidFill>
            </a:endParaRPr>
          </a:p>
          <a:p>
            <a:r>
              <a:rPr lang="en-US" altLang="zh-CN" sz="2400" dirty="0"/>
              <a:t>5.8  TCP </a:t>
            </a:r>
            <a:r>
              <a:rPr lang="zh-CN" altLang="zh-CN" sz="2400" dirty="0"/>
              <a:t>的拥塞控制 </a:t>
            </a:r>
            <a:r>
              <a:rPr lang="zh-CN" altLang="zh-CN" sz="2400" dirty="0">
                <a:solidFill>
                  <a:srgbClr val="FF0000"/>
                </a:solidFill>
              </a:rPr>
              <a:t>慢开始，拥塞避免，快重传（恢复）</a:t>
            </a:r>
            <a:endParaRPr lang="zh-CN" altLang="zh-CN" sz="2400" dirty="0"/>
          </a:p>
          <a:p>
            <a:r>
              <a:rPr lang="en-US" altLang="zh-CN" sz="2400" dirty="0"/>
              <a:t>5.9  TCP </a:t>
            </a:r>
            <a:r>
              <a:rPr lang="zh-CN" altLang="zh-CN" sz="2400" dirty="0"/>
              <a:t>的运输连接管理 </a:t>
            </a:r>
            <a:r>
              <a:rPr lang="zh-CN" altLang="zh-CN" sz="2400" dirty="0">
                <a:solidFill>
                  <a:srgbClr val="FF0000"/>
                </a:solidFill>
              </a:rPr>
              <a:t>三次握手</a:t>
            </a:r>
            <a:r>
              <a:rPr lang="zh-CN" altLang="en-US" sz="2400" dirty="0">
                <a:solidFill>
                  <a:srgbClr val="FF0000"/>
                </a:solidFill>
              </a:rPr>
              <a:t>（过程细节）</a:t>
            </a:r>
            <a:r>
              <a:rPr lang="zh-CN" altLang="zh-CN" sz="2400" dirty="0">
                <a:solidFill>
                  <a:srgbClr val="FF0000"/>
                </a:solidFill>
              </a:rPr>
              <a:t>，四次挥手</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第</a:t>
            </a:r>
            <a:r>
              <a:rPr lang="en-US" altLang="zh-CN" dirty="0"/>
              <a:t> 5 </a:t>
            </a:r>
            <a:r>
              <a:rPr lang="zh-CN" altLang="zh-CN" dirty="0"/>
              <a:t>章</a:t>
            </a:r>
            <a:r>
              <a:rPr lang="en-US" altLang="zh-CN" dirty="0"/>
              <a:t>  </a:t>
            </a:r>
            <a:r>
              <a:rPr lang="zh-CN" altLang="en-US" dirty="0"/>
              <a:t>运输</a:t>
            </a:r>
            <a:r>
              <a:rPr lang="zh-CN" altLang="zh-CN" dirty="0"/>
              <a:t>层</a:t>
            </a:r>
            <a:r>
              <a:rPr lang="zh-CN" altLang="en-US" dirty="0"/>
              <a:t>概念理解</a:t>
            </a:r>
          </a:p>
        </p:txBody>
      </p:sp>
      <p:sp>
        <p:nvSpPr>
          <p:cNvPr id="78" name="圆角矩形 77"/>
          <p:cNvSpPr/>
          <p:nvPr/>
        </p:nvSpPr>
        <p:spPr>
          <a:xfrm>
            <a:off x="931736" y="2263339"/>
            <a:ext cx="8053712" cy="339790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Freeform 5"/>
          <p:cNvSpPr>
            <a:spLocks/>
          </p:cNvSpPr>
          <p:nvPr/>
        </p:nvSpPr>
        <p:spPr bwMode="auto">
          <a:xfrm>
            <a:off x="2853115" y="4417073"/>
            <a:ext cx="4206284" cy="314892"/>
          </a:xfrm>
          <a:custGeom>
            <a:avLst/>
            <a:gdLst>
              <a:gd name="T0" fmla="*/ 0 w 4626"/>
              <a:gd name="T1" fmla="*/ 0 h 544"/>
              <a:gd name="T2" fmla="*/ 861 w 4626"/>
              <a:gd name="T3" fmla="*/ 544 h 544"/>
              <a:gd name="T4" fmla="*/ 1814 w 4626"/>
              <a:gd name="T5" fmla="*/ 544 h 544"/>
              <a:gd name="T6" fmla="*/ 4626 w 4626"/>
              <a:gd name="T7" fmla="*/ 0 h 544"/>
              <a:gd name="T8" fmla="*/ 0 w 4626"/>
              <a:gd name="T9" fmla="*/ 0 h 544"/>
            </a:gdLst>
            <a:ahLst/>
            <a:cxnLst>
              <a:cxn ang="0">
                <a:pos x="T0" y="T1"/>
              </a:cxn>
              <a:cxn ang="0">
                <a:pos x="T2" y="T3"/>
              </a:cxn>
              <a:cxn ang="0">
                <a:pos x="T4" y="T5"/>
              </a:cxn>
              <a:cxn ang="0">
                <a:pos x="T6" y="T7"/>
              </a:cxn>
              <a:cxn ang="0">
                <a:pos x="T8" y="T9"/>
              </a:cxn>
            </a:cxnLst>
            <a:rect l="0" t="0" r="r" b="b"/>
            <a:pathLst>
              <a:path w="4626" h="544">
                <a:moveTo>
                  <a:pt x="0" y="0"/>
                </a:moveTo>
                <a:lnTo>
                  <a:pt x="861" y="544"/>
                </a:lnTo>
                <a:lnTo>
                  <a:pt x="1814" y="544"/>
                </a:lnTo>
                <a:lnTo>
                  <a:pt x="4626" y="0"/>
                </a:lnTo>
                <a:lnTo>
                  <a:pt x="0" y="0"/>
                </a:lnTo>
                <a:close/>
              </a:path>
            </a:pathLst>
          </a:custGeom>
          <a:gradFill rotWithShape="1">
            <a:gsLst>
              <a:gs pos="0">
                <a:srgbClr val="99FFCC"/>
              </a:gs>
              <a:gs pos="100000">
                <a:srgbClr val="00B0F0"/>
              </a:gs>
            </a:gsLst>
            <a:lin ang="5400000" scaled="1"/>
          </a:gradFill>
          <a:ln>
            <a:noFill/>
          </a:ln>
          <a:effectLst/>
        </p:spPr>
        <p:txBody>
          <a:bodyPr/>
          <a:lstStyle/>
          <a:p>
            <a:endParaRPr lang="zh-CN" altLang="en-US" sz="1000" b="1">
              <a:latin typeface="微软雅黑" pitchFamily="34" charset="-122"/>
              <a:ea typeface="微软雅黑" pitchFamily="34" charset="-122"/>
            </a:endParaRPr>
          </a:p>
        </p:txBody>
      </p:sp>
      <p:sp>
        <p:nvSpPr>
          <p:cNvPr id="80" name="AutoShape 4"/>
          <p:cNvSpPr>
            <a:spLocks noChangeArrowheads="1"/>
          </p:cNvSpPr>
          <p:nvPr/>
        </p:nvSpPr>
        <p:spPr bwMode="auto">
          <a:xfrm>
            <a:off x="2501938" y="5286269"/>
            <a:ext cx="391282" cy="143571"/>
          </a:xfrm>
          <a:prstGeom prst="leftArrow">
            <a:avLst>
              <a:gd name="adj1" fmla="val 50000"/>
              <a:gd name="adj2" fmla="val 62893"/>
            </a:avLst>
          </a:prstGeom>
          <a:solidFill>
            <a:srgbClr val="FF00FF"/>
          </a:solidFill>
          <a:ln w="12700">
            <a:solidFill>
              <a:schemeClr val="tx1"/>
            </a:solidFill>
            <a:miter lim="800000"/>
            <a:headEnd/>
            <a:tailEnd/>
          </a:ln>
          <a:effectLst/>
        </p:spPr>
        <p:txBody>
          <a:bodyPr wrap="none" anchor="ctr"/>
          <a:lstStyle/>
          <a:p>
            <a:endParaRPr lang="zh-CN" altLang="en-US" sz="1000" b="1">
              <a:latin typeface="微软雅黑" pitchFamily="34" charset="-122"/>
              <a:ea typeface="微软雅黑" pitchFamily="34" charset="-122"/>
            </a:endParaRPr>
          </a:p>
        </p:txBody>
      </p:sp>
      <p:sp>
        <p:nvSpPr>
          <p:cNvPr id="81" name="Rectangle 106"/>
          <p:cNvSpPr>
            <a:spLocks noChangeArrowheads="1"/>
          </p:cNvSpPr>
          <p:nvPr/>
        </p:nvSpPr>
        <p:spPr bwMode="auto">
          <a:xfrm>
            <a:off x="2872678" y="5214935"/>
            <a:ext cx="755175" cy="287141"/>
          </a:xfrm>
          <a:prstGeom prst="rect">
            <a:avLst/>
          </a:prstGeom>
          <a:solidFill>
            <a:srgbClr val="66FF66"/>
          </a:solidFill>
          <a:ln w="19050">
            <a:solidFill>
              <a:srgbClr val="333399"/>
            </a:solidFill>
            <a:miter lim="800000"/>
            <a:headEnd/>
            <a:tailEnd/>
          </a:ln>
          <a:effectLst/>
        </p:spPr>
        <p:txBody>
          <a:bodyPr wrap="none" anchor="ctr"/>
          <a:lstStyle/>
          <a:p>
            <a:endParaRPr lang="zh-CN" altLang="en-US" sz="1000" b="1">
              <a:latin typeface="微软雅黑" pitchFamily="34" charset="-122"/>
              <a:ea typeface="微软雅黑" pitchFamily="34" charset="-122"/>
            </a:endParaRPr>
          </a:p>
        </p:txBody>
      </p:sp>
      <p:sp>
        <p:nvSpPr>
          <p:cNvPr id="82" name="Line 33"/>
          <p:cNvSpPr>
            <a:spLocks noChangeShapeType="1"/>
          </p:cNvSpPr>
          <p:nvPr/>
        </p:nvSpPr>
        <p:spPr bwMode="auto">
          <a:xfrm flipH="1">
            <a:off x="2669212" y="2845924"/>
            <a:ext cx="9782" cy="1568439"/>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83" name="Rectangle 34"/>
          <p:cNvSpPr>
            <a:spLocks noChangeArrowheads="1"/>
          </p:cNvSpPr>
          <p:nvPr/>
        </p:nvSpPr>
        <p:spPr bwMode="auto">
          <a:xfrm>
            <a:off x="2410660" y="3454518"/>
            <a:ext cx="439224" cy="366767"/>
          </a:xfrm>
          <a:prstGeom prst="rect">
            <a:avLst/>
          </a:prstGeom>
          <a:solidFill>
            <a:srgbClr val="C3E3F9"/>
          </a:solidFill>
          <a:ln>
            <a:noFill/>
          </a:ln>
          <a:effectLst/>
        </p:spPr>
        <p:txBody>
          <a:bodyPr wrap="none" lIns="90488" tIns="44450" rIns="90488" bIns="44450">
            <a:spAutoFit/>
          </a:bodyPr>
          <a:lstStyle/>
          <a:p>
            <a:pPr algn="ctr" defTabSz="762000" eaLnBrk="0" hangingPunct="0">
              <a:lnSpc>
                <a:spcPct val="90000"/>
              </a:lnSpc>
            </a:pPr>
            <a:r>
              <a:rPr kumimoji="1" lang="en-US" altLang="zh-CN" sz="1000" b="1" dirty="0">
                <a:solidFill>
                  <a:srgbClr val="0000FF"/>
                </a:solidFill>
                <a:latin typeface="微软雅黑" pitchFamily="34" charset="-122"/>
                <a:ea typeface="微软雅黑" pitchFamily="34" charset="-122"/>
              </a:rPr>
              <a:t>TCP</a:t>
            </a:r>
          </a:p>
          <a:p>
            <a:pPr algn="ctr" defTabSz="762000" eaLnBrk="0" hangingPunct="0">
              <a:lnSpc>
                <a:spcPct val="90000"/>
              </a:lnSpc>
            </a:pPr>
            <a:r>
              <a:rPr kumimoji="1" lang="zh-CN" altLang="en-US" sz="1000" b="1" dirty="0">
                <a:solidFill>
                  <a:srgbClr val="0000FF"/>
                </a:solidFill>
                <a:latin typeface="微软雅黑" pitchFamily="34" charset="-122"/>
                <a:ea typeface="微软雅黑" pitchFamily="34" charset="-122"/>
              </a:rPr>
              <a:t>首部</a:t>
            </a:r>
          </a:p>
        </p:txBody>
      </p:sp>
      <p:sp>
        <p:nvSpPr>
          <p:cNvPr id="84" name="Line 35"/>
          <p:cNvSpPr>
            <a:spLocks noChangeShapeType="1"/>
          </p:cNvSpPr>
          <p:nvPr/>
        </p:nvSpPr>
        <p:spPr bwMode="auto">
          <a:xfrm>
            <a:off x="7305906" y="2842311"/>
            <a:ext cx="0" cy="1317417"/>
          </a:xfrm>
          <a:prstGeom prst="line">
            <a:avLst/>
          </a:prstGeom>
          <a:noFill/>
          <a:ln w="12700">
            <a:solidFill>
              <a:srgbClr val="CC00CC"/>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85" name="Rectangle 36"/>
          <p:cNvSpPr>
            <a:spLocks noChangeArrowheads="1"/>
          </p:cNvSpPr>
          <p:nvPr/>
        </p:nvSpPr>
        <p:spPr bwMode="auto">
          <a:xfrm>
            <a:off x="7022448" y="3322868"/>
            <a:ext cx="763030" cy="366767"/>
          </a:xfrm>
          <a:prstGeom prst="rect">
            <a:avLst/>
          </a:prstGeom>
          <a:solidFill>
            <a:srgbClr val="C3E3F9"/>
          </a:solidFill>
          <a:ln>
            <a:noFill/>
          </a:ln>
          <a:effectLst/>
        </p:spPr>
        <p:txBody>
          <a:bodyPr wrap="none" lIns="90488" tIns="44450" rIns="90488" bIns="44450">
            <a:spAutoFit/>
          </a:bodyPr>
          <a:lstStyle/>
          <a:p>
            <a:pPr algn="ctr" defTabSz="762000" eaLnBrk="0" hangingPunct="0">
              <a:lnSpc>
                <a:spcPct val="90000"/>
              </a:lnSpc>
            </a:pPr>
            <a:r>
              <a:rPr kumimoji="1" lang="en-US" altLang="zh-CN" sz="1000" b="1" dirty="0">
                <a:solidFill>
                  <a:srgbClr val="CC00CC"/>
                </a:solidFill>
                <a:latin typeface="微软雅黑" pitchFamily="34" charset="-122"/>
                <a:ea typeface="微软雅黑" pitchFamily="34" charset="-122"/>
              </a:rPr>
              <a:t>20 </a:t>
            </a:r>
            <a:r>
              <a:rPr kumimoji="1" lang="zh-CN" altLang="en-US" sz="1000" b="1" dirty="0">
                <a:solidFill>
                  <a:srgbClr val="CC00CC"/>
                </a:solidFill>
                <a:latin typeface="微软雅黑" pitchFamily="34" charset="-122"/>
                <a:ea typeface="微软雅黑" pitchFamily="34" charset="-122"/>
              </a:rPr>
              <a:t>字节的</a:t>
            </a:r>
          </a:p>
          <a:p>
            <a:pPr algn="ctr" defTabSz="762000" eaLnBrk="0" hangingPunct="0">
              <a:lnSpc>
                <a:spcPct val="90000"/>
              </a:lnSpc>
            </a:pPr>
            <a:r>
              <a:rPr kumimoji="1" lang="zh-CN" altLang="en-US" sz="1000" b="1" dirty="0">
                <a:solidFill>
                  <a:srgbClr val="CC00CC"/>
                </a:solidFill>
                <a:latin typeface="微软雅黑" pitchFamily="34" charset="-122"/>
                <a:ea typeface="微软雅黑" pitchFamily="34" charset="-122"/>
              </a:rPr>
              <a:t>固定首部</a:t>
            </a:r>
          </a:p>
        </p:txBody>
      </p:sp>
      <p:sp>
        <p:nvSpPr>
          <p:cNvPr id="86" name="Rectangle 75"/>
          <p:cNvSpPr>
            <a:spLocks noChangeArrowheads="1"/>
          </p:cNvSpPr>
          <p:nvPr/>
        </p:nvSpPr>
        <p:spPr bwMode="auto">
          <a:xfrm>
            <a:off x="2847245" y="2845020"/>
            <a:ext cx="4196502" cy="1572052"/>
          </a:xfrm>
          <a:prstGeom prst="rect">
            <a:avLst/>
          </a:prstGeom>
          <a:solidFill>
            <a:srgbClr val="00FFFF"/>
          </a:solidFill>
          <a:ln w="25400">
            <a:solidFill>
              <a:schemeClr val="tx1"/>
            </a:solidFill>
            <a:miter lim="800000"/>
            <a:headEnd/>
            <a:tailEnd/>
          </a:ln>
          <a:effectLst/>
        </p:spPr>
        <p:txBody>
          <a:bodyPr wrap="none" anchor="ctr"/>
          <a:lstStyle/>
          <a:p>
            <a:endParaRPr lang="zh-CN" altLang="en-US" sz="1000" b="1">
              <a:latin typeface="微软雅黑" pitchFamily="34" charset="-122"/>
              <a:ea typeface="微软雅黑" pitchFamily="34" charset="-122"/>
            </a:endParaRPr>
          </a:p>
        </p:txBody>
      </p:sp>
      <p:sp>
        <p:nvSpPr>
          <p:cNvPr id="87" name="Line 6"/>
          <p:cNvSpPr>
            <a:spLocks noChangeShapeType="1"/>
          </p:cNvSpPr>
          <p:nvPr/>
        </p:nvSpPr>
        <p:spPr bwMode="auto">
          <a:xfrm>
            <a:off x="2843332" y="3112296"/>
            <a:ext cx="42033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88" name="Line 7"/>
          <p:cNvSpPr>
            <a:spLocks noChangeShapeType="1"/>
          </p:cNvSpPr>
          <p:nvPr/>
        </p:nvSpPr>
        <p:spPr bwMode="auto">
          <a:xfrm>
            <a:off x="2851158" y="3376863"/>
            <a:ext cx="419552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89" name="Line 8"/>
          <p:cNvSpPr>
            <a:spLocks noChangeShapeType="1"/>
          </p:cNvSpPr>
          <p:nvPr/>
        </p:nvSpPr>
        <p:spPr bwMode="auto">
          <a:xfrm>
            <a:off x="2843332" y="3640527"/>
            <a:ext cx="42033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90" name="Line 9"/>
          <p:cNvSpPr>
            <a:spLocks noChangeShapeType="1"/>
          </p:cNvSpPr>
          <p:nvPr/>
        </p:nvSpPr>
        <p:spPr bwMode="auto">
          <a:xfrm>
            <a:off x="2843332" y="3904191"/>
            <a:ext cx="42033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91" name="Line 10"/>
          <p:cNvSpPr>
            <a:spLocks noChangeShapeType="1"/>
          </p:cNvSpPr>
          <p:nvPr/>
        </p:nvSpPr>
        <p:spPr bwMode="auto">
          <a:xfrm>
            <a:off x="2851158" y="4168758"/>
            <a:ext cx="419552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92" name="Line 11"/>
          <p:cNvSpPr>
            <a:spLocks noChangeShapeType="1"/>
          </p:cNvSpPr>
          <p:nvPr/>
        </p:nvSpPr>
        <p:spPr bwMode="auto">
          <a:xfrm>
            <a:off x="4946475" y="2847729"/>
            <a:ext cx="0" cy="2699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93" name="Rectangle 12"/>
          <p:cNvSpPr>
            <a:spLocks noChangeArrowheads="1"/>
          </p:cNvSpPr>
          <p:nvPr/>
        </p:nvSpPr>
        <p:spPr bwMode="auto">
          <a:xfrm>
            <a:off x="5601872" y="2852599"/>
            <a:ext cx="926537"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000" b="1">
                <a:latin typeface="微软雅黑" pitchFamily="34" charset="-122"/>
                <a:ea typeface="微软雅黑" pitchFamily="34" charset="-122"/>
              </a:rPr>
              <a:t>目  的  端  口</a:t>
            </a:r>
          </a:p>
        </p:txBody>
      </p:sp>
      <p:sp>
        <p:nvSpPr>
          <p:cNvPr id="94" name="Rectangle 13"/>
          <p:cNvSpPr>
            <a:spLocks noChangeArrowheads="1"/>
          </p:cNvSpPr>
          <p:nvPr/>
        </p:nvSpPr>
        <p:spPr bwMode="auto">
          <a:xfrm>
            <a:off x="2814330" y="3651007"/>
            <a:ext cx="696483"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000" b="1" dirty="0">
                <a:latin typeface="微软雅黑" pitchFamily="34" charset="-122"/>
                <a:ea typeface="微软雅黑" pitchFamily="34" charset="-122"/>
              </a:rPr>
              <a:t>数据偏移</a:t>
            </a:r>
          </a:p>
        </p:txBody>
      </p:sp>
      <p:sp>
        <p:nvSpPr>
          <p:cNvPr id="95" name="Rectangle 14"/>
          <p:cNvSpPr>
            <a:spLocks noChangeArrowheads="1"/>
          </p:cNvSpPr>
          <p:nvPr/>
        </p:nvSpPr>
        <p:spPr bwMode="auto">
          <a:xfrm>
            <a:off x="3520251" y="3919988"/>
            <a:ext cx="798296"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000" b="1">
                <a:latin typeface="微软雅黑" pitchFamily="34" charset="-122"/>
                <a:ea typeface="微软雅黑" pitchFamily="34" charset="-122"/>
              </a:rPr>
              <a:t>检   验   和</a:t>
            </a:r>
          </a:p>
        </p:txBody>
      </p:sp>
      <p:sp>
        <p:nvSpPr>
          <p:cNvPr id="96" name="Rectangle 15"/>
          <p:cNvSpPr>
            <a:spLocks noChangeArrowheads="1"/>
          </p:cNvSpPr>
          <p:nvPr/>
        </p:nvSpPr>
        <p:spPr bwMode="auto">
          <a:xfrm>
            <a:off x="3630787" y="4163787"/>
            <a:ext cx="1746098"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000" b="1">
                <a:latin typeface="微软雅黑" pitchFamily="34" charset="-122"/>
                <a:ea typeface="微软雅黑" pitchFamily="34" charset="-122"/>
              </a:rPr>
              <a:t>选    项    （长  度  可  变）</a:t>
            </a:r>
          </a:p>
        </p:txBody>
      </p:sp>
      <p:sp>
        <p:nvSpPr>
          <p:cNvPr id="97" name="Rectangle 16"/>
          <p:cNvSpPr>
            <a:spLocks noChangeArrowheads="1"/>
          </p:cNvSpPr>
          <p:nvPr/>
        </p:nvSpPr>
        <p:spPr bwMode="auto">
          <a:xfrm>
            <a:off x="3582856" y="2852599"/>
            <a:ext cx="721352"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000" b="1" dirty="0">
                <a:latin typeface="微软雅黑" pitchFamily="34" charset="-122"/>
                <a:ea typeface="微软雅黑" pitchFamily="34" charset="-122"/>
              </a:rPr>
              <a:t>源  端  口</a:t>
            </a:r>
          </a:p>
        </p:txBody>
      </p:sp>
      <p:sp>
        <p:nvSpPr>
          <p:cNvPr id="98" name="Rectangle 17"/>
          <p:cNvSpPr>
            <a:spLocks noChangeArrowheads="1"/>
          </p:cNvSpPr>
          <p:nvPr/>
        </p:nvSpPr>
        <p:spPr bwMode="auto">
          <a:xfrm>
            <a:off x="4703880" y="3113553"/>
            <a:ext cx="629964"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defTabSz="762000" eaLnBrk="0" hangingPunct="0"/>
            <a:r>
              <a:rPr kumimoji="1" lang="zh-CN" altLang="en-US" sz="1000" b="1" dirty="0">
                <a:latin typeface="微软雅黑" pitchFamily="34" charset="-122"/>
                <a:ea typeface="微软雅黑" pitchFamily="34" charset="-122"/>
              </a:rPr>
              <a:t>序   号</a:t>
            </a:r>
          </a:p>
        </p:txBody>
      </p:sp>
      <p:sp>
        <p:nvSpPr>
          <p:cNvPr id="99" name="Line 18"/>
          <p:cNvSpPr>
            <a:spLocks noChangeShapeType="1"/>
          </p:cNvSpPr>
          <p:nvPr/>
        </p:nvSpPr>
        <p:spPr bwMode="auto">
          <a:xfrm>
            <a:off x="4949409" y="3644139"/>
            <a:ext cx="0" cy="52100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100" name="Rectangle 19"/>
          <p:cNvSpPr>
            <a:spLocks noChangeArrowheads="1"/>
          </p:cNvSpPr>
          <p:nvPr/>
        </p:nvSpPr>
        <p:spPr bwMode="auto">
          <a:xfrm>
            <a:off x="5513834" y="3919988"/>
            <a:ext cx="1041953"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000" b="1">
                <a:latin typeface="微软雅黑" pitchFamily="34" charset="-122"/>
                <a:ea typeface="微软雅黑" pitchFamily="34" charset="-122"/>
              </a:rPr>
              <a:t>紧   急   指   针</a:t>
            </a:r>
          </a:p>
        </p:txBody>
      </p:sp>
      <p:sp>
        <p:nvSpPr>
          <p:cNvPr id="101" name="Rectangle 20"/>
          <p:cNvSpPr>
            <a:spLocks noChangeArrowheads="1"/>
          </p:cNvSpPr>
          <p:nvPr/>
        </p:nvSpPr>
        <p:spPr bwMode="auto">
          <a:xfrm>
            <a:off x="5759363" y="3646391"/>
            <a:ext cx="554640"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000" b="1">
                <a:latin typeface="微软雅黑" pitchFamily="34" charset="-122"/>
                <a:ea typeface="微软雅黑" pitchFamily="34" charset="-122"/>
              </a:rPr>
              <a:t>窗   口</a:t>
            </a:r>
          </a:p>
        </p:txBody>
      </p:sp>
      <p:sp>
        <p:nvSpPr>
          <p:cNvPr id="102" name="Rectangle 21"/>
          <p:cNvSpPr>
            <a:spLocks noChangeArrowheads="1"/>
          </p:cNvSpPr>
          <p:nvPr/>
        </p:nvSpPr>
        <p:spPr bwMode="auto">
          <a:xfrm>
            <a:off x="4569864" y="3381641"/>
            <a:ext cx="92629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defTabSz="762000" eaLnBrk="0" hangingPunct="0"/>
            <a:r>
              <a:rPr kumimoji="1" lang="zh-CN" altLang="en-US" sz="1000" b="1" dirty="0">
                <a:latin typeface="微软雅黑" pitchFamily="34" charset="-122"/>
                <a:ea typeface="微软雅黑" pitchFamily="34" charset="-122"/>
              </a:rPr>
              <a:t>确    认    号</a:t>
            </a:r>
          </a:p>
        </p:txBody>
      </p:sp>
      <p:sp>
        <p:nvSpPr>
          <p:cNvPr id="103" name="Line 22"/>
          <p:cNvSpPr>
            <a:spLocks noChangeShapeType="1"/>
          </p:cNvSpPr>
          <p:nvPr/>
        </p:nvSpPr>
        <p:spPr bwMode="auto">
          <a:xfrm>
            <a:off x="3442757" y="3644139"/>
            <a:ext cx="0" cy="26366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104" name="Line 23"/>
          <p:cNvSpPr>
            <a:spLocks noChangeShapeType="1"/>
          </p:cNvSpPr>
          <p:nvPr/>
        </p:nvSpPr>
        <p:spPr bwMode="auto">
          <a:xfrm>
            <a:off x="4422156" y="3641430"/>
            <a:ext cx="0" cy="26005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105" name="Line 24"/>
          <p:cNvSpPr>
            <a:spLocks noChangeShapeType="1"/>
          </p:cNvSpPr>
          <p:nvPr/>
        </p:nvSpPr>
        <p:spPr bwMode="auto">
          <a:xfrm>
            <a:off x="4152172" y="3644139"/>
            <a:ext cx="0" cy="26366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106" name="Line 25"/>
          <p:cNvSpPr>
            <a:spLocks noChangeShapeType="1"/>
          </p:cNvSpPr>
          <p:nvPr/>
        </p:nvSpPr>
        <p:spPr bwMode="auto">
          <a:xfrm>
            <a:off x="4286185" y="3644139"/>
            <a:ext cx="0" cy="25914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107" name="Line 26"/>
          <p:cNvSpPr>
            <a:spLocks noChangeShapeType="1"/>
          </p:cNvSpPr>
          <p:nvPr/>
        </p:nvSpPr>
        <p:spPr bwMode="auto">
          <a:xfrm>
            <a:off x="4684316" y="3644139"/>
            <a:ext cx="0" cy="25914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108" name="Line 27"/>
          <p:cNvSpPr>
            <a:spLocks noChangeShapeType="1"/>
          </p:cNvSpPr>
          <p:nvPr/>
        </p:nvSpPr>
        <p:spPr bwMode="auto">
          <a:xfrm>
            <a:off x="4553236" y="3644139"/>
            <a:ext cx="0" cy="25914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109" name="Line 28"/>
          <p:cNvSpPr>
            <a:spLocks noChangeShapeType="1"/>
          </p:cNvSpPr>
          <p:nvPr/>
        </p:nvSpPr>
        <p:spPr bwMode="auto">
          <a:xfrm>
            <a:off x="4818329" y="3644139"/>
            <a:ext cx="0" cy="25914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110" name="Rectangle 29"/>
          <p:cNvSpPr>
            <a:spLocks noChangeArrowheads="1"/>
          </p:cNvSpPr>
          <p:nvPr/>
        </p:nvSpPr>
        <p:spPr bwMode="auto">
          <a:xfrm>
            <a:off x="3533946" y="3651809"/>
            <a:ext cx="554640"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000" b="1" dirty="0">
                <a:latin typeface="微软雅黑" pitchFamily="34" charset="-122"/>
                <a:ea typeface="微软雅黑" pitchFamily="34" charset="-122"/>
              </a:rPr>
              <a:t>保   留</a:t>
            </a:r>
          </a:p>
        </p:txBody>
      </p:sp>
      <p:sp>
        <p:nvSpPr>
          <p:cNvPr id="111" name="Rectangle 30"/>
          <p:cNvSpPr>
            <a:spLocks noChangeArrowheads="1"/>
          </p:cNvSpPr>
          <p:nvPr/>
        </p:nvSpPr>
        <p:spPr bwMode="auto">
          <a:xfrm>
            <a:off x="4763140" y="3622103"/>
            <a:ext cx="258085" cy="3321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700" b="1" dirty="0">
                <a:latin typeface="微软雅黑" pitchFamily="34" charset="-122"/>
                <a:ea typeface="微软雅黑" pitchFamily="34" charset="-122"/>
              </a:rPr>
              <a:t>F</a:t>
            </a:r>
          </a:p>
          <a:p>
            <a:pPr algn="ctr" defTabSz="762000" eaLnBrk="0" hangingPunct="0">
              <a:lnSpc>
                <a:spcPct val="75000"/>
              </a:lnSpc>
            </a:pPr>
            <a:r>
              <a:rPr kumimoji="1" lang="en-US" altLang="zh-CN" sz="700" b="1" dirty="0">
                <a:latin typeface="微软雅黑" pitchFamily="34" charset="-122"/>
                <a:ea typeface="微软雅黑" pitchFamily="34" charset="-122"/>
              </a:rPr>
              <a:t>I</a:t>
            </a:r>
          </a:p>
          <a:p>
            <a:pPr algn="ctr" defTabSz="762000" eaLnBrk="0" hangingPunct="0">
              <a:lnSpc>
                <a:spcPct val="75000"/>
              </a:lnSpc>
            </a:pPr>
            <a:r>
              <a:rPr kumimoji="1" lang="en-US" altLang="zh-CN" sz="700" b="1" dirty="0">
                <a:latin typeface="微软雅黑" pitchFamily="34" charset="-122"/>
                <a:ea typeface="微软雅黑" pitchFamily="34" charset="-122"/>
              </a:rPr>
              <a:t>N</a:t>
            </a:r>
          </a:p>
        </p:txBody>
      </p:sp>
      <p:sp>
        <p:nvSpPr>
          <p:cNvPr id="112" name="Line 31"/>
          <p:cNvSpPr>
            <a:spLocks noChangeShapeType="1"/>
          </p:cNvSpPr>
          <p:nvPr/>
        </p:nvSpPr>
        <p:spPr bwMode="auto">
          <a:xfrm>
            <a:off x="2854092" y="2457047"/>
            <a:ext cx="4186720" cy="0"/>
          </a:xfrm>
          <a:prstGeom prst="line">
            <a:avLst/>
          </a:prstGeom>
          <a:noFill/>
          <a:ln w="12700">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113" name="Rectangle 32"/>
          <p:cNvSpPr>
            <a:spLocks noChangeArrowheads="1"/>
          </p:cNvSpPr>
          <p:nvPr/>
        </p:nvSpPr>
        <p:spPr bwMode="auto">
          <a:xfrm>
            <a:off x="4678446" y="2346749"/>
            <a:ext cx="506551" cy="243656"/>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00" b="1" dirty="0">
                <a:solidFill>
                  <a:srgbClr val="0000FF"/>
                </a:solidFill>
                <a:latin typeface="微软雅黑" pitchFamily="34" charset="-122"/>
                <a:ea typeface="微软雅黑" pitchFamily="34" charset="-122"/>
              </a:rPr>
              <a:t>32 </a:t>
            </a:r>
            <a:r>
              <a:rPr kumimoji="1" lang="zh-CN" altLang="en-US" sz="1000" b="1" dirty="0">
                <a:solidFill>
                  <a:srgbClr val="0000FF"/>
                </a:solidFill>
                <a:latin typeface="微软雅黑" pitchFamily="34" charset="-122"/>
                <a:ea typeface="微软雅黑" pitchFamily="34" charset="-122"/>
              </a:rPr>
              <a:t>位</a:t>
            </a:r>
          </a:p>
        </p:txBody>
      </p:sp>
      <p:sp>
        <p:nvSpPr>
          <p:cNvPr id="114" name="Rectangle 76"/>
          <p:cNvSpPr>
            <a:spLocks noChangeArrowheads="1"/>
          </p:cNvSpPr>
          <p:nvPr/>
        </p:nvSpPr>
        <p:spPr bwMode="auto">
          <a:xfrm>
            <a:off x="4641871" y="3629418"/>
            <a:ext cx="258085" cy="333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700" b="1">
                <a:latin typeface="微软雅黑" pitchFamily="34" charset="-122"/>
                <a:ea typeface="微软雅黑" pitchFamily="34" charset="-122"/>
              </a:rPr>
              <a:t>S</a:t>
            </a:r>
          </a:p>
          <a:p>
            <a:pPr defTabSz="762000" eaLnBrk="0" hangingPunct="0">
              <a:lnSpc>
                <a:spcPct val="75000"/>
              </a:lnSpc>
            </a:pPr>
            <a:r>
              <a:rPr kumimoji="1" lang="en-US" altLang="zh-CN" sz="700" b="1">
                <a:latin typeface="微软雅黑" pitchFamily="34" charset="-122"/>
                <a:ea typeface="微软雅黑" pitchFamily="34" charset="-122"/>
              </a:rPr>
              <a:t>Y</a:t>
            </a:r>
          </a:p>
          <a:p>
            <a:pPr defTabSz="762000" eaLnBrk="0" hangingPunct="0">
              <a:lnSpc>
                <a:spcPct val="75000"/>
              </a:lnSpc>
            </a:pPr>
            <a:r>
              <a:rPr kumimoji="1" lang="en-US" altLang="zh-CN" sz="700" b="1">
                <a:latin typeface="微软雅黑" pitchFamily="34" charset="-122"/>
                <a:ea typeface="微软雅黑" pitchFamily="34" charset="-122"/>
              </a:rPr>
              <a:t>N</a:t>
            </a:r>
          </a:p>
        </p:txBody>
      </p:sp>
      <p:sp>
        <p:nvSpPr>
          <p:cNvPr id="115" name="Rectangle 77"/>
          <p:cNvSpPr>
            <a:spLocks noChangeArrowheads="1"/>
          </p:cNvSpPr>
          <p:nvPr/>
        </p:nvSpPr>
        <p:spPr bwMode="auto">
          <a:xfrm>
            <a:off x="4511770" y="3629418"/>
            <a:ext cx="245261" cy="333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700" b="1">
                <a:latin typeface="微软雅黑" pitchFamily="34" charset="-122"/>
                <a:ea typeface="微软雅黑" pitchFamily="34" charset="-122"/>
              </a:rPr>
              <a:t>R</a:t>
            </a:r>
          </a:p>
          <a:p>
            <a:pPr defTabSz="762000" eaLnBrk="0" hangingPunct="0">
              <a:lnSpc>
                <a:spcPct val="75000"/>
              </a:lnSpc>
            </a:pPr>
            <a:r>
              <a:rPr kumimoji="1" lang="en-US" altLang="zh-CN" sz="700" b="1">
                <a:latin typeface="微软雅黑" pitchFamily="34" charset="-122"/>
                <a:ea typeface="微软雅黑" pitchFamily="34" charset="-122"/>
              </a:rPr>
              <a:t>S</a:t>
            </a:r>
          </a:p>
          <a:p>
            <a:pPr defTabSz="762000" eaLnBrk="0" hangingPunct="0">
              <a:lnSpc>
                <a:spcPct val="75000"/>
              </a:lnSpc>
            </a:pPr>
            <a:r>
              <a:rPr kumimoji="1" lang="en-US" altLang="zh-CN" sz="700" b="1">
                <a:latin typeface="微软雅黑" pitchFamily="34" charset="-122"/>
                <a:ea typeface="微软雅黑" pitchFamily="34" charset="-122"/>
              </a:rPr>
              <a:t>T</a:t>
            </a:r>
          </a:p>
        </p:txBody>
      </p:sp>
      <p:sp>
        <p:nvSpPr>
          <p:cNvPr id="116" name="Rectangle 78"/>
          <p:cNvSpPr>
            <a:spLocks noChangeArrowheads="1"/>
          </p:cNvSpPr>
          <p:nvPr/>
        </p:nvSpPr>
        <p:spPr bwMode="auto">
          <a:xfrm>
            <a:off x="4371886" y="3629418"/>
            <a:ext cx="256481" cy="333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700" b="1" dirty="0">
                <a:latin typeface="微软雅黑" pitchFamily="34" charset="-122"/>
                <a:ea typeface="微软雅黑" pitchFamily="34" charset="-122"/>
              </a:rPr>
              <a:t>P</a:t>
            </a:r>
          </a:p>
          <a:p>
            <a:pPr defTabSz="762000" eaLnBrk="0" hangingPunct="0">
              <a:lnSpc>
                <a:spcPct val="75000"/>
              </a:lnSpc>
            </a:pPr>
            <a:r>
              <a:rPr kumimoji="1" lang="en-US" altLang="zh-CN" sz="700" b="1" dirty="0">
                <a:latin typeface="微软雅黑" pitchFamily="34" charset="-122"/>
                <a:ea typeface="微软雅黑" pitchFamily="34" charset="-122"/>
              </a:rPr>
              <a:t>S</a:t>
            </a:r>
          </a:p>
          <a:p>
            <a:pPr defTabSz="762000" eaLnBrk="0" hangingPunct="0">
              <a:lnSpc>
                <a:spcPct val="75000"/>
              </a:lnSpc>
            </a:pPr>
            <a:r>
              <a:rPr kumimoji="1" lang="en-US" altLang="zh-CN" sz="700" b="1" dirty="0">
                <a:latin typeface="微软雅黑" pitchFamily="34" charset="-122"/>
                <a:ea typeface="微软雅黑" pitchFamily="34" charset="-122"/>
              </a:rPr>
              <a:t>H</a:t>
            </a:r>
          </a:p>
        </p:txBody>
      </p:sp>
      <p:sp>
        <p:nvSpPr>
          <p:cNvPr id="117" name="Rectangle 79"/>
          <p:cNvSpPr>
            <a:spLocks noChangeArrowheads="1"/>
          </p:cNvSpPr>
          <p:nvPr/>
        </p:nvSpPr>
        <p:spPr bwMode="auto">
          <a:xfrm>
            <a:off x="4233492" y="3629418"/>
            <a:ext cx="250069" cy="333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700" b="1" dirty="0">
                <a:latin typeface="微软雅黑" pitchFamily="34" charset="-122"/>
                <a:ea typeface="微软雅黑" pitchFamily="34" charset="-122"/>
              </a:rPr>
              <a:t>A</a:t>
            </a:r>
          </a:p>
          <a:p>
            <a:pPr defTabSz="762000" eaLnBrk="0" hangingPunct="0">
              <a:lnSpc>
                <a:spcPct val="75000"/>
              </a:lnSpc>
            </a:pPr>
            <a:r>
              <a:rPr kumimoji="1" lang="en-US" altLang="zh-CN" sz="700" b="1" dirty="0">
                <a:latin typeface="微软雅黑" pitchFamily="34" charset="-122"/>
                <a:ea typeface="微软雅黑" pitchFamily="34" charset="-122"/>
              </a:rPr>
              <a:t>C</a:t>
            </a:r>
          </a:p>
          <a:p>
            <a:pPr defTabSz="762000" eaLnBrk="0" hangingPunct="0">
              <a:lnSpc>
                <a:spcPct val="75000"/>
              </a:lnSpc>
            </a:pPr>
            <a:r>
              <a:rPr kumimoji="1" lang="en-US" altLang="zh-CN" sz="700" b="1" dirty="0">
                <a:latin typeface="微软雅黑" pitchFamily="34" charset="-122"/>
                <a:ea typeface="微软雅黑" pitchFamily="34" charset="-122"/>
              </a:rPr>
              <a:t>K</a:t>
            </a:r>
          </a:p>
        </p:txBody>
      </p:sp>
      <p:sp>
        <p:nvSpPr>
          <p:cNvPr id="118" name="Rectangle 80"/>
          <p:cNvSpPr>
            <a:spLocks noChangeArrowheads="1"/>
          </p:cNvSpPr>
          <p:nvPr/>
        </p:nvSpPr>
        <p:spPr bwMode="auto">
          <a:xfrm>
            <a:off x="4097989" y="3629418"/>
            <a:ext cx="251673" cy="333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700" b="1" dirty="0">
                <a:latin typeface="微软雅黑" pitchFamily="34" charset="-122"/>
                <a:ea typeface="微软雅黑" pitchFamily="34" charset="-122"/>
              </a:rPr>
              <a:t>U</a:t>
            </a:r>
          </a:p>
          <a:p>
            <a:pPr defTabSz="762000" eaLnBrk="0" hangingPunct="0">
              <a:lnSpc>
                <a:spcPct val="75000"/>
              </a:lnSpc>
            </a:pPr>
            <a:r>
              <a:rPr kumimoji="1" lang="en-US" altLang="zh-CN" sz="700" b="1" dirty="0">
                <a:latin typeface="微软雅黑" pitchFamily="34" charset="-122"/>
                <a:ea typeface="微软雅黑" pitchFamily="34" charset="-122"/>
              </a:rPr>
              <a:t>R</a:t>
            </a:r>
          </a:p>
          <a:p>
            <a:pPr defTabSz="762000" eaLnBrk="0" hangingPunct="0">
              <a:lnSpc>
                <a:spcPct val="75000"/>
              </a:lnSpc>
            </a:pPr>
            <a:r>
              <a:rPr kumimoji="1" lang="en-US" altLang="zh-CN" sz="700" b="1" dirty="0">
                <a:latin typeface="微软雅黑" pitchFamily="34" charset="-122"/>
                <a:ea typeface="微软雅黑" pitchFamily="34" charset="-122"/>
              </a:rPr>
              <a:t>G</a:t>
            </a:r>
          </a:p>
        </p:txBody>
      </p:sp>
      <p:sp>
        <p:nvSpPr>
          <p:cNvPr id="119" name="Line 82"/>
          <p:cNvSpPr>
            <a:spLocks noChangeShapeType="1"/>
          </p:cNvSpPr>
          <p:nvPr/>
        </p:nvSpPr>
        <p:spPr bwMode="auto">
          <a:xfrm flipH="1">
            <a:off x="5987285" y="4175079"/>
            <a:ext cx="1957" cy="24470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itchFamily="34" charset="-122"/>
              <a:ea typeface="微软雅黑" pitchFamily="34" charset="-122"/>
            </a:endParaRPr>
          </a:p>
        </p:txBody>
      </p:sp>
      <p:sp>
        <p:nvSpPr>
          <p:cNvPr id="120" name="Rectangle 105"/>
          <p:cNvSpPr>
            <a:spLocks noChangeArrowheads="1"/>
          </p:cNvSpPr>
          <p:nvPr/>
        </p:nvSpPr>
        <p:spPr bwMode="auto">
          <a:xfrm>
            <a:off x="4515085" y="4746412"/>
            <a:ext cx="2652894" cy="280821"/>
          </a:xfrm>
          <a:prstGeom prst="rect">
            <a:avLst/>
          </a:prstGeom>
          <a:solidFill>
            <a:srgbClr val="99FFCC"/>
          </a:solidFill>
          <a:ln>
            <a:noFill/>
          </a:ln>
          <a:effectLst/>
        </p:spPr>
        <p:txBody>
          <a:bodyPr wrap="none" anchor="ctr"/>
          <a:lstStyle/>
          <a:p>
            <a:endParaRPr lang="zh-CN" altLang="en-US" sz="1000" b="1">
              <a:latin typeface="微软雅黑" pitchFamily="34" charset="-122"/>
              <a:ea typeface="微软雅黑" pitchFamily="34" charset="-122"/>
            </a:endParaRPr>
          </a:p>
        </p:txBody>
      </p:sp>
      <p:sp>
        <p:nvSpPr>
          <p:cNvPr id="121" name="Rectangle 83"/>
          <p:cNvSpPr>
            <a:spLocks noChangeArrowheads="1"/>
          </p:cNvSpPr>
          <p:nvPr/>
        </p:nvSpPr>
        <p:spPr bwMode="auto">
          <a:xfrm>
            <a:off x="6267051" y="4163787"/>
            <a:ext cx="71016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defTabSz="762000" eaLnBrk="0" hangingPunct="0"/>
            <a:r>
              <a:rPr kumimoji="1" lang="zh-CN" altLang="en-US" sz="1000" b="1" dirty="0">
                <a:latin typeface="微软雅黑" pitchFamily="34" charset="-122"/>
                <a:ea typeface="微软雅黑" pitchFamily="34" charset="-122"/>
              </a:rPr>
              <a:t>填    充</a:t>
            </a:r>
          </a:p>
        </p:txBody>
      </p:sp>
      <p:sp>
        <p:nvSpPr>
          <p:cNvPr id="122" name="Rectangle 84"/>
          <p:cNvSpPr>
            <a:spLocks noChangeArrowheads="1"/>
          </p:cNvSpPr>
          <p:nvPr/>
        </p:nvSpPr>
        <p:spPr bwMode="auto">
          <a:xfrm>
            <a:off x="5369059" y="4756072"/>
            <a:ext cx="985848" cy="243656"/>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a:latin typeface="微软雅黑" pitchFamily="34" charset="-122"/>
                <a:ea typeface="微软雅黑" pitchFamily="34" charset="-122"/>
              </a:rPr>
              <a:t>TCP </a:t>
            </a:r>
            <a:r>
              <a:rPr kumimoji="1" lang="zh-CN" altLang="en-US" sz="1000" b="1" dirty="0">
                <a:latin typeface="微软雅黑" pitchFamily="34" charset="-122"/>
                <a:ea typeface="微软雅黑" pitchFamily="34" charset="-122"/>
              </a:rPr>
              <a:t>数据部分</a:t>
            </a:r>
          </a:p>
        </p:txBody>
      </p:sp>
      <p:sp>
        <p:nvSpPr>
          <p:cNvPr id="123" name="Rectangle 85"/>
          <p:cNvSpPr>
            <a:spLocks noChangeArrowheads="1"/>
          </p:cNvSpPr>
          <p:nvPr/>
        </p:nvSpPr>
        <p:spPr bwMode="auto">
          <a:xfrm>
            <a:off x="3635679" y="4731965"/>
            <a:ext cx="866690" cy="288044"/>
          </a:xfrm>
          <a:prstGeom prst="rect">
            <a:avLst/>
          </a:prstGeom>
          <a:solidFill>
            <a:srgbClr val="3366FF"/>
          </a:solidFill>
          <a:ln>
            <a:noFill/>
          </a:ln>
          <a:effectLst/>
        </p:spPr>
        <p:txBody>
          <a:bodyPr wrap="none" anchor="ctr"/>
          <a:lstStyle/>
          <a:p>
            <a:endParaRPr lang="zh-CN" altLang="en-US" sz="1000" b="1">
              <a:latin typeface="微软雅黑" pitchFamily="34" charset="-122"/>
              <a:ea typeface="微软雅黑" pitchFamily="34" charset="-122"/>
            </a:endParaRPr>
          </a:p>
        </p:txBody>
      </p:sp>
      <p:sp>
        <p:nvSpPr>
          <p:cNvPr id="124" name="Rectangle 86"/>
          <p:cNvSpPr>
            <a:spLocks noChangeArrowheads="1"/>
          </p:cNvSpPr>
          <p:nvPr/>
        </p:nvSpPr>
        <p:spPr bwMode="auto">
          <a:xfrm>
            <a:off x="3635679" y="4731965"/>
            <a:ext cx="3547952" cy="288044"/>
          </a:xfrm>
          <a:prstGeom prst="rect">
            <a:avLst/>
          </a:prstGeom>
          <a:noFill/>
          <a:ln w="19050">
            <a:solidFill>
              <a:srgbClr val="333399"/>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125" name="Line 87"/>
          <p:cNvSpPr>
            <a:spLocks noChangeShapeType="1"/>
          </p:cNvSpPr>
          <p:nvPr/>
        </p:nvSpPr>
        <p:spPr bwMode="auto">
          <a:xfrm flipH="1">
            <a:off x="4502369" y="4738286"/>
            <a:ext cx="0" cy="28172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itchFamily="34" charset="-122"/>
              <a:ea typeface="微软雅黑" pitchFamily="34" charset="-122"/>
            </a:endParaRPr>
          </a:p>
        </p:txBody>
      </p:sp>
      <p:sp>
        <p:nvSpPr>
          <p:cNvPr id="126" name="Rectangle 88"/>
          <p:cNvSpPr>
            <a:spLocks noChangeArrowheads="1"/>
          </p:cNvSpPr>
          <p:nvPr/>
        </p:nvSpPr>
        <p:spPr bwMode="auto">
          <a:xfrm>
            <a:off x="3755998" y="4805105"/>
            <a:ext cx="444105" cy="15350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127" name="Rectangle 89"/>
          <p:cNvSpPr>
            <a:spLocks noChangeArrowheads="1"/>
          </p:cNvSpPr>
          <p:nvPr/>
        </p:nvSpPr>
        <p:spPr bwMode="auto">
          <a:xfrm>
            <a:off x="3731630" y="4756072"/>
            <a:ext cx="729368" cy="243656"/>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a:solidFill>
                  <a:schemeClr val="bg1"/>
                </a:solidFill>
                <a:latin typeface="微软雅黑" pitchFamily="34" charset="-122"/>
                <a:ea typeface="微软雅黑" pitchFamily="34" charset="-122"/>
              </a:rPr>
              <a:t>TCP </a:t>
            </a:r>
            <a:r>
              <a:rPr kumimoji="1" lang="zh-CN" altLang="en-US" sz="1000" b="1" dirty="0">
                <a:solidFill>
                  <a:schemeClr val="bg1"/>
                </a:solidFill>
                <a:latin typeface="微软雅黑" pitchFamily="34" charset="-122"/>
                <a:ea typeface="微软雅黑" pitchFamily="34" charset="-122"/>
              </a:rPr>
              <a:t>首部</a:t>
            </a:r>
          </a:p>
        </p:txBody>
      </p:sp>
      <p:sp>
        <p:nvSpPr>
          <p:cNvPr id="128" name="Rectangle 93"/>
          <p:cNvSpPr>
            <a:spLocks noChangeArrowheads="1"/>
          </p:cNvSpPr>
          <p:nvPr/>
        </p:nvSpPr>
        <p:spPr bwMode="auto">
          <a:xfrm>
            <a:off x="7147762" y="4741394"/>
            <a:ext cx="1004618" cy="27443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TCP </a:t>
            </a:r>
            <a:r>
              <a:rPr kumimoji="1" lang="zh-CN" altLang="en-US" sz="1200" b="1" dirty="0">
                <a:latin typeface="微软雅黑" pitchFamily="34" charset="-122"/>
                <a:ea typeface="微软雅黑" pitchFamily="34" charset="-122"/>
              </a:rPr>
              <a:t>报文段</a:t>
            </a:r>
          </a:p>
        </p:txBody>
      </p:sp>
      <p:sp>
        <p:nvSpPr>
          <p:cNvPr id="129" name="Rectangle 94"/>
          <p:cNvSpPr>
            <a:spLocks noChangeArrowheads="1"/>
          </p:cNvSpPr>
          <p:nvPr/>
        </p:nvSpPr>
        <p:spPr bwMode="auto">
          <a:xfrm>
            <a:off x="3627853" y="5214935"/>
            <a:ext cx="3555777" cy="287141"/>
          </a:xfrm>
          <a:prstGeom prst="rect">
            <a:avLst/>
          </a:prstGeom>
          <a:solidFill>
            <a:srgbClr val="00FFFF"/>
          </a:solidFill>
          <a:ln w="19050">
            <a:solidFill>
              <a:srgbClr val="333399"/>
            </a:solidFill>
            <a:miter lim="800000"/>
            <a:headEnd/>
            <a:tailEnd/>
          </a:ln>
          <a:effectLst/>
        </p:spPr>
        <p:txBody>
          <a:bodyPr wrap="none" anchor="ctr"/>
          <a:lstStyle/>
          <a:p>
            <a:endParaRPr lang="zh-CN" altLang="en-US" sz="1000" b="1">
              <a:latin typeface="微软雅黑" pitchFamily="34" charset="-122"/>
              <a:ea typeface="微软雅黑" pitchFamily="34" charset="-122"/>
            </a:endParaRPr>
          </a:p>
        </p:txBody>
      </p:sp>
      <p:sp>
        <p:nvSpPr>
          <p:cNvPr id="130" name="Rectangle 96"/>
          <p:cNvSpPr>
            <a:spLocks noChangeArrowheads="1"/>
          </p:cNvSpPr>
          <p:nvPr/>
        </p:nvSpPr>
        <p:spPr bwMode="auto">
          <a:xfrm>
            <a:off x="4655250" y="5243082"/>
            <a:ext cx="1413850" cy="243656"/>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a:latin typeface="微软雅黑" pitchFamily="34" charset="-122"/>
                <a:ea typeface="微软雅黑" pitchFamily="34" charset="-122"/>
              </a:rPr>
              <a:t>IP </a:t>
            </a:r>
            <a:r>
              <a:rPr kumimoji="1" lang="zh-CN" altLang="en-US" sz="1000" b="1" dirty="0">
                <a:latin typeface="微软雅黑" pitchFamily="34" charset="-122"/>
                <a:ea typeface="微软雅黑" pitchFamily="34" charset="-122"/>
              </a:rPr>
              <a:t>数据报的</a:t>
            </a:r>
            <a:r>
              <a:rPr kumimoji="1" lang="en-US" altLang="zh-CN" sz="1000" b="1" dirty="0">
                <a:latin typeface="微软雅黑" pitchFamily="34" charset="-122"/>
                <a:ea typeface="微软雅黑" pitchFamily="34" charset="-122"/>
              </a:rPr>
              <a:t> </a:t>
            </a:r>
            <a:r>
              <a:rPr kumimoji="1" lang="zh-CN" altLang="en-US" sz="1000" b="1" dirty="0">
                <a:latin typeface="微软雅黑" pitchFamily="34" charset="-122"/>
                <a:ea typeface="微软雅黑" pitchFamily="34" charset="-122"/>
              </a:rPr>
              <a:t>数据部分</a:t>
            </a:r>
          </a:p>
        </p:txBody>
      </p:sp>
      <p:sp>
        <p:nvSpPr>
          <p:cNvPr id="131" name="Rectangle 97"/>
          <p:cNvSpPr>
            <a:spLocks noChangeArrowheads="1"/>
          </p:cNvSpPr>
          <p:nvPr/>
        </p:nvSpPr>
        <p:spPr bwMode="auto">
          <a:xfrm>
            <a:off x="2947233" y="5233714"/>
            <a:ext cx="605936" cy="243656"/>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a:latin typeface="微软雅黑" pitchFamily="34" charset="-122"/>
                <a:ea typeface="微软雅黑" pitchFamily="34" charset="-122"/>
              </a:rPr>
              <a:t>IP </a:t>
            </a:r>
            <a:r>
              <a:rPr kumimoji="1" lang="zh-CN" altLang="en-US" sz="1000" b="1" dirty="0">
                <a:latin typeface="微软雅黑" pitchFamily="34" charset="-122"/>
                <a:ea typeface="微软雅黑" pitchFamily="34" charset="-122"/>
              </a:rPr>
              <a:t>首部</a:t>
            </a:r>
          </a:p>
        </p:txBody>
      </p:sp>
      <p:sp>
        <p:nvSpPr>
          <p:cNvPr id="132" name="Line 100"/>
          <p:cNvSpPr>
            <a:spLocks noChangeShapeType="1"/>
          </p:cNvSpPr>
          <p:nvPr/>
        </p:nvSpPr>
        <p:spPr bwMode="auto">
          <a:xfrm>
            <a:off x="7101461" y="2835990"/>
            <a:ext cx="45388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itchFamily="34" charset="-122"/>
              <a:ea typeface="微软雅黑" pitchFamily="34" charset="-122"/>
            </a:endParaRPr>
          </a:p>
        </p:txBody>
      </p:sp>
      <p:sp>
        <p:nvSpPr>
          <p:cNvPr id="133" name="Line 101"/>
          <p:cNvSpPr>
            <a:spLocks noChangeShapeType="1"/>
          </p:cNvSpPr>
          <p:nvPr/>
        </p:nvSpPr>
        <p:spPr bwMode="auto">
          <a:xfrm>
            <a:off x="7101461" y="4165146"/>
            <a:ext cx="45388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itchFamily="34" charset="-122"/>
              <a:ea typeface="微软雅黑" pitchFamily="34" charset="-122"/>
            </a:endParaRPr>
          </a:p>
        </p:txBody>
      </p:sp>
      <p:sp>
        <p:nvSpPr>
          <p:cNvPr id="134" name="Line 102"/>
          <p:cNvSpPr>
            <a:spLocks noChangeShapeType="1"/>
          </p:cNvSpPr>
          <p:nvPr/>
        </p:nvSpPr>
        <p:spPr bwMode="auto">
          <a:xfrm>
            <a:off x="2522481" y="2850437"/>
            <a:ext cx="2895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itchFamily="34" charset="-122"/>
              <a:ea typeface="微软雅黑" pitchFamily="34" charset="-122"/>
            </a:endParaRPr>
          </a:p>
        </p:txBody>
      </p:sp>
      <p:sp>
        <p:nvSpPr>
          <p:cNvPr id="135" name="Line 103"/>
          <p:cNvSpPr>
            <a:spLocks noChangeShapeType="1"/>
          </p:cNvSpPr>
          <p:nvPr/>
        </p:nvSpPr>
        <p:spPr bwMode="auto">
          <a:xfrm>
            <a:off x="2530306" y="4409848"/>
            <a:ext cx="2895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itchFamily="34" charset="-122"/>
              <a:ea typeface="微软雅黑" pitchFamily="34" charset="-122"/>
            </a:endParaRPr>
          </a:p>
        </p:txBody>
      </p:sp>
      <p:sp>
        <p:nvSpPr>
          <p:cNvPr id="136" name="Rectangle 104"/>
          <p:cNvSpPr>
            <a:spLocks noChangeArrowheads="1"/>
          </p:cNvSpPr>
          <p:nvPr/>
        </p:nvSpPr>
        <p:spPr bwMode="auto">
          <a:xfrm>
            <a:off x="2179798" y="5059627"/>
            <a:ext cx="695704" cy="243656"/>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000" b="1" dirty="0">
                <a:latin typeface="微软雅黑" pitchFamily="34" charset="-122"/>
                <a:ea typeface="微软雅黑" pitchFamily="34" charset="-122"/>
              </a:rPr>
              <a:t>发送在前</a:t>
            </a:r>
          </a:p>
        </p:txBody>
      </p:sp>
      <p:sp>
        <p:nvSpPr>
          <p:cNvPr id="137" name="矩形 136"/>
          <p:cNvSpPr/>
          <p:nvPr/>
        </p:nvSpPr>
        <p:spPr bwMode="auto">
          <a:xfrm>
            <a:off x="3635679" y="5014466"/>
            <a:ext cx="3532300" cy="194595"/>
          </a:xfrm>
          <a:prstGeom prst="rect">
            <a:avLst/>
          </a:prstGeom>
          <a:gradFill flip="none" rotWithShape="1">
            <a:gsLst>
              <a:gs pos="0">
                <a:srgbClr val="00FFFF"/>
              </a:gs>
              <a:gs pos="100000">
                <a:srgbClr val="00B0F0"/>
              </a:gs>
            </a:gsLst>
            <a:lin ang="54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000" b="0" i="0" u="none" strike="noStrike" cap="none" normalizeH="0" baseline="0">
              <a:ln>
                <a:noFill/>
              </a:ln>
              <a:effectLst/>
              <a:latin typeface="微软雅黑" pitchFamily="34" charset="-122"/>
              <a:ea typeface="微软雅黑" pitchFamily="34" charset="-122"/>
            </a:endParaRPr>
          </a:p>
        </p:txBody>
      </p:sp>
      <p:sp>
        <p:nvSpPr>
          <p:cNvPr id="138" name="AutoShape 99"/>
          <p:cNvSpPr>
            <a:spLocks noChangeArrowheads="1"/>
          </p:cNvSpPr>
          <p:nvPr/>
        </p:nvSpPr>
        <p:spPr bwMode="auto">
          <a:xfrm rot="16200000">
            <a:off x="5238705" y="5028819"/>
            <a:ext cx="267600" cy="247299"/>
          </a:xfrm>
          <a:prstGeom prst="leftArrow">
            <a:avLst>
              <a:gd name="adj1" fmla="val 50000"/>
              <a:gd name="adj2" fmla="val 52851"/>
            </a:avLst>
          </a:prstGeom>
          <a:solidFill>
            <a:srgbClr val="FFFF00"/>
          </a:solidFill>
          <a:ln w="12700">
            <a:solidFill>
              <a:schemeClr val="tx1"/>
            </a:solidFill>
            <a:miter lim="800000"/>
            <a:headEnd/>
            <a:tailEnd/>
          </a:ln>
          <a:effectLst/>
        </p:spPr>
        <p:txBody>
          <a:bodyPr wrap="none" anchor="ctr"/>
          <a:lstStyle/>
          <a:p>
            <a:endParaRPr lang="zh-CN" altLang="en-US" sz="1000" b="1">
              <a:latin typeface="微软雅黑" pitchFamily="34" charset="-122"/>
              <a:ea typeface="微软雅黑" pitchFamily="34" charset="-122"/>
            </a:endParaRPr>
          </a:p>
        </p:txBody>
      </p:sp>
      <p:grpSp>
        <p:nvGrpSpPr>
          <p:cNvPr id="139" name="组合 138"/>
          <p:cNvGrpSpPr/>
          <p:nvPr/>
        </p:nvGrpSpPr>
        <p:grpSpPr>
          <a:xfrm>
            <a:off x="2610943" y="2529431"/>
            <a:ext cx="4531691" cy="255995"/>
            <a:chOff x="2340896" y="1296751"/>
            <a:chExt cx="4531691" cy="255995"/>
          </a:xfrm>
        </p:grpSpPr>
        <p:sp>
          <p:nvSpPr>
            <p:cNvPr id="140" name="Line 37"/>
            <p:cNvSpPr>
              <a:spLocks noChangeShapeType="1"/>
            </p:cNvSpPr>
            <p:nvPr/>
          </p:nvSpPr>
          <p:spPr bwMode="auto">
            <a:xfrm>
              <a:off x="2575242" y="1552744"/>
              <a:ext cx="4190633"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141" name="Line 39"/>
            <p:cNvSpPr>
              <a:spLocks noChangeShapeType="1"/>
            </p:cNvSpPr>
            <p:nvPr/>
          </p:nvSpPr>
          <p:spPr bwMode="auto">
            <a:xfrm flipH="1">
              <a:off x="2706320" y="1486894"/>
              <a:ext cx="0" cy="6585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142" name="Line 40"/>
            <p:cNvSpPr>
              <a:spLocks noChangeShapeType="1"/>
            </p:cNvSpPr>
            <p:nvPr/>
          </p:nvSpPr>
          <p:spPr bwMode="auto">
            <a:xfrm>
              <a:off x="2837401" y="1486893"/>
              <a:ext cx="0" cy="6585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143" name="Line 41"/>
            <p:cNvSpPr>
              <a:spLocks noChangeShapeType="1"/>
            </p:cNvSpPr>
            <p:nvPr/>
          </p:nvSpPr>
          <p:spPr bwMode="auto">
            <a:xfrm>
              <a:off x="2968480" y="1486893"/>
              <a:ext cx="0" cy="6585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144" name="Line 42"/>
            <p:cNvSpPr>
              <a:spLocks noChangeShapeType="1"/>
            </p:cNvSpPr>
            <p:nvPr/>
          </p:nvSpPr>
          <p:spPr bwMode="auto">
            <a:xfrm>
              <a:off x="3099560" y="1486894"/>
              <a:ext cx="0" cy="6585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145" name="Line 43"/>
            <p:cNvSpPr>
              <a:spLocks noChangeShapeType="1"/>
            </p:cNvSpPr>
            <p:nvPr/>
          </p:nvSpPr>
          <p:spPr bwMode="auto">
            <a:xfrm>
              <a:off x="3230640" y="1486893"/>
              <a:ext cx="0" cy="6585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146" name="Line 44"/>
            <p:cNvSpPr>
              <a:spLocks noChangeShapeType="1"/>
            </p:cNvSpPr>
            <p:nvPr/>
          </p:nvSpPr>
          <p:spPr bwMode="auto">
            <a:xfrm>
              <a:off x="3360740" y="1486893"/>
              <a:ext cx="0" cy="6585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147" name="Line 45"/>
            <p:cNvSpPr>
              <a:spLocks noChangeShapeType="1"/>
            </p:cNvSpPr>
            <p:nvPr/>
          </p:nvSpPr>
          <p:spPr bwMode="auto">
            <a:xfrm>
              <a:off x="3491820" y="1486894"/>
              <a:ext cx="0" cy="6585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148" name="Line 46"/>
            <p:cNvSpPr>
              <a:spLocks noChangeShapeType="1"/>
            </p:cNvSpPr>
            <p:nvPr/>
          </p:nvSpPr>
          <p:spPr bwMode="auto">
            <a:xfrm>
              <a:off x="3622900" y="1403190"/>
              <a:ext cx="0" cy="14955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149" name="Line 47"/>
            <p:cNvSpPr>
              <a:spLocks noChangeShapeType="1"/>
            </p:cNvSpPr>
            <p:nvPr/>
          </p:nvSpPr>
          <p:spPr bwMode="auto">
            <a:xfrm>
              <a:off x="3753979" y="1485900"/>
              <a:ext cx="0" cy="6684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150" name="Line 48"/>
            <p:cNvSpPr>
              <a:spLocks noChangeShapeType="1"/>
            </p:cNvSpPr>
            <p:nvPr/>
          </p:nvSpPr>
          <p:spPr bwMode="auto">
            <a:xfrm>
              <a:off x="3885059" y="1485900"/>
              <a:ext cx="0" cy="6684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151" name="Line 49"/>
            <p:cNvSpPr>
              <a:spLocks noChangeShapeType="1"/>
            </p:cNvSpPr>
            <p:nvPr/>
          </p:nvSpPr>
          <p:spPr bwMode="auto">
            <a:xfrm>
              <a:off x="4016138" y="1486894"/>
              <a:ext cx="0" cy="6585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152" name="Line 50"/>
            <p:cNvSpPr>
              <a:spLocks noChangeShapeType="1"/>
            </p:cNvSpPr>
            <p:nvPr/>
          </p:nvSpPr>
          <p:spPr bwMode="auto">
            <a:xfrm>
              <a:off x="4147218" y="1485900"/>
              <a:ext cx="0" cy="6684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153" name="Line 51"/>
            <p:cNvSpPr>
              <a:spLocks noChangeShapeType="1"/>
            </p:cNvSpPr>
            <p:nvPr/>
          </p:nvSpPr>
          <p:spPr bwMode="auto">
            <a:xfrm>
              <a:off x="4278297" y="1485900"/>
              <a:ext cx="0" cy="6684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154" name="Line 52"/>
            <p:cNvSpPr>
              <a:spLocks noChangeShapeType="1"/>
            </p:cNvSpPr>
            <p:nvPr/>
          </p:nvSpPr>
          <p:spPr bwMode="auto">
            <a:xfrm>
              <a:off x="4408399" y="1485900"/>
              <a:ext cx="0" cy="6684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155" name="Line 53"/>
            <p:cNvSpPr>
              <a:spLocks noChangeShapeType="1"/>
            </p:cNvSpPr>
            <p:nvPr/>
          </p:nvSpPr>
          <p:spPr bwMode="auto">
            <a:xfrm>
              <a:off x="4539479" y="1485900"/>
              <a:ext cx="0" cy="6684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156" name="Line 54"/>
            <p:cNvSpPr>
              <a:spLocks noChangeShapeType="1"/>
            </p:cNvSpPr>
            <p:nvPr/>
          </p:nvSpPr>
          <p:spPr bwMode="auto">
            <a:xfrm>
              <a:off x="4670558" y="1403190"/>
              <a:ext cx="0" cy="14955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157" name="Line 55"/>
            <p:cNvSpPr>
              <a:spLocks noChangeShapeType="1"/>
            </p:cNvSpPr>
            <p:nvPr/>
          </p:nvSpPr>
          <p:spPr bwMode="auto">
            <a:xfrm>
              <a:off x="4801638" y="1485900"/>
              <a:ext cx="0" cy="6684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158" name="Line 56"/>
            <p:cNvSpPr>
              <a:spLocks noChangeShapeType="1"/>
            </p:cNvSpPr>
            <p:nvPr/>
          </p:nvSpPr>
          <p:spPr bwMode="auto">
            <a:xfrm>
              <a:off x="4932717" y="1486894"/>
              <a:ext cx="0" cy="6585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159" name="Line 57"/>
            <p:cNvSpPr>
              <a:spLocks noChangeShapeType="1"/>
            </p:cNvSpPr>
            <p:nvPr/>
          </p:nvSpPr>
          <p:spPr bwMode="auto">
            <a:xfrm>
              <a:off x="5063797" y="1485900"/>
              <a:ext cx="0" cy="6684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160" name="Line 58"/>
            <p:cNvSpPr>
              <a:spLocks noChangeShapeType="1"/>
            </p:cNvSpPr>
            <p:nvPr/>
          </p:nvSpPr>
          <p:spPr bwMode="auto">
            <a:xfrm>
              <a:off x="5194876" y="1486894"/>
              <a:ext cx="0" cy="6585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161" name="Line 59"/>
            <p:cNvSpPr>
              <a:spLocks noChangeShapeType="1"/>
            </p:cNvSpPr>
            <p:nvPr/>
          </p:nvSpPr>
          <p:spPr bwMode="auto">
            <a:xfrm>
              <a:off x="5325956" y="1485900"/>
              <a:ext cx="0" cy="6684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162" name="Line 60"/>
            <p:cNvSpPr>
              <a:spLocks noChangeShapeType="1"/>
            </p:cNvSpPr>
            <p:nvPr/>
          </p:nvSpPr>
          <p:spPr bwMode="auto">
            <a:xfrm>
              <a:off x="5456057" y="1486894"/>
              <a:ext cx="0" cy="6585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163" name="Line 61"/>
            <p:cNvSpPr>
              <a:spLocks noChangeShapeType="1"/>
            </p:cNvSpPr>
            <p:nvPr/>
          </p:nvSpPr>
          <p:spPr bwMode="auto">
            <a:xfrm>
              <a:off x="5587137" y="1486894"/>
              <a:ext cx="0" cy="6585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164" name="Line 62"/>
            <p:cNvSpPr>
              <a:spLocks noChangeShapeType="1"/>
            </p:cNvSpPr>
            <p:nvPr/>
          </p:nvSpPr>
          <p:spPr bwMode="auto">
            <a:xfrm flipH="1">
              <a:off x="5718215" y="1403190"/>
              <a:ext cx="979" cy="14955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165" name="Line 63"/>
            <p:cNvSpPr>
              <a:spLocks noChangeShapeType="1"/>
            </p:cNvSpPr>
            <p:nvPr/>
          </p:nvSpPr>
          <p:spPr bwMode="auto">
            <a:xfrm>
              <a:off x="5849296" y="1485900"/>
              <a:ext cx="0" cy="6684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166" name="Line 64"/>
            <p:cNvSpPr>
              <a:spLocks noChangeShapeType="1"/>
            </p:cNvSpPr>
            <p:nvPr/>
          </p:nvSpPr>
          <p:spPr bwMode="auto">
            <a:xfrm>
              <a:off x="5980375" y="1486894"/>
              <a:ext cx="0" cy="6585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167" name="Line 65"/>
            <p:cNvSpPr>
              <a:spLocks noChangeShapeType="1"/>
            </p:cNvSpPr>
            <p:nvPr/>
          </p:nvSpPr>
          <p:spPr bwMode="auto">
            <a:xfrm>
              <a:off x="6111455" y="1485900"/>
              <a:ext cx="0" cy="6684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168" name="Line 66"/>
            <p:cNvSpPr>
              <a:spLocks noChangeShapeType="1"/>
            </p:cNvSpPr>
            <p:nvPr/>
          </p:nvSpPr>
          <p:spPr bwMode="auto">
            <a:xfrm>
              <a:off x="6242535" y="1486894"/>
              <a:ext cx="0" cy="6585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169" name="Line 67"/>
            <p:cNvSpPr>
              <a:spLocks noChangeShapeType="1"/>
            </p:cNvSpPr>
            <p:nvPr/>
          </p:nvSpPr>
          <p:spPr bwMode="auto">
            <a:xfrm>
              <a:off x="6373614" y="1485900"/>
              <a:ext cx="0" cy="6684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170" name="Line 68"/>
            <p:cNvSpPr>
              <a:spLocks noChangeShapeType="1"/>
            </p:cNvSpPr>
            <p:nvPr/>
          </p:nvSpPr>
          <p:spPr bwMode="auto">
            <a:xfrm>
              <a:off x="6503716" y="1486894"/>
              <a:ext cx="0" cy="6585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171" name="Line 69"/>
            <p:cNvSpPr>
              <a:spLocks noChangeShapeType="1"/>
            </p:cNvSpPr>
            <p:nvPr/>
          </p:nvSpPr>
          <p:spPr bwMode="auto">
            <a:xfrm>
              <a:off x="6634795" y="1486894"/>
              <a:ext cx="0" cy="6585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172" name="Line 70"/>
            <p:cNvSpPr>
              <a:spLocks noChangeShapeType="1"/>
            </p:cNvSpPr>
            <p:nvPr/>
          </p:nvSpPr>
          <p:spPr bwMode="auto">
            <a:xfrm>
              <a:off x="6765875" y="1403190"/>
              <a:ext cx="0" cy="14955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173" name="Rectangle 81"/>
            <p:cNvSpPr>
              <a:spLocks noChangeArrowheads="1"/>
            </p:cNvSpPr>
            <p:nvPr/>
          </p:nvSpPr>
          <p:spPr bwMode="auto">
            <a:xfrm>
              <a:off x="2340896" y="1296751"/>
              <a:ext cx="4531691" cy="21287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800" b="1" dirty="0">
                  <a:solidFill>
                    <a:srgbClr val="0000FF"/>
                  </a:solidFill>
                  <a:latin typeface="微软雅黑" pitchFamily="34" charset="-122"/>
                  <a:ea typeface="微软雅黑" pitchFamily="34" charset="-122"/>
                </a:rPr>
                <a:t>位  </a:t>
              </a:r>
              <a:r>
                <a:rPr kumimoji="1" lang="en-US" altLang="zh-CN" sz="800" b="1" dirty="0">
                  <a:solidFill>
                    <a:srgbClr val="0000FF"/>
                  </a:solidFill>
                  <a:latin typeface="微软雅黑" pitchFamily="34" charset="-122"/>
                  <a:ea typeface="微软雅黑" pitchFamily="34" charset="-122"/>
                </a:rPr>
                <a:t>0                                 8                                16                               24                          31</a:t>
              </a:r>
            </a:p>
          </p:txBody>
        </p:sp>
      </p:grpSp>
      <p:sp>
        <p:nvSpPr>
          <p:cNvPr id="174" name="AutoShape 5"/>
          <p:cNvSpPr>
            <a:spLocks noChangeArrowheads="1"/>
          </p:cNvSpPr>
          <p:nvPr/>
        </p:nvSpPr>
        <p:spPr bwMode="auto">
          <a:xfrm>
            <a:off x="931736" y="1806333"/>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endParaRPr lang="zh-CN" altLang="en-US">
              <a:latin typeface="宋体" charset="-122"/>
            </a:endParaRPr>
          </a:p>
        </p:txBody>
      </p:sp>
      <p:sp>
        <p:nvSpPr>
          <p:cNvPr id="175" name="Rectangle 6"/>
          <p:cNvSpPr>
            <a:spLocks noChangeArrowheads="1"/>
          </p:cNvSpPr>
          <p:nvPr/>
        </p:nvSpPr>
        <p:spPr bwMode="auto">
          <a:xfrm>
            <a:off x="3129509" y="1764062"/>
            <a:ext cx="332732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dirty="0">
                <a:solidFill>
                  <a:schemeClr val="bg1"/>
                </a:solidFill>
                <a:latin typeface="微软雅黑" pitchFamily="34" charset="-122"/>
                <a:ea typeface="微软雅黑" pitchFamily="34" charset="-122"/>
              </a:rPr>
              <a:t>TCP </a:t>
            </a:r>
            <a:r>
              <a:rPr lang="zh-CN" altLang="en-US" sz="2400" b="1" dirty="0">
                <a:solidFill>
                  <a:schemeClr val="bg1"/>
                </a:solidFill>
                <a:latin typeface="微软雅黑" pitchFamily="34" charset="-122"/>
                <a:ea typeface="微软雅黑" pitchFamily="34" charset="-122"/>
              </a:rPr>
              <a:t>报文段的首部格式</a:t>
            </a:r>
          </a:p>
        </p:txBody>
      </p:sp>
      <p:sp>
        <p:nvSpPr>
          <p:cNvPr id="176" name="Rectangle 93"/>
          <p:cNvSpPr>
            <a:spLocks noChangeArrowheads="1"/>
          </p:cNvSpPr>
          <p:nvPr/>
        </p:nvSpPr>
        <p:spPr bwMode="auto">
          <a:xfrm>
            <a:off x="7147762" y="5217132"/>
            <a:ext cx="1004618" cy="27443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IP </a:t>
            </a:r>
            <a:r>
              <a:rPr kumimoji="1" lang="zh-CN" altLang="en-US" sz="1200" b="1" dirty="0">
                <a:latin typeface="微软雅黑" pitchFamily="34" charset="-122"/>
                <a:ea typeface="微软雅黑" pitchFamily="34" charset="-122"/>
              </a:rPr>
              <a:t>数据报</a:t>
            </a:r>
          </a:p>
        </p:txBody>
      </p:sp>
      <p:sp>
        <p:nvSpPr>
          <p:cNvPr id="177" name="矩形 176"/>
          <p:cNvSpPr/>
          <p:nvPr/>
        </p:nvSpPr>
        <p:spPr>
          <a:xfrm>
            <a:off x="1133430" y="3219876"/>
            <a:ext cx="1300112" cy="738664"/>
          </a:xfrm>
          <a:prstGeom prst="rect">
            <a:avLst/>
          </a:prstGeom>
          <a:solidFill>
            <a:schemeClr val="bg1"/>
          </a:solidFill>
        </p:spPr>
        <p:txBody>
          <a:bodyPr wrap="square">
            <a:spAutoFit/>
          </a:bodyPr>
          <a:lstStyle/>
          <a:p>
            <a:r>
              <a:rPr lang="en-US" altLang="zh-CN" sz="1400" b="1" dirty="0">
                <a:solidFill>
                  <a:srgbClr val="0000CC"/>
                </a:solidFill>
                <a:latin typeface="微软雅黑" pitchFamily="34" charset="-122"/>
                <a:ea typeface="微软雅黑" pitchFamily="34" charset="-122"/>
              </a:rPr>
              <a:t>TCP</a:t>
            </a:r>
            <a:r>
              <a:rPr lang="zh-CN" altLang="en-US" sz="1400" b="1" dirty="0">
                <a:solidFill>
                  <a:srgbClr val="0000CC"/>
                </a:solidFill>
                <a:latin typeface="微软雅黑" pitchFamily="34" charset="-122"/>
                <a:ea typeface="微软雅黑" pitchFamily="34" charset="-122"/>
              </a:rPr>
              <a:t>首部的长度是 </a:t>
            </a:r>
            <a:r>
              <a:rPr lang="en-US" altLang="zh-CN" sz="1400" b="1" dirty="0">
                <a:solidFill>
                  <a:srgbClr val="0000CC"/>
                </a:solidFill>
                <a:latin typeface="微软雅黑" pitchFamily="34" charset="-122"/>
                <a:ea typeface="微软雅黑" pitchFamily="34" charset="-122"/>
              </a:rPr>
              <a:t>4n </a:t>
            </a:r>
            <a:r>
              <a:rPr lang="zh-CN" altLang="en-US" sz="1400" b="1" dirty="0">
                <a:solidFill>
                  <a:srgbClr val="0000CC"/>
                </a:solidFill>
                <a:latin typeface="微软雅黑" pitchFamily="34" charset="-122"/>
                <a:ea typeface="微软雅黑" pitchFamily="34" charset="-122"/>
              </a:rPr>
              <a:t>字节（</a:t>
            </a:r>
            <a:r>
              <a:rPr lang="en-US" altLang="zh-CN" sz="1400" b="1" dirty="0">
                <a:solidFill>
                  <a:srgbClr val="0000CC"/>
                </a:solidFill>
                <a:latin typeface="微软雅黑" pitchFamily="34" charset="-122"/>
                <a:ea typeface="微软雅黑" pitchFamily="34" charset="-122"/>
              </a:rPr>
              <a:t>n </a:t>
            </a:r>
            <a:r>
              <a:rPr lang="zh-CN" altLang="en-US" sz="1400" b="1" dirty="0">
                <a:solidFill>
                  <a:srgbClr val="0000CC"/>
                </a:solidFill>
                <a:latin typeface="微软雅黑" pitchFamily="34" charset="-122"/>
                <a:ea typeface="微软雅黑" pitchFamily="34" charset="-122"/>
              </a:rPr>
              <a:t>是整数）。</a:t>
            </a:r>
          </a:p>
        </p:txBody>
      </p:sp>
      <p:sp>
        <p:nvSpPr>
          <p:cNvPr id="178" name="Line 40"/>
          <p:cNvSpPr>
            <a:spLocks noChangeShapeType="1"/>
          </p:cNvSpPr>
          <p:nvPr/>
        </p:nvSpPr>
        <p:spPr bwMode="auto">
          <a:xfrm>
            <a:off x="2849713" y="2662687"/>
            <a:ext cx="0" cy="11377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179" name="矩形 178"/>
          <p:cNvSpPr/>
          <p:nvPr/>
        </p:nvSpPr>
        <p:spPr>
          <a:xfrm>
            <a:off x="7731678" y="3026583"/>
            <a:ext cx="1188986" cy="738664"/>
          </a:xfrm>
          <a:prstGeom prst="rect">
            <a:avLst/>
          </a:prstGeom>
          <a:solidFill>
            <a:schemeClr val="bg1"/>
          </a:solidFill>
        </p:spPr>
        <p:txBody>
          <a:bodyPr wrap="square">
            <a:spAutoFit/>
          </a:bodyPr>
          <a:lstStyle/>
          <a:p>
            <a:r>
              <a:rPr lang="en-US" altLang="zh-CN" sz="1400" b="1" dirty="0">
                <a:solidFill>
                  <a:srgbClr val="0000CC"/>
                </a:solidFill>
                <a:latin typeface="微软雅黑" pitchFamily="34" charset="-122"/>
                <a:ea typeface="微软雅黑" pitchFamily="34" charset="-122"/>
              </a:rPr>
              <a:t>TCP </a:t>
            </a:r>
            <a:r>
              <a:rPr lang="zh-CN" altLang="en-US" sz="1400" b="1" dirty="0">
                <a:solidFill>
                  <a:srgbClr val="0000CC"/>
                </a:solidFill>
                <a:latin typeface="微软雅黑" pitchFamily="34" charset="-122"/>
                <a:ea typeface="微软雅黑" pitchFamily="34" charset="-122"/>
              </a:rPr>
              <a:t>首部的最小长度是 </a:t>
            </a:r>
            <a:r>
              <a:rPr lang="en-US" altLang="zh-CN" sz="1400" b="1" dirty="0">
                <a:solidFill>
                  <a:srgbClr val="0000CC"/>
                </a:solidFill>
                <a:latin typeface="微软雅黑" pitchFamily="34" charset="-122"/>
                <a:ea typeface="微软雅黑" pitchFamily="34" charset="-122"/>
              </a:rPr>
              <a:t>20 </a:t>
            </a:r>
            <a:r>
              <a:rPr lang="zh-CN" altLang="en-US" sz="1400" b="1" dirty="0">
                <a:solidFill>
                  <a:srgbClr val="0000CC"/>
                </a:solidFill>
                <a:latin typeface="微软雅黑" pitchFamily="34" charset="-122"/>
                <a:ea typeface="微软雅黑" pitchFamily="34" charset="-122"/>
              </a:rPr>
              <a:t>字节。</a:t>
            </a:r>
          </a:p>
        </p:txBody>
      </p:sp>
    </p:spTree>
    <p:extLst>
      <p:ext uri="{BB962C8B-B14F-4D97-AF65-F5344CB8AC3E}">
        <p14:creationId xmlns:p14="http://schemas.microsoft.com/office/powerpoint/2010/main" val="6912850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第</a:t>
            </a:r>
            <a:r>
              <a:rPr lang="en-US" altLang="zh-CN" dirty="0"/>
              <a:t> 5 </a:t>
            </a:r>
            <a:r>
              <a:rPr lang="zh-CN" altLang="zh-CN" dirty="0"/>
              <a:t>章</a:t>
            </a:r>
            <a:r>
              <a:rPr lang="en-US" altLang="zh-CN" dirty="0"/>
              <a:t>  </a:t>
            </a:r>
            <a:r>
              <a:rPr lang="zh-CN" altLang="en-US" dirty="0"/>
              <a:t>运输</a:t>
            </a:r>
            <a:r>
              <a:rPr lang="zh-CN" altLang="zh-CN" dirty="0"/>
              <a:t>层</a:t>
            </a:r>
            <a:r>
              <a:rPr lang="zh-CN" altLang="en-US" dirty="0"/>
              <a:t>概念理解</a:t>
            </a:r>
          </a:p>
        </p:txBody>
      </p:sp>
      <p:sp>
        <p:nvSpPr>
          <p:cNvPr id="3" name="AutoShape 5">
            <a:extLst>
              <a:ext uri="{FF2B5EF4-FFF2-40B4-BE49-F238E27FC236}">
                <a16:creationId xmlns:a16="http://schemas.microsoft.com/office/drawing/2014/main" id="{96FF6F42-A89F-92EE-0D39-5379D1D5C6FA}"/>
              </a:ext>
            </a:extLst>
          </p:cNvPr>
          <p:cNvSpPr>
            <a:spLocks noChangeArrowheads="1"/>
          </p:cNvSpPr>
          <p:nvPr/>
        </p:nvSpPr>
        <p:spPr bwMode="auto">
          <a:xfrm>
            <a:off x="1003746" y="1532189"/>
            <a:ext cx="8053710"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4" name="Rectangle 6">
            <a:extLst>
              <a:ext uri="{FF2B5EF4-FFF2-40B4-BE49-F238E27FC236}">
                <a16:creationId xmlns:a16="http://schemas.microsoft.com/office/drawing/2014/main" id="{7B4CD06A-A046-1693-0E78-23C75AEF42F2}"/>
              </a:ext>
            </a:extLst>
          </p:cNvPr>
          <p:cNvSpPr>
            <a:spLocks noChangeArrowheads="1"/>
          </p:cNvSpPr>
          <p:nvPr/>
        </p:nvSpPr>
        <p:spPr bwMode="auto">
          <a:xfrm>
            <a:off x="4031940" y="1509099"/>
            <a:ext cx="198002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ea typeface="微软雅黑" pitchFamily="34" charset="-122"/>
              </a:rPr>
              <a:t>常用的熟知端口</a:t>
            </a:r>
          </a:p>
        </p:txBody>
      </p:sp>
      <p:sp>
        <p:nvSpPr>
          <p:cNvPr id="35" name="圆角矩形 99">
            <a:extLst>
              <a:ext uri="{FF2B5EF4-FFF2-40B4-BE49-F238E27FC236}">
                <a16:creationId xmlns:a16="http://schemas.microsoft.com/office/drawing/2014/main" id="{752F3906-A01F-D3C2-756E-07A68D426B64}"/>
              </a:ext>
            </a:extLst>
          </p:cNvPr>
          <p:cNvSpPr/>
          <p:nvPr/>
        </p:nvSpPr>
        <p:spPr>
          <a:xfrm>
            <a:off x="1003746" y="1938505"/>
            <a:ext cx="8053710" cy="3218687"/>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36" name="Group 52">
            <a:extLst>
              <a:ext uri="{FF2B5EF4-FFF2-40B4-BE49-F238E27FC236}">
                <a16:creationId xmlns:a16="http://schemas.microsoft.com/office/drawing/2014/main" id="{BB058A82-FF8E-FA47-076F-6AAAD5621979}"/>
              </a:ext>
            </a:extLst>
          </p:cNvPr>
          <p:cNvGraphicFramePr>
            <a:graphicFrameLocks noGrp="1"/>
          </p:cNvGraphicFramePr>
          <p:nvPr>
            <p:extLst>
              <p:ext uri="{D42A27DB-BD31-4B8C-83A1-F6EECF244321}">
                <p14:modId xmlns:p14="http://schemas.microsoft.com/office/powerpoint/2010/main" val="3595588159"/>
              </p:ext>
            </p:extLst>
          </p:nvPr>
        </p:nvGraphicFramePr>
        <p:xfrm>
          <a:off x="1805948" y="4354983"/>
          <a:ext cx="6396835" cy="640128"/>
        </p:xfrm>
        <a:graphic>
          <a:graphicData uri="http://schemas.openxmlformats.org/drawingml/2006/table">
            <a:tbl>
              <a:tblPr/>
              <a:tblGrid>
                <a:gridCol w="3391504">
                  <a:extLst>
                    <a:ext uri="{9D8B030D-6E8A-4147-A177-3AD203B41FA5}">
                      <a16:colId xmlns:a16="http://schemas.microsoft.com/office/drawing/2014/main" val="20000"/>
                    </a:ext>
                  </a:extLst>
                </a:gridCol>
                <a:gridCol w="3005331">
                  <a:extLst>
                    <a:ext uri="{9D8B030D-6E8A-4147-A177-3AD203B41FA5}">
                      <a16:colId xmlns:a16="http://schemas.microsoft.com/office/drawing/2014/main" val="20001"/>
                    </a:ext>
                  </a:extLst>
                </a:gridCol>
              </a:tblGrid>
              <a:tr h="268249">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1400" b="1" i="0" u="none" strike="noStrike" cap="none" normalizeH="0" baseline="0" dirty="0">
                          <a:ln>
                            <a:noFill/>
                          </a:ln>
                          <a:solidFill>
                            <a:schemeClr val="bg1"/>
                          </a:solidFill>
                          <a:effectLst/>
                          <a:latin typeface="微软雅黑" pitchFamily="34" charset="-122"/>
                          <a:ea typeface="微软雅黑" pitchFamily="34" charset="-122"/>
                        </a:rPr>
                        <a:t>UDP</a:t>
                      </a:r>
                    </a:p>
                  </a:txBody>
                  <a:tcPr marL="99060" marR="99060" marT="45732" marB="45732" horzOverflow="overflow">
                    <a:lnL w="19050" cap="flat" cmpd="sng" algn="ctr">
                      <a:solidFill>
                        <a:schemeClr val="tx1"/>
                      </a:solid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noFill/>
                      <a:prstDash val="solid"/>
                      <a:round/>
                      <a:headEnd type="none" w="med" len="med"/>
                      <a:tailEnd type="none" w="med" len="med"/>
                    </a:lnB>
                    <a:lnTlToBr>
                      <a:noFill/>
                    </a:lnTlToBr>
                    <a:lnBlToTr>
                      <a:noFill/>
                    </a:lnBlToTr>
                    <a:solidFill>
                      <a:srgbClr val="C0504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1400" b="1" i="0" u="none" strike="noStrike" cap="none" normalizeH="0" baseline="0" dirty="0">
                          <a:ln>
                            <a:noFill/>
                          </a:ln>
                          <a:solidFill>
                            <a:schemeClr val="bg1"/>
                          </a:solidFill>
                          <a:effectLst/>
                          <a:latin typeface="微软雅黑" pitchFamily="34" charset="-122"/>
                          <a:ea typeface="微软雅黑" pitchFamily="34" charset="-122"/>
                        </a:rPr>
                        <a:t>TCP</a:t>
                      </a:r>
                    </a:p>
                  </a:txBody>
                  <a:tcPr marL="99060" marR="99060" marT="45732" marB="45732" horzOverflow="overflow">
                    <a:lnL w="19050" cap="flat" cmpd="sng" algn="ctr">
                      <a:no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noFill/>
                      <a:prstDash val="solid"/>
                      <a:round/>
                      <a:headEnd type="none" w="med" len="med"/>
                      <a:tailEnd type="none" w="med" len="med"/>
                    </a:lnB>
                    <a:lnTlToBr>
                      <a:noFill/>
                    </a:lnTlToBr>
                    <a:lnBlToTr>
                      <a:noFill/>
                    </a:lnBlToTr>
                    <a:solidFill>
                      <a:srgbClr val="9BBB59"/>
                    </a:solidFill>
                  </a:tcPr>
                </a:tc>
                <a:extLst>
                  <a:ext uri="{0D108BD9-81ED-4DB2-BD59-A6C34878D82A}">
                    <a16:rowId xmlns:a16="http://schemas.microsoft.com/office/drawing/2014/main" val="10000"/>
                  </a:ext>
                </a:extLst>
              </a:tr>
              <a:tr h="268249">
                <a:tc grid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1600" b="1" i="0" u="none" strike="noStrike" cap="none" normalizeH="0" baseline="0" dirty="0">
                          <a:ln>
                            <a:noFill/>
                          </a:ln>
                          <a:solidFill>
                            <a:schemeClr val="bg1"/>
                          </a:solidFill>
                          <a:effectLst/>
                          <a:latin typeface="微软雅黑" pitchFamily="34" charset="-122"/>
                          <a:ea typeface="微软雅黑" pitchFamily="34" charset="-122"/>
                        </a:rPr>
                        <a:t>IP</a:t>
                      </a:r>
                    </a:p>
                  </a:txBody>
                  <a:tcPr marL="99060" marR="99060" marT="45732" marB="45732"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0000FF"/>
                    </a:solidFill>
                  </a:tcPr>
                </a:tc>
                <a:tc hMerge="1">
                  <a:txBody>
                    <a:bodyPr/>
                    <a:lstStyle/>
                    <a:p>
                      <a:endParaRPr lang="zh-CN" altLang="en-US"/>
                    </a:p>
                  </a:txBody>
                  <a:tcPr/>
                </a:tc>
                <a:extLst>
                  <a:ext uri="{0D108BD9-81ED-4DB2-BD59-A6C34878D82A}">
                    <a16:rowId xmlns:a16="http://schemas.microsoft.com/office/drawing/2014/main" val="10001"/>
                  </a:ext>
                </a:extLst>
              </a:tr>
            </a:tbl>
          </a:graphicData>
        </a:graphic>
      </p:graphicFrame>
      <p:grpSp>
        <p:nvGrpSpPr>
          <p:cNvPr id="37" name="组合 36">
            <a:extLst>
              <a:ext uri="{FF2B5EF4-FFF2-40B4-BE49-F238E27FC236}">
                <a16:creationId xmlns:a16="http://schemas.microsoft.com/office/drawing/2014/main" id="{C7B5736C-85D7-D5D8-DCE8-480D14FDB26E}"/>
              </a:ext>
            </a:extLst>
          </p:cNvPr>
          <p:cNvGrpSpPr/>
          <p:nvPr/>
        </p:nvGrpSpPr>
        <p:grpSpPr>
          <a:xfrm>
            <a:off x="1910006" y="2029945"/>
            <a:ext cx="6616240" cy="2370094"/>
            <a:chOff x="759902" y="1324147"/>
            <a:chExt cx="8990242" cy="3220518"/>
          </a:xfrm>
        </p:grpSpPr>
        <p:sp>
          <p:nvSpPr>
            <p:cNvPr id="38" name="Text Box 14">
              <a:extLst>
                <a:ext uri="{FF2B5EF4-FFF2-40B4-BE49-F238E27FC236}">
                  <a16:creationId xmlns:a16="http://schemas.microsoft.com/office/drawing/2014/main" id="{EED1D838-8A88-D5A9-634F-109CF5CE1F7E}"/>
                </a:ext>
              </a:extLst>
            </p:cNvPr>
            <p:cNvSpPr txBox="1">
              <a:spLocks noChangeArrowheads="1"/>
            </p:cNvSpPr>
            <p:nvPr/>
          </p:nvSpPr>
          <p:spPr bwMode="auto">
            <a:xfrm>
              <a:off x="5183702" y="3371439"/>
              <a:ext cx="1429147"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1400" dirty="0">
                  <a:latin typeface="微软雅黑" pitchFamily="34" charset="-122"/>
                  <a:ea typeface="微软雅黑" pitchFamily="34" charset="-122"/>
                </a:rPr>
                <a:t>SMTP</a:t>
              </a:r>
            </a:p>
          </p:txBody>
        </p:sp>
        <p:sp>
          <p:nvSpPr>
            <p:cNvPr id="39" name="Text Box 15">
              <a:extLst>
                <a:ext uri="{FF2B5EF4-FFF2-40B4-BE49-F238E27FC236}">
                  <a16:creationId xmlns:a16="http://schemas.microsoft.com/office/drawing/2014/main" id="{59B0DEEB-835B-E505-FD77-AB943F0D04EE}"/>
                </a:ext>
              </a:extLst>
            </p:cNvPr>
            <p:cNvSpPr txBox="1">
              <a:spLocks noChangeArrowheads="1"/>
            </p:cNvSpPr>
            <p:nvPr/>
          </p:nvSpPr>
          <p:spPr bwMode="auto">
            <a:xfrm>
              <a:off x="6228399" y="2905781"/>
              <a:ext cx="1319080"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1400" dirty="0">
                  <a:latin typeface="微软雅黑" pitchFamily="34" charset="-122"/>
                  <a:ea typeface="微软雅黑" pitchFamily="34" charset="-122"/>
                </a:rPr>
                <a:t>FTP</a:t>
              </a:r>
            </a:p>
          </p:txBody>
        </p:sp>
        <p:sp>
          <p:nvSpPr>
            <p:cNvPr id="40" name="Text Box 16">
              <a:extLst>
                <a:ext uri="{FF2B5EF4-FFF2-40B4-BE49-F238E27FC236}">
                  <a16:creationId xmlns:a16="http://schemas.microsoft.com/office/drawing/2014/main" id="{7B1D1859-D9C2-F4E6-165A-D8A655A4D572}"/>
                </a:ext>
              </a:extLst>
            </p:cNvPr>
            <p:cNvSpPr txBox="1">
              <a:spLocks noChangeArrowheads="1"/>
            </p:cNvSpPr>
            <p:nvPr/>
          </p:nvSpPr>
          <p:spPr bwMode="auto">
            <a:xfrm>
              <a:off x="6899407" y="2401725"/>
              <a:ext cx="1539213"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1400" dirty="0">
                  <a:latin typeface="微软雅黑" pitchFamily="34" charset="-122"/>
                  <a:ea typeface="微软雅黑" pitchFamily="34" charset="-122"/>
                </a:rPr>
                <a:t>Telnet</a:t>
              </a:r>
            </a:p>
          </p:txBody>
        </p:sp>
        <p:sp>
          <p:nvSpPr>
            <p:cNvPr id="41" name="Text Box 17">
              <a:extLst>
                <a:ext uri="{FF2B5EF4-FFF2-40B4-BE49-F238E27FC236}">
                  <a16:creationId xmlns:a16="http://schemas.microsoft.com/office/drawing/2014/main" id="{B766DB54-AA35-59C8-6C59-8B72CD3C4F33}"/>
                </a:ext>
              </a:extLst>
            </p:cNvPr>
            <p:cNvSpPr txBox="1">
              <a:spLocks noChangeArrowheads="1"/>
            </p:cNvSpPr>
            <p:nvPr/>
          </p:nvSpPr>
          <p:spPr bwMode="auto">
            <a:xfrm>
              <a:off x="759902" y="3447638"/>
              <a:ext cx="1098947"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1400" dirty="0">
                  <a:latin typeface="微软雅黑" pitchFamily="34" charset="-122"/>
                  <a:ea typeface="微软雅黑" pitchFamily="34" charset="-122"/>
                </a:rPr>
                <a:t>RPC</a:t>
              </a:r>
            </a:p>
          </p:txBody>
        </p:sp>
        <p:sp>
          <p:nvSpPr>
            <p:cNvPr id="42" name="Text Box 18">
              <a:extLst>
                <a:ext uri="{FF2B5EF4-FFF2-40B4-BE49-F238E27FC236}">
                  <a16:creationId xmlns:a16="http://schemas.microsoft.com/office/drawing/2014/main" id="{DA27EDD0-F9FB-0DF4-645A-8A26A8ED129C}"/>
                </a:ext>
              </a:extLst>
            </p:cNvPr>
            <p:cNvSpPr txBox="1">
              <a:spLocks noChangeArrowheads="1"/>
            </p:cNvSpPr>
            <p:nvPr/>
          </p:nvSpPr>
          <p:spPr bwMode="auto">
            <a:xfrm>
              <a:off x="1547877" y="3066640"/>
              <a:ext cx="1319081"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1400" dirty="0">
                  <a:latin typeface="微软雅黑" pitchFamily="34" charset="-122"/>
                  <a:ea typeface="微软雅黑" pitchFamily="34" charset="-122"/>
                </a:rPr>
                <a:t>DNS</a:t>
              </a:r>
            </a:p>
          </p:txBody>
        </p:sp>
        <p:sp>
          <p:nvSpPr>
            <p:cNvPr id="43" name="Text Box 19">
              <a:extLst>
                <a:ext uri="{FF2B5EF4-FFF2-40B4-BE49-F238E27FC236}">
                  <a16:creationId xmlns:a16="http://schemas.microsoft.com/office/drawing/2014/main" id="{55D582C3-B44C-4ABC-59C9-BF277E4D73DE}"/>
                </a:ext>
              </a:extLst>
            </p:cNvPr>
            <p:cNvSpPr txBox="1">
              <a:spLocks noChangeArrowheads="1"/>
            </p:cNvSpPr>
            <p:nvPr/>
          </p:nvSpPr>
          <p:spPr bwMode="auto">
            <a:xfrm>
              <a:off x="3186129" y="2116237"/>
              <a:ext cx="1539215"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1400" dirty="0">
                  <a:latin typeface="微软雅黑" pitchFamily="34" charset="-122"/>
                  <a:ea typeface="微软雅黑" pitchFamily="34" charset="-122"/>
                </a:rPr>
                <a:t>SNMP</a:t>
              </a:r>
            </a:p>
          </p:txBody>
        </p:sp>
        <p:sp>
          <p:nvSpPr>
            <p:cNvPr id="44" name="Text Box 20">
              <a:extLst>
                <a:ext uri="{FF2B5EF4-FFF2-40B4-BE49-F238E27FC236}">
                  <a16:creationId xmlns:a16="http://schemas.microsoft.com/office/drawing/2014/main" id="{572D71C7-B05A-4944-CC2F-EDA9D0987BAC}"/>
                </a:ext>
              </a:extLst>
            </p:cNvPr>
            <p:cNvSpPr txBox="1">
              <a:spLocks noChangeArrowheads="1"/>
            </p:cNvSpPr>
            <p:nvPr/>
          </p:nvSpPr>
          <p:spPr bwMode="auto">
            <a:xfrm>
              <a:off x="2349476" y="2545742"/>
              <a:ext cx="1649281"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1400" dirty="0">
                  <a:latin typeface="微软雅黑" pitchFamily="34" charset="-122"/>
                  <a:ea typeface="微软雅黑" pitchFamily="34" charset="-122"/>
                </a:rPr>
                <a:t>TFTP</a:t>
              </a:r>
            </a:p>
          </p:txBody>
        </p:sp>
        <p:sp>
          <p:nvSpPr>
            <p:cNvPr id="45" name="Oval 21">
              <a:extLst>
                <a:ext uri="{FF2B5EF4-FFF2-40B4-BE49-F238E27FC236}">
                  <a16:creationId xmlns:a16="http://schemas.microsoft.com/office/drawing/2014/main" id="{278AD3D1-8549-57F9-6951-38FB67CEA622}"/>
                </a:ext>
              </a:extLst>
            </p:cNvPr>
            <p:cNvSpPr>
              <a:spLocks noChangeArrowheads="1"/>
            </p:cNvSpPr>
            <p:nvPr/>
          </p:nvSpPr>
          <p:spPr bwMode="auto">
            <a:xfrm>
              <a:off x="900112" y="4230340"/>
              <a:ext cx="343958" cy="314325"/>
            </a:xfrm>
            <a:prstGeom prst="ellipse">
              <a:avLst/>
            </a:prstGeom>
            <a:solidFill>
              <a:srgbClr val="99FFCC"/>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itchFamily="34" charset="-122"/>
                <a:ea typeface="微软雅黑" pitchFamily="34" charset="-122"/>
              </a:endParaRPr>
            </a:p>
          </p:txBody>
        </p:sp>
        <p:sp>
          <p:nvSpPr>
            <p:cNvPr id="46" name="Oval 22">
              <a:extLst>
                <a:ext uri="{FF2B5EF4-FFF2-40B4-BE49-F238E27FC236}">
                  <a16:creationId xmlns:a16="http://schemas.microsoft.com/office/drawing/2014/main" id="{C153517A-C58D-0A85-678E-80F9E5E383DB}"/>
                </a:ext>
              </a:extLst>
            </p:cNvPr>
            <p:cNvSpPr>
              <a:spLocks noChangeArrowheads="1"/>
            </p:cNvSpPr>
            <p:nvPr/>
          </p:nvSpPr>
          <p:spPr bwMode="auto">
            <a:xfrm>
              <a:off x="1824631" y="4230340"/>
              <a:ext cx="343958" cy="314325"/>
            </a:xfrm>
            <a:prstGeom prst="ellipse">
              <a:avLst/>
            </a:prstGeom>
            <a:solidFill>
              <a:srgbClr val="99FFCC"/>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itchFamily="34" charset="-122"/>
                <a:ea typeface="微软雅黑" pitchFamily="34" charset="-122"/>
              </a:endParaRPr>
            </a:p>
          </p:txBody>
        </p:sp>
        <p:sp>
          <p:nvSpPr>
            <p:cNvPr id="47" name="Oval 23">
              <a:extLst>
                <a:ext uri="{FF2B5EF4-FFF2-40B4-BE49-F238E27FC236}">
                  <a16:creationId xmlns:a16="http://schemas.microsoft.com/office/drawing/2014/main" id="{7E461B5B-9514-1B5A-F788-859D821D3E0F}"/>
                </a:ext>
              </a:extLst>
            </p:cNvPr>
            <p:cNvSpPr>
              <a:spLocks noChangeArrowheads="1"/>
            </p:cNvSpPr>
            <p:nvPr/>
          </p:nvSpPr>
          <p:spPr bwMode="auto">
            <a:xfrm>
              <a:off x="3516327" y="4230340"/>
              <a:ext cx="343958" cy="314325"/>
            </a:xfrm>
            <a:prstGeom prst="ellipse">
              <a:avLst/>
            </a:prstGeom>
            <a:solidFill>
              <a:srgbClr val="99FFCC"/>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itchFamily="34" charset="-122"/>
                <a:ea typeface="微软雅黑" pitchFamily="34" charset="-122"/>
              </a:endParaRPr>
            </a:p>
          </p:txBody>
        </p:sp>
        <p:sp>
          <p:nvSpPr>
            <p:cNvPr id="48" name="Oval 24">
              <a:extLst>
                <a:ext uri="{FF2B5EF4-FFF2-40B4-BE49-F238E27FC236}">
                  <a16:creationId xmlns:a16="http://schemas.microsoft.com/office/drawing/2014/main" id="{62243121-FB55-41F3-3ECE-9B9F3D7DDA88}"/>
                </a:ext>
              </a:extLst>
            </p:cNvPr>
            <p:cNvSpPr>
              <a:spLocks noChangeArrowheads="1"/>
            </p:cNvSpPr>
            <p:nvPr/>
          </p:nvSpPr>
          <p:spPr bwMode="auto">
            <a:xfrm>
              <a:off x="2700006" y="4230340"/>
              <a:ext cx="343958" cy="314325"/>
            </a:xfrm>
            <a:prstGeom prst="ellipse">
              <a:avLst/>
            </a:prstGeom>
            <a:solidFill>
              <a:srgbClr val="99FFCC"/>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itchFamily="34" charset="-122"/>
                <a:ea typeface="微软雅黑" pitchFamily="34" charset="-122"/>
              </a:endParaRPr>
            </a:p>
          </p:txBody>
        </p:sp>
        <p:sp>
          <p:nvSpPr>
            <p:cNvPr id="49" name="Oval 25">
              <a:extLst>
                <a:ext uri="{FF2B5EF4-FFF2-40B4-BE49-F238E27FC236}">
                  <a16:creationId xmlns:a16="http://schemas.microsoft.com/office/drawing/2014/main" id="{66691005-C553-3227-51AD-5F6B69FA3A95}"/>
                </a:ext>
              </a:extLst>
            </p:cNvPr>
            <p:cNvSpPr>
              <a:spLocks noChangeArrowheads="1"/>
            </p:cNvSpPr>
            <p:nvPr/>
          </p:nvSpPr>
          <p:spPr bwMode="auto">
            <a:xfrm>
              <a:off x="5596451" y="4230340"/>
              <a:ext cx="343958" cy="314325"/>
            </a:xfrm>
            <a:prstGeom prst="ellipse">
              <a:avLst/>
            </a:prstGeom>
            <a:solidFill>
              <a:srgbClr val="99FFCC"/>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itchFamily="34" charset="-122"/>
                <a:ea typeface="微软雅黑" pitchFamily="34" charset="-122"/>
              </a:endParaRPr>
            </a:p>
          </p:txBody>
        </p:sp>
        <p:sp>
          <p:nvSpPr>
            <p:cNvPr id="50" name="Oval 26">
              <a:extLst>
                <a:ext uri="{FF2B5EF4-FFF2-40B4-BE49-F238E27FC236}">
                  <a16:creationId xmlns:a16="http://schemas.microsoft.com/office/drawing/2014/main" id="{553534D8-ECC5-EE10-6C2D-7C94D495DCD7}"/>
                </a:ext>
              </a:extLst>
            </p:cNvPr>
            <p:cNvSpPr>
              <a:spLocks noChangeArrowheads="1"/>
            </p:cNvSpPr>
            <p:nvPr/>
          </p:nvSpPr>
          <p:spPr bwMode="auto">
            <a:xfrm>
              <a:off x="6411433" y="4230340"/>
              <a:ext cx="343958" cy="314325"/>
            </a:xfrm>
            <a:prstGeom prst="ellipse">
              <a:avLst/>
            </a:prstGeom>
            <a:solidFill>
              <a:srgbClr val="99FFCC"/>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itchFamily="34" charset="-122"/>
                <a:ea typeface="微软雅黑" pitchFamily="34" charset="-122"/>
              </a:endParaRPr>
            </a:p>
          </p:txBody>
        </p:sp>
        <p:sp>
          <p:nvSpPr>
            <p:cNvPr id="51" name="Oval 27">
              <a:extLst>
                <a:ext uri="{FF2B5EF4-FFF2-40B4-BE49-F238E27FC236}">
                  <a16:creationId xmlns:a16="http://schemas.microsoft.com/office/drawing/2014/main" id="{9E0679C5-F042-4862-8932-B3C2C3144269}"/>
                </a:ext>
              </a:extLst>
            </p:cNvPr>
            <p:cNvSpPr>
              <a:spLocks noChangeArrowheads="1"/>
            </p:cNvSpPr>
            <p:nvPr/>
          </p:nvSpPr>
          <p:spPr bwMode="auto">
            <a:xfrm>
              <a:off x="7219289" y="4230340"/>
              <a:ext cx="343958" cy="314325"/>
            </a:xfrm>
            <a:prstGeom prst="ellipse">
              <a:avLst/>
            </a:prstGeom>
            <a:solidFill>
              <a:srgbClr val="99FFCC"/>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itchFamily="34" charset="-122"/>
                <a:ea typeface="微软雅黑" pitchFamily="34" charset="-122"/>
              </a:endParaRPr>
            </a:p>
          </p:txBody>
        </p:sp>
        <p:sp>
          <p:nvSpPr>
            <p:cNvPr id="52" name="Line 28">
              <a:extLst>
                <a:ext uri="{FF2B5EF4-FFF2-40B4-BE49-F238E27FC236}">
                  <a16:creationId xmlns:a16="http://schemas.microsoft.com/office/drawing/2014/main" id="{AC10A148-0320-DE78-8C26-13AB1EE4F350}"/>
                </a:ext>
              </a:extLst>
            </p:cNvPr>
            <p:cNvSpPr>
              <a:spLocks noChangeShapeType="1"/>
            </p:cNvSpPr>
            <p:nvPr/>
          </p:nvSpPr>
          <p:spPr bwMode="auto">
            <a:xfrm>
              <a:off x="1090099" y="3825526"/>
              <a:ext cx="0" cy="381000"/>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itchFamily="34" charset="-122"/>
                <a:ea typeface="微软雅黑" pitchFamily="34" charset="-122"/>
              </a:endParaRPr>
            </a:p>
          </p:txBody>
        </p:sp>
        <p:sp>
          <p:nvSpPr>
            <p:cNvPr id="53" name="Line 29">
              <a:extLst>
                <a:ext uri="{FF2B5EF4-FFF2-40B4-BE49-F238E27FC236}">
                  <a16:creationId xmlns:a16="http://schemas.microsoft.com/office/drawing/2014/main" id="{AB130109-39D8-5572-9333-03B7A4164CC9}"/>
                </a:ext>
              </a:extLst>
            </p:cNvPr>
            <p:cNvSpPr>
              <a:spLocks noChangeShapeType="1"/>
            </p:cNvSpPr>
            <p:nvPr/>
          </p:nvSpPr>
          <p:spPr bwMode="auto">
            <a:xfrm>
              <a:off x="1989731" y="3444526"/>
              <a:ext cx="0" cy="762000"/>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itchFamily="34" charset="-122"/>
                <a:ea typeface="微软雅黑" pitchFamily="34" charset="-122"/>
              </a:endParaRPr>
            </a:p>
          </p:txBody>
        </p:sp>
        <p:sp>
          <p:nvSpPr>
            <p:cNvPr id="54" name="Line 30">
              <a:extLst>
                <a:ext uri="{FF2B5EF4-FFF2-40B4-BE49-F238E27FC236}">
                  <a16:creationId xmlns:a16="http://schemas.microsoft.com/office/drawing/2014/main" id="{7E6A7688-411A-38A1-3AA1-89B3F0980D7A}"/>
                </a:ext>
              </a:extLst>
            </p:cNvPr>
            <p:cNvSpPr>
              <a:spLocks noChangeShapeType="1"/>
            </p:cNvSpPr>
            <p:nvPr/>
          </p:nvSpPr>
          <p:spPr bwMode="auto">
            <a:xfrm>
              <a:off x="3681427" y="2471191"/>
              <a:ext cx="0" cy="1735335"/>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itchFamily="34" charset="-122"/>
                <a:ea typeface="微软雅黑" pitchFamily="34" charset="-122"/>
              </a:endParaRPr>
            </a:p>
          </p:txBody>
        </p:sp>
        <p:sp>
          <p:nvSpPr>
            <p:cNvPr id="55" name="Line 31">
              <a:extLst>
                <a:ext uri="{FF2B5EF4-FFF2-40B4-BE49-F238E27FC236}">
                  <a16:creationId xmlns:a16="http://schemas.microsoft.com/office/drawing/2014/main" id="{94B59F15-79D5-2682-9AF6-D99051412B3B}"/>
                </a:ext>
              </a:extLst>
            </p:cNvPr>
            <p:cNvSpPr>
              <a:spLocks noChangeShapeType="1"/>
            </p:cNvSpPr>
            <p:nvPr/>
          </p:nvSpPr>
          <p:spPr bwMode="auto">
            <a:xfrm>
              <a:off x="2865106" y="2941289"/>
              <a:ext cx="0" cy="1265237"/>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itchFamily="34" charset="-122"/>
                <a:ea typeface="微软雅黑" pitchFamily="34" charset="-122"/>
              </a:endParaRPr>
            </a:p>
          </p:txBody>
        </p:sp>
        <p:sp>
          <p:nvSpPr>
            <p:cNvPr id="56" name="Line 32">
              <a:extLst>
                <a:ext uri="{FF2B5EF4-FFF2-40B4-BE49-F238E27FC236}">
                  <a16:creationId xmlns:a16="http://schemas.microsoft.com/office/drawing/2014/main" id="{64A730FC-08C2-B400-8C81-7FB2AEA22539}"/>
                </a:ext>
              </a:extLst>
            </p:cNvPr>
            <p:cNvSpPr>
              <a:spLocks noChangeShapeType="1"/>
            </p:cNvSpPr>
            <p:nvPr/>
          </p:nvSpPr>
          <p:spPr bwMode="auto">
            <a:xfrm>
              <a:off x="5761551" y="3749326"/>
              <a:ext cx="0" cy="457200"/>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itchFamily="34" charset="-122"/>
                <a:ea typeface="微软雅黑" pitchFamily="34" charset="-122"/>
              </a:endParaRPr>
            </a:p>
          </p:txBody>
        </p:sp>
        <p:sp>
          <p:nvSpPr>
            <p:cNvPr id="57" name="Line 33">
              <a:extLst>
                <a:ext uri="{FF2B5EF4-FFF2-40B4-BE49-F238E27FC236}">
                  <a16:creationId xmlns:a16="http://schemas.microsoft.com/office/drawing/2014/main" id="{BD4B3187-A02E-8121-352B-9FA6FBFB14F9}"/>
                </a:ext>
              </a:extLst>
            </p:cNvPr>
            <p:cNvSpPr>
              <a:spLocks noChangeShapeType="1"/>
            </p:cNvSpPr>
            <p:nvPr/>
          </p:nvSpPr>
          <p:spPr bwMode="auto">
            <a:xfrm>
              <a:off x="6611375" y="3251645"/>
              <a:ext cx="0" cy="954881"/>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itchFamily="34" charset="-122"/>
                <a:ea typeface="微软雅黑" pitchFamily="34" charset="-122"/>
              </a:endParaRPr>
            </a:p>
          </p:txBody>
        </p:sp>
        <p:sp>
          <p:nvSpPr>
            <p:cNvPr id="58" name="Line 34">
              <a:extLst>
                <a:ext uri="{FF2B5EF4-FFF2-40B4-BE49-F238E27FC236}">
                  <a16:creationId xmlns:a16="http://schemas.microsoft.com/office/drawing/2014/main" id="{3444D805-2835-62C0-1403-F272A7C4094D}"/>
                </a:ext>
              </a:extLst>
            </p:cNvPr>
            <p:cNvSpPr>
              <a:spLocks noChangeShapeType="1"/>
            </p:cNvSpPr>
            <p:nvPr/>
          </p:nvSpPr>
          <p:spPr bwMode="auto">
            <a:xfrm>
              <a:off x="7394707" y="2730747"/>
              <a:ext cx="0" cy="1475779"/>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itchFamily="34" charset="-122"/>
                <a:ea typeface="微软雅黑" pitchFamily="34" charset="-122"/>
              </a:endParaRPr>
            </a:p>
          </p:txBody>
        </p:sp>
        <p:sp>
          <p:nvSpPr>
            <p:cNvPr id="59" name="Text Box 36">
              <a:extLst>
                <a:ext uri="{FF2B5EF4-FFF2-40B4-BE49-F238E27FC236}">
                  <a16:creationId xmlns:a16="http://schemas.microsoft.com/office/drawing/2014/main" id="{E44519CA-F286-721A-EFFD-444C45CA4223}"/>
                </a:ext>
              </a:extLst>
            </p:cNvPr>
            <p:cNvSpPr txBox="1">
              <a:spLocks noChangeArrowheads="1"/>
            </p:cNvSpPr>
            <p:nvPr/>
          </p:nvSpPr>
          <p:spPr bwMode="auto">
            <a:xfrm>
              <a:off x="1469582" y="3825527"/>
              <a:ext cx="1123026"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1400" dirty="0">
                  <a:latin typeface="微软雅黑" pitchFamily="34" charset="-122"/>
                  <a:ea typeface="微软雅黑" pitchFamily="34" charset="-122"/>
                </a:rPr>
                <a:t>53</a:t>
              </a:r>
            </a:p>
          </p:txBody>
        </p:sp>
        <p:sp>
          <p:nvSpPr>
            <p:cNvPr id="60" name="Text Box 37">
              <a:extLst>
                <a:ext uri="{FF2B5EF4-FFF2-40B4-BE49-F238E27FC236}">
                  <a16:creationId xmlns:a16="http://schemas.microsoft.com/office/drawing/2014/main" id="{600A1F03-3831-3676-1A3F-11707F3B3AF6}"/>
                </a:ext>
              </a:extLst>
            </p:cNvPr>
            <p:cNvSpPr txBox="1">
              <a:spLocks noChangeArrowheads="1"/>
            </p:cNvSpPr>
            <p:nvPr/>
          </p:nvSpPr>
          <p:spPr bwMode="auto">
            <a:xfrm>
              <a:off x="3606878" y="3825528"/>
              <a:ext cx="816902"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1400" dirty="0">
                  <a:latin typeface="微软雅黑" pitchFamily="34" charset="-122"/>
                  <a:ea typeface="微软雅黑" pitchFamily="34" charset="-122"/>
                </a:rPr>
                <a:t>161</a:t>
              </a:r>
            </a:p>
          </p:txBody>
        </p:sp>
        <p:sp>
          <p:nvSpPr>
            <p:cNvPr id="61" name="Text Box 38">
              <a:extLst>
                <a:ext uri="{FF2B5EF4-FFF2-40B4-BE49-F238E27FC236}">
                  <a16:creationId xmlns:a16="http://schemas.microsoft.com/office/drawing/2014/main" id="{313062EC-DDDA-C534-FF24-037CA92626CC}"/>
                </a:ext>
              </a:extLst>
            </p:cNvPr>
            <p:cNvSpPr txBox="1">
              <a:spLocks noChangeArrowheads="1"/>
            </p:cNvSpPr>
            <p:nvPr/>
          </p:nvSpPr>
          <p:spPr bwMode="auto">
            <a:xfrm>
              <a:off x="2823407" y="3825528"/>
              <a:ext cx="918370"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1400" dirty="0">
                  <a:latin typeface="微软雅黑" pitchFamily="34" charset="-122"/>
                  <a:ea typeface="微软雅黑" pitchFamily="34" charset="-122"/>
                </a:rPr>
                <a:t>69</a:t>
              </a:r>
            </a:p>
          </p:txBody>
        </p:sp>
        <p:sp>
          <p:nvSpPr>
            <p:cNvPr id="62" name="Text Box 39">
              <a:extLst>
                <a:ext uri="{FF2B5EF4-FFF2-40B4-BE49-F238E27FC236}">
                  <a16:creationId xmlns:a16="http://schemas.microsoft.com/office/drawing/2014/main" id="{D696D39B-3706-D986-7AA6-D94EB7067BA9}"/>
                </a:ext>
              </a:extLst>
            </p:cNvPr>
            <p:cNvSpPr txBox="1">
              <a:spLocks noChangeArrowheads="1"/>
            </p:cNvSpPr>
            <p:nvPr/>
          </p:nvSpPr>
          <p:spPr bwMode="auto">
            <a:xfrm>
              <a:off x="5260957" y="3825528"/>
              <a:ext cx="918370"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1400" dirty="0">
                  <a:latin typeface="微软雅黑" pitchFamily="34" charset="-122"/>
                  <a:ea typeface="微软雅黑" pitchFamily="34" charset="-122"/>
                </a:rPr>
                <a:t>25</a:t>
              </a:r>
            </a:p>
          </p:txBody>
        </p:sp>
        <p:sp>
          <p:nvSpPr>
            <p:cNvPr id="63" name="Text Box 41">
              <a:extLst>
                <a:ext uri="{FF2B5EF4-FFF2-40B4-BE49-F238E27FC236}">
                  <a16:creationId xmlns:a16="http://schemas.microsoft.com/office/drawing/2014/main" id="{0AB93FDA-991C-89D7-DAA9-A1AA972A7760}"/>
                </a:ext>
              </a:extLst>
            </p:cNvPr>
            <p:cNvSpPr txBox="1">
              <a:spLocks noChangeArrowheads="1"/>
            </p:cNvSpPr>
            <p:nvPr/>
          </p:nvSpPr>
          <p:spPr bwMode="auto">
            <a:xfrm>
              <a:off x="7367539" y="3825528"/>
              <a:ext cx="918370"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1400" dirty="0">
                  <a:latin typeface="微软雅黑" pitchFamily="34" charset="-122"/>
                  <a:ea typeface="微软雅黑" pitchFamily="34" charset="-122"/>
                </a:rPr>
                <a:t>23</a:t>
              </a:r>
            </a:p>
          </p:txBody>
        </p:sp>
        <p:sp>
          <p:nvSpPr>
            <p:cNvPr id="64" name="Text Box 42">
              <a:extLst>
                <a:ext uri="{FF2B5EF4-FFF2-40B4-BE49-F238E27FC236}">
                  <a16:creationId xmlns:a16="http://schemas.microsoft.com/office/drawing/2014/main" id="{B10CF782-6188-5BC4-03EA-CC1FEF93D024}"/>
                </a:ext>
              </a:extLst>
            </p:cNvPr>
            <p:cNvSpPr txBox="1">
              <a:spLocks noChangeArrowheads="1"/>
            </p:cNvSpPr>
            <p:nvPr/>
          </p:nvSpPr>
          <p:spPr bwMode="auto">
            <a:xfrm>
              <a:off x="7619488" y="1810605"/>
              <a:ext cx="1539215"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1400" dirty="0">
                  <a:latin typeface="微软雅黑" pitchFamily="34" charset="-122"/>
                  <a:ea typeface="微软雅黑" pitchFamily="34" charset="-122"/>
                </a:rPr>
                <a:t>HTTP</a:t>
              </a:r>
            </a:p>
          </p:txBody>
        </p:sp>
        <p:sp>
          <p:nvSpPr>
            <p:cNvPr id="65" name="Oval 43">
              <a:extLst>
                <a:ext uri="{FF2B5EF4-FFF2-40B4-BE49-F238E27FC236}">
                  <a16:creationId xmlns:a16="http://schemas.microsoft.com/office/drawing/2014/main" id="{FB68AE8E-A3B5-9C0B-E9D6-718E855792D6}"/>
                </a:ext>
              </a:extLst>
            </p:cNvPr>
            <p:cNvSpPr>
              <a:spLocks noChangeArrowheads="1"/>
            </p:cNvSpPr>
            <p:nvPr/>
          </p:nvSpPr>
          <p:spPr bwMode="auto">
            <a:xfrm>
              <a:off x="7979527" y="4230340"/>
              <a:ext cx="343958" cy="314325"/>
            </a:xfrm>
            <a:prstGeom prst="ellipse">
              <a:avLst/>
            </a:prstGeom>
            <a:solidFill>
              <a:srgbClr val="99FFCC"/>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itchFamily="34" charset="-122"/>
                <a:ea typeface="微软雅黑" pitchFamily="34" charset="-122"/>
              </a:endParaRPr>
            </a:p>
          </p:txBody>
        </p:sp>
        <p:sp>
          <p:nvSpPr>
            <p:cNvPr id="66" name="Line 44">
              <a:extLst>
                <a:ext uri="{FF2B5EF4-FFF2-40B4-BE49-F238E27FC236}">
                  <a16:creationId xmlns:a16="http://schemas.microsoft.com/office/drawing/2014/main" id="{4F64785C-3043-52F7-326D-07498CCCCB45}"/>
                </a:ext>
              </a:extLst>
            </p:cNvPr>
            <p:cNvSpPr>
              <a:spLocks noChangeShapeType="1"/>
            </p:cNvSpPr>
            <p:nvPr/>
          </p:nvSpPr>
          <p:spPr bwMode="auto">
            <a:xfrm>
              <a:off x="8154945" y="2195164"/>
              <a:ext cx="0" cy="2011361"/>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itchFamily="34" charset="-122"/>
                <a:ea typeface="微软雅黑" pitchFamily="34" charset="-122"/>
              </a:endParaRPr>
            </a:p>
          </p:txBody>
        </p:sp>
        <p:sp>
          <p:nvSpPr>
            <p:cNvPr id="67" name="Text Box 45">
              <a:extLst>
                <a:ext uri="{FF2B5EF4-FFF2-40B4-BE49-F238E27FC236}">
                  <a16:creationId xmlns:a16="http://schemas.microsoft.com/office/drawing/2014/main" id="{5292611D-A7D8-3762-D35F-9FAB8F638ECF}"/>
                </a:ext>
              </a:extLst>
            </p:cNvPr>
            <p:cNvSpPr txBox="1">
              <a:spLocks noChangeArrowheads="1"/>
            </p:cNvSpPr>
            <p:nvPr/>
          </p:nvSpPr>
          <p:spPr bwMode="auto">
            <a:xfrm>
              <a:off x="8127777" y="3825528"/>
              <a:ext cx="918370"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1400" dirty="0">
                  <a:latin typeface="微软雅黑" pitchFamily="34" charset="-122"/>
                  <a:ea typeface="微软雅黑" pitchFamily="34" charset="-122"/>
                </a:rPr>
                <a:t>80</a:t>
              </a:r>
            </a:p>
          </p:txBody>
        </p:sp>
        <p:sp>
          <p:nvSpPr>
            <p:cNvPr id="68" name="Text Box 42">
              <a:extLst>
                <a:ext uri="{FF2B5EF4-FFF2-40B4-BE49-F238E27FC236}">
                  <a16:creationId xmlns:a16="http://schemas.microsoft.com/office/drawing/2014/main" id="{D277577C-1CA2-D13F-D472-EDE8AD819045}"/>
                </a:ext>
              </a:extLst>
            </p:cNvPr>
            <p:cNvSpPr txBox="1">
              <a:spLocks noChangeArrowheads="1"/>
            </p:cNvSpPr>
            <p:nvPr/>
          </p:nvSpPr>
          <p:spPr bwMode="auto">
            <a:xfrm>
              <a:off x="8195552" y="1324147"/>
              <a:ext cx="1539215"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1400" dirty="0">
                  <a:latin typeface="微软雅黑" pitchFamily="34" charset="-122"/>
                  <a:ea typeface="微软雅黑" pitchFamily="34" charset="-122"/>
                </a:rPr>
                <a:t>HTTPS</a:t>
              </a:r>
            </a:p>
          </p:txBody>
        </p:sp>
        <p:sp>
          <p:nvSpPr>
            <p:cNvPr id="69" name="Oval 43">
              <a:extLst>
                <a:ext uri="{FF2B5EF4-FFF2-40B4-BE49-F238E27FC236}">
                  <a16:creationId xmlns:a16="http://schemas.microsoft.com/office/drawing/2014/main" id="{A982A91B-A282-A1FD-DD23-F7D8AFE31590}"/>
                </a:ext>
              </a:extLst>
            </p:cNvPr>
            <p:cNvSpPr>
              <a:spLocks noChangeArrowheads="1"/>
            </p:cNvSpPr>
            <p:nvPr/>
          </p:nvSpPr>
          <p:spPr bwMode="auto">
            <a:xfrm>
              <a:off x="8683525" y="4230340"/>
              <a:ext cx="343958" cy="314325"/>
            </a:xfrm>
            <a:prstGeom prst="ellipse">
              <a:avLst/>
            </a:prstGeom>
            <a:solidFill>
              <a:srgbClr val="99FFCC"/>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itchFamily="34" charset="-122"/>
                <a:ea typeface="微软雅黑" pitchFamily="34" charset="-122"/>
              </a:endParaRPr>
            </a:p>
          </p:txBody>
        </p:sp>
        <p:sp>
          <p:nvSpPr>
            <p:cNvPr id="70" name="Line 44">
              <a:extLst>
                <a:ext uri="{FF2B5EF4-FFF2-40B4-BE49-F238E27FC236}">
                  <a16:creationId xmlns:a16="http://schemas.microsoft.com/office/drawing/2014/main" id="{2F900D9E-6C0C-53B2-DD2C-3396391929F5}"/>
                </a:ext>
              </a:extLst>
            </p:cNvPr>
            <p:cNvSpPr>
              <a:spLocks noChangeShapeType="1"/>
            </p:cNvSpPr>
            <p:nvPr/>
          </p:nvSpPr>
          <p:spPr bwMode="auto">
            <a:xfrm>
              <a:off x="8858943" y="1676052"/>
              <a:ext cx="0" cy="2530474"/>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itchFamily="34" charset="-122"/>
                <a:ea typeface="微软雅黑" pitchFamily="34" charset="-122"/>
              </a:endParaRPr>
            </a:p>
          </p:txBody>
        </p:sp>
        <p:sp>
          <p:nvSpPr>
            <p:cNvPr id="71" name="Text Box 45">
              <a:extLst>
                <a:ext uri="{FF2B5EF4-FFF2-40B4-BE49-F238E27FC236}">
                  <a16:creationId xmlns:a16="http://schemas.microsoft.com/office/drawing/2014/main" id="{45B37047-4584-6945-F2F7-00E319F21262}"/>
                </a:ext>
              </a:extLst>
            </p:cNvPr>
            <p:cNvSpPr txBox="1">
              <a:spLocks noChangeArrowheads="1"/>
            </p:cNvSpPr>
            <p:nvPr/>
          </p:nvSpPr>
          <p:spPr bwMode="auto">
            <a:xfrm>
              <a:off x="8831774" y="3825528"/>
              <a:ext cx="918370"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1400" dirty="0">
                  <a:latin typeface="微软雅黑" pitchFamily="34" charset="-122"/>
                  <a:ea typeface="微软雅黑" pitchFamily="34" charset="-122"/>
                </a:rPr>
                <a:t>443</a:t>
              </a:r>
            </a:p>
          </p:txBody>
        </p:sp>
        <p:sp>
          <p:nvSpPr>
            <p:cNvPr id="72" name="Text Box 19">
              <a:extLst>
                <a:ext uri="{FF2B5EF4-FFF2-40B4-BE49-F238E27FC236}">
                  <a16:creationId xmlns:a16="http://schemas.microsoft.com/office/drawing/2014/main" id="{FA9DA407-BF4A-C2E3-EA29-6F2909CBEA94}"/>
                </a:ext>
              </a:extLst>
            </p:cNvPr>
            <p:cNvSpPr txBox="1">
              <a:spLocks noChangeArrowheads="1"/>
            </p:cNvSpPr>
            <p:nvPr/>
          </p:nvSpPr>
          <p:spPr bwMode="auto">
            <a:xfrm>
              <a:off x="3659047" y="1448466"/>
              <a:ext cx="2167219"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1400" dirty="0">
                  <a:latin typeface="微软雅黑" pitchFamily="34" charset="-122"/>
                  <a:ea typeface="微软雅黑" pitchFamily="34" charset="-122"/>
                </a:rPr>
                <a:t>SNMP(trap)</a:t>
              </a:r>
            </a:p>
          </p:txBody>
        </p:sp>
        <p:sp>
          <p:nvSpPr>
            <p:cNvPr id="73" name="Oval 23">
              <a:extLst>
                <a:ext uri="{FF2B5EF4-FFF2-40B4-BE49-F238E27FC236}">
                  <a16:creationId xmlns:a16="http://schemas.microsoft.com/office/drawing/2014/main" id="{246B3410-DE5A-816C-E9CD-11AD82CB0675}"/>
                </a:ext>
              </a:extLst>
            </p:cNvPr>
            <p:cNvSpPr>
              <a:spLocks noChangeArrowheads="1"/>
            </p:cNvSpPr>
            <p:nvPr/>
          </p:nvSpPr>
          <p:spPr bwMode="auto">
            <a:xfrm>
              <a:off x="4333229" y="4230340"/>
              <a:ext cx="343958" cy="314325"/>
            </a:xfrm>
            <a:prstGeom prst="ellipse">
              <a:avLst/>
            </a:prstGeom>
            <a:solidFill>
              <a:srgbClr val="99FFCC"/>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itchFamily="34" charset="-122"/>
                <a:ea typeface="微软雅黑" pitchFamily="34" charset="-122"/>
              </a:endParaRPr>
            </a:p>
          </p:txBody>
        </p:sp>
        <p:sp>
          <p:nvSpPr>
            <p:cNvPr id="74" name="Line 30">
              <a:extLst>
                <a:ext uri="{FF2B5EF4-FFF2-40B4-BE49-F238E27FC236}">
                  <a16:creationId xmlns:a16="http://schemas.microsoft.com/office/drawing/2014/main" id="{BD020FAD-3A9B-33F7-552A-21436A78B310}"/>
                </a:ext>
              </a:extLst>
            </p:cNvPr>
            <p:cNvSpPr>
              <a:spLocks noChangeShapeType="1"/>
            </p:cNvSpPr>
            <p:nvPr/>
          </p:nvSpPr>
          <p:spPr bwMode="auto">
            <a:xfrm>
              <a:off x="4498329" y="1818477"/>
              <a:ext cx="0" cy="2388049"/>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itchFamily="34" charset="-122"/>
                <a:ea typeface="微软雅黑" pitchFamily="34" charset="-122"/>
              </a:endParaRPr>
            </a:p>
          </p:txBody>
        </p:sp>
      </p:grpSp>
      <p:sp>
        <p:nvSpPr>
          <p:cNvPr id="75" name="Text Box 40">
            <a:extLst>
              <a:ext uri="{FF2B5EF4-FFF2-40B4-BE49-F238E27FC236}">
                <a16:creationId xmlns:a16="http://schemas.microsoft.com/office/drawing/2014/main" id="{27232AB4-8F7F-7FF7-AFCC-E374FD6E3254}"/>
              </a:ext>
            </a:extLst>
          </p:cNvPr>
          <p:cNvSpPr txBox="1">
            <a:spLocks noChangeArrowheads="1"/>
          </p:cNvSpPr>
          <p:nvPr/>
        </p:nvSpPr>
        <p:spPr bwMode="auto">
          <a:xfrm>
            <a:off x="5840241" y="3870800"/>
            <a:ext cx="84039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1400" dirty="0">
                <a:latin typeface="微软雅黑" pitchFamily="34" charset="-122"/>
                <a:ea typeface="微软雅黑" pitchFamily="34" charset="-122"/>
              </a:rPr>
              <a:t>21   20</a:t>
            </a:r>
          </a:p>
        </p:txBody>
      </p:sp>
      <p:sp>
        <p:nvSpPr>
          <p:cNvPr id="76" name="Text Box 37">
            <a:extLst>
              <a:ext uri="{FF2B5EF4-FFF2-40B4-BE49-F238E27FC236}">
                <a16:creationId xmlns:a16="http://schemas.microsoft.com/office/drawing/2014/main" id="{7303E14A-C449-97DE-FC06-39C6BFF45C7E}"/>
              </a:ext>
            </a:extLst>
          </p:cNvPr>
          <p:cNvSpPr txBox="1">
            <a:spLocks noChangeArrowheads="1"/>
          </p:cNvSpPr>
          <p:nvPr/>
        </p:nvSpPr>
        <p:spPr bwMode="auto">
          <a:xfrm>
            <a:off x="4615527" y="3870800"/>
            <a:ext cx="60118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1400" dirty="0">
                <a:latin typeface="微软雅黑" pitchFamily="34" charset="-122"/>
                <a:ea typeface="微软雅黑" pitchFamily="34" charset="-122"/>
              </a:rPr>
              <a:t>162</a:t>
            </a:r>
          </a:p>
        </p:txBody>
      </p:sp>
      <p:sp>
        <p:nvSpPr>
          <p:cNvPr id="77" name="Text Box 35">
            <a:extLst>
              <a:ext uri="{FF2B5EF4-FFF2-40B4-BE49-F238E27FC236}">
                <a16:creationId xmlns:a16="http://schemas.microsoft.com/office/drawing/2014/main" id="{1B6F107B-C8C1-90DD-F591-3C5A7F634314}"/>
              </a:ext>
            </a:extLst>
          </p:cNvPr>
          <p:cNvSpPr txBox="1">
            <a:spLocks noChangeArrowheads="1"/>
          </p:cNvSpPr>
          <p:nvPr/>
        </p:nvSpPr>
        <p:spPr bwMode="auto">
          <a:xfrm>
            <a:off x="1665956" y="3870798"/>
            <a:ext cx="60118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1400" dirty="0">
                <a:latin typeface="微软雅黑" pitchFamily="34" charset="-122"/>
                <a:ea typeface="微软雅黑" pitchFamily="34" charset="-122"/>
              </a:rPr>
              <a:t>111</a:t>
            </a:r>
          </a:p>
        </p:txBody>
      </p:sp>
    </p:spTree>
    <p:extLst>
      <p:ext uri="{BB962C8B-B14F-4D97-AF65-F5344CB8AC3E}">
        <p14:creationId xmlns:p14="http://schemas.microsoft.com/office/powerpoint/2010/main" val="34030741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33FEF6-293C-1B16-49DF-068164B6737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43CE4FE-AC53-A048-B83A-59C33C597B5B}"/>
              </a:ext>
            </a:extLst>
          </p:cNvPr>
          <p:cNvSpPr>
            <a:spLocks noGrp="1"/>
          </p:cNvSpPr>
          <p:nvPr>
            <p:ph type="title"/>
          </p:nvPr>
        </p:nvSpPr>
        <p:spPr/>
        <p:txBody>
          <a:bodyPr/>
          <a:lstStyle/>
          <a:p>
            <a:r>
              <a:rPr lang="zh-CN" altLang="zh-CN" dirty="0"/>
              <a:t>第</a:t>
            </a:r>
            <a:r>
              <a:rPr lang="en-US" altLang="zh-CN" dirty="0"/>
              <a:t> 5 </a:t>
            </a:r>
            <a:r>
              <a:rPr lang="zh-CN" altLang="zh-CN" dirty="0"/>
              <a:t>章</a:t>
            </a:r>
            <a:r>
              <a:rPr lang="en-US" altLang="zh-CN" dirty="0"/>
              <a:t>  </a:t>
            </a:r>
            <a:r>
              <a:rPr lang="zh-CN" altLang="en-US" dirty="0"/>
              <a:t>运输</a:t>
            </a:r>
            <a:r>
              <a:rPr lang="zh-CN" altLang="zh-CN" dirty="0"/>
              <a:t>层</a:t>
            </a:r>
            <a:r>
              <a:rPr lang="zh-CN" altLang="en-US" dirty="0"/>
              <a:t>概念理解</a:t>
            </a:r>
          </a:p>
        </p:txBody>
      </p:sp>
      <p:sp>
        <p:nvSpPr>
          <p:cNvPr id="4" name="圆角矩形 1">
            <a:extLst>
              <a:ext uri="{FF2B5EF4-FFF2-40B4-BE49-F238E27FC236}">
                <a16:creationId xmlns:a16="http://schemas.microsoft.com/office/drawing/2014/main" id="{C603AFE9-DFFA-E136-BE62-D6336E355AA3}"/>
              </a:ext>
            </a:extLst>
          </p:cNvPr>
          <p:cNvSpPr/>
          <p:nvPr/>
        </p:nvSpPr>
        <p:spPr>
          <a:xfrm>
            <a:off x="848544" y="2070439"/>
            <a:ext cx="8053710"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AutoShape 5">
            <a:extLst>
              <a:ext uri="{FF2B5EF4-FFF2-40B4-BE49-F238E27FC236}">
                <a16:creationId xmlns:a16="http://schemas.microsoft.com/office/drawing/2014/main" id="{B830CBA7-5A38-EC42-E06F-AB186F31CCF7}"/>
              </a:ext>
            </a:extLst>
          </p:cNvPr>
          <p:cNvSpPr>
            <a:spLocks noChangeArrowheads="1"/>
          </p:cNvSpPr>
          <p:nvPr/>
        </p:nvSpPr>
        <p:spPr bwMode="auto">
          <a:xfrm>
            <a:off x="848544" y="1628800"/>
            <a:ext cx="8053710"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a:extLst>
              <a:ext uri="{FF2B5EF4-FFF2-40B4-BE49-F238E27FC236}">
                <a16:creationId xmlns:a16="http://schemas.microsoft.com/office/drawing/2014/main" id="{231C5053-6BB4-D3F0-78D9-EC1E0148F7BA}"/>
              </a:ext>
            </a:extLst>
          </p:cNvPr>
          <p:cNvSpPr>
            <a:spLocks noChangeArrowheads="1"/>
          </p:cNvSpPr>
          <p:nvPr/>
        </p:nvSpPr>
        <p:spPr bwMode="auto">
          <a:xfrm>
            <a:off x="3581786" y="1605710"/>
            <a:ext cx="25699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TCP</a:t>
            </a:r>
            <a:r>
              <a:rPr lang="zh-CN" altLang="en-US" sz="2000" b="1" dirty="0">
                <a:solidFill>
                  <a:schemeClr val="bg1"/>
                </a:solidFill>
                <a:latin typeface="微软雅黑" pitchFamily="34" charset="-122"/>
                <a:ea typeface="微软雅黑" pitchFamily="34" charset="-122"/>
              </a:rPr>
              <a:t>拥塞控制流程图</a:t>
            </a:r>
          </a:p>
        </p:txBody>
      </p:sp>
      <p:grpSp>
        <p:nvGrpSpPr>
          <p:cNvPr id="7" name="组合 6">
            <a:extLst>
              <a:ext uri="{FF2B5EF4-FFF2-40B4-BE49-F238E27FC236}">
                <a16:creationId xmlns:a16="http://schemas.microsoft.com/office/drawing/2014/main" id="{ECFEC2F0-8113-0727-F64D-9988D8BEAD12}"/>
              </a:ext>
            </a:extLst>
          </p:cNvPr>
          <p:cNvGrpSpPr/>
          <p:nvPr/>
        </p:nvGrpSpPr>
        <p:grpSpPr>
          <a:xfrm>
            <a:off x="1685972" y="2139743"/>
            <a:ext cx="6517843" cy="3201800"/>
            <a:chOff x="41479" y="1207205"/>
            <a:chExt cx="10472080" cy="5144263"/>
          </a:xfrm>
        </p:grpSpPr>
        <p:cxnSp>
          <p:nvCxnSpPr>
            <p:cNvPr id="8" name="直接箭头连接符 7">
              <a:extLst>
                <a:ext uri="{FF2B5EF4-FFF2-40B4-BE49-F238E27FC236}">
                  <a16:creationId xmlns:a16="http://schemas.microsoft.com/office/drawing/2014/main" id="{F7097379-B35C-F945-D102-90400828BF9D}"/>
                </a:ext>
              </a:extLst>
            </p:cNvPr>
            <p:cNvCxnSpPr/>
            <p:nvPr/>
          </p:nvCxnSpPr>
          <p:spPr>
            <a:xfrm>
              <a:off x="5005388" y="1668870"/>
              <a:ext cx="0" cy="499555"/>
            </a:xfrm>
            <a:prstGeom prst="straightConnector1">
              <a:avLst/>
            </a:prstGeom>
            <a:ln w="12700">
              <a:solidFill>
                <a:srgbClr val="0033CC"/>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sp>
          <p:nvSpPr>
            <p:cNvPr id="9" name="TextBox 31">
              <a:extLst>
                <a:ext uri="{FF2B5EF4-FFF2-40B4-BE49-F238E27FC236}">
                  <a16:creationId xmlns:a16="http://schemas.microsoft.com/office/drawing/2014/main" id="{C9FD2AB3-BA74-393A-F26D-1A524271A507}"/>
                </a:ext>
              </a:extLst>
            </p:cNvPr>
            <p:cNvSpPr txBox="1">
              <a:spLocks noChangeArrowheads="1"/>
            </p:cNvSpPr>
            <p:nvPr/>
          </p:nvSpPr>
          <p:spPr bwMode="auto">
            <a:xfrm>
              <a:off x="4394912" y="1207205"/>
              <a:ext cx="1381101" cy="478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1200" b="1" dirty="0">
                  <a:latin typeface="微软雅黑" pitchFamily="34" charset="-122"/>
                  <a:ea typeface="微软雅黑" pitchFamily="34" charset="-122"/>
                </a:rPr>
                <a:t>连接建立</a:t>
              </a:r>
            </a:p>
          </p:txBody>
        </p:sp>
        <p:cxnSp>
          <p:nvCxnSpPr>
            <p:cNvPr id="10" name="直接箭头连接符 9">
              <a:extLst>
                <a:ext uri="{FF2B5EF4-FFF2-40B4-BE49-F238E27FC236}">
                  <a16:creationId xmlns:a16="http://schemas.microsoft.com/office/drawing/2014/main" id="{BF74B828-B88C-6DF1-49AF-A5CD2EF9C4C5}"/>
                </a:ext>
              </a:extLst>
            </p:cNvPr>
            <p:cNvCxnSpPr/>
            <p:nvPr/>
          </p:nvCxnSpPr>
          <p:spPr>
            <a:xfrm flipH="1">
              <a:off x="5022057" y="3451125"/>
              <a:ext cx="1587" cy="863600"/>
            </a:xfrm>
            <a:prstGeom prst="straightConnector1">
              <a:avLst/>
            </a:prstGeom>
            <a:ln w="12700">
              <a:solidFill>
                <a:srgbClr val="0033CC"/>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sp>
          <p:nvSpPr>
            <p:cNvPr id="11" name="AutoShape 5">
              <a:extLst>
                <a:ext uri="{FF2B5EF4-FFF2-40B4-BE49-F238E27FC236}">
                  <a16:creationId xmlns:a16="http://schemas.microsoft.com/office/drawing/2014/main" id="{79A91097-14EA-173A-54CB-E505A8005BE8}"/>
                </a:ext>
              </a:extLst>
            </p:cNvPr>
            <p:cNvSpPr>
              <a:spLocks noChangeArrowheads="1"/>
            </p:cNvSpPr>
            <p:nvPr/>
          </p:nvSpPr>
          <p:spPr bwMode="auto">
            <a:xfrm>
              <a:off x="2809082" y="4314725"/>
              <a:ext cx="4392612" cy="1169987"/>
            </a:xfrm>
            <a:prstGeom prst="flowChartProcess">
              <a:avLst/>
            </a:prstGeom>
            <a:solidFill>
              <a:srgbClr val="00FFFF"/>
            </a:solidFill>
            <a:ln w="9525">
              <a:solidFill>
                <a:schemeClr val="tx1"/>
              </a:solidFill>
              <a:miter lim="800000"/>
              <a:headEnd/>
              <a:tailEnd/>
            </a:ln>
          </p:spPr>
          <p:txBody>
            <a:bodyPr wrap="none" anchor="ctr"/>
            <a:lstStyle/>
            <a:p>
              <a:pPr algn="ctr"/>
              <a:endParaRPr lang="zh-CN" altLang="zh-CN" sz="1200" b="1">
                <a:latin typeface="微软雅黑" pitchFamily="34" charset="-122"/>
                <a:ea typeface="微软雅黑" pitchFamily="34" charset="-122"/>
              </a:endParaRPr>
            </a:p>
          </p:txBody>
        </p:sp>
        <p:sp>
          <p:nvSpPr>
            <p:cNvPr id="12" name="TextBox 65">
              <a:extLst>
                <a:ext uri="{FF2B5EF4-FFF2-40B4-BE49-F238E27FC236}">
                  <a16:creationId xmlns:a16="http://schemas.microsoft.com/office/drawing/2014/main" id="{DD8F1FF3-2587-F15C-55DD-53A9905EF281}"/>
                </a:ext>
              </a:extLst>
            </p:cNvPr>
            <p:cNvSpPr txBox="1">
              <a:spLocks noChangeArrowheads="1"/>
            </p:cNvSpPr>
            <p:nvPr/>
          </p:nvSpPr>
          <p:spPr bwMode="auto">
            <a:xfrm>
              <a:off x="41479" y="1433412"/>
              <a:ext cx="2733942" cy="741747"/>
            </a:xfrm>
            <a:prstGeom prst="rect">
              <a:avLst/>
            </a:prstGeom>
            <a:solidFill>
              <a:srgbClr val="66FF66"/>
            </a:solidFill>
            <a:ln w="12700">
              <a:solidFill>
                <a:schemeClr val="tx1"/>
              </a:solidFill>
              <a:miter lim="800000"/>
              <a:headEnd/>
              <a:tailEnd/>
            </a:ln>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lang="en-US" altLang="zh-CN" sz="1200" b="1" dirty="0" err="1">
                  <a:latin typeface="微软雅黑" pitchFamily="34" charset="-122"/>
                  <a:ea typeface="微软雅黑" pitchFamily="34" charset="-122"/>
                  <a:cs typeface="Times New Roman" pitchFamily="18" charset="0"/>
                </a:rPr>
                <a:t>ssthresh</a:t>
              </a:r>
              <a:r>
                <a:rPr lang="en-US" altLang="zh-CN" sz="1200" b="1" dirty="0">
                  <a:latin typeface="微软雅黑" pitchFamily="34" charset="-122"/>
                  <a:ea typeface="微软雅黑" pitchFamily="34" charset="-122"/>
                  <a:cs typeface="Times New Roman" pitchFamily="18" charset="0"/>
                </a:rPr>
                <a:t> = </a:t>
              </a:r>
              <a:r>
                <a:rPr lang="en-US" altLang="zh-CN" sz="1200" b="1" dirty="0" err="1">
                  <a:latin typeface="微软雅黑" pitchFamily="34" charset="-122"/>
                  <a:ea typeface="微软雅黑" pitchFamily="34" charset="-122"/>
                  <a:cs typeface="Times New Roman" pitchFamily="18" charset="0"/>
                </a:rPr>
                <a:t>cwnd</a:t>
              </a:r>
              <a:r>
                <a:rPr lang="en-US" altLang="zh-CN" sz="1200" b="1" dirty="0">
                  <a:latin typeface="微软雅黑" pitchFamily="34" charset="-122"/>
                  <a:ea typeface="微软雅黑" pitchFamily="34" charset="-122"/>
                  <a:cs typeface="Times New Roman" pitchFamily="18" charset="0"/>
                </a:rPr>
                <a:t> / 2</a:t>
              </a:r>
            </a:p>
            <a:p>
              <a:pPr algn="ctr" eaLnBrk="1" hangingPunct="1"/>
              <a:r>
                <a:rPr lang="en-US" altLang="zh-CN" sz="1200" b="1" dirty="0" err="1">
                  <a:latin typeface="微软雅黑" pitchFamily="34" charset="-122"/>
                  <a:ea typeface="微软雅黑" pitchFamily="34" charset="-122"/>
                  <a:cs typeface="Times New Roman" pitchFamily="18" charset="0"/>
                </a:rPr>
                <a:t>cwnd</a:t>
              </a:r>
              <a:r>
                <a:rPr lang="en-US" altLang="zh-CN" sz="1200" b="1" dirty="0">
                  <a:latin typeface="微软雅黑" pitchFamily="34" charset="-122"/>
                  <a:ea typeface="微软雅黑" pitchFamily="34" charset="-122"/>
                  <a:cs typeface="Times New Roman" pitchFamily="18" charset="0"/>
                </a:rPr>
                <a:t> = 1</a:t>
              </a:r>
              <a:endParaRPr lang="zh-CN" altLang="en-US" sz="1200" b="1" dirty="0">
                <a:latin typeface="微软雅黑" pitchFamily="34" charset="-122"/>
                <a:ea typeface="微软雅黑" pitchFamily="34" charset="-122"/>
                <a:cs typeface="Times New Roman" pitchFamily="18" charset="0"/>
              </a:endParaRPr>
            </a:p>
          </p:txBody>
        </p:sp>
        <p:cxnSp>
          <p:nvCxnSpPr>
            <p:cNvPr id="13" name="肘形连接符 9">
              <a:extLst>
                <a:ext uri="{FF2B5EF4-FFF2-40B4-BE49-F238E27FC236}">
                  <a16:creationId xmlns:a16="http://schemas.microsoft.com/office/drawing/2014/main" id="{63AE66B7-50FA-1EBB-9D2E-9B70DD8C4AD3}"/>
                </a:ext>
              </a:extLst>
            </p:cNvPr>
            <p:cNvCxnSpPr>
              <a:stCxn id="25" idx="1"/>
              <a:endCxn id="12" idx="2"/>
            </p:cNvCxnSpPr>
            <p:nvPr/>
          </p:nvCxnSpPr>
          <p:spPr>
            <a:xfrm rot="10800000">
              <a:off x="1408453" y="2175161"/>
              <a:ext cx="1341868" cy="633303"/>
            </a:xfrm>
            <a:prstGeom prst="bentConnector2">
              <a:avLst/>
            </a:prstGeom>
            <a:ln w="12700">
              <a:solidFill>
                <a:srgbClr val="0033CC"/>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14" name="肘形连接符 10">
              <a:extLst>
                <a:ext uri="{FF2B5EF4-FFF2-40B4-BE49-F238E27FC236}">
                  <a16:creationId xmlns:a16="http://schemas.microsoft.com/office/drawing/2014/main" id="{55BE748F-1DB5-6DDB-C979-A92B10C1B2F7}"/>
                </a:ext>
              </a:extLst>
            </p:cNvPr>
            <p:cNvCxnSpPr>
              <a:stCxn id="11" idx="1"/>
              <a:endCxn id="12" idx="2"/>
            </p:cNvCxnSpPr>
            <p:nvPr/>
          </p:nvCxnSpPr>
          <p:spPr>
            <a:xfrm rot="10800000">
              <a:off x="1408451" y="2175161"/>
              <a:ext cx="1400632" cy="2724559"/>
            </a:xfrm>
            <a:prstGeom prst="bentConnector2">
              <a:avLst/>
            </a:prstGeom>
            <a:ln w="12700">
              <a:solidFill>
                <a:srgbClr val="0033CC"/>
              </a:solidFill>
            </a:ln>
          </p:spPr>
          <p:style>
            <a:lnRef idx="1">
              <a:schemeClr val="accent1"/>
            </a:lnRef>
            <a:fillRef idx="0">
              <a:schemeClr val="accent1"/>
            </a:fillRef>
            <a:effectRef idx="0">
              <a:schemeClr val="accent1"/>
            </a:effectRef>
            <a:fontRef idx="minor">
              <a:schemeClr val="tx1"/>
            </a:fontRef>
          </p:style>
        </p:cxnSp>
        <p:sp>
          <p:nvSpPr>
            <p:cNvPr id="15" name="TextBox 36">
              <a:extLst>
                <a:ext uri="{FF2B5EF4-FFF2-40B4-BE49-F238E27FC236}">
                  <a16:creationId xmlns:a16="http://schemas.microsoft.com/office/drawing/2014/main" id="{601E535C-E8CD-3C56-B1C8-F4E723B21D64}"/>
                </a:ext>
              </a:extLst>
            </p:cNvPr>
            <p:cNvSpPr txBox="1">
              <a:spLocks noChangeArrowheads="1"/>
            </p:cNvSpPr>
            <p:nvPr/>
          </p:nvSpPr>
          <p:spPr bwMode="auto">
            <a:xfrm>
              <a:off x="7490619" y="3594000"/>
              <a:ext cx="3022940" cy="741747"/>
            </a:xfrm>
            <a:prstGeom prst="rect">
              <a:avLst/>
            </a:prstGeom>
            <a:solidFill>
              <a:srgbClr val="66FF66"/>
            </a:solidFill>
            <a:ln w="9525">
              <a:solidFill>
                <a:schemeClr val="tx1"/>
              </a:solidFill>
              <a:miter lim="800000"/>
              <a:headEnd/>
              <a:tailEnd/>
            </a:ln>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lang="en-US" altLang="zh-CN" sz="1200" b="1">
                  <a:latin typeface="微软雅黑" pitchFamily="34" charset="-122"/>
                  <a:ea typeface="微软雅黑" pitchFamily="34" charset="-122"/>
                  <a:cs typeface="Times New Roman" pitchFamily="18" charset="0"/>
                </a:rPr>
                <a:t>ssthresh = cwnd / 2</a:t>
              </a:r>
            </a:p>
            <a:p>
              <a:pPr algn="ctr" eaLnBrk="1" hangingPunct="1"/>
              <a:r>
                <a:rPr lang="en-US" altLang="zh-CN" sz="1200" b="1">
                  <a:latin typeface="微软雅黑" pitchFamily="34" charset="-122"/>
                  <a:ea typeface="微软雅黑" pitchFamily="34" charset="-122"/>
                  <a:cs typeface="Times New Roman" pitchFamily="18" charset="0"/>
                </a:rPr>
                <a:t>cwnd = ssthresh</a:t>
              </a:r>
              <a:endParaRPr lang="zh-CN" altLang="en-US" sz="1200" b="1">
                <a:latin typeface="微软雅黑" pitchFamily="34" charset="-122"/>
                <a:ea typeface="微软雅黑" pitchFamily="34" charset="-122"/>
                <a:cs typeface="Times New Roman" pitchFamily="18" charset="0"/>
              </a:endParaRPr>
            </a:p>
          </p:txBody>
        </p:sp>
        <p:cxnSp>
          <p:nvCxnSpPr>
            <p:cNvPr id="16" name="直接箭头连接符 15">
              <a:extLst>
                <a:ext uri="{FF2B5EF4-FFF2-40B4-BE49-F238E27FC236}">
                  <a16:creationId xmlns:a16="http://schemas.microsoft.com/office/drawing/2014/main" id="{2C4B4F93-4B2F-B5D7-6A3D-401643B1B4C1}"/>
                </a:ext>
              </a:extLst>
            </p:cNvPr>
            <p:cNvCxnSpPr/>
            <p:nvPr/>
          </p:nvCxnSpPr>
          <p:spPr>
            <a:xfrm flipH="1">
              <a:off x="5022061" y="3917169"/>
              <a:ext cx="2468557" cy="2"/>
            </a:xfrm>
            <a:prstGeom prst="straightConnector1">
              <a:avLst/>
            </a:prstGeom>
            <a:ln w="12700">
              <a:solidFill>
                <a:srgbClr val="0033CC"/>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17" name="肘形连接符 13">
              <a:extLst>
                <a:ext uri="{FF2B5EF4-FFF2-40B4-BE49-F238E27FC236}">
                  <a16:creationId xmlns:a16="http://schemas.microsoft.com/office/drawing/2014/main" id="{CA067401-9B95-1225-25A2-E5BA0EBF0898}"/>
                </a:ext>
              </a:extLst>
            </p:cNvPr>
            <p:cNvCxnSpPr>
              <a:endCxn id="15" idx="2"/>
            </p:cNvCxnSpPr>
            <p:nvPr/>
          </p:nvCxnSpPr>
          <p:spPr>
            <a:xfrm flipV="1">
              <a:off x="7201694" y="4335747"/>
              <a:ext cx="1800394" cy="555172"/>
            </a:xfrm>
            <a:prstGeom prst="bentConnector2">
              <a:avLst/>
            </a:prstGeom>
            <a:ln w="12700">
              <a:solidFill>
                <a:srgbClr val="0033CC"/>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18" name="肘形连接符 105">
              <a:extLst>
                <a:ext uri="{FF2B5EF4-FFF2-40B4-BE49-F238E27FC236}">
                  <a16:creationId xmlns:a16="http://schemas.microsoft.com/office/drawing/2014/main" id="{F9855518-7383-D6BD-3695-DC76EFCDD874}"/>
                </a:ext>
              </a:extLst>
            </p:cNvPr>
            <p:cNvCxnSpPr>
              <a:endCxn id="15" idx="0"/>
            </p:cNvCxnSpPr>
            <p:nvPr/>
          </p:nvCxnSpPr>
          <p:spPr>
            <a:xfrm>
              <a:off x="7201694" y="2730400"/>
              <a:ext cx="1800394" cy="863599"/>
            </a:xfrm>
            <a:prstGeom prst="bentConnector2">
              <a:avLst/>
            </a:prstGeom>
            <a:ln w="12700">
              <a:solidFill>
                <a:srgbClr val="0033CC"/>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19" name="直接箭头连接符 18">
              <a:extLst>
                <a:ext uri="{FF2B5EF4-FFF2-40B4-BE49-F238E27FC236}">
                  <a16:creationId xmlns:a16="http://schemas.microsoft.com/office/drawing/2014/main" id="{EB146B75-380B-B668-58E6-8F34C5D9EB17}"/>
                </a:ext>
              </a:extLst>
            </p:cNvPr>
            <p:cNvCxnSpPr/>
            <p:nvPr/>
          </p:nvCxnSpPr>
          <p:spPr>
            <a:xfrm>
              <a:off x="5022057" y="5482555"/>
              <a:ext cx="4762" cy="466725"/>
            </a:xfrm>
            <a:prstGeom prst="straightConnector1">
              <a:avLst/>
            </a:prstGeom>
            <a:ln w="12700">
              <a:solidFill>
                <a:srgbClr val="0033CC"/>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sp>
          <p:nvSpPr>
            <p:cNvPr id="20" name="TextBox 114">
              <a:extLst>
                <a:ext uri="{FF2B5EF4-FFF2-40B4-BE49-F238E27FC236}">
                  <a16:creationId xmlns:a16="http://schemas.microsoft.com/office/drawing/2014/main" id="{EC3255D4-C85B-1ECB-A519-4A984CF450E0}"/>
                </a:ext>
              </a:extLst>
            </p:cNvPr>
            <p:cNvSpPr txBox="1">
              <a:spLocks noChangeArrowheads="1"/>
            </p:cNvSpPr>
            <p:nvPr/>
          </p:nvSpPr>
          <p:spPr bwMode="auto">
            <a:xfrm>
              <a:off x="4394112" y="5906420"/>
              <a:ext cx="1285695" cy="445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lang="zh-CN" altLang="en-US" sz="1200" b="1" dirty="0">
                  <a:latin typeface="微软雅黑" pitchFamily="34" charset="-122"/>
                  <a:ea typeface="微软雅黑" pitchFamily="34" charset="-122"/>
                </a:rPr>
                <a:t>连接终止</a:t>
              </a:r>
            </a:p>
          </p:txBody>
        </p:sp>
        <p:sp>
          <p:nvSpPr>
            <p:cNvPr id="21" name="AutoShape 5">
              <a:extLst>
                <a:ext uri="{FF2B5EF4-FFF2-40B4-BE49-F238E27FC236}">
                  <a16:creationId xmlns:a16="http://schemas.microsoft.com/office/drawing/2014/main" id="{C1E52C1A-1AD5-5888-971B-08E23AF16DCA}"/>
                </a:ext>
              </a:extLst>
            </p:cNvPr>
            <p:cNvSpPr>
              <a:spLocks noChangeArrowheads="1"/>
            </p:cNvSpPr>
            <p:nvPr/>
          </p:nvSpPr>
          <p:spPr bwMode="auto">
            <a:xfrm>
              <a:off x="2809082" y="2154138"/>
              <a:ext cx="4392612" cy="1296987"/>
            </a:xfrm>
            <a:prstGeom prst="flowChartProcess">
              <a:avLst/>
            </a:prstGeom>
            <a:solidFill>
              <a:srgbClr val="0000FF"/>
            </a:solidFill>
            <a:ln w="12700">
              <a:solidFill>
                <a:schemeClr val="tx1"/>
              </a:solidFill>
              <a:miter lim="800000"/>
              <a:headEnd/>
              <a:tailEnd/>
            </a:ln>
            <a:effectLst>
              <a:outerShdw blurRad="50800" dist="38100" dir="2700000" algn="tl" rotWithShape="0">
                <a:prstClr val="black">
                  <a:alpha val="40000"/>
                </a:prstClr>
              </a:outerShdw>
            </a:effectLst>
          </p:spPr>
          <p:txBody>
            <a:bodyPr wrap="none" anchor="ctr"/>
            <a:lstStyle/>
            <a:p>
              <a:pPr algn="ctr">
                <a:defRPr/>
              </a:pPr>
              <a:endParaRPr lang="zh-CN" altLang="zh-CN" sz="1200" b="1">
                <a:effectLst>
                  <a:outerShdw blurRad="38100" dist="38100" dir="2700000" algn="tl">
                    <a:srgbClr val="000000">
                      <a:alpha val="43137"/>
                    </a:srgbClr>
                  </a:outerShdw>
                </a:effectLst>
                <a:latin typeface="微软雅黑" pitchFamily="34" charset="-122"/>
                <a:ea typeface="微软雅黑" pitchFamily="34" charset="-122"/>
              </a:endParaRPr>
            </a:p>
          </p:txBody>
        </p:sp>
        <p:sp>
          <p:nvSpPr>
            <p:cNvPr id="22" name="Text Box 15">
              <a:extLst>
                <a:ext uri="{FF2B5EF4-FFF2-40B4-BE49-F238E27FC236}">
                  <a16:creationId xmlns:a16="http://schemas.microsoft.com/office/drawing/2014/main" id="{94B25723-E36B-1BD5-2784-626A9C45CBC8}"/>
                </a:ext>
              </a:extLst>
            </p:cNvPr>
            <p:cNvSpPr txBox="1">
              <a:spLocks noChangeArrowheads="1"/>
            </p:cNvSpPr>
            <p:nvPr/>
          </p:nvSpPr>
          <p:spPr bwMode="auto">
            <a:xfrm>
              <a:off x="4472450" y="2118881"/>
              <a:ext cx="1038446" cy="445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1200" b="1" dirty="0">
                  <a:solidFill>
                    <a:srgbClr val="FFFF00"/>
                  </a:solidFill>
                  <a:latin typeface="微软雅黑" pitchFamily="34" charset="-122"/>
                  <a:ea typeface="微软雅黑" pitchFamily="34" charset="-122"/>
                </a:rPr>
                <a:t>慢开始</a:t>
              </a:r>
            </a:p>
          </p:txBody>
        </p:sp>
        <p:sp>
          <p:nvSpPr>
            <p:cNvPr id="23" name="Text Box 16">
              <a:extLst>
                <a:ext uri="{FF2B5EF4-FFF2-40B4-BE49-F238E27FC236}">
                  <a16:creationId xmlns:a16="http://schemas.microsoft.com/office/drawing/2014/main" id="{23A2BF67-93CD-C821-D7AA-E54675A7E32B}"/>
                </a:ext>
              </a:extLst>
            </p:cNvPr>
            <p:cNvSpPr txBox="1">
              <a:spLocks noChangeArrowheads="1"/>
            </p:cNvSpPr>
            <p:nvPr/>
          </p:nvSpPr>
          <p:spPr bwMode="auto">
            <a:xfrm>
              <a:off x="3753015" y="2446211"/>
              <a:ext cx="2528491" cy="692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lang="zh-CN" altLang="en-US" sz="1100" b="1" dirty="0">
                  <a:solidFill>
                    <a:srgbClr val="00FFFF"/>
                  </a:solidFill>
                  <a:latin typeface="微软雅黑" pitchFamily="34" charset="-122"/>
                  <a:ea typeface="微软雅黑" pitchFamily="34" charset="-122"/>
                </a:rPr>
                <a:t>拥塞窗口 </a:t>
              </a:r>
              <a:r>
                <a:rPr lang="en-US" altLang="zh-CN" sz="1100" b="1" dirty="0" err="1">
                  <a:solidFill>
                    <a:srgbClr val="00FFFF"/>
                  </a:solidFill>
                  <a:latin typeface="微软雅黑" pitchFamily="34" charset="-122"/>
                  <a:ea typeface="微软雅黑" pitchFamily="34" charset="-122"/>
                </a:rPr>
                <a:t>cwnd</a:t>
              </a:r>
              <a:r>
                <a:rPr lang="en-US" altLang="zh-CN" sz="1100" b="1" dirty="0">
                  <a:solidFill>
                    <a:srgbClr val="00FFFF"/>
                  </a:solidFill>
                  <a:latin typeface="微软雅黑" pitchFamily="34" charset="-122"/>
                  <a:ea typeface="微软雅黑" pitchFamily="34" charset="-122"/>
                </a:rPr>
                <a:t> =</a:t>
              </a:r>
              <a:r>
                <a:rPr lang="zh-CN" altLang="en-US" sz="1100" b="1" dirty="0">
                  <a:solidFill>
                    <a:srgbClr val="00FFFF"/>
                  </a:solidFill>
                  <a:latin typeface="微软雅黑" pitchFamily="34" charset="-122"/>
                  <a:ea typeface="微软雅黑" pitchFamily="34" charset="-122"/>
                </a:rPr>
                <a:t> </a:t>
              </a:r>
              <a:r>
                <a:rPr lang="en-US" altLang="zh-CN" sz="1100" b="1" dirty="0">
                  <a:solidFill>
                    <a:srgbClr val="00FFFF"/>
                  </a:solidFill>
                  <a:latin typeface="微软雅黑" pitchFamily="34" charset="-122"/>
                  <a:ea typeface="微软雅黑" pitchFamily="34" charset="-122"/>
                </a:rPr>
                <a:t>1 </a:t>
              </a:r>
              <a:endParaRPr lang="zh-CN" altLang="en-US" sz="1100" b="1" dirty="0">
                <a:solidFill>
                  <a:srgbClr val="00FFFF"/>
                </a:solidFill>
                <a:latin typeface="微软雅黑" pitchFamily="34" charset="-122"/>
                <a:ea typeface="微软雅黑" pitchFamily="34" charset="-122"/>
              </a:endParaRPr>
            </a:p>
            <a:p>
              <a:pPr algn="ctr" eaLnBrk="1" hangingPunct="1"/>
              <a:r>
                <a:rPr lang="zh-CN" altLang="en-US" sz="1100" b="1" dirty="0">
                  <a:solidFill>
                    <a:srgbClr val="00FFFF"/>
                  </a:solidFill>
                  <a:latin typeface="微软雅黑" pitchFamily="34" charset="-122"/>
                  <a:ea typeface="微软雅黑" pitchFamily="34" charset="-122"/>
                </a:rPr>
                <a:t>按指数规律</a:t>
              </a:r>
              <a:r>
                <a:rPr lang="zh-CN" altLang="en-US" sz="1050" b="1" dirty="0">
                  <a:solidFill>
                    <a:srgbClr val="00FFFF"/>
                  </a:solidFill>
                  <a:latin typeface="微软雅黑" pitchFamily="34" charset="-122"/>
                  <a:ea typeface="微软雅黑" pitchFamily="34" charset="-122"/>
                </a:rPr>
                <a:t>增大</a:t>
              </a:r>
              <a:endParaRPr lang="en-US" altLang="zh-CN" sz="1100" b="1" u="sng" dirty="0">
                <a:solidFill>
                  <a:srgbClr val="00FFFF"/>
                </a:solidFill>
                <a:latin typeface="微软雅黑" pitchFamily="34" charset="-122"/>
                <a:ea typeface="微软雅黑" pitchFamily="34" charset="-122"/>
                <a:sym typeface="Symbol" pitchFamily="18" charset="2"/>
              </a:endParaRPr>
            </a:p>
          </p:txBody>
        </p:sp>
        <p:sp>
          <p:nvSpPr>
            <p:cNvPr id="24" name="TextBox 25">
              <a:extLst>
                <a:ext uri="{FF2B5EF4-FFF2-40B4-BE49-F238E27FC236}">
                  <a16:creationId xmlns:a16="http://schemas.microsoft.com/office/drawing/2014/main" id="{9CCAE49C-4153-A37A-66F6-633A0F5E04E5}"/>
                </a:ext>
              </a:extLst>
            </p:cNvPr>
            <p:cNvSpPr txBox="1">
              <a:spLocks noChangeArrowheads="1"/>
            </p:cNvSpPr>
            <p:nvPr/>
          </p:nvSpPr>
          <p:spPr bwMode="auto">
            <a:xfrm>
              <a:off x="6021515" y="2443064"/>
              <a:ext cx="1265091" cy="7417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r" eaLnBrk="1" hangingPunct="1"/>
              <a:r>
                <a:rPr lang="en-US" altLang="zh-CN" sz="1200" b="1" dirty="0">
                  <a:solidFill>
                    <a:schemeClr val="bg1"/>
                  </a:solidFill>
                  <a:latin typeface="微软雅黑" pitchFamily="34" charset="-122"/>
                  <a:ea typeface="微软雅黑" pitchFamily="34" charset="-122"/>
                  <a:cs typeface="Times New Roman" pitchFamily="18" charset="0"/>
                </a:rPr>
                <a:t>3 </a:t>
              </a:r>
              <a:r>
                <a:rPr lang="zh-CN" altLang="en-US" sz="1200" b="1" dirty="0">
                  <a:solidFill>
                    <a:schemeClr val="bg1"/>
                  </a:solidFill>
                  <a:latin typeface="微软雅黑" pitchFamily="34" charset="-122"/>
                  <a:ea typeface="微软雅黑" pitchFamily="34" charset="-122"/>
                  <a:cs typeface="Times New Roman" pitchFamily="18" charset="0"/>
                </a:rPr>
                <a:t>个重复</a:t>
              </a:r>
              <a:endParaRPr lang="en-US" altLang="zh-CN" sz="1200" b="1" dirty="0">
                <a:solidFill>
                  <a:schemeClr val="bg1"/>
                </a:solidFill>
                <a:latin typeface="微软雅黑" pitchFamily="34" charset="-122"/>
                <a:ea typeface="微软雅黑" pitchFamily="34" charset="-122"/>
                <a:cs typeface="Times New Roman" pitchFamily="18" charset="0"/>
              </a:endParaRPr>
            </a:p>
            <a:p>
              <a:pPr algn="r" eaLnBrk="1" hangingPunct="1"/>
              <a:r>
                <a:rPr lang="zh-CN" altLang="en-US" sz="1200" b="1" dirty="0">
                  <a:solidFill>
                    <a:schemeClr val="bg1"/>
                  </a:solidFill>
                  <a:latin typeface="微软雅黑" pitchFamily="34" charset="-122"/>
                  <a:ea typeface="微软雅黑" pitchFamily="34" charset="-122"/>
                  <a:cs typeface="Times New Roman" pitchFamily="18" charset="0"/>
                </a:rPr>
                <a:t>的 </a:t>
              </a:r>
              <a:r>
                <a:rPr lang="en-US" altLang="zh-CN" sz="1200" b="1" dirty="0">
                  <a:solidFill>
                    <a:schemeClr val="bg1"/>
                  </a:solidFill>
                  <a:latin typeface="微软雅黑" pitchFamily="34" charset="-122"/>
                  <a:ea typeface="微软雅黑" pitchFamily="34" charset="-122"/>
                  <a:cs typeface="Times New Roman" pitchFamily="18" charset="0"/>
                </a:rPr>
                <a:t>ACK</a:t>
              </a:r>
              <a:endParaRPr lang="zh-CN" altLang="en-US" sz="1200" b="1" dirty="0">
                <a:solidFill>
                  <a:schemeClr val="bg1"/>
                </a:solidFill>
                <a:latin typeface="微软雅黑" pitchFamily="34" charset="-122"/>
                <a:ea typeface="微软雅黑" pitchFamily="34" charset="-122"/>
                <a:cs typeface="Times New Roman" pitchFamily="18" charset="0"/>
              </a:endParaRPr>
            </a:p>
          </p:txBody>
        </p:sp>
        <p:sp>
          <p:nvSpPr>
            <p:cNvPr id="25" name="TextBox 26">
              <a:extLst>
                <a:ext uri="{FF2B5EF4-FFF2-40B4-BE49-F238E27FC236}">
                  <a16:creationId xmlns:a16="http://schemas.microsoft.com/office/drawing/2014/main" id="{6716DE45-B63A-5ACD-16EC-B3F6C841DFBA}"/>
                </a:ext>
              </a:extLst>
            </p:cNvPr>
            <p:cNvSpPr txBox="1">
              <a:spLocks noChangeArrowheads="1"/>
            </p:cNvSpPr>
            <p:nvPr/>
          </p:nvSpPr>
          <p:spPr bwMode="auto">
            <a:xfrm>
              <a:off x="2750319" y="2585938"/>
              <a:ext cx="791198" cy="445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1200" b="1" dirty="0">
                  <a:solidFill>
                    <a:schemeClr val="bg1"/>
                  </a:solidFill>
                  <a:latin typeface="微软雅黑" pitchFamily="34" charset="-122"/>
                  <a:ea typeface="微软雅黑" pitchFamily="34" charset="-122"/>
                </a:rPr>
                <a:t>超时</a:t>
              </a:r>
            </a:p>
          </p:txBody>
        </p:sp>
        <p:sp>
          <p:nvSpPr>
            <p:cNvPr id="26" name="TextBox 32">
              <a:extLst>
                <a:ext uri="{FF2B5EF4-FFF2-40B4-BE49-F238E27FC236}">
                  <a16:creationId xmlns:a16="http://schemas.microsoft.com/office/drawing/2014/main" id="{5C9D03F9-4D36-1D9D-B3F2-C1A2A493B47F}"/>
                </a:ext>
              </a:extLst>
            </p:cNvPr>
            <p:cNvSpPr txBox="1">
              <a:spLocks noChangeArrowheads="1"/>
            </p:cNvSpPr>
            <p:nvPr/>
          </p:nvSpPr>
          <p:spPr bwMode="auto">
            <a:xfrm>
              <a:off x="3871432" y="2997048"/>
              <a:ext cx="2281180" cy="445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lang="en-US" altLang="zh-CN" sz="1200" b="1" dirty="0" err="1">
                  <a:solidFill>
                    <a:schemeClr val="bg1"/>
                  </a:solidFill>
                  <a:latin typeface="微软雅黑" pitchFamily="34" charset="-122"/>
                  <a:ea typeface="微软雅黑" pitchFamily="34" charset="-122"/>
                </a:rPr>
                <a:t>cwnd</a:t>
              </a:r>
              <a:r>
                <a:rPr lang="en-US" altLang="zh-CN" sz="1200" b="1" dirty="0">
                  <a:solidFill>
                    <a:schemeClr val="bg1"/>
                  </a:solidFill>
                  <a:latin typeface="微软雅黑" pitchFamily="34" charset="-122"/>
                  <a:ea typeface="微软雅黑" pitchFamily="34" charset="-122"/>
                </a:rPr>
                <a:t> </a:t>
              </a:r>
              <a:r>
                <a:rPr lang="en-US" altLang="zh-CN" sz="1200" b="1" dirty="0">
                  <a:solidFill>
                    <a:schemeClr val="bg1"/>
                  </a:solidFill>
                  <a:latin typeface="微软雅黑" pitchFamily="34" charset="-122"/>
                  <a:ea typeface="微软雅黑" pitchFamily="34" charset="-122"/>
                  <a:sym typeface="Symbol" pitchFamily="18" charset="2"/>
                </a:rPr>
                <a:t> </a:t>
              </a:r>
              <a:r>
                <a:rPr lang="en-US" altLang="zh-CN" sz="1200" b="1" dirty="0" err="1">
                  <a:solidFill>
                    <a:schemeClr val="bg1"/>
                  </a:solidFill>
                  <a:latin typeface="微软雅黑" pitchFamily="34" charset="-122"/>
                  <a:ea typeface="微软雅黑" pitchFamily="34" charset="-122"/>
                  <a:sym typeface="Symbol" pitchFamily="18" charset="2"/>
                </a:rPr>
                <a:t>ssthresh</a:t>
              </a:r>
              <a:endParaRPr lang="zh-CN" altLang="en-US" sz="1200" b="1" dirty="0">
                <a:solidFill>
                  <a:schemeClr val="bg1"/>
                </a:solidFill>
                <a:latin typeface="微软雅黑" pitchFamily="34" charset="-122"/>
                <a:ea typeface="微软雅黑" pitchFamily="34" charset="-122"/>
              </a:endParaRPr>
            </a:p>
          </p:txBody>
        </p:sp>
        <p:sp>
          <p:nvSpPr>
            <p:cNvPr id="27" name="Text Box 15">
              <a:extLst>
                <a:ext uri="{FF2B5EF4-FFF2-40B4-BE49-F238E27FC236}">
                  <a16:creationId xmlns:a16="http://schemas.microsoft.com/office/drawing/2014/main" id="{D6200823-5D9F-E9CB-F647-7354CD2BEA91}"/>
                </a:ext>
              </a:extLst>
            </p:cNvPr>
            <p:cNvSpPr txBox="1">
              <a:spLocks noChangeArrowheads="1"/>
            </p:cNvSpPr>
            <p:nvPr/>
          </p:nvSpPr>
          <p:spPr bwMode="auto">
            <a:xfrm>
              <a:off x="4411395" y="4338229"/>
              <a:ext cx="1285695" cy="445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lang="zh-CN" altLang="en-US" sz="1200" b="1" dirty="0">
                  <a:solidFill>
                    <a:srgbClr val="CC00CC"/>
                  </a:solidFill>
                  <a:latin typeface="微软雅黑" pitchFamily="34" charset="-122"/>
                  <a:ea typeface="微软雅黑" pitchFamily="34" charset="-122"/>
                </a:rPr>
                <a:t>拥塞避免</a:t>
              </a:r>
            </a:p>
          </p:txBody>
        </p:sp>
        <p:sp>
          <p:nvSpPr>
            <p:cNvPr id="28" name="TextBox 41">
              <a:extLst>
                <a:ext uri="{FF2B5EF4-FFF2-40B4-BE49-F238E27FC236}">
                  <a16:creationId xmlns:a16="http://schemas.microsoft.com/office/drawing/2014/main" id="{B0313093-E313-7036-C393-4E7CA7A23944}"/>
                </a:ext>
              </a:extLst>
            </p:cNvPr>
            <p:cNvSpPr txBox="1">
              <a:spLocks noChangeArrowheads="1"/>
            </p:cNvSpPr>
            <p:nvPr/>
          </p:nvSpPr>
          <p:spPr bwMode="auto">
            <a:xfrm>
              <a:off x="5974650" y="4551289"/>
              <a:ext cx="1358967" cy="7967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lang="en-US" altLang="zh-CN" sz="1200" b="1" dirty="0">
                  <a:solidFill>
                    <a:srgbClr val="0000FF"/>
                  </a:solidFill>
                  <a:latin typeface="微软雅黑" pitchFamily="34" charset="-122"/>
                  <a:ea typeface="微软雅黑" pitchFamily="34" charset="-122"/>
                  <a:cs typeface="Times New Roman" pitchFamily="18" charset="0"/>
                </a:rPr>
                <a:t>3 </a:t>
              </a:r>
              <a:r>
                <a:rPr lang="zh-CN" altLang="en-US" sz="1200" b="1" dirty="0">
                  <a:solidFill>
                    <a:srgbClr val="0000FF"/>
                  </a:solidFill>
                  <a:latin typeface="微软雅黑" pitchFamily="34" charset="-122"/>
                  <a:ea typeface="微软雅黑" pitchFamily="34" charset="-122"/>
                  <a:cs typeface="Times New Roman" pitchFamily="18" charset="0"/>
                </a:rPr>
                <a:t>个重复</a:t>
              </a:r>
              <a:endParaRPr lang="en-US" altLang="zh-CN" sz="1200" b="1" dirty="0">
                <a:solidFill>
                  <a:srgbClr val="0000FF"/>
                </a:solidFill>
                <a:latin typeface="微软雅黑" pitchFamily="34" charset="-122"/>
                <a:ea typeface="微软雅黑" pitchFamily="34" charset="-122"/>
                <a:cs typeface="Times New Roman" pitchFamily="18" charset="0"/>
              </a:endParaRPr>
            </a:p>
            <a:p>
              <a:pPr algn="ctr" eaLnBrk="1" hangingPunct="1"/>
              <a:r>
                <a:rPr lang="zh-CN" altLang="en-US" sz="1200" b="1" dirty="0">
                  <a:solidFill>
                    <a:srgbClr val="0000FF"/>
                  </a:solidFill>
                  <a:latin typeface="微软雅黑" pitchFamily="34" charset="-122"/>
                  <a:ea typeface="微软雅黑" pitchFamily="34" charset="-122"/>
                  <a:cs typeface="Times New Roman" pitchFamily="18" charset="0"/>
                </a:rPr>
                <a:t>的 </a:t>
              </a:r>
              <a:r>
                <a:rPr lang="en-US" altLang="zh-CN" sz="1200" b="1" dirty="0">
                  <a:solidFill>
                    <a:srgbClr val="0000FF"/>
                  </a:solidFill>
                  <a:latin typeface="微软雅黑" pitchFamily="34" charset="-122"/>
                  <a:ea typeface="微软雅黑" pitchFamily="34" charset="-122"/>
                  <a:cs typeface="Times New Roman" pitchFamily="18" charset="0"/>
                </a:rPr>
                <a:t>ACK</a:t>
              </a:r>
              <a:endParaRPr lang="zh-CN" altLang="en-US" sz="1200" b="1" dirty="0">
                <a:solidFill>
                  <a:srgbClr val="0000FF"/>
                </a:solidFill>
                <a:latin typeface="微软雅黑" pitchFamily="34" charset="-122"/>
                <a:ea typeface="微软雅黑" pitchFamily="34" charset="-122"/>
                <a:cs typeface="Times New Roman" pitchFamily="18" charset="0"/>
              </a:endParaRPr>
            </a:p>
          </p:txBody>
        </p:sp>
        <p:sp>
          <p:nvSpPr>
            <p:cNvPr id="29" name="TextBox 42">
              <a:extLst>
                <a:ext uri="{FF2B5EF4-FFF2-40B4-BE49-F238E27FC236}">
                  <a16:creationId xmlns:a16="http://schemas.microsoft.com/office/drawing/2014/main" id="{3A9A1442-B37F-08D9-8F7E-810A3CDC3A20}"/>
                </a:ext>
              </a:extLst>
            </p:cNvPr>
            <p:cNvSpPr txBox="1">
              <a:spLocks noChangeArrowheads="1"/>
            </p:cNvSpPr>
            <p:nvPr/>
          </p:nvSpPr>
          <p:spPr bwMode="auto">
            <a:xfrm>
              <a:off x="2763018" y="4624287"/>
              <a:ext cx="849909" cy="4780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1200" b="1" dirty="0">
                  <a:solidFill>
                    <a:srgbClr val="0000FF"/>
                  </a:solidFill>
                  <a:latin typeface="微软雅黑" pitchFamily="34" charset="-122"/>
                  <a:ea typeface="微软雅黑" pitchFamily="34" charset="-122"/>
                </a:rPr>
                <a:t>超时</a:t>
              </a:r>
            </a:p>
          </p:txBody>
        </p:sp>
        <p:sp>
          <p:nvSpPr>
            <p:cNvPr id="30" name="Text Box 16">
              <a:extLst>
                <a:ext uri="{FF2B5EF4-FFF2-40B4-BE49-F238E27FC236}">
                  <a16:creationId xmlns:a16="http://schemas.microsoft.com/office/drawing/2014/main" id="{4DB6AE36-268D-945A-185E-84B8EE8706F9}"/>
                </a:ext>
              </a:extLst>
            </p:cNvPr>
            <p:cNvSpPr txBox="1">
              <a:spLocks noChangeArrowheads="1"/>
            </p:cNvSpPr>
            <p:nvPr/>
          </p:nvSpPr>
          <p:spPr bwMode="auto">
            <a:xfrm>
              <a:off x="3995329" y="4725145"/>
              <a:ext cx="2096470" cy="7417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lang="zh-CN" altLang="en-US" sz="1200" b="1" dirty="0">
                  <a:latin typeface="微软雅黑" pitchFamily="34" charset="-122"/>
                  <a:ea typeface="微软雅黑" pitchFamily="34" charset="-122"/>
                </a:rPr>
                <a:t>拥塞窗口 </a:t>
              </a:r>
              <a:r>
                <a:rPr lang="en-US" altLang="zh-CN" sz="1200" b="1" dirty="0" err="1">
                  <a:latin typeface="微软雅黑" pitchFamily="34" charset="-122"/>
                  <a:ea typeface="微软雅黑" pitchFamily="34" charset="-122"/>
                </a:rPr>
                <a:t>cwnd</a:t>
              </a:r>
              <a:r>
                <a:rPr lang="en-US" altLang="zh-CN" sz="1200" b="1" dirty="0">
                  <a:latin typeface="微软雅黑" pitchFamily="34" charset="-122"/>
                  <a:ea typeface="微软雅黑" pitchFamily="34" charset="-122"/>
                </a:rPr>
                <a:t> </a:t>
              </a:r>
              <a:endParaRPr lang="zh-CN" altLang="en-US" sz="1200" b="1" dirty="0">
                <a:latin typeface="微软雅黑" pitchFamily="34" charset="-122"/>
                <a:ea typeface="微软雅黑" pitchFamily="34" charset="-122"/>
              </a:endParaRPr>
            </a:p>
            <a:p>
              <a:pPr algn="ctr" eaLnBrk="1" hangingPunct="1"/>
              <a:r>
                <a:rPr lang="zh-CN" altLang="en-US" sz="1200" b="1" dirty="0">
                  <a:latin typeface="微软雅黑" pitchFamily="34" charset="-122"/>
                  <a:ea typeface="微软雅黑" pitchFamily="34" charset="-122"/>
                </a:rPr>
                <a:t>按线性规律增大</a:t>
              </a:r>
              <a:endParaRPr lang="en-US" altLang="zh-CN" sz="1200" b="1" u="sng" dirty="0">
                <a:latin typeface="微软雅黑" pitchFamily="34" charset="-122"/>
                <a:ea typeface="微软雅黑" pitchFamily="34" charset="-122"/>
                <a:sym typeface="Symbol" pitchFamily="18" charset="2"/>
              </a:endParaRPr>
            </a:p>
          </p:txBody>
        </p:sp>
        <p:grpSp>
          <p:nvGrpSpPr>
            <p:cNvPr id="31" name="组合 30">
              <a:extLst>
                <a:ext uri="{FF2B5EF4-FFF2-40B4-BE49-F238E27FC236}">
                  <a16:creationId xmlns:a16="http://schemas.microsoft.com/office/drawing/2014/main" id="{EB8F92A3-E76A-BF3E-3E1C-19B6DE5139E8}"/>
                </a:ext>
              </a:extLst>
            </p:cNvPr>
            <p:cNvGrpSpPr/>
            <p:nvPr/>
          </p:nvGrpSpPr>
          <p:grpSpPr>
            <a:xfrm>
              <a:off x="2775422" y="1756579"/>
              <a:ext cx="1169466" cy="397559"/>
              <a:chOff x="2775422" y="1756579"/>
              <a:chExt cx="1169466" cy="397559"/>
            </a:xfrm>
          </p:grpSpPr>
          <p:cxnSp>
            <p:nvCxnSpPr>
              <p:cNvPr id="32" name="直接连接符 31">
                <a:extLst>
                  <a:ext uri="{FF2B5EF4-FFF2-40B4-BE49-F238E27FC236}">
                    <a16:creationId xmlns:a16="http://schemas.microsoft.com/office/drawing/2014/main" id="{8692D25E-9A27-FE13-F056-2C50CAA9B065}"/>
                  </a:ext>
                </a:extLst>
              </p:cNvPr>
              <p:cNvCxnSpPr/>
              <p:nvPr/>
            </p:nvCxnSpPr>
            <p:spPr bwMode="auto">
              <a:xfrm>
                <a:off x="2775422" y="1756579"/>
                <a:ext cx="1169466" cy="5"/>
              </a:xfrm>
              <a:prstGeom prst="line">
                <a:avLst/>
              </a:prstGeom>
              <a:solidFill>
                <a:schemeClr val="accent1"/>
              </a:solidFill>
              <a:ln w="12700" cap="flat" cmpd="sng" algn="ctr">
                <a:solidFill>
                  <a:srgbClr val="0033CC"/>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 name="直接箭头连接符 32">
                <a:extLst>
                  <a:ext uri="{FF2B5EF4-FFF2-40B4-BE49-F238E27FC236}">
                    <a16:creationId xmlns:a16="http://schemas.microsoft.com/office/drawing/2014/main" id="{2BFB606E-A93D-039F-312B-A22FBBD03D37}"/>
                  </a:ext>
                </a:extLst>
              </p:cNvPr>
              <p:cNvCxnSpPr/>
              <p:nvPr/>
            </p:nvCxnSpPr>
            <p:spPr bwMode="auto">
              <a:xfrm>
                <a:off x="3944888" y="1756579"/>
                <a:ext cx="0" cy="397559"/>
              </a:xfrm>
              <a:prstGeom prst="straightConnector1">
                <a:avLst/>
              </a:prstGeom>
              <a:ln w="12700">
                <a:solidFill>
                  <a:srgbClr val="0033CC"/>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13244613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第</a:t>
            </a:r>
            <a:r>
              <a:rPr lang="en-US" altLang="zh-CN" dirty="0"/>
              <a:t> 5 </a:t>
            </a:r>
            <a:r>
              <a:rPr lang="zh-CN" altLang="zh-CN" dirty="0"/>
              <a:t>章</a:t>
            </a:r>
            <a:r>
              <a:rPr lang="en-US" altLang="zh-CN" dirty="0"/>
              <a:t>  </a:t>
            </a:r>
            <a:r>
              <a:rPr lang="zh-CN" altLang="en-US" dirty="0"/>
              <a:t>运输</a:t>
            </a:r>
            <a:r>
              <a:rPr lang="zh-CN" altLang="zh-CN" dirty="0"/>
              <a:t>层</a:t>
            </a:r>
            <a:r>
              <a:rPr lang="zh-CN" altLang="en-US" dirty="0"/>
              <a:t>概念理解</a:t>
            </a:r>
          </a:p>
        </p:txBody>
      </p:sp>
      <p:sp>
        <p:nvSpPr>
          <p:cNvPr id="3" name="AutoShape 5">
            <a:extLst>
              <a:ext uri="{FF2B5EF4-FFF2-40B4-BE49-F238E27FC236}">
                <a16:creationId xmlns:a16="http://schemas.microsoft.com/office/drawing/2014/main" id="{430EABB2-9984-737F-2AB8-1AF95AF03C40}"/>
              </a:ext>
            </a:extLst>
          </p:cNvPr>
          <p:cNvSpPr>
            <a:spLocks noChangeArrowheads="1"/>
          </p:cNvSpPr>
          <p:nvPr/>
        </p:nvSpPr>
        <p:spPr bwMode="auto">
          <a:xfrm>
            <a:off x="1075753" y="1311000"/>
            <a:ext cx="8053711"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 name="矩形 33">
            <a:extLst>
              <a:ext uri="{FF2B5EF4-FFF2-40B4-BE49-F238E27FC236}">
                <a16:creationId xmlns:a16="http://schemas.microsoft.com/office/drawing/2014/main" id="{BE1C3081-80A2-85E2-D006-38E9388D5326}"/>
              </a:ext>
            </a:extLst>
          </p:cNvPr>
          <p:cNvSpPr/>
          <p:nvPr/>
        </p:nvSpPr>
        <p:spPr>
          <a:xfrm>
            <a:off x="1146694" y="1268760"/>
            <a:ext cx="4031873" cy="400110"/>
          </a:xfrm>
          <a:prstGeom prst="rect">
            <a:avLst/>
          </a:prstGeom>
        </p:spPr>
        <p:txBody>
          <a:bodyPr wrap="none">
            <a:spAutoFit/>
          </a:bodyPr>
          <a:lstStyle/>
          <a:p>
            <a:r>
              <a:rPr lang="zh-CN" altLang="en-US" sz="2000" b="1" dirty="0">
                <a:latin typeface="微软雅黑" pitchFamily="34" charset="-122"/>
                <a:ea typeface="微软雅黑" pitchFamily="34" charset="-122"/>
              </a:rPr>
              <a:t>慢开始和拥塞避免算法的实现举例</a:t>
            </a:r>
          </a:p>
        </p:txBody>
      </p:sp>
      <p:sp>
        <p:nvSpPr>
          <p:cNvPr id="35" name="圆角矩形 3">
            <a:extLst>
              <a:ext uri="{FF2B5EF4-FFF2-40B4-BE49-F238E27FC236}">
                <a16:creationId xmlns:a16="http://schemas.microsoft.com/office/drawing/2014/main" id="{17EB6BC2-EA1D-1448-1167-F3B372E17E76}"/>
              </a:ext>
            </a:extLst>
          </p:cNvPr>
          <p:cNvSpPr/>
          <p:nvPr/>
        </p:nvSpPr>
        <p:spPr>
          <a:xfrm>
            <a:off x="1075753" y="1721836"/>
            <a:ext cx="8053711"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Text Box 140">
            <a:extLst>
              <a:ext uri="{FF2B5EF4-FFF2-40B4-BE49-F238E27FC236}">
                <a16:creationId xmlns:a16="http://schemas.microsoft.com/office/drawing/2014/main" id="{0FAFD2F9-161F-036C-5044-8E28CDDC6B4E}"/>
              </a:ext>
            </a:extLst>
          </p:cNvPr>
          <p:cNvSpPr txBox="1">
            <a:spLocks noChangeArrowheads="1"/>
          </p:cNvSpPr>
          <p:nvPr/>
        </p:nvSpPr>
        <p:spPr bwMode="auto">
          <a:xfrm>
            <a:off x="4997095" y="1870551"/>
            <a:ext cx="79849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rPr>
              <a:t>超时</a:t>
            </a:r>
          </a:p>
        </p:txBody>
      </p:sp>
      <p:sp>
        <p:nvSpPr>
          <p:cNvPr id="37" name="Line 2">
            <a:extLst>
              <a:ext uri="{FF2B5EF4-FFF2-40B4-BE49-F238E27FC236}">
                <a16:creationId xmlns:a16="http://schemas.microsoft.com/office/drawing/2014/main" id="{53D5D684-8751-D2CB-EFC1-5F263A45B447}"/>
              </a:ext>
            </a:extLst>
          </p:cNvPr>
          <p:cNvSpPr>
            <a:spLocks noChangeShapeType="1"/>
          </p:cNvSpPr>
          <p:nvPr/>
        </p:nvSpPr>
        <p:spPr bwMode="auto">
          <a:xfrm flipV="1">
            <a:off x="2966059" y="3814976"/>
            <a:ext cx="4388352" cy="3483"/>
          </a:xfrm>
          <a:prstGeom prst="line">
            <a:avLst/>
          </a:prstGeom>
          <a:noFill/>
          <a:ln w="12700">
            <a:solidFill>
              <a:srgbClr val="000000"/>
            </a:solidFill>
            <a:round/>
            <a:headE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38" name="Line 3">
            <a:extLst>
              <a:ext uri="{FF2B5EF4-FFF2-40B4-BE49-F238E27FC236}">
                <a16:creationId xmlns:a16="http://schemas.microsoft.com/office/drawing/2014/main" id="{F39B04FA-DC4B-6FB2-993B-C2F1B9009075}"/>
              </a:ext>
            </a:extLst>
          </p:cNvPr>
          <p:cNvSpPr>
            <a:spLocks noChangeShapeType="1"/>
          </p:cNvSpPr>
          <p:nvPr/>
        </p:nvSpPr>
        <p:spPr bwMode="auto">
          <a:xfrm>
            <a:off x="2964938" y="2002600"/>
            <a:ext cx="1122" cy="1815859"/>
          </a:xfrm>
          <a:prstGeom prst="line">
            <a:avLst/>
          </a:prstGeom>
          <a:noFill/>
          <a:ln w="12700">
            <a:solidFill>
              <a:srgbClr val="000000"/>
            </a:solidFill>
            <a:round/>
            <a:headEnd type="triangle" w="sm" len="lg"/>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39" name="Line 4">
            <a:extLst>
              <a:ext uri="{FF2B5EF4-FFF2-40B4-BE49-F238E27FC236}">
                <a16:creationId xmlns:a16="http://schemas.microsoft.com/office/drawing/2014/main" id="{B054BEC7-679F-643C-73EB-718F50D73DB8}"/>
              </a:ext>
            </a:extLst>
          </p:cNvPr>
          <p:cNvSpPr>
            <a:spLocks noChangeShapeType="1"/>
          </p:cNvSpPr>
          <p:nvPr/>
        </p:nvSpPr>
        <p:spPr bwMode="auto">
          <a:xfrm>
            <a:off x="3127553" y="3762729"/>
            <a:ext cx="0" cy="5573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40" name="Line 5">
            <a:extLst>
              <a:ext uri="{FF2B5EF4-FFF2-40B4-BE49-F238E27FC236}">
                <a16:creationId xmlns:a16="http://schemas.microsoft.com/office/drawing/2014/main" id="{8B47B52F-8DF3-968A-1C62-6A5E4FD531FA}"/>
              </a:ext>
            </a:extLst>
          </p:cNvPr>
          <p:cNvSpPr>
            <a:spLocks noChangeShapeType="1"/>
          </p:cNvSpPr>
          <p:nvPr/>
        </p:nvSpPr>
        <p:spPr bwMode="auto">
          <a:xfrm>
            <a:off x="3289046" y="3707000"/>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41" name="Line 6">
            <a:extLst>
              <a:ext uri="{FF2B5EF4-FFF2-40B4-BE49-F238E27FC236}">
                <a16:creationId xmlns:a16="http://schemas.microsoft.com/office/drawing/2014/main" id="{5ABF9F0B-64C5-25AC-6227-445262DE854D}"/>
              </a:ext>
            </a:extLst>
          </p:cNvPr>
          <p:cNvSpPr>
            <a:spLocks noChangeShapeType="1"/>
          </p:cNvSpPr>
          <p:nvPr/>
        </p:nvSpPr>
        <p:spPr bwMode="auto">
          <a:xfrm>
            <a:off x="3450539" y="3707000"/>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42" name="Line 7">
            <a:extLst>
              <a:ext uri="{FF2B5EF4-FFF2-40B4-BE49-F238E27FC236}">
                <a16:creationId xmlns:a16="http://schemas.microsoft.com/office/drawing/2014/main" id="{2B68426A-7D27-9DC0-F693-B0405A8791F9}"/>
              </a:ext>
            </a:extLst>
          </p:cNvPr>
          <p:cNvSpPr>
            <a:spLocks noChangeShapeType="1"/>
          </p:cNvSpPr>
          <p:nvPr/>
        </p:nvSpPr>
        <p:spPr bwMode="auto">
          <a:xfrm>
            <a:off x="3612032" y="3707000"/>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43" name="Line 8">
            <a:extLst>
              <a:ext uri="{FF2B5EF4-FFF2-40B4-BE49-F238E27FC236}">
                <a16:creationId xmlns:a16="http://schemas.microsoft.com/office/drawing/2014/main" id="{CAEB228A-7DB8-074C-2CDC-373538157589}"/>
              </a:ext>
            </a:extLst>
          </p:cNvPr>
          <p:cNvSpPr>
            <a:spLocks noChangeShapeType="1"/>
          </p:cNvSpPr>
          <p:nvPr/>
        </p:nvSpPr>
        <p:spPr bwMode="auto">
          <a:xfrm>
            <a:off x="3773525" y="3707000"/>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44" name="Line 9">
            <a:extLst>
              <a:ext uri="{FF2B5EF4-FFF2-40B4-BE49-F238E27FC236}">
                <a16:creationId xmlns:a16="http://schemas.microsoft.com/office/drawing/2014/main" id="{9FF406B8-0AF6-4250-894B-23DF170F9938}"/>
              </a:ext>
            </a:extLst>
          </p:cNvPr>
          <p:cNvSpPr>
            <a:spLocks noChangeShapeType="1"/>
          </p:cNvSpPr>
          <p:nvPr/>
        </p:nvSpPr>
        <p:spPr bwMode="auto">
          <a:xfrm>
            <a:off x="3935018" y="3707000"/>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45" name="Line 10">
            <a:extLst>
              <a:ext uri="{FF2B5EF4-FFF2-40B4-BE49-F238E27FC236}">
                <a16:creationId xmlns:a16="http://schemas.microsoft.com/office/drawing/2014/main" id="{F58BD0C3-564F-498C-5263-D56236B3C144}"/>
              </a:ext>
            </a:extLst>
          </p:cNvPr>
          <p:cNvSpPr>
            <a:spLocks noChangeShapeType="1"/>
          </p:cNvSpPr>
          <p:nvPr/>
        </p:nvSpPr>
        <p:spPr bwMode="auto">
          <a:xfrm>
            <a:off x="4096512" y="3707000"/>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46" name="Line 11">
            <a:extLst>
              <a:ext uri="{FF2B5EF4-FFF2-40B4-BE49-F238E27FC236}">
                <a16:creationId xmlns:a16="http://schemas.microsoft.com/office/drawing/2014/main" id="{A07158B7-D595-A950-7BEF-B75985B636BE}"/>
              </a:ext>
            </a:extLst>
          </p:cNvPr>
          <p:cNvSpPr>
            <a:spLocks noChangeShapeType="1"/>
          </p:cNvSpPr>
          <p:nvPr/>
        </p:nvSpPr>
        <p:spPr bwMode="auto">
          <a:xfrm>
            <a:off x="4258005" y="3707000"/>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47" name="Line 12">
            <a:extLst>
              <a:ext uri="{FF2B5EF4-FFF2-40B4-BE49-F238E27FC236}">
                <a16:creationId xmlns:a16="http://schemas.microsoft.com/office/drawing/2014/main" id="{325E3DDF-2A65-E8A9-8AEE-3E0FE3DF8C7F}"/>
              </a:ext>
            </a:extLst>
          </p:cNvPr>
          <p:cNvSpPr>
            <a:spLocks noChangeShapeType="1"/>
          </p:cNvSpPr>
          <p:nvPr/>
        </p:nvSpPr>
        <p:spPr bwMode="auto">
          <a:xfrm>
            <a:off x="4419498" y="3707000"/>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48" name="Line 13">
            <a:extLst>
              <a:ext uri="{FF2B5EF4-FFF2-40B4-BE49-F238E27FC236}">
                <a16:creationId xmlns:a16="http://schemas.microsoft.com/office/drawing/2014/main" id="{AA2272D8-ABA4-4CA6-E7EC-8CDB69A418BA}"/>
              </a:ext>
            </a:extLst>
          </p:cNvPr>
          <p:cNvSpPr>
            <a:spLocks noChangeShapeType="1"/>
          </p:cNvSpPr>
          <p:nvPr/>
        </p:nvSpPr>
        <p:spPr bwMode="auto">
          <a:xfrm>
            <a:off x="4580991" y="3707000"/>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49" name="Line 14">
            <a:extLst>
              <a:ext uri="{FF2B5EF4-FFF2-40B4-BE49-F238E27FC236}">
                <a16:creationId xmlns:a16="http://schemas.microsoft.com/office/drawing/2014/main" id="{4547697C-0352-58C0-8F61-82F028987333}"/>
              </a:ext>
            </a:extLst>
          </p:cNvPr>
          <p:cNvSpPr>
            <a:spLocks noChangeShapeType="1"/>
          </p:cNvSpPr>
          <p:nvPr/>
        </p:nvSpPr>
        <p:spPr bwMode="auto">
          <a:xfrm>
            <a:off x="4742484" y="3707000"/>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50" name="Line 15">
            <a:extLst>
              <a:ext uri="{FF2B5EF4-FFF2-40B4-BE49-F238E27FC236}">
                <a16:creationId xmlns:a16="http://schemas.microsoft.com/office/drawing/2014/main" id="{40CC88BC-68FC-B85A-DD73-8D93C639B34A}"/>
              </a:ext>
            </a:extLst>
          </p:cNvPr>
          <p:cNvSpPr>
            <a:spLocks noChangeShapeType="1"/>
          </p:cNvSpPr>
          <p:nvPr/>
        </p:nvSpPr>
        <p:spPr bwMode="auto">
          <a:xfrm>
            <a:off x="4903977" y="3707000"/>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51" name="Line 16">
            <a:extLst>
              <a:ext uri="{FF2B5EF4-FFF2-40B4-BE49-F238E27FC236}">
                <a16:creationId xmlns:a16="http://schemas.microsoft.com/office/drawing/2014/main" id="{58929E85-C800-7660-D097-9178ECC8188F}"/>
              </a:ext>
            </a:extLst>
          </p:cNvPr>
          <p:cNvSpPr>
            <a:spLocks noChangeShapeType="1"/>
          </p:cNvSpPr>
          <p:nvPr/>
        </p:nvSpPr>
        <p:spPr bwMode="auto">
          <a:xfrm>
            <a:off x="5065471" y="3707000"/>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52" name="Line 17">
            <a:extLst>
              <a:ext uri="{FF2B5EF4-FFF2-40B4-BE49-F238E27FC236}">
                <a16:creationId xmlns:a16="http://schemas.microsoft.com/office/drawing/2014/main" id="{EABCBD22-0F06-7C31-68E2-784C12961D9E}"/>
              </a:ext>
            </a:extLst>
          </p:cNvPr>
          <p:cNvSpPr>
            <a:spLocks noChangeShapeType="1"/>
          </p:cNvSpPr>
          <p:nvPr/>
        </p:nvSpPr>
        <p:spPr bwMode="auto">
          <a:xfrm>
            <a:off x="5226964" y="3762729"/>
            <a:ext cx="0" cy="5573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53" name="Line 18">
            <a:extLst>
              <a:ext uri="{FF2B5EF4-FFF2-40B4-BE49-F238E27FC236}">
                <a16:creationId xmlns:a16="http://schemas.microsoft.com/office/drawing/2014/main" id="{5D6D3201-A171-20AF-C383-2F77D81A971B}"/>
              </a:ext>
            </a:extLst>
          </p:cNvPr>
          <p:cNvSpPr>
            <a:spLocks noChangeShapeType="1"/>
          </p:cNvSpPr>
          <p:nvPr/>
        </p:nvSpPr>
        <p:spPr bwMode="auto">
          <a:xfrm>
            <a:off x="5388457" y="3707000"/>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54" name="Line 19">
            <a:extLst>
              <a:ext uri="{FF2B5EF4-FFF2-40B4-BE49-F238E27FC236}">
                <a16:creationId xmlns:a16="http://schemas.microsoft.com/office/drawing/2014/main" id="{8BB20655-78A3-F595-30B0-E4753B12DB76}"/>
              </a:ext>
            </a:extLst>
          </p:cNvPr>
          <p:cNvSpPr>
            <a:spLocks noChangeShapeType="1"/>
          </p:cNvSpPr>
          <p:nvPr/>
        </p:nvSpPr>
        <p:spPr bwMode="auto">
          <a:xfrm>
            <a:off x="5549950" y="3707000"/>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55" name="Line 20">
            <a:extLst>
              <a:ext uri="{FF2B5EF4-FFF2-40B4-BE49-F238E27FC236}">
                <a16:creationId xmlns:a16="http://schemas.microsoft.com/office/drawing/2014/main" id="{54C99495-86AE-78F7-5C41-7D4705F3365F}"/>
              </a:ext>
            </a:extLst>
          </p:cNvPr>
          <p:cNvSpPr>
            <a:spLocks noChangeShapeType="1"/>
          </p:cNvSpPr>
          <p:nvPr/>
        </p:nvSpPr>
        <p:spPr bwMode="auto">
          <a:xfrm>
            <a:off x="5711443" y="3707000"/>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56" name="Line 21">
            <a:extLst>
              <a:ext uri="{FF2B5EF4-FFF2-40B4-BE49-F238E27FC236}">
                <a16:creationId xmlns:a16="http://schemas.microsoft.com/office/drawing/2014/main" id="{73190315-E241-F9C5-22F8-4A335A704F90}"/>
              </a:ext>
            </a:extLst>
          </p:cNvPr>
          <p:cNvSpPr>
            <a:spLocks noChangeShapeType="1"/>
          </p:cNvSpPr>
          <p:nvPr/>
        </p:nvSpPr>
        <p:spPr bwMode="auto">
          <a:xfrm>
            <a:off x="5872936" y="3707000"/>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57" name="Line 22">
            <a:extLst>
              <a:ext uri="{FF2B5EF4-FFF2-40B4-BE49-F238E27FC236}">
                <a16:creationId xmlns:a16="http://schemas.microsoft.com/office/drawing/2014/main" id="{C6F49B80-6EC2-E21A-C0E2-B2F95AD8F412}"/>
              </a:ext>
            </a:extLst>
          </p:cNvPr>
          <p:cNvSpPr>
            <a:spLocks noChangeShapeType="1"/>
          </p:cNvSpPr>
          <p:nvPr/>
        </p:nvSpPr>
        <p:spPr bwMode="auto">
          <a:xfrm>
            <a:off x="6034430" y="3707000"/>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58" name="Line 23">
            <a:extLst>
              <a:ext uri="{FF2B5EF4-FFF2-40B4-BE49-F238E27FC236}">
                <a16:creationId xmlns:a16="http://schemas.microsoft.com/office/drawing/2014/main" id="{D504A50E-356F-CBAC-D983-4E3F381D1447}"/>
              </a:ext>
            </a:extLst>
          </p:cNvPr>
          <p:cNvSpPr>
            <a:spLocks noChangeShapeType="1"/>
          </p:cNvSpPr>
          <p:nvPr/>
        </p:nvSpPr>
        <p:spPr bwMode="auto">
          <a:xfrm>
            <a:off x="6195923" y="3707000"/>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59" name="Line 24">
            <a:extLst>
              <a:ext uri="{FF2B5EF4-FFF2-40B4-BE49-F238E27FC236}">
                <a16:creationId xmlns:a16="http://schemas.microsoft.com/office/drawing/2014/main" id="{91DF7363-EE55-F553-FA9D-D35CE6674E55}"/>
              </a:ext>
            </a:extLst>
          </p:cNvPr>
          <p:cNvSpPr>
            <a:spLocks noChangeShapeType="1"/>
          </p:cNvSpPr>
          <p:nvPr/>
        </p:nvSpPr>
        <p:spPr bwMode="auto">
          <a:xfrm>
            <a:off x="6357416" y="3707000"/>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60" name="Line 25">
            <a:extLst>
              <a:ext uri="{FF2B5EF4-FFF2-40B4-BE49-F238E27FC236}">
                <a16:creationId xmlns:a16="http://schemas.microsoft.com/office/drawing/2014/main" id="{BE61DA0C-C648-8ED0-4B47-41A0FCB3452A}"/>
              </a:ext>
            </a:extLst>
          </p:cNvPr>
          <p:cNvSpPr>
            <a:spLocks noChangeShapeType="1"/>
          </p:cNvSpPr>
          <p:nvPr/>
        </p:nvSpPr>
        <p:spPr bwMode="auto">
          <a:xfrm>
            <a:off x="6518909" y="3707000"/>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61" name="Line 40">
            <a:extLst>
              <a:ext uri="{FF2B5EF4-FFF2-40B4-BE49-F238E27FC236}">
                <a16:creationId xmlns:a16="http://schemas.microsoft.com/office/drawing/2014/main" id="{69AF3E3C-F510-7681-88BE-F62A08E91E74}"/>
              </a:ext>
            </a:extLst>
          </p:cNvPr>
          <p:cNvSpPr>
            <a:spLocks noChangeShapeType="1"/>
          </p:cNvSpPr>
          <p:nvPr/>
        </p:nvSpPr>
        <p:spPr bwMode="auto">
          <a:xfrm>
            <a:off x="2966059" y="3539810"/>
            <a:ext cx="16149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62" name="Line 41">
            <a:extLst>
              <a:ext uri="{FF2B5EF4-FFF2-40B4-BE49-F238E27FC236}">
                <a16:creationId xmlns:a16="http://schemas.microsoft.com/office/drawing/2014/main" id="{A6E6B56B-6920-0B5F-B74D-C36E9634F384}"/>
              </a:ext>
            </a:extLst>
          </p:cNvPr>
          <p:cNvSpPr>
            <a:spLocks noChangeShapeType="1"/>
          </p:cNvSpPr>
          <p:nvPr/>
        </p:nvSpPr>
        <p:spPr bwMode="auto">
          <a:xfrm>
            <a:off x="2966059" y="3261162"/>
            <a:ext cx="16149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63" name="Line 42">
            <a:extLst>
              <a:ext uri="{FF2B5EF4-FFF2-40B4-BE49-F238E27FC236}">
                <a16:creationId xmlns:a16="http://schemas.microsoft.com/office/drawing/2014/main" id="{4CFB8432-59D3-BE3A-5951-808B62E270A2}"/>
              </a:ext>
            </a:extLst>
          </p:cNvPr>
          <p:cNvSpPr>
            <a:spLocks noChangeShapeType="1"/>
          </p:cNvSpPr>
          <p:nvPr/>
        </p:nvSpPr>
        <p:spPr bwMode="auto">
          <a:xfrm>
            <a:off x="2966059" y="2982514"/>
            <a:ext cx="16149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64" name="Line 43">
            <a:extLst>
              <a:ext uri="{FF2B5EF4-FFF2-40B4-BE49-F238E27FC236}">
                <a16:creationId xmlns:a16="http://schemas.microsoft.com/office/drawing/2014/main" id="{26BC0F51-00FB-3DC4-C52E-901B15383303}"/>
              </a:ext>
            </a:extLst>
          </p:cNvPr>
          <p:cNvSpPr>
            <a:spLocks noChangeShapeType="1"/>
          </p:cNvSpPr>
          <p:nvPr/>
        </p:nvSpPr>
        <p:spPr bwMode="auto">
          <a:xfrm>
            <a:off x="2966059" y="2703865"/>
            <a:ext cx="16149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65" name="Line 44">
            <a:extLst>
              <a:ext uri="{FF2B5EF4-FFF2-40B4-BE49-F238E27FC236}">
                <a16:creationId xmlns:a16="http://schemas.microsoft.com/office/drawing/2014/main" id="{D363C891-09BD-9C1C-9F44-CE41BE706DB4}"/>
              </a:ext>
            </a:extLst>
          </p:cNvPr>
          <p:cNvSpPr>
            <a:spLocks noChangeShapeType="1"/>
          </p:cNvSpPr>
          <p:nvPr/>
        </p:nvSpPr>
        <p:spPr bwMode="auto">
          <a:xfrm>
            <a:off x="2966059" y="2425217"/>
            <a:ext cx="16149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66" name="Line 45">
            <a:extLst>
              <a:ext uri="{FF2B5EF4-FFF2-40B4-BE49-F238E27FC236}">
                <a16:creationId xmlns:a16="http://schemas.microsoft.com/office/drawing/2014/main" id="{DBAFB367-AD1F-E2FA-FA17-C9AFA3AE008D}"/>
              </a:ext>
            </a:extLst>
          </p:cNvPr>
          <p:cNvSpPr>
            <a:spLocks noChangeShapeType="1"/>
          </p:cNvSpPr>
          <p:nvPr/>
        </p:nvSpPr>
        <p:spPr bwMode="auto">
          <a:xfrm>
            <a:off x="2966059" y="2146568"/>
            <a:ext cx="16149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67" name="Text Box 77">
            <a:extLst>
              <a:ext uri="{FF2B5EF4-FFF2-40B4-BE49-F238E27FC236}">
                <a16:creationId xmlns:a16="http://schemas.microsoft.com/office/drawing/2014/main" id="{84D69809-F288-6B41-BE57-E184CEFED3B8}"/>
              </a:ext>
            </a:extLst>
          </p:cNvPr>
          <p:cNvSpPr txBox="1">
            <a:spLocks noChangeArrowheads="1"/>
          </p:cNvSpPr>
          <p:nvPr/>
        </p:nvSpPr>
        <p:spPr bwMode="auto">
          <a:xfrm>
            <a:off x="3160816" y="3777823"/>
            <a:ext cx="26321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a:t>
            </a:r>
          </a:p>
        </p:txBody>
      </p:sp>
      <p:sp>
        <p:nvSpPr>
          <p:cNvPr id="68" name="Text Box 78">
            <a:extLst>
              <a:ext uri="{FF2B5EF4-FFF2-40B4-BE49-F238E27FC236}">
                <a16:creationId xmlns:a16="http://schemas.microsoft.com/office/drawing/2014/main" id="{8EC1FA2D-D0B2-F643-7CD3-CAFA51C0C102}"/>
              </a:ext>
            </a:extLst>
          </p:cNvPr>
          <p:cNvSpPr txBox="1">
            <a:spLocks noChangeArrowheads="1"/>
          </p:cNvSpPr>
          <p:nvPr/>
        </p:nvSpPr>
        <p:spPr bwMode="auto">
          <a:xfrm>
            <a:off x="3483803" y="3777823"/>
            <a:ext cx="26321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4</a:t>
            </a:r>
          </a:p>
        </p:txBody>
      </p:sp>
      <p:sp>
        <p:nvSpPr>
          <p:cNvPr id="69" name="Text Box 79">
            <a:extLst>
              <a:ext uri="{FF2B5EF4-FFF2-40B4-BE49-F238E27FC236}">
                <a16:creationId xmlns:a16="http://schemas.microsoft.com/office/drawing/2014/main" id="{2A2E89F0-4CD7-FB5E-150E-04ABC3EC5B5D}"/>
              </a:ext>
            </a:extLst>
          </p:cNvPr>
          <p:cNvSpPr txBox="1">
            <a:spLocks noChangeArrowheads="1"/>
          </p:cNvSpPr>
          <p:nvPr/>
        </p:nvSpPr>
        <p:spPr bwMode="auto">
          <a:xfrm>
            <a:off x="3806789" y="3777823"/>
            <a:ext cx="26321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6</a:t>
            </a:r>
          </a:p>
        </p:txBody>
      </p:sp>
      <p:sp>
        <p:nvSpPr>
          <p:cNvPr id="70" name="Text Box 80">
            <a:extLst>
              <a:ext uri="{FF2B5EF4-FFF2-40B4-BE49-F238E27FC236}">
                <a16:creationId xmlns:a16="http://schemas.microsoft.com/office/drawing/2014/main" id="{ECB293AA-F01F-54BA-2A14-FDB1B7E03B23}"/>
              </a:ext>
            </a:extLst>
          </p:cNvPr>
          <p:cNvSpPr txBox="1">
            <a:spLocks noChangeArrowheads="1"/>
          </p:cNvSpPr>
          <p:nvPr/>
        </p:nvSpPr>
        <p:spPr bwMode="auto">
          <a:xfrm>
            <a:off x="4138748" y="3777823"/>
            <a:ext cx="26321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8</a:t>
            </a:r>
          </a:p>
        </p:txBody>
      </p:sp>
      <p:sp>
        <p:nvSpPr>
          <p:cNvPr id="71" name="Text Box 81">
            <a:extLst>
              <a:ext uri="{FF2B5EF4-FFF2-40B4-BE49-F238E27FC236}">
                <a16:creationId xmlns:a16="http://schemas.microsoft.com/office/drawing/2014/main" id="{4CD51BD6-D7E7-8C8C-06EA-33AEF69B3589}"/>
              </a:ext>
            </a:extLst>
          </p:cNvPr>
          <p:cNvSpPr txBox="1">
            <a:spLocks noChangeArrowheads="1"/>
          </p:cNvSpPr>
          <p:nvPr/>
        </p:nvSpPr>
        <p:spPr bwMode="auto">
          <a:xfrm>
            <a:off x="4407903" y="3777823"/>
            <a:ext cx="34176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10</a:t>
            </a:r>
          </a:p>
        </p:txBody>
      </p:sp>
      <p:sp>
        <p:nvSpPr>
          <p:cNvPr id="72" name="Text Box 82">
            <a:extLst>
              <a:ext uri="{FF2B5EF4-FFF2-40B4-BE49-F238E27FC236}">
                <a16:creationId xmlns:a16="http://schemas.microsoft.com/office/drawing/2014/main" id="{82E3451E-6879-538C-7555-47397D1A18D6}"/>
              </a:ext>
            </a:extLst>
          </p:cNvPr>
          <p:cNvSpPr txBox="1">
            <a:spLocks noChangeArrowheads="1"/>
          </p:cNvSpPr>
          <p:nvPr/>
        </p:nvSpPr>
        <p:spPr bwMode="auto">
          <a:xfrm>
            <a:off x="4757805" y="3777823"/>
            <a:ext cx="34176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12</a:t>
            </a:r>
          </a:p>
        </p:txBody>
      </p:sp>
      <p:sp>
        <p:nvSpPr>
          <p:cNvPr id="73" name="Text Box 83">
            <a:extLst>
              <a:ext uri="{FF2B5EF4-FFF2-40B4-BE49-F238E27FC236}">
                <a16:creationId xmlns:a16="http://schemas.microsoft.com/office/drawing/2014/main" id="{B940B463-48D9-418A-F685-9E5C6B35D891}"/>
              </a:ext>
            </a:extLst>
          </p:cNvPr>
          <p:cNvSpPr txBox="1">
            <a:spLocks noChangeArrowheads="1"/>
          </p:cNvSpPr>
          <p:nvPr/>
        </p:nvSpPr>
        <p:spPr bwMode="auto">
          <a:xfrm>
            <a:off x="5062847" y="3777823"/>
            <a:ext cx="34176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14</a:t>
            </a:r>
          </a:p>
        </p:txBody>
      </p:sp>
      <p:sp>
        <p:nvSpPr>
          <p:cNvPr id="74" name="Text Box 84">
            <a:extLst>
              <a:ext uri="{FF2B5EF4-FFF2-40B4-BE49-F238E27FC236}">
                <a16:creationId xmlns:a16="http://schemas.microsoft.com/office/drawing/2014/main" id="{BB3DA247-718A-4D29-E6B3-914C0A1C82AD}"/>
              </a:ext>
            </a:extLst>
          </p:cNvPr>
          <p:cNvSpPr txBox="1">
            <a:spLocks noChangeArrowheads="1"/>
          </p:cNvSpPr>
          <p:nvPr/>
        </p:nvSpPr>
        <p:spPr bwMode="auto">
          <a:xfrm>
            <a:off x="5385834" y="3777823"/>
            <a:ext cx="34176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16</a:t>
            </a:r>
          </a:p>
        </p:txBody>
      </p:sp>
      <p:sp>
        <p:nvSpPr>
          <p:cNvPr id="75" name="Text Box 85">
            <a:extLst>
              <a:ext uri="{FF2B5EF4-FFF2-40B4-BE49-F238E27FC236}">
                <a16:creationId xmlns:a16="http://schemas.microsoft.com/office/drawing/2014/main" id="{7C784D12-7D5E-FD48-0F3D-E80140CD7DB7}"/>
              </a:ext>
            </a:extLst>
          </p:cNvPr>
          <p:cNvSpPr txBox="1">
            <a:spLocks noChangeArrowheads="1"/>
          </p:cNvSpPr>
          <p:nvPr/>
        </p:nvSpPr>
        <p:spPr bwMode="auto">
          <a:xfrm>
            <a:off x="5720036" y="3777823"/>
            <a:ext cx="34176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18</a:t>
            </a:r>
          </a:p>
        </p:txBody>
      </p:sp>
      <p:sp>
        <p:nvSpPr>
          <p:cNvPr id="76" name="Text Box 86">
            <a:extLst>
              <a:ext uri="{FF2B5EF4-FFF2-40B4-BE49-F238E27FC236}">
                <a16:creationId xmlns:a16="http://schemas.microsoft.com/office/drawing/2014/main" id="{8F325587-1D1F-907A-1C96-24E6C9DEF14C}"/>
              </a:ext>
            </a:extLst>
          </p:cNvPr>
          <p:cNvSpPr txBox="1">
            <a:spLocks noChangeArrowheads="1"/>
          </p:cNvSpPr>
          <p:nvPr/>
        </p:nvSpPr>
        <p:spPr bwMode="auto">
          <a:xfrm>
            <a:off x="6043021" y="3777823"/>
            <a:ext cx="34176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20</a:t>
            </a:r>
          </a:p>
        </p:txBody>
      </p:sp>
      <p:sp>
        <p:nvSpPr>
          <p:cNvPr id="77" name="Text Box 87">
            <a:extLst>
              <a:ext uri="{FF2B5EF4-FFF2-40B4-BE49-F238E27FC236}">
                <a16:creationId xmlns:a16="http://schemas.microsoft.com/office/drawing/2014/main" id="{38F322D9-6D6D-3D92-A861-E507B0D8E9C4}"/>
              </a:ext>
            </a:extLst>
          </p:cNvPr>
          <p:cNvSpPr txBox="1">
            <a:spLocks noChangeArrowheads="1"/>
          </p:cNvSpPr>
          <p:nvPr/>
        </p:nvSpPr>
        <p:spPr bwMode="auto">
          <a:xfrm>
            <a:off x="6357036" y="3783626"/>
            <a:ext cx="34176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22</a:t>
            </a:r>
          </a:p>
        </p:txBody>
      </p:sp>
      <p:sp>
        <p:nvSpPr>
          <p:cNvPr id="78" name="Text Box 89">
            <a:extLst>
              <a:ext uri="{FF2B5EF4-FFF2-40B4-BE49-F238E27FC236}">
                <a16:creationId xmlns:a16="http://schemas.microsoft.com/office/drawing/2014/main" id="{189E378A-A2DF-B031-523F-76D0121A8955}"/>
              </a:ext>
            </a:extLst>
          </p:cNvPr>
          <p:cNvSpPr txBox="1">
            <a:spLocks noChangeArrowheads="1"/>
          </p:cNvSpPr>
          <p:nvPr/>
        </p:nvSpPr>
        <p:spPr bwMode="auto">
          <a:xfrm>
            <a:off x="2864745" y="3777823"/>
            <a:ext cx="26321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0</a:t>
            </a:r>
          </a:p>
        </p:txBody>
      </p:sp>
      <p:sp>
        <p:nvSpPr>
          <p:cNvPr id="79" name="Text Box 90">
            <a:extLst>
              <a:ext uri="{FF2B5EF4-FFF2-40B4-BE49-F238E27FC236}">
                <a16:creationId xmlns:a16="http://schemas.microsoft.com/office/drawing/2014/main" id="{EE25582E-912A-C760-EFFA-55F65658445B}"/>
              </a:ext>
            </a:extLst>
          </p:cNvPr>
          <p:cNvSpPr txBox="1">
            <a:spLocks noChangeArrowheads="1"/>
          </p:cNvSpPr>
          <p:nvPr/>
        </p:nvSpPr>
        <p:spPr bwMode="auto">
          <a:xfrm>
            <a:off x="2777650" y="3668686"/>
            <a:ext cx="26321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0</a:t>
            </a:r>
          </a:p>
        </p:txBody>
      </p:sp>
      <p:sp>
        <p:nvSpPr>
          <p:cNvPr id="80" name="Text Box 91">
            <a:extLst>
              <a:ext uri="{FF2B5EF4-FFF2-40B4-BE49-F238E27FC236}">
                <a16:creationId xmlns:a16="http://schemas.microsoft.com/office/drawing/2014/main" id="{4BA7ADEC-9401-E38C-A83F-A434ED5584A1}"/>
              </a:ext>
            </a:extLst>
          </p:cNvPr>
          <p:cNvSpPr txBox="1">
            <a:spLocks noChangeArrowheads="1"/>
          </p:cNvSpPr>
          <p:nvPr/>
        </p:nvSpPr>
        <p:spPr bwMode="auto">
          <a:xfrm>
            <a:off x="2764002" y="3390038"/>
            <a:ext cx="26321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4</a:t>
            </a:r>
          </a:p>
        </p:txBody>
      </p:sp>
      <p:sp>
        <p:nvSpPr>
          <p:cNvPr id="81" name="Text Box 92">
            <a:extLst>
              <a:ext uri="{FF2B5EF4-FFF2-40B4-BE49-F238E27FC236}">
                <a16:creationId xmlns:a16="http://schemas.microsoft.com/office/drawing/2014/main" id="{EFDA64D9-14F1-0304-886C-E69E0667EC77}"/>
              </a:ext>
            </a:extLst>
          </p:cNvPr>
          <p:cNvSpPr txBox="1">
            <a:spLocks noChangeArrowheads="1"/>
          </p:cNvSpPr>
          <p:nvPr/>
        </p:nvSpPr>
        <p:spPr bwMode="auto">
          <a:xfrm>
            <a:off x="2764002" y="3120676"/>
            <a:ext cx="26321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8</a:t>
            </a:r>
          </a:p>
        </p:txBody>
      </p:sp>
      <p:sp>
        <p:nvSpPr>
          <p:cNvPr id="82" name="Text Box 93">
            <a:extLst>
              <a:ext uri="{FF2B5EF4-FFF2-40B4-BE49-F238E27FC236}">
                <a16:creationId xmlns:a16="http://schemas.microsoft.com/office/drawing/2014/main" id="{23D6818D-5777-85A3-4442-E67C9796CCC4}"/>
              </a:ext>
            </a:extLst>
          </p:cNvPr>
          <p:cNvSpPr txBox="1">
            <a:spLocks noChangeArrowheads="1"/>
          </p:cNvSpPr>
          <p:nvPr/>
        </p:nvSpPr>
        <p:spPr bwMode="auto">
          <a:xfrm>
            <a:off x="2683256" y="2851317"/>
            <a:ext cx="34176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12</a:t>
            </a:r>
          </a:p>
        </p:txBody>
      </p:sp>
      <p:sp>
        <p:nvSpPr>
          <p:cNvPr id="83" name="Text Box 94">
            <a:extLst>
              <a:ext uri="{FF2B5EF4-FFF2-40B4-BE49-F238E27FC236}">
                <a16:creationId xmlns:a16="http://schemas.microsoft.com/office/drawing/2014/main" id="{95C3A002-230B-26F3-C7F3-27ED5A6B42F6}"/>
              </a:ext>
            </a:extLst>
          </p:cNvPr>
          <p:cNvSpPr txBox="1">
            <a:spLocks noChangeArrowheads="1"/>
          </p:cNvSpPr>
          <p:nvPr/>
        </p:nvSpPr>
        <p:spPr bwMode="auto">
          <a:xfrm>
            <a:off x="2683256" y="2581957"/>
            <a:ext cx="34176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16</a:t>
            </a:r>
          </a:p>
        </p:txBody>
      </p:sp>
      <p:sp>
        <p:nvSpPr>
          <p:cNvPr id="84" name="Text Box 95">
            <a:extLst>
              <a:ext uri="{FF2B5EF4-FFF2-40B4-BE49-F238E27FC236}">
                <a16:creationId xmlns:a16="http://schemas.microsoft.com/office/drawing/2014/main" id="{5F0944B7-C1F7-9F12-4103-D5A66259A903}"/>
              </a:ext>
            </a:extLst>
          </p:cNvPr>
          <p:cNvSpPr txBox="1">
            <a:spLocks noChangeArrowheads="1"/>
          </p:cNvSpPr>
          <p:nvPr/>
        </p:nvSpPr>
        <p:spPr bwMode="auto">
          <a:xfrm>
            <a:off x="2683256" y="2303309"/>
            <a:ext cx="34176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20</a:t>
            </a:r>
          </a:p>
        </p:txBody>
      </p:sp>
      <p:sp>
        <p:nvSpPr>
          <p:cNvPr id="85" name="Text Box 96">
            <a:extLst>
              <a:ext uri="{FF2B5EF4-FFF2-40B4-BE49-F238E27FC236}">
                <a16:creationId xmlns:a16="http://schemas.microsoft.com/office/drawing/2014/main" id="{308AC388-E305-E895-19E2-E2CCF85F72B1}"/>
              </a:ext>
            </a:extLst>
          </p:cNvPr>
          <p:cNvSpPr txBox="1">
            <a:spLocks noChangeArrowheads="1"/>
          </p:cNvSpPr>
          <p:nvPr/>
        </p:nvSpPr>
        <p:spPr bwMode="auto">
          <a:xfrm>
            <a:off x="2683256" y="2024660"/>
            <a:ext cx="34176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24</a:t>
            </a:r>
          </a:p>
        </p:txBody>
      </p:sp>
      <p:sp>
        <p:nvSpPr>
          <p:cNvPr id="86" name="Oval 102">
            <a:extLst>
              <a:ext uri="{FF2B5EF4-FFF2-40B4-BE49-F238E27FC236}">
                <a16:creationId xmlns:a16="http://schemas.microsoft.com/office/drawing/2014/main" id="{748A25A4-0A3C-19D9-9A8C-BFBFFC49951A}"/>
              </a:ext>
            </a:extLst>
          </p:cNvPr>
          <p:cNvSpPr>
            <a:spLocks noChangeArrowheads="1"/>
          </p:cNvSpPr>
          <p:nvPr/>
        </p:nvSpPr>
        <p:spPr bwMode="auto">
          <a:xfrm>
            <a:off x="3416895" y="3233297"/>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87" name="Oval 103">
            <a:extLst>
              <a:ext uri="{FF2B5EF4-FFF2-40B4-BE49-F238E27FC236}">
                <a16:creationId xmlns:a16="http://schemas.microsoft.com/office/drawing/2014/main" id="{91292FDB-F69B-71AA-436D-EBCE4F0D9F01}"/>
              </a:ext>
            </a:extLst>
          </p:cNvPr>
          <p:cNvSpPr>
            <a:spLocks noChangeArrowheads="1"/>
          </p:cNvSpPr>
          <p:nvPr/>
        </p:nvSpPr>
        <p:spPr bwMode="auto">
          <a:xfrm>
            <a:off x="3255401" y="3511946"/>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88" name="Oval 104">
            <a:extLst>
              <a:ext uri="{FF2B5EF4-FFF2-40B4-BE49-F238E27FC236}">
                <a16:creationId xmlns:a16="http://schemas.microsoft.com/office/drawing/2014/main" id="{4B49F4FD-14C3-7432-725D-4677FDA36923}"/>
              </a:ext>
            </a:extLst>
          </p:cNvPr>
          <p:cNvSpPr>
            <a:spLocks noChangeArrowheads="1"/>
          </p:cNvSpPr>
          <p:nvPr/>
        </p:nvSpPr>
        <p:spPr bwMode="auto">
          <a:xfrm>
            <a:off x="2939144" y="3693067"/>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89" name="Oval 105">
            <a:extLst>
              <a:ext uri="{FF2B5EF4-FFF2-40B4-BE49-F238E27FC236}">
                <a16:creationId xmlns:a16="http://schemas.microsoft.com/office/drawing/2014/main" id="{918089E5-600E-EE86-7842-4D8C14794E0B}"/>
              </a:ext>
            </a:extLst>
          </p:cNvPr>
          <p:cNvSpPr>
            <a:spLocks noChangeArrowheads="1"/>
          </p:cNvSpPr>
          <p:nvPr/>
        </p:nvSpPr>
        <p:spPr bwMode="auto">
          <a:xfrm>
            <a:off x="3087179" y="3644304"/>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90" name="Oval 106">
            <a:extLst>
              <a:ext uri="{FF2B5EF4-FFF2-40B4-BE49-F238E27FC236}">
                <a16:creationId xmlns:a16="http://schemas.microsoft.com/office/drawing/2014/main" id="{77C8DB84-B93C-FFB5-A435-CDF2CF737758}"/>
              </a:ext>
            </a:extLst>
          </p:cNvPr>
          <p:cNvSpPr>
            <a:spLocks noChangeArrowheads="1"/>
          </p:cNvSpPr>
          <p:nvPr/>
        </p:nvSpPr>
        <p:spPr bwMode="auto">
          <a:xfrm>
            <a:off x="3578388" y="2673678"/>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91" name="Oval 107">
            <a:extLst>
              <a:ext uri="{FF2B5EF4-FFF2-40B4-BE49-F238E27FC236}">
                <a16:creationId xmlns:a16="http://schemas.microsoft.com/office/drawing/2014/main" id="{F8BBA156-7883-B6AF-C990-2A2CBD30FF36}"/>
              </a:ext>
            </a:extLst>
          </p:cNvPr>
          <p:cNvSpPr>
            <a:spLocks noChangeArrowheads="1"/>
          </p:cNvSpPr>
          <p:nvPr/>
        </p:nvSpPr>
        <p:spPr bwMode="auto">
          <a:xfrm>
            <a:off x="3739881" y="2599372"/>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92" name="Oval 108">
            <a:extLst>
              <a:ext uri="{FF2B5EF4-FFF2-40B4-BE49-F238E27FC236}">
                <a16:creationId xmlns:a16="http://schemas.microsoft.com/office/drawing/2014/main" id="{0DCAD039-8406-C070-DF48-82ABE58D0FAF}"/>
              </a:ext>
            </a:extLst>
          </p:cNvPr>
          <p:cNvSpPr>
            <a:spLocks noChangeArrowheads="1"/>
          </p:cNvSpPr>
          <p:nvPr/>
        </p:nvSpPr>
        <p:spPr bwMode="auto">
          <a:xfrm>
            <a:off x="3901374" y="2533193"/>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93" name="Oval 109">
            <a:extLst>
              <a:ext uri="{FF2B5EF4-FFF2-40B4-BE49-F238E27FC236}">
                <a16:creationId xmlns:a16="http://schemas.microsoft.com/office/drawing/2014/main" id="{DB463A17-FD1E-3AD6-6A2D-CAFA53C146B2}"/>
              </a:ext>
            </a:extLst>
          </p:cNvPr>
          <p:cNvSpPr>
            <a:spLocks noChangeArrowheads="1"/>
          </p:cNvSpPr>
          <p:nvPr/>
        </p:nvSpPr>
        <p:spPr bwMode="auto">
          <a:xfrm>
            <a:off x="4227724" y="2393869"/>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94" name="Oval 110">
            <a:extLst>
              <a:ext uri="{FF2B5EF4-FFF2-40B4-BE49-F238E27FC236}">
                <a16:creationId xmlns:a16="http://schemas.microsoft.com/office/drawing/2014/main" id="{89BE50B7-50C3-465B-7420-8BB6F31EC478}"/>
              </a:ext>
            </a:extLst>
          </p:cNvPr>
          <p:cNvSpPr>
            <a:spLocks noChangeArrowheads="1"/>
          </p:cNvSpPr>
          <p:nvPr/>
        </p:nvSpPr>
        <p:spPr bwMode="auto">
          <a:xfrm>
            <a:off x="4062867" y="2463531"/>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95" name="Oval 113">
            <a:extLst>
              <a:ext uri="{FF2B5EF4-FFF2-40B4-BE49-F238E27FC236}">
                <a16:creationId xmlns:a16="http://schemas.microsoft.com/office/drawing/2014/main" id="{02947618-E562-93C7-7A0B-6AE8250A3630}"/>
              </a:ext>
            </a:extLst>
          </p:cNvPr>
          <p:cNvSpPr>
            <a:spLocks noChangeArrowheads="1"/>
          </p:cNvSpPr>
          <p:nvPr/>
        </p:nvSpPr>
        <p:spPr bwMode="auto">
          <a:xfrm>
            <a:off x="4389218" y="2324207"/>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96" name="Oval 114">
            <a:extLst>
              <a:ext uri="{FF2B5EF4-FFF2-40B4-BE49-F238E27FC236}">
                <a16:creationId xmlns:a16="http://schemas.microsoft.com/office/drawing/2014/main" id="{089F369F-ECD8-C578-9354-21C1EA721742}"/>
              </a:ext>
            </a:extLst>
          </p:cNvPr>
          <p:cNvSpPr>
            <a:spLocks noChangeArrowheads="1"/>
          </p:cNvSpPr>
          <p:nvPr/>
        </p:nvSpPr>
        <p:spPr bwMode="auto">
          <a:xfrm>
            <a:off x="4547347" y="2258028"/>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97" name="Oval 116">
            <a:extLst>
              <a:ext uri="{FF2B5EF4-FFF2-40B4-BE49-F238E27FC236}">
                <a16:creationId xmlns:a16="http://schemas.microsoft.com/office/drawing/2014/main" id="{6D5E8702-DED2-88A2-1CB4-B318F6A9DAC8}"/>
              </a:ext>
            </a:extLst>
          </p:cNvPr>
          <p:cNvSpPr>
            <a:spLocks noChangeArrowheads="1"/>
          </p:cNvSpPr>
          <p:nvPr/>
        </p:nvSpPr>
        <p:spPr bwMode="auto">
          <a:xfrm>
            <a:off x="4866968" y="2108255"/>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98" name="Oval 117">
            <a:extLst>
              <a:ext uri="{FF2B5EF4-FFF2-40B4-BE49-F238E27FC236}">
                <a16:creationId xmlns:a16="http://schemas.microsoft.com/office/drawing/2014/main" id="{EBF16C6C-59B8-BF78-F925-E17E79F3EC73}"/>
              </a:ext>
            </a:extLst>
          </p:cNvPr>
          <p:cNvSpPr>
            <a:spLocks noChangeArrowheads="1"/>
          </p:cNvSpPr>
          <p:nvPr/>
        </p:nvSpPr>
        <p:spPr bwMode="auto">
          <a:xfrm>
            <a:off x="4708840" y="2177917"/>
            <a:ext cx="62803" cy="65018"/>
          </a:xfrm>
          <a:prstGeom prst="ellipse">
            <a:avLst/>
          </a:prstGeom>
          <a:solidFill>
            <a:srgbClr val="0000FF"/>
          </a:solidFill>
          <a:ln w="2857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99" name="Freeform 118">
            <a:extLst>
              <a:ext uri="{FF2B5EF4-FFF2-40B4-BE49-F238E27FC236}">
                <a16:creationId xmlns:a16="http://schemas.microsoft.com/office/drawing/2014/main" id="{BA14CE41-1B19-623F-CEA4-5760F7472615}"/>
              </a:ext>
            </a:extLst>
          </p:cNvPr>
          <p:cNvSpPr>
            <a:spLocks/>
          </p:cNvSpPr>
          <p:nvPr/>
        </p:nvSpPr>
        <p:spPr bwMode="auto">
          <a:xfrm>
            <a:off x="2912228" y="2146568"/>
            <a:ext cx="1988384" cy="1590618"/>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19050"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00" name="Text Box 134">
            <a:extLst>
              <a:ext uri="{FF2B5EF4-FFF2-40B4-BE49-F238E27FC236}">
                <a16:creationId xmlns:a16="http://schemas.microsoft.com/office/drawing/2014/main" id="{D7DC093A-65D7-42ED-5B99-ECAF7C667B97}"/>
              </a:ext>
            </a:extLst>
          </p:cNvPr>
          <p:cNvSpPr txBox="1">
            <a:spLocks noChangeArrowheads="1"/>
          </p:cNvSpPr>
          <p:nvPr/>
        </p:nvSpPr>
        <p:spPr bwMode="auto">
          <a:xfrm>
            <a:off x="7355533" y="3672168"/>
            <a:ext cx="858268" cy="2970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a:ln>
                  <a:noFill/>
                </a:ln>
                <a:solidFill>
                  <a:srgbClr val="000000"/>
                </a:solidFill>
                <a:effectLst/>
                <a:uLnTx/>
                <a:uFillTx/>
                <a:latin typeface="微软雅黑" pitchFamily="34" charset="-122"/>
                <a:ea typeface="微软雅黑" pitchFamily="34" charset="-122"/>
              </a:rPr>
              <a:t>传输轮次</a:t>
            </a:r>
          </a:p>
        </p:txBody>
      </p:sp>
      <p:sp>
        <p:nvSpPr>
          <p:cNvPr id="101" name="Text Box 135">
            <a:extLst>
              <a:ext uri="{FF2B5EF4-FFF2-40B4-BE49-F238E27FC236}">
                <a16:creationId xmlns:a16="http://schemas.microsoft.com/office/drawing/2014/main" id="{04356C93-651C-08C7-7B47-FECCB857B03E}"/>
              </a:ext>
            </a:extLst>
          </p:cNvPr>
          <p:cNvSpPr txBox="1">
            <a:spLocks noChangeArrowheads="1"/>
          </p:cNvSpPr>
          <p:nvPr/>
        </p:nvSpPr>
        <p:spPr bwMode="auto">
          <a:xfrm>
            <a:off x="2307749" y="1767739"/>
            <a:ext cx="1401563" cy="2970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拥塞窗口  </a:t>
            </a:r>
            <a:r>
              <a:rPr kumimoji="1" lang="en-US" altLang="zh-CN" sz="1200" b="1" i="0" u="none" strike="noStrike" kern="0" cap="none" spc="0" normalizeH="0" baseline="0" noProof="0" dirty="0" err="1">
                <a:ln>
                  <a:noFill/>
                </a:ln>
                <a:solidFill>
                  <a:srgbClr val="000000"/>
                </a:solidFill>
                <a:effectLst/>
                <a:uLnTx/>
                <a:uFillTx/>
                <a:latin typeface="微软雅黑" pitchFamily="34" charset="-122"/>
                <a:ea typeface="微软雅黑" pitchFamily="34" charset="-122"/>
              </a:rPr>
              <a:t>cwnd</a:t>
            </a:r>
            <a:endParaRPr kumimoji="1" lang="en-US" altLang="zh-CN"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endParaRPr>
          </a:p>
        </p:txBody>
      </p:sp>
      <p:sp>
        <p:nvSpPr>
          <p:cNvPr id="102" name="Line 156">
            <a:extLst>
              <a:ext uri="{FF2B5EF4-FFF2-40B4-BE49-F238E27FC236}">
                <a16:creationId xmlns:a16="http://schemas.microsoft.com/office/drawing/2014/main" id="{5EC154C5-195F-BD3C-307A-9794E1F08B7C}"/>
              </a:ext>
            </a:extLst>
          </p:cNvPr>
          <p:cNvSpPr>
            <a:spLocks noChangeShapeType="1"/>
          </p:cNvSpPr>
          <p:nvPr/>
        </p:nvSpPr>
        <p:spPr bwMode="auto">
          <a:xfrm>
            <a:off x="3019891" y="2703865"/>
            <a:ext cx="592142"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03" name="Line 146">
            <a:extLst>
              <a:ext uri="{FF2B5EF4-FFF2-40B4-BE49-F238E27FC236}">
                <a16:creationId xmlns:a16="http://schemas.microsoft.com/office/drawing/2014/main" id="{37DEC163-B0CA-AC30-60DA-D5857BBB4FB5}"/>
              </a:ext>
            </a:extLst>
          </p:cNvPr>
          <p:cNvSpPr>
            <a:spLocks noChangeShapeType="1"/>
          </p:cNvSpPr>
          <p:nvPr/>
        </p:nvSpPr>
        <p:spPr bwMode="auto">
          <a:xfrm flipV="1">
            <a:off x="3019891" y="2141924"/>
            <a:ext cx="1893059" cy="4644"/>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04" name="Text Box 203">
            <a:extLst>
              <a:ext uri="{FF2B5EF4-FFF2-40B4-BE49-F238E27FC236}">
                <a16:creationId xmlns:a16="http://schemas.microsoft.com/office/drawing/2014/main" id="{4FE2BB68-3BCD-D96D-533F-8ECD989E8051}"/>
              </a:ext>
            </a:extLst>
          </p:cNvPr>
          <p:cNvSpPr txBox="1">
            <a:spLocks noChangeArrowheads="1"/>
          </p:cNvSpPr>
          <p:nvPr/>
        </p:nvSpPr>
        <p:spPr bwMode="auto">
          <a:xfrm>
            <a:off x="7082683" y="2568828"/>
            <a:ext cx="1047389" cy="495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1200" b="1" i="0" u="none" strike="noStrike" kern="0" cap="none" spc="0" normalizeH="0" baseline="0" noProof="0" dirty="0">
                <a:ln>
                  <a:noFill/>
                </a:ln>
                <a:solidFill>
                  <a:srgbClr val="0000FF"/>
                </a:solidFill>
                <a:effectLst/>
                <a:uLnTx/>
                <a:uFillTx/>
                <a:latin typeface="微软雅黑" pitchFamily="34" charset="-122"/>
                <a:ea typeface="微软雅黑" pitchFamily="34" charset="-122"/>
              </a:rPr>
              <a:t>TCP Reno </a:t>
            </a: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FF"/>
                </a:solidFill>
                <a:effectLst/>
                <a:uLnTx/>
                <a:uFillTx/>
                <a:latin typeface="微软雅黑" pitchFamily="34" charset="-122"/>
                <a:ea typeface="微软雅黑" pitchFamily="34" charset="-122"/>
              </a:rPr>
              <a:t>版本</a:t>
            </a:r>
          </a:p>
        </p:txBody>
      </p:sp>
      <p:sp>
        <p:nvSpPr>
          <p:cNvPr id="105" name="Text Box 205">
            <a:extLst>
              <a:ext uri="{FF2B5EF4-FFF2-40B4-BE49-F238E27FC236}">
                <a16:creationId xmlns:a16="http://schemas.microsoft.com/office/drawing/2014/main" id="{5D7E040C-9264-125A-7C3C-D716D9F3E56E}"/>
              </a:ext>
            </a:extLst>
          </p:cNvPr>
          <p:cNvSpPr txBox="1">
            <a:spLocks noChangeArrowheads="1"/>
          </p:cNvSpPr>
          <p:nvPr/>
        </p:nvSpPr>
        <p:spPr bwMode="auto">
          <a:xfrm>
            <a:off x="1847655" y="2514617"/>
            <a:ext cx="846706" cy="461665"/>
          </a:xfrm>
          <a:prstGeom prst="rect">
            <a:avLst/>
          </a:prstGeom>
          <a:noFill/>
          <a:ln w="9525">
            <a:noFill/>
            <a:miter lim="800000"/>
            <a:headEnd/>
            <a:tailEnd/>
          </a:ln>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1200" b="1" i="0" u="none" strike="noStrike" kern="0" cap="none" spc="0" normalizeH="0" baseline="0" noProof="0" dirty="0" err="1">
                <a:ln>
                  <a:noFill/>
                </a:ln>
                <a:solidFill>
                  <a:srgbClr val="CC00CC"/>
                </a:solidFill>
                <a:effectLst/>
                <a:uLnTx/>
                <a:uFillTx/>
                <a:latin typeface="微软雅黑" pitchFamily="34" charset="-122"/>
                <a:ea typeface="微软雅黑" pitchFamily="34" charset="-122"/>
              </a:rPr>
              <a:t>ssthresh</a:t>
            </a:r>
            <a:endParaRPr kumimoji="1" lang="en-US" altLang="zh-CN"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rPr>
              <a:t> 的初始值</a:t>
            </a:r>
          </a:p>
        </p:txBody>
      </p:sp>
      <p:sp>
        <p:nvSpPr>
          <p:cNvPr id="106" name="Line 215">
            <a:extLst>
              <a:ext uri="{FF2B5EF4-FFF2-40B4-BE49-F238E27FC236}">
                <a16:creationId xmlns:a16="http://schemas.microsoft.com/office/drawing/2014/main" id="{4081F482-A6E5-AD29-EC6E-245A1010D63D}"/>
              </a:ext>
            </a:extLst>
          </p:cNvPr>
          <p:cNvSpPr>
            <a:spLocks noChangeShapeType="1"/>
          </p:cNvSpPr>
          <p:nvPr/>
        </p:nvSpPr>
        <p:spPr bwMode="auto">
          <a:xfrm flipV="1">
            <a:off x="2616158" y="2724764"/>
            <a:ext cx="151399" cy="0"/>
          </a:xfrm>
          <a:prstGeom prst="line">
            <a:avLst/>
          </a:prstGeom>
          <a:noFill/>
          <a:ln w="19050">
            <a:solidFill>
              <a:srgbClr val="CC00CC"/>
            </a:solidFill>
            <a:round/>
            <a:headE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07" name="Text Box 206">
            <a:extLst>
              <a:ext uri="{FF2B5EF4-FFF2-40B4-BE49-F238E27FC236}">
                <a16:creationId xmlns:a16="http://schemas.microsoft.com/office/drawing/2014/main" id="{F4BE83C9-F831-3B47-F616-A6B9FB0D6095}"/>
              </a:ext>
            </a:extLst>
          </p:cNvPr>
          <p:cNvSpPr txBox="1">
            <a:spLocks noChangeArrowheads="1"/>
          </p:cNvSpPr>
          <p:nvPr/>
        </p:nvSpPr>
        <p:spPr bwMode="auto">
          <a:xfrm rot="20245475">
            <a:off x="6427340" y="2831646"/>
            <a:ext cx="858268" cy="2970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a:ln>
                  <a:noFill/>
                </a:ln>
                <a:solidFill>
                  <a:srgbClr val="000000"/>
                </a:solidFill>
                <a:effectLst/>
                <a:uLnTx/>
                <a:uFillTx/>
                <a:latin typeface="微软雅黑" pitchFamily="34" charset="-122"/>
                <a:ea typeface="微软雅黑" pitchFamily="34" charset="-122"/>
              </a:rPr>
              <a:t>拥塞避免</a:t>
            </a:r>
          </a:p>
        </p:txBody>
      </p:sp>
      <p:sp>
        <p:nvSpPr>
          <p:cNvPr id="108" name="Oval 125">
            <a:extLst>
              <a:ext uri="{FF2B5EF4-FFF2-40B4-BE49-F238E27FC236}">
                <a16:creationId xmlns:a16="http://schemas.microsoft.com/office/drawing/2014/main" id="{1604A393-9221-CF9A-430B-F05AE2FADBBA}"/>
              </a:ext>
            </a:extLst>
          </p:cNvPr>
          <p:cNvSpPr>
            <a:spLocks noChangeArrowheads="1"/>
          </p:cNvSpPr>
          <p:nvPr/>
        </p:nvSpPr>
        <p:spPr bwMode="auto">
          <a:xfrm>
            <a:off x="5193319" y="3633855"/>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09" name="Oval 126">
            <a:extLst>
              <a:ext uri="{FF2B5EF4-FFF2-40B4-BE49-F238E27FC236}">
                <a16:creationId xmlns:a16="http://schemas.microsoft.com/office/drawing/2014/main" id="{85D65118-62EF-B417-1B28-D9A8E676E614}"/>
              </a:ext>
            </a:extLst>
          </p:cNvPr>
          <p:cNvSpPr>
            <a:spLocks noChangeArrowheads="1"/>
          </p:cNvSpPr>
          <p:nvPr/>
        </p:nvSpPr>
        <p:spPr bwMode="auto">
          <a:xfrm>
            <a:off x="5355934" y="3498013"/>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10" name="Oval 127">
            <a:extLst>
              <a:ext uri="{FF2B5EF4-FFF2-40B4-BE49-F238E27FC236}">
                <a16:creationId xmlns:a16="http://schemas.microsoft.com/office/drawing/2014/main" id="{D577FD1E-AE3A-1597-5378-15F00BD6EBC6}"/>
              </a:ext>
            </a:extLst>
          </p:cNvPr>
          <p:cNvSpPr>
            <a:spLocks noChangeArrowheads="1"/>
          </p:cNvSpPr>
          <p:nvPr/>
        </p:nvSpPr>
        <p:spPr bwMode="auto">
          <a:xfrm>
            <a:off x="5025097" y="3686101"/>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11" name="Oval 128">
            <a:extLst>
              <a:ext uri="{FF2B5EF4-FFF2-40B4-BE49-F238E27FC236}">
                <a16:creationId xmlns:a16="http://schemas.microsoft.com/office/drawing/2014/main" id="{A61C5758-EB80-BBE2-7F11-AC885A4AF38B}"/>
              </a:ext>
            </a:extLst>
          </p:cNvPr>
          <p:cNvSpPr>
            <a:spLocks noChangeArrowheads="1"/>
          </p:cNvSpPr>
          <p:nvPr/>
        </p:nvSpPr>
        <p:spPr bwMode="auto">
          <a:xfrm>
            <a:off x="5521913" y="3228653"/>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12" name="Oval 129">
            <a:extLst>
              <a:ext uri="{FF2B5EF4-FFF2-40B4-BE49-F238E27FC236}">
                <a16:creationId xmlns:a16="http://schemas.microsoft.com/office/drawing/2014/main" id="{852CE2FF-840C-CDC5-1CDE-4EF278916396}"/>
              </a:ext>
            </a:extLst>
          </p:cNvPr>
          <p:cNvSpPr>
            <a:spLocks noChangeArrowheads="1"/>
          </p:cNvSpPr>
          <p:nvPr/>
        </p:nvSpPr>
        <p:spPr bwMode="auto">
          <a:xfrm>
            <a:off x="5854993" y="2874538"/>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13" name="Oval 130">
            <a:extLst>
              <a:ext uri="{FF2B5EF4-FFF2-40B4-BE49-F238E27FC236}">
                <a16:creationId xmlns:a16="http://schemas.microsoft.com/office/drawing/2014/main" id="{62860284-5C69-D176-AC52-A5C7FB075AFB}"/>
              </a:ext>
            </a:extLst>
          </p:cNvPr>
          <p:cNvSpPr>
            <a:spLocks noChangeArrowheads="1"/>
          </p:cNvSpPr>
          <p:nvPr/>
        </p:nvSpPr>
        <p:spPr bwMode="auto">
          <a:xfrm>
            <a:off x="6330500" y="2672518"/>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14" name="Oval 131">
            <a:extLst>
              <a:ext uri="{FF2B5EF4-FFF2-40B4-BE49-F238E27FC236}">
                <a16:creationId xmlns:a16="http://schemas.microsoft.com/office/drawing/2014/main" id="{613163BB-C7E8-D2F3-0095-EF112E595FFB}"/>
              </a:ext>
            </a:extLst>
          </p:cNvPr>
          <p:cNvSpPr>
            <a:spLocks noChangeArrowheads="1"/>
          </p:cNvSpPr>
          <p:nvPr/>
        </p:nvSpPr>
        <p:spPr bwMode="auto">
          <a:xfrm>
            <a:off x="6013121" y="2801392"/>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15" name="Oval 132">
            <a:extLst>
              <a:ext uri="{FF2B5EF4-FFF2-40B4-BE49-F238E27FC236}">
                <a16:creationId xmlns:a16="http://schemas.microsoft.com/office/drawing/2014/main" id="{9CA3988B-F87A-A029-91BA-3358F45F791D}"/>
              </a:ext>
            </a:extLst>
          </p:cNvPr>
          <p:cNvSpPr>
            <a:spLocks noChangeArrowheads="1"/>
          </p:cNvSpPr>
          <p:nvPr/>
        </p:nvSpPr>
        <p:spPr bwMode="auto">
          <a:xfrm>
            <a:off x="6174614" y="2735214"/>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16" name="Line 147">
            <a:extLst>
              <a:ext uri="{FF2B5EF4-FFF2-40B4-BE49-F238E27FC236}">
                <a16:creationId xmlns:a16="http://schemas.microsoft.com/office/drawing/2014/main" id="{EB63FBA5-2BE1-3C48-7F40-C80C09605CA6}"/>
              </a:ext>
            </a:extLst>
          </p:cNvPr>
          <p:cNvSpPr>
            <a:spLocks noChangeShapeType="1"/>
          </p:cNvSpPr>
          <p:nvPr/>
        </p:nvSpPr>
        <p:spPr bwMode="auto">
          <a:xfrm rot="10800000">
            <a:off x="3032226" y="2981353"/>
            <a:ext cx="2853046"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117" name="直接连接符 115">
            <a:extLst>
              <a:ext uri="{FF2B5EF4-FFF2-40B4-BE49-F238E27FC236}">
                <a16:creationId xmlns:a16="http://schemas.microsoft.com/office/drawing/2014/main" id="{0B642E24-2EF5-74B1-6E1A-1D3E08889EAA}"/>
              </a:ext>
            </a:extLst>
          </p:cNvPr>
          <p:cNvCxnSpPr>
            <a:cxnSpLocks noChangeShapeType="1"/>
          </p:cNvCxnSpPr>
          <p:nvPr/>
        </p:nvCxnSpPr>
        <p:spPr bwMode="auto">
          <a:xfrm>
            <a:off x="4903977" y="2139602"/>
            <a:ext cx="161493" cy="1563915"/>
          </a:xfrm>
          <a:prstGeom prst="line">
            <a:avLst/>
          </a:prstGeom>
          <a:noFill/>
          <a:ln w="19050" algn="ctr">
            <a:solidFill>
              <a:srgbClr val="0000FF"/>
            </a:solidFill>
            <a:round/>
            <a:headEnd/>
            <a:tailEnd/>
          </a:ln>
          <a:extLst>
            <a:ext uri="{909E8E84-426E-40DD-AFC4-6F175D3DCCD1}">
              <a14:hiddenFill xmlns:a14="http://schemas.microsoft.com/office/drawing/2010/main">
                <a:noFill/>
              </a14:hiddenFill>
            </a:ext>
          </a:extLst>
        </p:spPr>
      </p:cxnSp>
      <p:sp>
        <p:nvSpPr>
          <p:cNvPr id="118" name="Rectangle 161">
            <a:extLst>
              <a:ext uri="{FF2B5EF4-FFF2-40B4-BE49-F238E27FC236}">
                <a16:creationId xmlns:a16="http://schemas.microsoft.com/office/drawing/2014/main" id="{E7976FD1-85EF-9D36-B50C-0D7A4E0DEF29}"/>
              </a:ext>
            </a:extLst>
          </p:cNvPr>
          <p:cNvSpPr>
            <a:spLocks noChangeArrowheads="1"/>
          </p:cNvSpPr>
          <p:nvPr/>
        </p:nvSpPr>
        <p:spPr bwMode="auto">
          <a:xfrm>
            <a:off x="3391068" y="2406048"/>
            <a:ext cx="305043" cy="254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0" lang="zh-CN" altLang="en-US"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119" name="Oval 129">
            <a:extLst>
              <a:ext uri="{FF2B5EF4-FFF2-40B4-BE49-F238E27FC236}">
                <a16:creationId xmlns:a16="http://schemas.microsoft.com/office/drawing/2014/main" id="{97F6D979-F767-4374-5882-D4525585B33E}"/>
              </a:ext>
            </a:extLst>
          </p:cNvPr>
          <p:cNvSpPr>
            <a:spLocks noChangeArrowheads="1"/>
          </p:cNvSpPr>
          <p:nvPr/>
        </p:nvSpPr>
        <p:spPr bwMode="auto">
          <a:xfrm>
            <a:off x="5691257" y="2950005"/>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20" name="任意多边形 134">
            <a:extLst>
              <a:ext uri="{FF2B5EF4-FFF2-40B4-BE49-F238E27FC236}">
                <a16:creationId xmlns:a16="http://schemas.microsoft.com/office/drawing/2014/main" id="{69BE1A56-FC27-5B44-B468-3F9CD619723D}"/>
              </a:ext>
            </a:extLst>
          </p:cNvPr>
          <p:cNvSpPr>
            <a:spLocks/>
          </p:cNvSpPr>
          <p:nvPr/>
        </p:nvSpPr>
        <p:spPr bwMode="auto">
          <a:xfrm>
            <a:off x="5058742" y="2695738"/>
            <a:ext cx="1315496" cy="1025194"/>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19050"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21" name="Rectangle 161">
            <a:extLst>
              <a:ext uri="{FF2B5EF4-FFF2-40B4-BE49-F238E27FC236}">
                <a16:creationId xmlns:a16="http://schemas.microsoft.com/office/drawing/2014/main" id="{21F0DDDB-E239-8A6E-6092-1BC2F90FAC70}"/>
              </a:ext>
            </a:extLst>
          </p:cNvPr>
          <p:cNvSpPr>
            <a:spLocks noChangeArrowheads="1"/>
          </p:cNvSpPr>
          <p:nvPr/>
        </p:nvSpPr>
        <p:spPr bwMode="auto">
          <a:xfrm>
            <a:off x="4764549" y="1867709"/>
            <a:ext cx="253455" cy="21130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0" lang="zh-CN" altLang="en-US"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cxnSp>
        <p:nvCxnSpPr>
          <p:cNvPr id="122" name="直接连接符 121">
            <a:extLst>
              <a:ext uri="{FF2B5EF4-FFF2-40B4-BE49-F238E27FC236}">
                <a16:creationId xmlns:a16="http://schemas.microsoft.com/office/drawing/2014/main" id="{EA664FBD-96C4-7784-A399-6EFD57DAB500}"/>
              </a:ext>
            </a:extLst>
          </p:cNvPr>
          <p:cNvCxnSpPr>
            <a:cxnSpLocks noChangeShapeType="1"/>
          </p:cNvCxnSpPr>
          <p:nvPr/>
        </p:nvCxnSpPr>
        <p:spPr bwMode="auto">
          <a:xfrm flipH="1">
            <a:off x="6516666" y="3276256"/>
            <a:ext cx="1121" cy="479507"/>
          </a:xfrm>
          <a:prstGeom prst="line">
            <a:avLst/>
          </a:prstGeom>
          <a:noFill/>
          <a:ln w="12700" algn="ctr">
            <a:solidFill>
              <a:srgbClr val="000000"/>
            </a:solidFill>
            <a:prstDash val="dash"/>
            <a:round/>
            <a:headEnd/>
            <a:tailEnd/>
          </a:ln>
        </p:spPr>
      </p:cxnSp>
      <p:cxnSp>
        <p:nvCxnSpPr>
          <p:cNvPr id="123" name="直接连接符 121">
            <a:extLst>
              <a:ext uri="{FF2B5EF4-FFF2-40B4-BE49-F238E27FC236}">
                <a16:creationId xmlns:a16="http://schemas.microsoft.com/office/drawing/2014/main" id="{95DA01A1-B538-8305-8D3E-D8A97C3F37C0}"/>
              </a:ext>
            </a:extLst>
          </p:cNvPr>
          <p:cNvCxnSpPr>
            <a:cxnSpLocks noChangeShapeType="1"/>
          </p:cNvCxnSpPr>
          <p:nvPr/>
        </p:nvCxnSpPr>
        <p:spPr bwMode="auto">
          <a:xfrm>
            <a:off x="3043441" y="3264646"/>
            <a:ext cx="3917331" cy="0"/>
          </a:xfrm>
          <a:prstGeom prst="line">
            <a:avLst/>
          </a:prstGeom>
          <a:noFill/>
          <a:ln w="12700" algn="ctr">
            <a:solidFill>
              <a:srgbClr val="000000"/>
            </a:solidFill>
            <a:prstDash val="dash"/>
            <a:round/>
            <a:headEnd/>
            <a:tailEnd/>
          </a:ln>
        </p:spPr>
      </p:cxnSp>
      <p:sp>
        <p:nvSpPr>
          <p:cNvPr id="124" name="Oval 130">
            <a:extLst>
              <a:ext uri="{FF2B5EF4-FFF2-40B4-BE49-F238E27FC236}">
                <a16:creationId xmlns:a16="http://schemas.microsoft.com/office/drawing/2014/main" id="{11D567B2-1B22-C3ED-0729-8F233B0BCB9B}"/>
              </a:ext>
            </a:extLst>
          </p:cNvPr>
          <p:cNvSpPr>
            <a:spLocks noChangeArrowheads="1"/>
          </p:cNvSpPr>
          <p:nvPr/>
        </p:nvSpPr>
        <p:spPr bwMode="auto">
          <a:xfrm>
            <a:off x="6486386" y="3234459"/>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25" name="Line 24">
            <a:extLst>
              <a:ext uri="{FF2B5EF4-FFF2-40B4-BE49-F238E27FC236}">
                <a16:creationId xmlns:a16="http://schemas.microsoft.com/office/drawing/2014/main" id="{A62B7A03-4970-1A89-2729-DA52C7EEE157}"/>
              </a:ext>
            </a:extLst>
          </p:cNvPr>
          <p:cNvSpPr>
            <a:spLocks noChangeShapeType="1"/>
          </p:cNvSpPr>
          <p:nvPr/>
        </p:nvSpPr>
        <p:spPr bwMode="auto">
          <a:xfrm>
            <a:off x="6839652" y="3702355"/>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26" name="Line 22">
            <a:extLst>
              <a:ext uri="{FF2B5EF4-FFF2-40B4-BE49-F238E27FC236}">
                <a16:creationId xmlns:a16="http://schemas.microsoft.com/office/drawing/2014/main" id="{F04243CB-BED6-100C-9BA2-254D2CF6B3CF}"/>
              </a:ext>
            </a:extLst>
          </p:cNvPr>
          <p:cNvSpPr>
            <a:spLocks noChangeShapeType="1"/>
          </p:cNvSpPr>
          <p:nvPr/>
        </p:nvSpPr>
        <p:spPr bwMode="auto">
          <a:xfrm>
            <a:off x="6675916" y="3705839"/>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27" name="Text Box 87">
            <a:extLst>
              <a:ext uri="{FF2B5EF4-FFF2-40B4-BE49-F238E27FC236}">
                <a16:creationId xmlns:a16="http://schemas.microsoft.com/office/drawing/2014/main" id="{118250AA-65FC-AC6F-901F-64D916CEF5EC}"/>
              </a:ext>
            </a:extLst>
          </p:cNvPr>
          <p:cNvSpPr txBox="1">
            <a:spLocks noChangeArrowheads="1"/>
          </p:cNvSpPr>
          <p:nvPr/>
        </p:nvSpPr>
        <p:spPr bwMode="auto">
          <a:xfrm>
            <a:off x="6659836" y="3781306"/>
            <a:ext cx="34176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24</a:t>
            </a:r>
          </a:p>
        </p:txBody>
      </p:sp>
      <p:sp>
        <p:nvSpPr>
          <p:cNvPr id="128" name="Line 22">
            <a:extLst>
              <a:ext uri="{FF2B5EF4-FFF2-40B4-BE49-F238E27FC236}">
                <a16:creationId xmlns:a16="http://schemas.microsoft.com/office/drawing/2014/main" id="{32525F9F-1FC8-987F-8E57-C8466B777CE3}"/>
              </a:ext>
            </a:extLst>
          </p:cNvPr>
          <p:cNvSpPr>
            <a:spLocks noChangeShapeType="1"/>
          </p:cNvSpPr>
          <p:nvPr/>
        </p:nvSpPr>
        <p:spPr bwMode="auto">
          <a:xfrm>
            <a:off x="7007874" y="3711644"/>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129" name="直接连接符 134">
            <a:extLst>
              <a:ext uri="{FF2B5EF4-FFF2-40B4-BE49-F238E27FC236}">
                <a16:creationId xmlns:a16="http://schemas.microsoft.com/office/drawing/2014/main" id="{1A3EE8FC-FD4C-FB34-46DA-B4351824EFE8}"/>
              </a:ext>
            </a:extLst>
          </p:cNvPr>
          <p:cNvCxnSpPr>
            <a:cxnSpLocks noChangeShapeType="1"/>
            <a:stCxn id="120" idx="4"/>
            <a:endCxn id="124" idx="3"/>
          </p:cNvCxnSpPr>
          <p:nvPr/>
        </p:nvCxnSpPr>
        <p:spPr bwMode="auto">
          <a:xfrm>
            <a:off x="6373117" y="2695738"/>
            <a:ext cx="141307" cy="574712"/>
          </a:xfrm>
          <a:prstGeom prst="line">
            <a:avLst/>
          </a:prstGeom>
          <a:noFill/>
          <a:ln w="19050" algn="ctr">
            <a:solidFill>
              <a:srgbClr val="0000FF"/>
            </a:solidFill>
            <a:round/>
            <a:headEnd/>
            <a:tailEnd/>
          </a:ln>
        </p:spPr>
      </p:cxnSp>
      <p:sp>
        <p:nvSpPr>
          <p:cNvPr id="130" name="Text Box 206">
            <a:extLst>
              <a:ext uri="{FF2B5EF4-FFF2-40B4-BE49-F238E27FC236}">
                <a16:creationId xmlns:a16="http://schemas.microsoft.com/office/drawing/2014/main" id="{87F258E6-D2A6-717B-6596-94455F3D8076}"/>
              </a:ext>
            </a:extLst>
          </p:cNvPr>
          <p:cNvSpPr txBox="1">
            <a:spLocks noChangeArrowheads="1"/>
          </p:cNvSpPr>
          <p:nvPr/>
        </p:nvSpPr>
        <p:spPr bwMode="auto">
          <a:xfrm rot="20070649">
            <a:off x="5626182" y="2536418"/>
            <a:ext cx="858268" cy="2970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拥塞避免</a:t>
            </a:r>
          </a:p>
        </p:txBody>
      </p:sp>
      <p:sp>
        <p:nvSpPr>
          <p:cNvPr id="131" name="Text Box 206">
            <a:extLst>
              <a:ext uri="{FF2B5EF4-FFF2-40B4-BE49-F238E27FC236}">
                <a16:creationId xmlns:a16="http://schemas.microsoft.com/office/drawing/2014/main" id="{DB8E32BB-C812-C9AE-F1DF-A4E1C5891EED}"/>
              </a:ext>
            </a:extLst>
          </p:cNvPr>
          <p:cNvSpPr txBox="1">
            <a:spLocks noChangeArrowheads="1"/>
          </p:cNvSpPr>
          <p:nvPr/>
        </p:nvSpPr>
        <p:spPr bwMode="auto">
          <a:xfrm rot="20205303">
            <a:off x="3572583" y="2215870"/>
            <a:ext cx="858268" cy="2970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拥塞避免</a:t>
            </a:r>
          </a:p>
        </p:txBody>
      </p:sp>
      <p:sp>
        <p:nvSpPr>
          <p:cNvPr id="132" name="TextBox 147">
            <a:extLst>
              <a:ext uri="{FF2B5EF4-FFF2-40B4-BE49-F238E27FC236}">
                <a16:creationId xmlns:a16="http://schemas.microsoft.com/office/drawing/2014/main" id="{42A7F648-AF2B-4C1B-D8C0-2CE39DB91C37}"/>
              </a:ext>
            </a:extLst>
          </p:cNvPr>
          <p:cNvSpPr txBox="1">
            <a:spLocks noChangeArrowheads="1"/>
          </p:cNvSpPr>
          <p:nvPr/>
        </p:nvSpPr>
        <p:spPr bwMode="auto">
          <a:xfrm>
            <a:off x="5452189" y="2675409"/>
            <a:ext cx="3898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grpSp>
        <p:nvGrpSpPr>
          <p:cNvPr id="133" name="组合 132">
            <a:extLst>
              <a:ext uri="{FF2B5EF4-FFF2-40B4-BE49-F238E27FC236}">
                <a16:creationId xmlns:a16="http://schemas.microsoft.com/office/drawing/2014/main" id="{DF3587A4-5B46-D911-383E-FAFAC97124AC}"/>
              </a:ext>
            </a:extLst>
          </p:cNvPr>
          <p:cNvGrpSpPr/>
          <p:nvPr/>
        </p:nvGrpSpPr>
        <p:grpSpPr>
          <a:xfrm>
            <a:off x="6265264" y="2381666"/>
            <a:ext cx="1056414" cy="369332"/>
            <a:chOff x="5734655" y="1729678"/>
            <a:chExt cx="1056414" cy="369332"/>
          </a:xfrm>
        </p:grpSpPr>
        <p:sp>
          <p:nvSpPr>
            <p:cNvPr id="134" name="Text Box 140">
              <a:extLst>
                <a:ext uri="{FF2B5EF4-FFF2-40B4-BE49-F238E27FC236}">
                  <a16:creationId xmlns:a16="http://schemas.microsoft.com/office/drawing/2014/main" id="{2798945B-7C39-1850-D464-B5881200D945}"/>
                </a:ext>
              </a:extLst>
            </p:cNvPr>
            <p:cNvSpPr txBox="1">
              <a:spLocks noChangeArrowheads="1"/>
            </p:cNvSpPr>
            <p:nvPr/>
          </p:nvSpPr>
          <p:spPr bwMode="auto">
            <a:xfrm>
              <a:off x="5975753" y="1791069"/>
              <a:ext cx="81531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rPr>
                <a:t>3-ACK</a:t>
              </a:r>
              <a:endParaRPr kumimoji="1" lang="zh-CN" altLang="en-US"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135" name="TextBox 148">
              <a:extLst>
                <a:ext uri="{FF2B5EF4-FFF2-40B4-BE49-F238E27FC236}">
                  <a16:creationId xmlns:a16="http://schemas.microsoft.com/office/drawing/2014/main" id="{02F78046-6FDC-4DA4-1622-C1AD43BF9A41}"/>
                </a:ext>
              </a:extLst>
            </p:cNvPr>
            <p:cNvSpPr txBox="1">
              <a:spLocks noChangeArrowheads="1"/>
            </p:cNvSpPr>
            <p:nvPr/>
          </p:nvSpPr>
          <p:spPr bwMode="auto">
            <a:xfrm>
              <a:off x="5734655" y="1729678"/>
              <a:ext cx="3898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grpSp>
      <p:cxnSp>
        <p:nvCxnSpPr>
          <p:cNvPr id="136" name="直接连接符 153">
            <a:extLst>
              <a:ext uri="{FF2B5EF4-FFF2-40B4-BE49-F238E27FC236}">
                <a16:creationId xmlns:a16="http://schemas.microsoft.com/office/drawing/2014/main" id="{3FAB35E8-4509-232A-0CC2-205950D2780A}"/>
              </a:ext>
            </a:extLst>
          </p:cNvPr>
          <p:cNvCxnSpPr>
            <a:cxnSpLocks noChangeShapeType="1"/>
          </p:cNvCxnSpPr>
          <p:nvPr/>
        </p:nvCxnSpPr>
        <p:spPr bwMode="auto">
          <a:xfrm flipV="1">
            <a:off x="5714807" y="3005734"/>
            <a:ext cx="7851" cy="719842"/>
          </a:xfrm>
          <a:prstGeom prst="line">
            <a:avLst/>
          </a:prstGeom>
          <a:noFill/>
          <a:ln w="12700" algn="ctr">
            <a:solidFill>
              <a:srgbClr val="000000"/>
            </a:solidFill>
            <a:prstDash val="dash"/>
            <a:round/>
            <a:headEnd/>
            <a:tailEnd/>
          </a:ln>
        </p:spPr>
      </p:cxnSp>
      <p:cxnSp>
        <p:nvCxnSpPr>
          <p:cNvPr id="137" name="直接连接符 136">
            <a:extLst>
              <a:ext uri="{FF2B5EF4-FFF2-40B4-BE49-F238E27FC236}">
                <a16:creationId xmlns:a16="http://schemas.microsoft.com/office/drawing/2014/main" id="{FDD1AAE3-0C50-40EC-4998-AC8C9D7F04F1}"/>
              </a:ext>
            </a:extLst>
          </p:cNvPr>
          <p:cNvCxnSpPr>
            <a:cxnSpLocks noChangeShapeType="1"/>
          </p:cNvCxnSpPr>
          <p:nvPr/>
        </p:nvCxnSpPr>
        <p:spPr bwMode="auto">
          <a:xfrm flipV="1">
            <a:off x="6356294" y="2745663"/>
            <a:ext cx="7851" cy="1049576"/>
          </a:xfrm>
          <a:prstGeom prst="line">
            <a:avLst/>
          </a:prstGeom>
          <a:noFill/>
          <a:ln w="12700" algn="ctr">
            <a:solidFill>
              <a:srgbClr val="000000"/>
            </a:solidFill>
            <a:prstDash val="dash"/>
            <a:round/>
            <a:headEnd/>
            <a:tailEnd/>
          </a:ln>
        </p:spPr>
      </p:cxnSp>
      <p:cxnSp>
        <p:nvCxnSpPr>
          <p:cNvPr id="138" name="直接连接符 141">
            <a:extLst>
              <a:ext uri="{FF2B5EF4-FFF2-40B4-BE49-F238E27FC236}">
                <a16:creationId xmlns:a16="http://schemas.microsoft.com/office/drawing/2014/main" id="{FB838AB0-C69F-2009-0472-BEF5E9305563}"/>
              </a:ext>
            </a:extLst>
          </p:cNvPr>
          <p:cNvCxnSpPr>
            <a:cxnSpLocks noChangeShapeType="1"/>
          </p:cNvCxnSpPr>
          <p:nvPr/>
        </p:nvCxnSpPr>
        <p:spPr bwMode="auto">
          <a:xfrm flipV="1">
            <a:off x="6472928" y="2898919"/>
            <a:ext cx="861297" cy="386625"/>
          </a:xfrm>
          <a:prstGeom prst="line">
            <a:avLst/>
          </a:prstGeom>
          <a:noFill/>
          <a:ln w="19050" algn="ctr">
            <a:solidFill>
              <a:srgbClr val="0000FF"/>
            </a:solidFill>
            <a:round/>
            <a:headEnd/>
            <a:tailEnd/>
          </a:ln>
        </p:spPr>
      </p:cxnSp>
      <p:sp>
        <p:nvSpPr>
          <p:cNvPr id="139" name="Oval 202">
            <a:extLst>
              <a:ext uri="{FF2B5EF4-FFF2-40B4-BE49-F238E27FC236}">
                <a16:creationId xmlns:a16="http://schemas.microsoft.com/office/drawing/2014/main" id="{F1DA923F-C1A2-C243-4C10-CAE9E7E90CE4}"/>
              </a:ext>
            </a:extLst>
          </p:cNvPr>
          <p:cNvSpPr>
            <a:spLocks noChangeArrowheads="1"/>
          </p:cNvSpPr>
          <p:nvPr/>
        </p:nvSpPr>
        <p:spPr bwMode="auto">
          <a:xfrm>
            <a:off x="6971987" y="3023150"/>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0" name="Oval 130">
            <a:extLst>
              <a:ext uri="{FF2B5EF4-FFF2-40B4-BE49-F238E27FC236}">
                <a16:creationId xmlns:a16="http://schemas.microsoft.com/office/drawing/2014/main" id="{327C36BA-EAA0-8E11-95CE-C77E7CEF0973}"/>
              </a:ext>
            </a:extLst>
          </p:cNvPr>
          <p:cNvSpPr>
            <a:spLocks noChangeArrowheads="1"/>
          </p:cNvSpPr>
          <p:nvPr/>
        </p:nvSpPr>
        <p:spPr bwMode="auto">
          <a:xfrm>
            <a:off x="6645636" y="3161313"/>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1" name="Oval 130">
            <a:extLst>
              <a:ext uri="{FF2B5EF4-FFF2-40B4-BE49-F238E27FC236}">
                <a16:creationId xmlns:a16="http://schemas.microsoft.com/office/drawing/2014/main" id="{799BE723-2AB1-D30B-1729-72E037A98392}"/>
              </a:ext>
            </a:extLst>
          </p:cNvPr>
          <p:cNvSpPr>
            <a:spLocks noChangeArrowheads="1"/>
          </p:cNvSpPr>
          <p:nvPr/>
        </p:nvSpPr>
        <p:spPr bwMode="auto">
          <a:xfrm>
            <a:off x="6810494" y="3093973"/>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2" name="TextBox 149">
            <a:extLst>
              <a:ext uri="{FF2B5EF4-FFF2-40B4-BE49-F238E27FC236}">
                <a16:creationId xmlns:a16="http://schemas.microsoft.com/office/drawing/2014/main" id="{0E4A60B0-856E-4C1C-DB29-6BAFE2DB7292}"/>
              </a:ext>
            </a:extLst>
          </p:cNvPr>
          <p:cNvSpPr txBox="1">
            <a:spLocks noChangeArrowheads="1"/>
          </p:cNvSpPr>
          <p:nvPr/>
        </p:nvSpPr>
        <p:spPr bwMode="auto">
          <a:xfrm>
            <a:off x="6316853" y="3224578"/>
            <a:ext cx="3898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143" name="Oval 202">
            <a:extLst>
              <a:ext uri="{FF2B5EF4-FFF2-40B4-BE49-F238E27FC236}">
                <a16:creationId xmlns:a16="http://schemas.microsoft.com/office/drawing/2014/main" id="{2E4E0E07-A464-A194-D599-7667909AFF43}"/>
              </a:ext>
            </a:extLst>
          </p:cNvPr>
          <p:cNvSpPr>
            <a:spLocks noChangeArrowheads="1"/>
          </p:cNvSpPr>
          <p:nvPr/>
        </p:nvSpPr>
        <p:spPr bwMode="auto">
          <a:xfrm>
            <a:off x="7139087" y="2937234"/>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144" name="直接连接符 143">
            <a:extLst>
              <a:ext uri="{FF2B5EF4-FFF2-40B4-BE49-F238E27FC236}">
                <a16:creationId xmlns:a16="http://schemas.microsoft.com/office/drawing/2014/main" id="{2FB658BA-04DB-B00D-E884-18F9AD3FC090}"/>
              </a:ext>
            </a:extLst>
          </p:cNvPr>
          <p:cNvCxnSpPr>
            <a:cxnSpLocks noChangeShapeType="1"/>
          </p:cNvCxnSpPr>
          <p:nvPr/>
        </p:nvCxnSpPr>
        <p:spPr bwMode="auto">
          <a:xfrm flipH="1">
            <a:off x="4902856" y="2230163"/>
            <a:ext cx="3365" cy="1518634"/>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145" name="直接连接符 119">
            <a:extLst>
              <a:ext uri="{FF2B5EF4-FFF2-40B4-BE49-F238E27FC236}">
                <a16:creationId xmlns:a16="http://schemas.microsoft.com/office/drawing/2014/main" id="{B629F8F1-CAB4-67B3-7B5C-AE9A37A68BDE}"/>
              </a:ext>
            </a:extLst>
          </p:cNvPr>
          <p:cNvCxnSpPr>
            <a:cxnSpLocks noChangeShapeType="1"/>
          </p:cNvCxnSpPr>
          <p:nvPr/>
        </p:nvCxnSpPr>
        <p:spPr bwMode="auto">
          <a:xfrm>
            <a:off x="3610910" y="2783977"/>
            <a:ext cx="0" cy="955531"/>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sp>
        <p:nvSpPr>
          <p:cNvPr id="146" name="Text Box 155">
            <a:extLst>
              <a:ext uri="{FF2B5EF4-FFF2-40B4-BE49-F238E27FC236}">
                <a16:creationId xmlns:a16="http://schemas.microsoft.com/office/drawing/2014/main" id="{FD86BD9F-81EF-138B-E2D4-B1B3CC19C8D7}"/>
              </a:ext>
            </a:extLst>
          </p:cNvPr>
          <p:cNvSpPr txBox="1">
            <a:spLocks noChangeArrowheads="1"/>
          </p:cNvSpPr>
          <p:nvPr/>
        </p:nvSpPr>
        <p:spPr bwMode="auto">
          <a:xfrm>
            <a:off x="1472441" y="4072236"/>
            <a:ext cx="7324344" cy="854080"/>
          </a:xfrm>
          <a:prstGeom prst="rect">
            <a:avLst/>
          </a:prstGeom>
          <a:noFill/>
          <a:ln w="9525">
            <a:noFill/>
            <a:miter lim="800000"/>
            <a:headEnd/>
            <a:tailEnd/>
          </a:ln>
          <a:effectLst/>
        </p:spPr>
        <p:txBody>
          <a:bodyPr wrap="square">
            <a:spAutoFit/>
          </a:bodyPr>
          <a:lstStyle/>
          <a:p>
            <a:pPr>
              <a:lnSpc>
                <a:spcPct val="110000"/>
              </a:lnSpc>
            </a:pPr>
            <a:r>
              <a:rPr lang="zh-CN" altLang="en-US" sz="1500" b="1" dirty="0">
                <a:solidFill>
                  <a:srgbClr val="0000FF"/>
                </a:solidFill>
                <a:latin typeface="微软雅黑" pitchFamily="34" charset="-122"/>
                <a:ea typeface="微软雅黑" pitchFamily="34" charset="-122"/>
              </a:rPr>
              <a:t>因此，在图的点</a:t>
            </a:r>
            <a:r>
              <a:rPr lang="en-US" altLang="zh-CN" sz="1500" dirty="0">
                <a:solidFill>
                  <a:srgbClr val="0000FF"/>
                </a:solidFill>
                <a:latin typeface="微软雅黑" pitchFamily="34" charset="-122"/>
                <a:ea typeface="微软雅黑" pitchFamily="34" charset="-122"/>
                <a:sym typeface="Wingdings"/>
              </a:rPr>
              <a:t></a:t>
            </a:r>
            <a:r>
              <a:rPr lang="zh-CN" altLang="en-US" sz="1500" b="1" dirty="0">
                <a:solidFill>
                  <a:srgbClr val="0000FF"/>
                </a:solidFill>
                <a:latin typeface="微软雅黑" pitchFamily="34" charset="-122"/>
                <a:ea typeface="微软雅黑" pitchFamily="34" charset="-122"/>
              </a:rPr>
              <a:t>，发送方知道现在只是丢失了个别的报文段。于是不启动慢开始，而是执行快恢复算法。这时，发送方调整门限值 </a:t>
            </a:r>
            <a:r>
              <a:rPr lang="en-US" altLang="zh-CN" sz="1500" b="1" dirty="0" err="1">
                <a:solidFill>
                  <a:srgbClr val="0000FF"/>
                </a:solidFill>
                <a:latin typeface="微软雅黑" pitchFamily="34" charset="-122"/>
                <a:ea typeface="微软雅黑" pitchFamily="34" charset="-122"/>
              </a:rPr>
              <a:t>ssthresh</a:t>
            </a:r>
            <a:r>
              <a:rPr lang="en-US" altLang="zh-CN" sz="1500" b="1" dirty="0">
                <a:solidFill>
                  <a:srgbClr val="0000FF"/>
                </a:solidFill>
                <a:latin typeface="微软雅黑" pitchFamily="34" charset="-122"/>
                <a:ea typeface="微软雅黑" pitchFamily="34" charset="-122"/>
              </a:rPr>
              <a:t> = </a:t>
            </a:r>
            <a:r>
              <a:rPr lang="en-US" altLang="zh-CN" sz="1500" b="1" dirty="0" err="1">
                <a:solidFill>
                  <a:srgbClr val="0000FF"/>
                </a:solidFill>
                <a:latin typeface="微软雅黑" pitchFamily="34" charset="-122"/>
                <a:ea typeface="微软雅黑" pitchFamily="34" charset="-122"/>
              </a:rPr>
              <a:t>cwnd</a:t>
            </a:r>
            <a:r>
              <a:rPr lang="en-US" altLang="zh-CN" sz="1500" b="1" dirty="0">
                <a:solidFill>
                  <a:srgbClr val="0000FF"/>
                </a:solidFill>
                <a:latin typeface="微软雅黑" pitchFamily="34" charset="-122"/>
                <a:ea typeface="微软雅黑" pitchFamily="34" charset="-122"/>
              </a:rPr>
              <a:t> / 2 = 8</a:t>
            </a:r>
            <a:r>
              <a:rPr lang="zh-CN" altLang="en-US" sz="1500" b="1" dirty="0">
                <a:solidFill>
                  <a:srgbClr val="0000FF"/>
                </a:solidFill>
                <a:latin typeface="微软雅黑" pitchFamily="34" charset="-122"/>
                <a:ea typeface="微软雅黑" pitchFamily="34" charset="-122"/>
              </a:rPr>
              <a:t>，同时设置拥塞窗口 </a:t>
            </a:r>
            <a:r>
              <a:rPr lang="en-US" altLang="zh-CN" sz="1500" b="1" dirty="0" err="1">
                <a:solidFill>
                  <a:srgbClr val="0000FF"/>
                </a:solidFill>
                <a:latin typeface="微软雅黑" pitchFamily="34" charset="-122"/>
                <a:ea typeface="微软雅黑" pitchFamily="34" charset="-122"/>
              </a:rPr>
              <a:t>cwnd</a:t>
            </a:r>
            <a:r>
              <a:rPr lang="en-US" altLang="zh-CN" sz="1500" b="1" dirty="0">
                <a:solidFill>
                  <a:srgbClr val="0000FF"/>
                </a:solidFill>
                <a:latin typeface="微软雅黑" pitchFamily="34" charset="-122"/>
                <a:ea typeface="微软雅黑" pitchFamily="34" charset="-122"/>
              </a:rPr>
              <a:t> = </a:t>
            </a:r>
            <a:r>
              <a:rPr lang="en-US" altLang="zh-CN" sz="1500" b="1" dirty="0" err="1">
                <a:solidFill>
                  <a:srgbClr val="0000FF"/>
                </a:solidFill>
                <a:latin typeface="微软雅黑" pitchFamily="34" charset="-122"/>
                <a:ea typeface="微软雅黑" pitchFamily="34" charset="-122"/>
              </a:rPr>
              <a:t>ssthresh</a:t>
            </a:r>
            <a:r>
              <a:rPr lang="en-US" altLang="zh-CN" sz="1500" b="1" dirty="0">
                <a:solidFill>
                  <a:srgbClr val="0000FF"/>
                </a:solidFill>
                <a:latin typeface="微软雅黑" pitchFamily="34" charset="-122"/>
                <a:ea typeface="微软雅黑" pitchFamily="34" charset="-122"/>
              </a:rPr>
              <a:t> = 8</a:t>
            </a:r>
            <a:r>
              <a:rPr lang="zh-CN" altLang="en-US" sz="1500" b="1" dirty="0">
                <a:solidFill>
                  <a:srgbClr val="0000FF"/>
                </a:solidFill>
                <a:latin typeface="微软雅黑" pitchFamily="34" charset="-122"/>
                <a:ea typeface="微软雅黑" pitchFamily="34" charset="-122"/>
              </a:rPr>
              <a:t>（见图中的点</a:t>
            </a:r>
            <a:r>
              <a:rPr lang="en-US" altLang="zh-CN" sz="1500" dirty="0">
                <a:solidFill>
                  <a:srgbClr val="0000FF"/>
                </a:solidFill>
                <a:latin typeface="微软雅黑" pitchFamily="34" charset="-122"/>
                <a:ea typeface="微软雅黑" pitchFamily="34" charset="-122"/>
                <a:sym typeface="Wingdings"/>
              </a:rPr>
              <a:t></a:t>
            </a:r>
            <a:r>
              <a:rPr lang="zh-CN" altLang="en-US" sz="1500" b="1" dirty="0">
                <a:solidFill>
                  <a:srgbClr val="0000FF"/>
                </a:solidFill>
                <a:latin typeface="微软雅黑" pitchFamily="34" charset="-122"/>
                <a:ea typeface="微软雅黑" pitchFamily="34" charset="-122"/>
              </a:rPr>
              <a:t>），并开始执行拥塞避免算法。</a:t>
            </a:r>
          </a:p>
        </p:txBody>
      </p:sp>
      <p:sp>
        <p:nvSpPr>
          <p:cNvPr id="147" name="Line 167">
            <a:extLst>
              <a:ext uri="{FF2B5EF4-FFF2-40B4-BE49-F238E27FC236}">
                <a16:creationId xmlns:a16="http://schemas.microsoft.com/office/drawing/2014/main" id="{F1F485FF-0198-B4F0-2205-C68D6D2BC190}"/>
              </a:ext>
            </a:extLst>
          </p:cNvPr>
          <p:cNvSpPr>
            <a:spLocks noChangeShapeType="1"/>
          </p:cNvSpPr>
          <p:nvPr/>
        </p:nvSpPr>
        <p:spPr bwMode="auto">
          <a:xfrm>
            <a:off x="6075924" y="2946995"/>
            <a:ext cx="367846" cy="292541"/>
          </a:xfrm>
          <a:prstGeom prst="line">
            <a:avLst/>
          </a:prstGeom>
          <a:noFill/>
          <a:ln w="57150">
            <a:solidFill>
              <a:srgbClr val="FF00FF">
                <a:alpha val="80000"/>
              </a:srgbClr>
            </a:solidFill>
            <a:round/>
            <a:headEnd type="none"/>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dirty="0">
              <a:ln>
                <a:noFill/>
              </a:ln>
              <a:solidFill>
                <a:sysClr val="windowText" lastClr="000000"/>
              </a:solidFill>
              <a:effectLst/>
              <a:uLnTx/>
              <a:uFillTx/>
            </a:endParaRPr>
          </a:p>
        </p:txBody>
      </p:sp>
    </p:spTree>
    <p:extLst>
      <p:ext uri="{BB962C8B-B14F-4D97-AF65-F5344CB8AC3E}">
        <p14:creationId xmlns:p14="http://schemas.microsoft.com/office/powerpoint/2010/main" val="235877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nodeType="withEffect">
                                  <p:stCondLst>
                                    <p:cond delay="0"/>
                                  </p:stCondLst>
                                  <p:childTnLst>
                                    <p:anim calcmode="discrete" valueType="str">
                                      <p:cBhvr>
                                        <p:cTn id="6" dur="1000" fill="hold"/>
                                        <p:tgtEl>
                                          <p:spTgt spid="133"/>
                                        </p:tgtEl>
                                        <p:attrNameLst>
                                          <p:attrName>style.visibility</p:attrName>
                                        </p:attrNameLst>
                                      </p:cBhvr>
                                      <p:tavLst>
                                        <p:tav tm="0">
                                          <p:val>
                                            <p:strVal val="hidden"/>
                                          </p:val>
                                        </p:tav>
                                        <p:tav tm="50000">
                                          <p:val>
                                            <p:strVal val="visible"/>
                                          </p:val>
                                        </p:tav>
                                      </p:tavLst>
                                    </p:anim>
                                  </p:childTnLst>
                                </p:cTn>
                              </p:par>
                            </p:childTnLst>
                          </p:cTn>
                        </p:par>
                        <p:par>
                          <p:cTn id="7" fill="hold">
                            <p:stCondLst>
                              <p:cond delay="3000"/>
                            </p:stCondLst>
                            <p:childTnLst>
                              <p:par>
                                <p:cTn id="8" presetID="35" presetClass="emph" presetSubtype="0" repeatCount="indefinite" fill="hold" grpId="0" nodeType="afterEffect">
                                  <p:stCondLst>
                                    <p:cond delay="0"/>
                                  </p:stCondLst>
                                  <p:endCondLst>
                                    <p:cond evt="onNext" delay="0">
                                      <p:tgtEl>
                                        <p:sldTgt/>
                                      </p:tgtEl>
                                    </p:cond>
                                  </p:endCondLst>
                                  <p:childTnLst>
                                    <p:anim calcmode="discrete" valueType="str">
                                      <p:cBhvr>
                                        <p:cTn id="9" dur="1000" fill="hold"/>
                                        <p:tgtEl>
                                          <p:spTgt spid="142"/>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858410-8651-3B92-29E1-DDEFF31ED48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C09B442-3B02-0A31-E7E9-141EB6B0DA6F}"/>
              </a:ext>
            </a:extLst>
          </p:cNvPr>
          <p:cNvSpPr>
            <a:spLocks noGrp="1"/>
          </p:cNvSpPr>
          <p:nvPr>
            <p:ph type="title"/>
          </p:nvPr>
        </p:nvSpPr>
        <p:spPr/>
        <p:txBody>
          <a:bodyPr/>
          <a:lstStyle/>
          <a:p>
            <a:r>
              <a:rPr lang="zh-CN" altLang="zh-CN" dirty="0"/>
              <a:t>第</a:t>
            </a:r>
            <a:r>
              <a:rPr lang="en-US" altLang="zh-CN" dirty="0"/>
              <a:t> 5 </a:t>
            </a:r>
            <a:r>
              <a:rPr lang="zh-CN" altLang="zh-CN" dirty="0"/>
              <a:t>章</a:t>
            </a:r>
            <a:r>
              <a:rPr lang="en-US" altLang="zh-CN" dirty="0"/>
              <a:t>  </a:t>
            </a:r>
            <a:r>
              <a:rPr lang="zh-CN" altLang="en-US" dirty="0"/>
              <a:t>运输</a:t>
            </a:r>
            <a:r>
              <a:rPr lang="zh-CN" altLang="zh-CN" dirty="0"/>
              <a:t>层</a:t>
            </a:r>
            <a:r>
              <a:rPr lang="zh-CN" altLang="en-US" dirty="0"/>
              <a:t>概念理解</a:t>
            </a:r>
          </a:p>
        </p:txBody>
      </p:sp>
      <p:sp>
        <p:nvSpPr>
          <p:cNvPr id="4" name="圆角矩形 48">
            <a:extLst>
              <a:ext uri="{FF2B5EF4-FFF2-40B4-BE49-F238E27FC236}">
                <a16:creationId xmlns:a16="http://schemas.microsoft.com/office/drawing/2014/main" id="{447A8A1B-D90E-E468-311B-A9413A05EF8E}"/>
              </a:ext>
            </a:extLst>
          </p:cNvPr>
          <p:cNvSpPr/>
          <p:nvPr/>
        </p:nvSpPr>
        <p:spPr>
          <a:xfrm>
            <a:off x="1075753" y="1876777"/>
            <a:ext cx="8053711"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 name="Text Box 155">
            <a:extLst>
              <a:ext uri="{FF2B5EF4-FFF2-40B4-BE49-F238E27FC236}">
                <a16:creationId xmlns:a16="http://schemas.microsoft.com/office/drawing/2014/main" id="{7EFA7746-5B79-AFDA-20F0-ED6B2FCCDEEC}"/>
              </a:ext>
            </a:extLst>
          </p:cNvPr>
          <p:cNvSpPr txBox="1">
            <a:spLocks noChangeArrowheads="1"/>
          </p:cNvSpPr>
          <p:nvPr/>
        </p:nvSpPr>
        <p:spPr bwMode="auto">
          <a:xfrm>
            <a:off x="3175909" y="1958805"/>
            <a:ext cx="4160853" cy="363176"/>
          </a:xfrm>
          <a:prstGeom prst="rect">
            <a:avLst/>
          </a:prstGeom>
          <a:noFill/>
          <a:ln w="9525">
            <a:noFill/>
            <a:miter lim="800000"/>
            <a:headEnd/>
            <a:tailEnd/>
          </a:ln>
          <a:effectLst/>
        </p:spPr>
        <p:txBody>
          <a:bodyPr wrap="square">
            <a:spAutoFit/>
          </a:bodyPr>
          <a:lstStyle/>
          <a:p>
            <a:pPr algn="ctr">
              <a:lnSpc>
                <a:spcPct val="110000"/>
              </a:lnSpc>
            </a:pPr>
            <a:r>
              <a:rPr lang="zh-CN" altLang="en-US" sz="1600" b="1" dirty="0">
                <a:latin typeface="微软雅黑" pitchFamily="34" charset="-122"/>
                <a:ea typeface="微软雅黑" pitchFamily="34" charset="-122"/>
              </a:rPr>
              <a:t>采用三报文握手建立 </a:t>
            </a:r>
            <a:r>
              <a:rPr lang="en-US" altLang="zh-CN" sz="1600" b="1" dirty="0">
                <a:latin typeface="微软雅黑" pitchFamily="34" charset="-122"/>
                <a:ea typeface="微软雅黑" pitchFamily="34" charset="-122"/>
              </a:rPr>
              <a:t>TCP </a:t>
            </a:r>
            <a:r>
              <a:rPr lang="zh-CN" altLang="en-US" sz="1600" b="1" dirty="0">
                <a:latin typeface="微软雅黑" pitchFamily="34" charset="-122"/>
                <a:ea typeface="微软雅黑" pitchFamily="34" charset="-122"/>
              </a:rPr>
              <a:t>连接的各个状态 </a:t>
            </a:r>
          </a:p>
        </p:txBody>
      </p:sp>
      <p:grpSp>
        <p:nvGrpSpPr>
          <p:cNvPr id="6" name="Group 6">
            <a:extLst>
              <a:ext uri="{FF2B5EF4-FFF2-40B4-BE49-F238E27FC236}">
                <a16:creationId xmlns:a16="http://schemas.microsoft.com/office/drawing/2014/main" id="{B2628EF9-0DE7-A947-EEC0-4F4308FAE84E}"/>
              </a:ext>
            </a:extLst>
          </p:cNvPr>
          <p:cNvGrpSpPr>
            <a:grpSpLocks/>
          </p:cNvGrpSpPr>
          <p:nvPr/>
        </p:nvGrpSpPr>
        <p:grpSpPr bwMode="auto">
          <a:xfrm>
            <a:off x="3895776" y="3233765"/>
            <a:ext cx="2492586" cy="512955"/>
            <a:chOff x="1520" y="1865"/>
            <a:chExt cx="2590" cy="533"/>
          </a:xfrm>
        </p:grpSpPr>
        <p:sp>
          <p:nvSpPr>
            <p:cNvPr id="7" name="Rectangle 7">
              <a:extLst>
                <a:ext uri="{FF2B5EF4-FFF2-40B4-BE49-F238E27FC236}">
                  <a16:creationId xmlns:a16="http://schemas.microsoft.com/office/drawing/2014/main" id="{7AB901C9-C464-AEF4-4F78-9B2F0A954E12}"/>
                </a:ext>
              </a:extLst>
            </p:cNvPr>
            <p:cNvSpPr>
              <a:spLocks noChangeArrowheads="1"/>
            </p:cNvSpPr>
            <p:nvPr/>
          </p:nvSpPr>
          <p:spPr bwMode="auto">
            <a:xfrm rot="665985">
              <a:off x="2088" y="1865"/>
              <a:ext cx="1604"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SYN = 1, </a:t>
              </a:r>
              <a:r>
                <a:rPr kumimoji="0" lang="en-US" altLang="zh-CN" sz="1200" b="1" i="0" u="none" strike="noStrike" kern="0" cap="none" spc="0" normalizeH="0" baseline="0" noProof="0" dirty="0" err="1">
                  <a:ln>
                    <a:noFill/>
                  </a:ln>
                  <a:effectLst/>
                  <a:uLnTx/>
                  <a:uFillTx/>
                  <a:latin typeface="微软雅黑" pitchFamily="34" charset="-122"/>
                  <a:ea typeface="微软雅黑" pitchFamily="34" charset="-122"/>
                </a:rPr>
                <a:t>seq</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 = x</a:t>
              </a:r>
            </a:p>
          </p:txBody>
        </p:sp>
        <p:sp>
          <p:nvSpPr>
            <p:cNvPr id="8" name="Line 8">
              <a:extLst>
                <a:ext uri="{FF2B5EF4-FFF2-40B4-BE49-F238E27FC236}">
                  <a16:creationId xmlns:a16="http://schemas.microsoft.com/office/drawing/2014/main" id="{CD28C9DB-28B4-8CD1-6F13-E890479B0E30}"/>
                </a:ext>
              </a:extLst>
            </p:cNvPr>
            <p:cNvSpPr>
              <a:spLocks noChangeShapeType="1"/>
            </p:cNvSpPr>
            <p:nvPr/>
          </p:nvSpPr>
          <p:spPr bwMode="auto">
            <a:xfrm>
              <a:off x="1520" y="1893"/>
              <a:ext cx="2590" cy="505"/>
            </a:xfrm>
            <a:prstGeom prst="line">
              <a:avLst/>
            </a:prstGeom>
            <a:noFill/>
            <a:ln w="571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grpSp>
      <p:sp>
        <p:nvSpPr>
          <p:cNvPr id="9" name="Rectangle 9">
            <a:extLst>
              <a:ext uri="{FF2B5EF4-FFF2-40B4-BE49-F238E27FC236}">
                <a16:creationId xmlns:a16="http://schemas.microsoft.com/office/drawing/2014/main" id="{5BA22378-02F9-CEF5-D57E-4D33CC6BA6E2}"/>
              </a:ext>
            </a:extLst>
          </p:cNvPr>
          <p:cNvSpPr>
            <a:spLocks noChangeArrowheads="1"/>
          </p:cNvSpPr>
          <p:nvPr/>
        </p:nvSpPr>
        <p:spPr bwMode="auto">
          <a:xfrm>
            <a:off x="3303907" y="2890187"/>
            <a:ext cx="769296" cy="332986"/>
          </a:xfrm>
          <a:prstGeom prst="rect">
            <a:avLst/>
          </a:prstGeom>
          <a:solidFill>
            <a:srgbClr val="66FF99"/>
          </a:solidFill>
          <a:ln w="12700">
            <a:solidFill>
              <a:schemeClr val="tx1"/>
            </a:solidFill>
            <a:miter lim="800000"/>
            <a:headEnd/>
            <a:tailEnd/>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sp>
        <p:nvSpPr>
          <p:cNvPr id="10" name="Text Box 10">
            <a:extLst>
              <a:ext uri="{FF2B5EF4-FFF2-40B4-BE49-F238E27FC236}">
                <a16:creationId xmlns:a16="http://schemas.microsoft.com/office/drawing/2014/main" id="{59BD72A7-1BB4-2783-C143-F99203146E6D}"/>
              </a:ext>
            </a:extLst>
          </p:cNvPr>
          <p:cNvSpPr txBox="1">
            <a:spLocks noChangeArrowheads="1"/>
          </p:cNvSpPr>
          <p:nvPr/>
        </p:nvSpPr>
        <p:spPr bwMode="auto">
          <a:xfrm>
            <a:off x="3315017" y="2927720"/>
            <a:ext cx="7991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ctr"/>
            <a:r>
              <a:rPr lang="en-US" altLang="zh-CN" sz="1200" dirty="0">
                <a:latin typeface="微软雅黑" pitchFamily="34" charset="-122"/>
                <a:ea typeface="微软雅黑" pitchFamily="34" charset="-122"/>
              </a:rPr>
              <a:t>CLOSED</a:t>
            </a:r>
          </a:p>
        </p:txBody>
      </p:sp>
      <p:sp>
        <p:nvSpPr>
          <p:cNvPr id="11" name="Rectangle 11">
            <a:extLst>
              <a:ext uri="{FF2B5EF4-FFF2-40B4-BE49-F238E27FC236}">
                <a16:creationId xmlns:a16="http://schemas.microsoft.com/office/drawing/2014/main" id="{24B8127B-9300-C0F9-79B4-277088181F47}"/>
              </a:ext>
            </a:extLst>
          </p:cNvPr>
          <p:cNvSpPr>
            <a:spLocks noChangeArrowheads="1"/>
          </p:cNvSpPr>
          <p:nvPr/>
        </p:nvSpPr>
        <p:spPr bwMode="auto">
          <a:xfrm>
            <a:off x="6389325" y="2890187"/>
            <a:ext cx="784455" cy="332986"/>
          </a:xfrm>
          <a:prstGeom prst="rect">
            <a:avLst/>
          </a:prstGeom>
          <a:solidFill>
            <a:srgbClr val="66FF99"/>
          </a:solidFill>
          <a:ln w="12700">
            <a:solidFill>
              <a:schemeClr val="tx1"/>
            </a:solidFill>
            <a:miter lim="800000"/>
            <a:headEnd/>
            <a:tailEnd/>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sp>
        <p:nvSpPr>
          <p:cNvPr id="12" name="Text Box 12">
            <a:extLst>
              <a:ext uri="{FF2B5EF4-FFF2-40B4-BE49-F238E27FC236}">
                <a16:creationId xmlns:a16="http://schemas.microsoft.com/office/drawing/2014/main" id="{AC6BFC2D-F737-D7A5-4A3D-355DEF6C5FF1}"/>
              </a:ext>
            </a:extLst>
          </p:cNvPr>
          <p:cNvSpPr txBox="1">
            <a:spLocks noChangeArrowheads="1"/>
          </p:cNvSpPr>
          <p:nvPr/>
        </p:nvSpPr>
        <p:spPr bwMode="auto">
          <a:xfrm>
            <a:off x="6406209" y="2927720"/>
            <a:ext cx="7991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ctr"/>
            <a:r>
              <a:rPr lang="en-US" altLang="zh-CN" sz="1200">
                <a:latin typeface="微软雅黑" pitchFamily="34" charset="-122"/>
                <a:ea typeface="微软雅黑" pitchFamily="34" charset="-122"/>
              </a:rPr>
              <a:t>CLOSED</a:t>
            </a:r>
          </a:p>
        </p:txBody>
      </p:sp>
      <p:grpSp>
        <p:nvGrpSpPr>
          <p:cNvPr id="13" name="Group 13">
            <a:extLst>
              <a:ext uri="{FF2B5EF4-FFF2-40B4-BE49-F238E27FC236}">
                <a16:creationId xmlns:a16="http://schemas.microsoft.com/office/drawing/2014/main" id="{A881EC3E-4EDF-C837-33CE-3D01A26C3C8C}"/>
              </a:ext>
            </a:extLst>
          </p:cNvPr>
          <p:cNvGrpSpPr>
            <a:grpSpLocks/>
          </p:cNvGrpSpPr>
          <p:nvPr/>
        </p:nvGrpSpPr>
        <p:grpSpPr bwMode="auto">
          <a:xfrm>
            <a:off x="2378088" y="2686161"/>
            <a:ext cx="1095199" cy="593794"/>
            <a:chOff x="-57" y="1296"/>
            <a:chExt cx="1138" cy="617"/>
          </a:xfrm>
        </p:grpSpPr>
        <p:sp>
          <p:nvSpPr>
            <p:cNvPr id="14" name="Rectangle 14">
              <a:extLst>
                <a:ext uri="{FF2B5EF4-FFF2-40B4-BE49-F238E27FC236}">
                  <a16:creationId xmlns:a16="http://schemas.microsoft.com/office/drawing/2014/main" id="{5FAF6B1E-114D-AD6F-462F-804C10C364C1}"/>
                </a:ext>
              </a:extLst>
            </p:cNvPr>
            <p:cNvSpPr>
              <a:spLocks noChangeArrowheads="1"/>
            </p:cNvSpPr>
            <p:nvPr/>
          </p:nvSpPr>
          <p:spPr bwMode="auto">
            <a:xfrm>
              <a:off x="-57" y="1628"/>
              <a:ext cx="829"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主动打开</a:t>
              </a:r>
            </a:p>
          </p:txBody>
        </p:sp>
        <p:sp>
          <p:nvSpPr>
            <p:cNvPr id="15" name="Freeform 15">
              <a:extLst>
                <a:ext uri="{FF2B5EF4-FFF2-40B4-BE49-F238E27FC236}">
                  <a16:creationId xmlns:a16="http://schemas.microsoft.com/office/drawing/2014/main" id="{21E1895E-BDE4-3535-6383-65C2A7B4B352}"/>
                </a:ext>
              </a:extLst>
            </p:cNvPr>
            <p:cNvSpPr>
              <a:spLocks/>
            </p:cNvSpPr>
            <p:nvPr/>
          </p:nvSpPr>
          <p:spPr bwMode="auto">
            <a:xfrm>
              <a:off x="-27" y="1296"/>
              <a:ext cx="1108" cy="597"/>
            </a:xfrm>
            <a:custGeom>
              <a:avLst/>
              <a:gdLst>
                <a:gd name="T0" fmla="*/ 832 w 758"/>
                <a:gd name="T1" fmla="*/ 5 h 491"/>
                <a:gd name="T2" fmla="*/ 0 w 758"/>
                <a:gd name="T3" fmla="*/ 0 h 491"/>
                <a:gd name="T4" fmla="*/ 0 w 758"/>
                <a:gd name="T5" fmla="*/ 597 h 491"/>
                <a:gd name="T6" fmla="*/ 650 w 758"/>
                <a:gd name="T7" fmla="*/ 597 h 49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58" h="491">
                  <a:moveTo>
                    <a:pt x="758" y="4"/>
                  </a:moveTo>
                  <a:lnTo>
                    <a:pt x="0" y="0"/>
                  </a:lnTo>
                  <a:lnTo>
                    <a:pt x="0" y="491"/>
                  </a:lnTo>
                  <a:lnTo>
                    <a:pt x="592" y="491"/>
                  </a:lnTo>
                </a:path>
              </a:pathLst>
            </a:custGeom>
            <a:noFill/>
            <a:ln w="28575" cap="flat" cmpd="sng">
              <a:solidFill>
                <a:srgbClr val="0000FF"/>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grpSp>
      <p:grpSp>
        <p:nvGrpSpPr>
          <p:cNvPr id="16" name="Group 16">
            <a:extLst>
              <a:ext uri="{FF2B5EF4-FFF2-40B4-BE49-F238E27FC236}">
                <a16:creationId xmlns:a16="http://schemas.microsoft.com/office/drawing/2014/main" id="{0A57F37F-4623-8271-410B-D2FE927C8DAD}"/>
              </a:ext>
            </a:extLst>
          </p:cNvPr>
          <p:cNvGrpSpPr>
            <a:grpSpLocks/>
          </p:cNvGrpSpPr>
          <p:nvPr/>
        </p:nvGrpSpPr>
        <p:grpSpPr bwMode="auto">
          <a:xfrm>
            <a:off x="6811820" y="2690973"/>
            <a:ext cx="1188551" cy="578396"/>
            <a:chOff x="4550" y="1301"/>
            <a:chExt cx="1235" cy="601"/>
          </a:xfrm>
        </p:grpSpPr>
        <p:sp>
          <p:nvSpPr>
            <p:cNvPr id="17" name="Rectangle 17">
              <a:extLst>
                <a:ext uri="{FF2B5EF4-FFF2-40B4-BE49-F238E27FC236}">
                  <a16:creationId xmlns:a16="http://schemas.microsoft.com/office/drawing/2014/main" id="{8847AE77-5427-D502-D445-43C0A1753417}"/>
                </a:ext>
              </a:extLst>
            </p:cNvPr>
            <p:cNvSpPr>
              <a:spLocks noChangeArrowheads="1"/>
            </p:cNvSpPr>
            <p:nvPr/>
          </p:nvSpPr>
          <p:spPr bwMode="auto">
            <a:xfrm>
              <a:off x="4956" y="1617"/>
              <a:ext cx="829"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被动打开</a:t>
              </a:r>
            </a:p>
          </p:txBody>
        </p:sp>
        <p:sp>
          <p:nvSpPr>
            <p:cNvPr id="18" name="Freeform 18">
              <a:extLst>
                <a:ext uri="{FF2B5EF4-FFF2-40B4-BE49-F238E27FC236}">
                  <a16:creationId xmlns:a16="http://schemas.microsoft.com/office/drawing/2014/main" id="{C801A101-A7B4-4AD0-3672-05755A60476D}"/>
                </a:ext>
              </a:extLst>
            </p:cNvPr>
            <p:cNvSpPr>
              <a:spLocks/>
            </p:cNvSpPr>
            <p:nvPr/>
          </p:nvSpPr>
          <p:spPr bwMode="auto">
            <a:xfrm>
              <a:off x="4550" y="1301"/>
              <a:ext cx="1209" cy="592"/>
            </a:xfrm>
            <a:custGeom>
              <a:avLst/>
              <a:gdLst>
                <a:gd name="T0" fmla="*/ 0 w 792"/>
                <a:gd name="T1" fmla="*/ 0 h 487"/>
                <a:gd name="T2" fmla="*/ 870 w 792"/>
                <a:gd name="T3" fmla="*/ 5 h 487"/>
                <a:gd name="T4" fmla="*/ 870 w 792"/>
                <a:gd name="T5" fmla="*/ 592 h 487"/>
                <a:gd name="T6" fmla="*/ 201 w 792"/>
                <a:gd name="T7" fmla="*/ 583 h 48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92" h="487">
                  <a:moveTo>
                    <a:pt x="0" y="0"/>
                  </a:moveTo>
                  <a:lnTo>
                    <a:pt x="792" y="4"/>
                  </a:lnTo>
                  <a:lnTo>
                    <a:pt x="792" y="487"/>
                  </a:lnTo>
                  <a:lnTo>
                    <a:pt x="183" y="480"/>
                  </a:lnTo>
                </a:path>
              </a:pathLst>
            </a:custGeom>
            <a:noFill/>
            <a:ln w="28575" cap="flat" cmpd="sng">
              <a:solidFill>
                <a:srgbClr val="0000FF"/>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grpSp>
      <p:sp>
        <p:nvSpPr>
          <p:cNvPr id="19" name="Rectangle 21">
            <a:extLst>
              <a:ext uri="{FF2B5EF4-FFF2-40B4-BE49-F238E27FC236}">
                <a16:creationId xmlns:a16="http://schemas.microsoft.com/office/drawing/2014/main" id="{69AE2D5B-4CF8-2F54-4B5A-30A74EBF649E}"/>
              </a:ext>
            </a:extLst>
          </p:cNvPr>
          <p:cNvSpPr>
            <a:spLocks noChangeArrowheads="1"/>
          </p:cNvSpPr>
          <p:nvPr/>
        </p:nvSpPr>
        <p:spPr bwMode="auto">
          <a:xfrm>
            <a:off x="3702336" y="2517743"/>
            <a:ext cx="29816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A</a:t>
            </a:r>
          </a:p>
        </p:txBody>
      </p:sp>
      <p:sp>
        <p:nvSpPr>
          <p:cNvPr id="20" name="Rectangle 22">
            <a:extLst>
              <a:ext uri="{FF2B5EF4-FFF2-40B4-BE49-F238E27FC236}">
                <a16:creationId xmlns:a16="http://schemas.microsoft.com/office/drawing/2014/main" id="{5B110787-253D-A884-55EC-A65CFA929573}"/>
              </a:ext>
            </a:extLst>
          </p:cNvPr>
          <p:cNvSpPr>
            <a:spLocks noChangeArrowheads="1"/>
          </p:cNvSpPr>
          <p:nvPr/>
        </p:nvSpPr>
        <p:spPr bwMode="auto">
          <a:xfrm>
            <a:off x="6238147" y="2517743"/>
            <a:ext cx="28854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B</a:t>
            </a:r>
          </a:p>
        </p:txBody>
      </p:sp>
      <p:sp>
        <p:nvSpPr>
          <p:cNvPr id="21" name="Rectangle 23">
            <a:extLst>
              <a:ext uri="{FF2B5EF4-FFF2-40B4-BE49-F238E27FC236}">
                <a16:creationId xmlns:a16="http://schemas.microsoft.com/office/drawing/2014/main" id="{7FC7E28B-D823-2D95-5E16-8AE8A3C3B5CC}"/>
              </a:ext>
            </a:extLst>
          </p:cNvPr>
          <p:cNvSpPr>
            <a:spLocks noChangeArrowheads="1"/>
          </p:cNvSpPr>
          <p:nvPr/>
        </p:nvSpPr>
        <p:spPr bwMode="auto">
          <a:xfrm>
            <a:off x="3396296" y="2303130"/>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客户</a:t>
            </a:r>
          </a:p>
        </p:txBody>
      </p:sp>
      <p:sp>
        <p:nvSpPr>
          <p:cNvPr id="22" name="Rectangle 24">
            <a:extLst>
              <a:ext uri="{FF2B5EF4-FFF2-40B4-BE49-F238E27FC236}">
                <a16:creationId xmlns:a16="http://schemas.microsoft.com/office/drawing/2014/main" id="{76446453-79A7-4E9A-B670-48DCAF439157}"/>
              </a:ext>
            </a:extLst>
          </p:cNvPr>
          <p:cNvSpPr>
            <a:spLocks noChangeArrowheads="1"/>
          </p:cNvSpPr>
          <p:nvPr/>
        </p:nvSpPr>
        <p:spPr bwMode="auto">
          <a:xfrm>
            <a:off x="6424933" y="2303130"/>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a:ln>
                  <a:noFill/>
                </a:ln>
                <a:effectLst/>
                <a:uLnTx/>
                <a:uFillTx/>
                <a:latin typeface="微软雅黑" pitchFamily="34" charset="-122"/>
                <a:ea typeface="微软雅黑" pitchFamily="34" charset="-122"/>
              </a:rPr>
              <a:t>服务器</a:t>
            </a:r>
          </a:p>
        </p:txBody>
      </p:sp>
      <p:pic>
        <p:nvPicPr>
          <p:cNvPr id="23" name="Picture 134" descr="jisuanji">
            <a:extLst>
              <a:ext uri="{FF2B5EF4-FFF2-40B4-BE49-F238E27FC236}">
                <a16:creationId xmlns:a16="http://schemas.microsoft.com/office/drawing/2014/main" id="{75D61732-689C-85D1-D490-A2464C6451F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450888" y="2547572"/>
            <a:ext cx="318286" cy="318286"/>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134" descr="jisuanji">
            <a:extLst>
              <a:ext uri="{FF2B5EF4-FFF2-40B4-BE49-F238E27FC236}">
                <a16:creationId xmlns:a16="http://schemas.microsoft.com/office/drawing/2014/main" id="{14F7125F-DBB0-D2A8-72C4-593DAD3A31A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64235" y="2547572"/>
            <a:ext cx="318286" cy="318286"/>
          </a:xfrm>
          <a:prstGeom prst="rect">
            <a:avLst/>
          </a:prstGeom>
          <a:noFill/>
          <a:extLst>
            <a:ext uri="{909E8E84-426E-40DD-AFC4-6F175D3DCCD1}">
              <a14:hiddenFill xmlns:a14="http://schemas.microsoft.com/office/drawing/2010/main">
                <a:solidFill>
                  <a:srgbClr val="FFFFFF"/>
                </a:solidFill>
              </a14:hiddenFill>
            </a:ext>
          </a:extLst>
        </p:spPr>
      </p:pic>
      <p:grpSp>
        <p:nvGrpSpPr>
          <p:cNvPr id="25" name="组合 24">
            <a:extLst>
              <a:ext uri="{FF2B5EF4-FFF2-40B4-BE49-F238E27FC236}">
                <a16:creationId xmlns:a16="http://schemas.microsoft.com/office/drawing/2014/main" id="{5F920804-2F6B-C58F-7262-8F46DC00A121}"/>
              </a:ext>
            </a:extLst>
          </p:cNvPr>
          <p:cNvGrpSpPr/>
          <p:nvPr/>
        </p:nvGrpSpPr>
        <p:grpSpPr>
          <a:xfrm>
            <a:off x="3726992" y="3824449"/>
            <a:ext cx="2679216" cy="723958"/>
            <a:chOff x="3196383" y="2596896"/>
            <a:chExt cx="2679216" cy="723958"/>
          </a:xfrm>
        </p:grpSpPr>
        <p:sp>
          <p:nvSpPr>
            <p:cNvPr id="26" name="Line 27">
              <a:extLst>
                <a:ext uri="{FF2B5EF4-FFF2-40B4-BE49-F238E27FC236}">
                  <a16:creationId xmlns:a16="http://schemas.microsoft.com/office/drawing/2014/main" id="{389395C6-8516-D430-2F19-10A2493F855A}"/>
                </a:ext>
              </a:extLst>
            </p:cNvPr>
            <p:cNvSpPr>
              <a:spLocks noChangeShapeType="1"/>
            </p:cNvSpPr>
            <p:nvPr/>
          </p:nvSpPr>
          <p:spPr bwMode="auto">
            <a:xfrm flipH="1">
              <a:off x="3356206" y="2596896"/>
              <a:ext cx="2519393" cy="723958"/>
            </a:xfrm>
            <a:prstGeom prst="line">
              <a:avLst/>
            </a:prstGeom>
            <a:noFill/>
            <a:ln w="571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kern="0">
                <a:latin typeface="微软雅黑" pitchFamily="34" charset="-122"/>
                <a:ea typeface="微软雅黑" pitchFamily="34" charset="-122"/>
              </a:endParaRPr>
            </a:p>
          </p:txBody>
        </p:sp>
        <p:sp>
          <p:nvSpPr>
            <p:cNvPr id="27" name="Rectangle 28">
              <a:extLst>
                <a:ext uri="{FF2B5EF4-FFF2-40B4-BE49-F238E27FC236}">
                  <a16:creationId xmlns:a16="http://schemas.microsoft.com/office/drawing/2014/main" id="{74CFDA23-6BE0-9095-77F4-D74EF18809DA}"/>
                </a:ext>
              </a:extLst>
            </p:cNvPr>
            <p:cNvSpPr>
              <a:spLocks noChangeArrowheads="1"/>
            </p:cNvSpPr>
            <p:nvPr/>
          </p:nvSpPr>
          <p:spPr bwMode="auto">
            <a:xfrm rot="20622176" flipH="1">
              <a:off x="3196383" y="2734428"/>
              <a:ext cx="2585915" cy="228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marL="0" marR="0" lvl="0" indent="0" algn="ctr" defTabSz="762000" eaLnBrk="0" fontAlgn="auto" latinLnBrk="0" hangingPunct="0">
                <a:lnSpc>
                  <a:spcPct val="100000"/>
                </a:lnSpc>
                <a:spcBef>
                  <a:spcPts val="0"/>
                </a:spcBef>
                <a:spcAft>
                  <a:spcPts val="0"/>
                </a:spcAft>
                <a:buClrTx/>
                <a:buSzTx/>
                <a:buFontTx/>
                <a:buNone/>
                <a:tabLst/>
                <a:defRPr/>
              </a:pP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SYN = 1, ACK = 1,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seq</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 y,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ack</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x </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sym typeface="Symbol" pitchFamily="18" charset="2"/>
                </a:rPr>
                <a:t> 1</a:t>
              </a:r>
              <a:endParaRPr kumimoji="0" lang="en-US" altLang="zh-CN" sz="900" b="1" i="0" u="none" strike="noStrike" kern="0" cap="none" spc="0" normalizeH="0" baseline="0" noProof="0" dirty="0">
                <a:ln>
                  <a:noFill/>
                </a:ln>
                <a:effectLst/>
                <a:uLnTx/>
                <a:uFillTx/>
                <a:latin typeface="微软雅黑" pitchFamily="34" charset="-122"/>
                <a:ea typeface="微软雅黑" pitchFamily="34" charset="-122"/>
              </a:endParaRPr>
            </a:p>
          </p:txBody>
        </p:sp>
      </p:grpSp>
      <p:grpSp>
        <p:nvGrpSpPr>
          <p:cNvPr id="28" name="组合 27">
            <a:extLst>
              <a:ext uri="{FF2B5EF4-FFF2-40B4-BE49-F238E27FC236}">
                <a16:creationId xmlns:a16="http://schemas.microsoft.com/office/drawing/2014/main" id="{D9B7F15A-9803-10F8-40D6-51897C15CCDA}"/>
              </a:ext>
            </a:extLst>
          </p:cNvPr>
          <p:cNvGrpSpPr/>
          <p:nvPr/>
        </p:nvGrpSpPr>
        <p:grpSpPr>
          <a:xfrm>
            <a:off x="3900218" y="4622345"/>
            <a:ext cx="2492586" cy="486008"/>
            <a:chOff x="3369609" y="3385648"/>
            <a:chExt cx="2492586" cy="486008"/>
          </a:xfrm>
        </p:grpSpPr>
        <p:sp>
          <p:nvSpPr>
            <p:cNvPr id="29" name="Line 8">
              <a:extLst>
                <a:ext uri="{FF2B5EF4-FFF2-40B4-BE49-F238E27FC236}">
                  <a16:creationId xmlns:a16="http://schemas.microsoft.com/office/drawing/2014/main" id="{EF135E3D-256D-7885-AB4A-F35CD1465519}"/>
                </a:ext>
              </a:extLst>
            </p:cNvPr>
            <p:cNvSpPr>
              <a:spLocks noChangeShapeType="1"/>
            </p:cNvSpPr>
            <p:nvPr/>
          </p:nvSpPr>
          <p:spPr bwMode="auto">
            <a:xfrm>
              <a:off x="3369609" y="3385648"/>
              <a:ext cx="2492586" cy="486008"/>
            </a:xfrm>
            <a:prstGeom prst="line">
              <a:avLst/>
            </a:prstGeom>
            <a:noFill/>
            <a:ln w="571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sp>
          <p:nvSpPr>
            <p:cNvPr id="30" name="Rectangle 7">
              <a:extLst>
                <a:ext uri="{FF2B5EF4-FFF2-40B4-BE49-F238E27FC236}">
                  <a16:creationId xmlns:a16="http://schemas.microsoft.com/office/drawing/2014/main" id="{B1B2B06E-9803-4CD9-7357-095D3D34A999}"/>
                </a:ext>
              </a:extLst>
            </p:cNvPr>
            <p:cNvSpPr>
              <a:spLocks noChangeArrowheads="1"/>
            </p:cNvSpPr>
            <p:nvPr/>
          </p:nvSpPr>
          <p:spPr bwMode="auto">
            <a:xfrm rot="665985">
              <a:off x="3673451" y="3400197"/>
              <a:ext cx="2046588" cy="228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lvl="0" defTabSz="762000" eaLnBrk="0" hangingPunct="0">
                <a:defRPr/>
              </a:pPr>
              <a:r>
                <a:rPr lang="es-ES" altLang="zh-CN" sz="900" b="1" kern="0" dirty="0">
                  <a:latin typeface="微软雅黑" pitchFamily="34" charset="-122"/>
                  <a:ea typeface="微软雅黑" pitchFamily="34" charset="-122"/>
                </a:rPr>
                <a:t>ACK = 1, seq = x + 1, ack = y+1</a:t>
              </a:r>
            </a:p>
          </p:txBody>
        </p:sp>
      </p:grpSp>
      <p:grpSp>
        <p:nvGrpSpPr>
          <p:cNvPr id="31" name="Group 15">
            <a:extLst>
              <a:ext uri="{FF2B5EF4-FFF2-40B4-BE49-F238E27FC236}">
                <a16:creationId xmlns:a16="http://schemas.microsoft.com/office/drawing/2014/main" id="{9966677C-78FF-75A1-43BE-876D606C1ED2}"/>
              </a:ext>
            </a:extLst>
          </p:cNvPr>
          <p:cNvGrpSpPr>
            <a:grpSpLocks/>
          </p:cNvGrpSpPr>
          <p:nvPr/>
        </p:nvGrpSpPr>
        <p:grpSpPr bwMode="auto">
          <a:xfrm>
            <a:off x="4462529" y="5064355"/>
            <a:ext cx="1330219" cy="274235"/>
            <a:chOff x="2088" y="3679"/>
            <a:chExt cx="1494" cy="308"/>
          </a:xfrm>
        </p:grpSpPr>
        <p:sp>
          <p:nvSpPr>
            <p:cNvPr id="32" name="AutoShape 16">
              <a:extLst>
                <a:ext uri="{FF2B5EF4-FFF2-40B4-BE49-F238E27FC236}">
                  <a16:creationId xmlns:a16="http://schemas.microsoft.com/office/drawing/2014/main" id="{4F0B8258-44ED-EC1C-A03D-972AB1A8DD7B}"/>
                </a:ext>
              </a:extLst>
            </p:cNvPr>
            <p:cNvSpPr>
              <a:spLocks noChangeArrowheads="1"/>
            </p:cNvSpPr>
            <p:nvPr/>
          </p:nvSpPr>
          <p:spPr bwMode="auto">
            <a:xfrm>
              <a:off x="2088" y="3735"/>
              <a:ext cx="1494" cy="166"/>
            </a:xfrm>
            <a:prstGeom prst="leftRightArrow">
              <a:avLst>
                <a:gd name="adj1" fmla="val 55880"/>
                <a:gd name="adj2" fmla="val 103167"/>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33" name="Rectangle 17">
              <a:extLst>
                <a:ext uri="{FF2B5EF4-FFF2-40B4-BE49-F238E27FC236}">
                  <a16:creationId xmlns:a16="http://schemas.microsoft.com/office/drawing/2014/main" id="{0979DA28-8889-47CB-013F-05EE5E94668A}"/>
                </a:ext>
              </a:extLst>
            </p:cNvPr>
            <p:cNvSpPr>
              <a:spLocks noChangeArrowheads="1"/>
            </p:cNvSpPr>
            <p:nvPr/>
          </p:nvSpPr>
          <p:spPr bwMode="auto">
            <a:xfrm>
              <a:off x="2382" y="3679"/>
              <a:ext cx="897" cy="308"/>
            </a:xfrm>
            <a:prstGeom prst="rect">
              <a:avLst/>
            </a:prstGeom>
            <a:solidFill>
              <a:srgbClr val="66FF99"/>
            </a:solidFill>
            <a:ln w="12700">
              <a:solidFill>
                <a:schemeClr val="tx1"/>
              </a:solidFill>
              <a:headEnd/>
              <a:tailEnd/>
            </a:ln>
          </p:spPr>
          <p:style>
            <a:lnRef idx="2">
              <a:schemeClr val="dk1"/>
            </a:lnRef>
            <a:fillRef idx="1">
              <a:schemeClr val="lt1"/>
            </a:fillRef>
            <a:effectRef idx="0">
              <a:schemeClr val="dk1"/>
            </a:effectRef>
            <a:fontRef idx="minor">
              <a:schemeClr val="dk1"/>
            </a:fontRef>
          </p:style>
          <p:txBody>
            <a:bodyPr wrap="none" lIns="90488" tIns="44450" rIns="90488" bIns="44450">
              <a:spAutoFit/>
            </a:bodyPr>
            <a:lstStyle/>
            <a:p>
              <a:pPr marL="0" marR="0" lvl="0" indent="0" algn="ctr"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数据传送</a:t>
              </a:r>
            </a:p>
          </p:txBody>
        </p:sp>
      </p:grpSp>
      <p:grpSp>
        <p:nvGrpSpPr>
          <p:cNvPr id="148" name="Group 2">
            <a:extLst>
              <a:ext uri="{FF2B5EF4-FFF2-40B4-BE49-F238E27FC236}">
                <a16:creationId xmlns:a16="http://schemas.microsoft.com/office/drawing/2014/main" id="{456E08D4-E99E-3A56-46B9-F6A58128BAC2}"/>
              </a:ext>
            </a:extLst>
          </p:cNvPr>
          <p:cNvGrpSpPr>
            <a:grpSpLocks/>
          </p:cNvGrpSpPr>
          <p:nvPr/>
        </p:nvGrpSpPr>
        <p:grpSpPr bwMode="auto">
          <a:xfrm>
            <a:off x="3283137" y="3273143"/>
            <a:ext cx="3802206" cy="2120311"/>
            <a:chOff x="880" y="1893"/>
            <a:chExt cx="3747" cy="2372"/>
          </a:xfrm>
        </p:grpSpPr>
        <p:grpSp>
          <p:nvGrpSpPr>
            <p:cNvPr id="149" name="Group 3">
              <a:extLst>
                <a:ext uri="{FF2B5EF4-FFF2-40B4-BE49-F238E27FC236}">
                  <a16:creationId xmlns:a16="http://schemas.microsoft.com/office/drawing/2014/main" id="{3F48E219-2BEC-486E-5DE2-43859481DE34}"/>
                </a:ext>
              </a:extLst>
            </p:cNvPr>
            <p:cNvGrpSpPr>
              <a:grpSpLocks/>
            </p:cNvGrpSpPr>
            <p:nvPr/>
          </p:nvGrpSpPr>
          <p:grpSpPr bwMode="auto">
            <a:xfrm>
              <a:off x="899" y="1916"/>
              <a:ext cx="622" cy="1048"/>
              <a:chOff x="899" y="1916"/>
              <a:chExt cx="622" cy="1048"/>
            </a:xfrm>
          </p:grpSpPr>
          <p:sp>
            <p:nvSpPr>
              <p:cNvPr id="162" name="Rectangle 4">
                <a:extLst>
                  <a:ext uri="{FF2B5EF4-FFF2-40B4-BE49-F238E27FC236}">
                    <a16:creationId xmlns:a16="http://schemas.microsoft.com/office/drawing/2014/main" id="{E857A0F9-C663-EA6E-49B5-E6A51B0BE0CB}"/>
                  </a:ext>
                </a:extLst>
              </p:cNvPr>
              <p:cNvSpPr>
                <a:spLocks noChangeArrowheads="1"/>
              </p:cNvSpPr>
              <p:nvPr/>
            </p:nvSpPr>
            <p:spPr bwMode="auto">
              <a:xfrm>
                <a:off x="899" y="1916"/>
                <a:ext cx="622" cy="1048"/>
              </a:xfrm>
              <a:prstGeom prst="rect">
                <a:avLst/>
              </a:prstGeom>
              <a:solidFill>
                <a:srgbClr val="009900"/>
              </a:solidFill>
              <a:ln>
                <a:noFill/>
              </a:ln>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100" b="1" i="0" u="none" strike="noStrike" kern="0" cap="none" spc="0" normalizeH="0" baseline="0" noProof="0">
                  <a:ln>
                    <a:noFill/>
                  </a:ln>
                  <a:effectLst/>
                  <a:uLnTx/>
                  <a:uFillTx/>
                  <a:latin typeface="微软雅黑" pitchFamily="34" charset="-122"/>
                  <a:ea typeface="微软雅黑" pitchFamily="34" charset="-122"/>
                </a:endParaRPr>
              </a:p>
            </p:txBody>
          </p:sp>
          <p:sp>
            <p:nvSpPr>
              <p:cNvPr id="163" name="Rectangle 5">
                <a:extLst>
                  <a:ext uri="{FF2B5EF4-FFF2-40B4-BE49-F238E27FC236}">
                    <a16:creationId xmlns:a16="http://schemas.microsoft.com/office/drawing/2014/main" id="{4B0BB9DC-C149-2863-47A3-64D62C05F87C}"/>
                  </a:ext>
                </a:extLst>
              </p:cNvPr>
              <p:cNvSpPr>
                <a:spLocks noChangeArrowheads="1"/>
              </p:cNvSpPr>
              <p:nvPr/>
            </p:nvSpPr>
            <p:spPr bwMode="auto">
              <a:xfrm>
                <a:off x="946" y="2199"/>
                <a:ext cx="548" cy="4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1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SYN-</a:t>
                </a:r>
              </a:p>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1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SENT</a:t>
                </a:r>
              </a:p>
            </p:txBody>
          </p:sp>
        </p:grpSp>
        <p:grpSp>
          <p:nvGrpSpPr>
            <p:cNvPr id="150" name="Group 6">
              <a:extLst>
                <a:ext uri="{FF2B5EF4-FFF2-40B4-BE49-F238E27FC236}">
                  <a16:creationId xmlns:a16="http://schemas.microsoft.com/office/drawing/2014/main" id="{A5A94690-1457-32E9-4855-554422D407A0}"/>
                </a:ext>
              </a:extLst>
            </p:cNvPr>
            <p:cNvGrpSpPr>
              <a:grpSpLocks/>
            </p:cNvGrpSpPr>
            <p:nvPr/>
          </p:nvGrpSpPr>
          <p:grpSpPr bwMode="auto">
            <a:xfrm>
              <a:off x="880" y="3013"/>
              <a:ext cx="690" cy="1252"/>
              <a:chOff x="880" y="3013"/>
              <a:chExt cx="690" cy="1252"/>
            </a:xfrm>
          </p:grpSpPr>
          <p:sp>
            <p:nvSpPr>
              <p:cNvPr id="160" name="Rectangle 7">
                <a:extLst>
                  <a:ext uri="{FF2B5EF4-FFF2-40B4-BE49-F238E27FC236}">
                    <a16:creationId xmlns:a16="http://schemas.microsoft.com/office/drawing/2014/main" id="{0BEC2F7B-EC42-868E-BE0D-0B558CB439B7}"/>
                  </a:ext>
                </a:extLst>
              </p:cNvPr>
              <p:cNvSpPr>
                <a:spLocks noChangeArrowheads="1"/>
              </p:cNvSpPr>
              <p:nvPr/>
            </p:nvSpPr>
            <p:spPr bwMode="auto">
              <a:xfrm>
                <a:off x="905" y="3013"/>
                <a:ext cx="609" cy="1252"/>
              </a:xfrm>
              <a:prstGeom prst="rect">
                <a:avLst/>
              </a:prstGeom>
              <a:solidFill>
                <a:srgbClr val="0000FF"/>
              </a:solidFill>
              <a:ln>
                <a:noFill/>
              </a:ln>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100" b="1" i="0" u="none" strike="noStrike" kern="0" cap="none" spc="0" normalizeH="0" baseline="0" noProof="0">
                  <a:ln>
                    <a:noFill/>
                  </a:ln>
                  <a:effectLst/>
                  <a:uLnTx/>
                  <a:uFillTx/>
                  <a:latin typeface="微软雅黑" pitchFamily="34" charset="-122"/>
                  <a:ea typeface="微软雅黑" pitchFamily="34" charset="-122"/>
                </a:endParaRPr>
              </a:p>
            </p:txBody>
          </p:sp>
          <p:sp>
            <p:nvSpPr>
              <p:cNvPr id="161" name="Rectangle 8">
                <a:extLst>
                  <a:ext uri="{FF2B5EF4-FFF2-40B4-BE49-F238E27FC236}">
                    <a16:creationId xmlns:a16="http://schemas.microsoft.com/office/drawing/2014/main" id="{1904270E-CF75-F84C-22C4-C36D85847E7B}"/>
                  </a:ext>
                </a:extLst>
              </p:cNvPr>
              <p:cNvSpPr>
                <a:spLocks noChangeArrowheads="1"/>
              </p:cNvSpPr>
              <p:nvPr/>
            </p:nvSpPr>
            <p:spPr bwMode="auto">
              <a:xfrm>
                <a:off x="880" y="3383"/>
                <a:ext cx="690" cy="4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1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ESTAB-</a:t>
                </a:r>
              </a:p>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1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LISHED</a:t>
                </a:r>
              </a:p>
            </p:txBody>
          </p:sp>
        </p:grpSp>
        <p:grpSp>
          <p:nvGrpSpPr>
            <p:cNvPr id="151" name="Group 9">
              <a:extLst>
                <a:ext uri="{FF2B5EF4-FFF2-40B4-BE49-F238E27FC236}">
                  <a16:creationId xmlns:a16="http://schemas.microsoft.com/office/drawing/2014/main" id="{6728707C-1862-9095-D72A-1318BBD22A5D}"/>
                </a:ext>
              </a:extLst>
            </p:cNvPr>
            <p:cNvGrpSpPr>
              <a:grpSpLocks/>
            </p:cNvGrpSpPr>
            <p:nvPr/>
          </p:nvGrpSpPr>
          <p:grpSpPr bwMode="auto">
            <a:xfrm>
              <a:off x="3949" y="2445"/>
              <a:ext cx="621" cy="1064"/>
              <a:chOff x="3949" y="2445"/>
              <a:chExt cx="621" cy="1064"/>
            </a:xfrm>
          </p:grpSpPr>
          <p:sp>
            <p:nvSpPr>
              <p:cNvPr id="158" name="Rectangle 10">
                <a:extLst>
                  <a:ext uri="{FF2B5EF4-FFF2-40B4-BE49-F238E27FC236}">
                    <a16:creationId xmlns:a16="http://schemas.microsoft.com/office/drawing/2014/main" id="{12D97938-E2DB-D75E-7295-263F0299FAF6}"/>
                  </a:ext>
                </a:extLst>
              </p:cNvPr>
              <p:cNvSpPr>
                <a:spLocks noChangeArrowheads="1"/>
              </p:cNvSpPr>
              <p:nvPr/>
            </p:nvSpPr>
            <p:spPr bwMode="auto">
              <a:xfrm>
                <a:off x="3949" y="2445"/>
                <a:ext cx="621" cy="1064"/>
              </a:xfrm>
              <a:prstGeom prst="rect">
                <a:avLst/>
              </a:prstGeom>
              <a:solidFill>
                <a:srgbClr val="009900"/>
              </a:solidFill>
              <a:ln>
                <a:noFill/>
              </a:ln>
              <a:effectLst/>
              <a:extLst>
                <a:ext uri="{91240B29-F687-4F45-9708-019B960494DF}">
                  <a14:hiddenLine xmlns:a14="http://schemas.microsoft.com/office/drawing/2010/main" w="12700" algn="ctr">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100" b="1" i="0" u="none" strike="noStrike" kern="0" cap="none" spc="0" normalizeH="0" baseline="0" noProof="0">
                  <a:ln>
                    <a:noFill/>
                  </a:ln>
                  <a:effectLst/>
                  <a:uLnTx/>
                  <a:uFillTx/>
                  <a:latin typeface="微软雅黑" pitchFamily="34" charset="-122"/>
                  <a:ea typeface="微软雅黑" pitchFamily="34" charset="-122"/>
                </a:endParaRPr>
              </a:p>
            </p:txBody>
          </p:sp>
          <p:sp>
            <p:nvSpPr>
              <p:cNvPr id="159" name="Rectangle 11">
                <a:extLst>
                  <a:ext uri="{FF2B5EF4-FFF2-40B4-BE49-F238E27FC236}">
                    <a16:creationId xmlns:a16="http://schemas.microsoft.com/office/drawing/2014/main" id="{6148BFE6-4545-B039-D085-EC28DE33FE6B}"/>
                  </a:ext>
                </a:extLst>
              </p:cNvPr>
              <p:cNvSpPr>
                <a:spLocks noChangeArrowheads="1"/>
              </p:cNvSpPr>
              <p:nvPr/>
            </p:nvSpPr>
            <p:spPr bwMode="auto">
              <a:xfrm>
                <a:off x="3976" y="2751"/>
                <a:ext cx="580" cy="4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1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SYN-</a:t>
                </a:r>
              </a:p>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1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RCVD</a:t>
                </a:r>
              </a:p>
            </p:txBody>
          </p:sp>
        </p:grpSp>
        <p:grpSp>
          <p:nvGrpSpPr>
            <p:cNvPr id="152" name="Group 12">
              <a:extLst>
                <a:ext uri="{FF2B5EF4-FFF2-40B4-BE49-F238E27FC236}">
                  <a16:creationId xmlns:a16="http://schemas.microsoft.com/office/drawing/2014/main" id="{7B56B1C0-A47E-DC8A-85F0-E2603452EB1A}"/>
                </a:ext>
              </a:extLst>
            </p:cNvPr>
            <p:cNvGrpSpPr>
              <a:grpSpLocks/>
            </p:cNvGrpSpPr>
            <p:nvPr/>
          </p:nvGrpSpPr>
          <p:grpSpPr bwMode="auto">
            <a:xfrm>
              <a:off x="3949" y="1893"/>
              <a:ext cx="678" cy="519"/>
              <a:chOff x="3949" y="1893"/>
              <a:chExt cx="678" cy="519"/>
            </a:xfrm>
          </p:grpSpPr>
          <p:sp>
            <p:nvSpPr>
              <p:cNvPr id="156" name="Rectangle 13">
                <a:extLst>
                  <a:ext uri="{FF2B5EF4-FFF2-40B4-BE49-F238E27FC236}">
                    <a16:creationId xmlns:a16="http://schemas.microsoft.com/office/drawing/2014/main" id="{3B549CB1-1A4B-69B1-6DA4-315264E64C26}"/>
                  </a:ext>
                </a:extLst>
              </p:cNvPr>
              <p:cNvSpPr>
                <a:spLocks noChangeArrowheads="1"/>
              </p:cNvSpPr>
              <p:nvPr/>
            </p:nvSpPr>
            <p:spPr bwMode="auto">
              <a:xfrm>
                <a:off x="3949" y="1893"/>
                <a:ext cx="621" cy="519"/>
              </a:xfrm>
              <a:prstGeom prst="rect">
                <a:avLst/>
              </a:prstGeom>
              <a:solidFill>
                <a:srgbClr val="CC00CC"/>
              </a:solidFill>
              <a:ln>
                <a:noFill/>
              </a:ln>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100" b="1" i="0" u="none" strike="noStrike" kern="0" cap="none" spc="0" normalizeH="0" baseline="0" noProof="0">
                  <a:ln>
                    <a:noFill/>
                  </a:ln>
                  <a:effectLst/>
                  <a:uLnTx/>
                  <a:uFillTx/>
                  <a:latin typeface="微软雅黑" pitchFamily="34" charset="-122"/>
                  <a:ea typeface="微软雅黑" pitchFamily="34" charset="-122"/>
                </a:endParaRPr>
              </a:p>
            </p:txBody>
          </p:sp>
          <p:sp>
            <p:nvSpPr>
              <p:cNvPr id="157" name="Rectangle 14">
                <a:extLst>
                  <a:ext uri="{FF2B5EF4-FFF2-40B4-BE49-F238E27FC236}">
                    <a16:creationId xmlns:a16="http://schemas.microsoft.com/office/drawing/2014/main" id="{07C0EC9A-A149-247C-6CC3-591A9F290135}"/>
                  </a:ext>
                </a:extLst>
              </p:cNvPr>
              <p:cNvSpPr>
                <a:spLocks noChangeArrowheads="1"/>
              </p:cNvSpPr>
              <p:nvPr/>
            </p:nvSpPr>
            <p:spPr bwMode="auto">
              <a:xfrm>
                <a:off x="3956" y="2004"/>
                <a:ext cx="671"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1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LISTEN</a:t>
                </a:r>
              </a:p>
            </p:txBody>
          </p:sp>
        </p:grpSp>
        <p:grpSp>
          <p:nvGrpSpPr>
            <p:cNvPr id="153" name="Group 15">
              <a:extLst>
                <a:ext uri="{FF2B5EF4-FFF2-40B4-BE49-F238E27FC236}">
                  <a16:creationId xmlns:a16="http://schemas.microsoft.com/office/drawing/2014/main" id="{3669B32E-AEB6-B1B4-57D4-8F938165D274}"/>
                </a:ext>
              </a:extLst>
            </p:cNvPr>
            <p:cNvGrpSpPr>
              <a:grpSpLocks/>
            </p:cNvGrpSpPr>
            <p:nvPr/>
          </p:nvGrpSpPr>
          <p:grpSpPr bwMode="auto">
            <a:xfrm>
              <a:off x="3930" y="3564"/>
              <a:ext cx="690" cy="701"/>
              <a:chOff x="3930" y="3564"/>
              <a:chExt cx="690" cy="701"/>
            </a:xfrm>
          </p:grpSpPr>
          <p:sp>
            <p:nvSpPr>
              <p:cNvPr id="154" name="Rectangle 16">
                <a:extLst>
                  <a:ext uri="{FF2B5EF4-FFF2-40B4-BE49-F238E27FC236}">
                    <a16:creationId xmlns:a16="http://schemas.microsoft.com/office/drawing/2014/main" id="{AB2BDFB6-81F9-D8E3-0BE0-A9302118F273}"/>
                  </a:ext>
                </a:extLst>
              </p:cNvPr>
              <p:cNvSpPr>
                <a:spLocks noChangeArrowheads="1"/>
              </p:cNvSpPr>
              <p:nvPr/>
            </p:nvSpPr>
            <p:spPr bwMode="auto">
              <a:xfrm>
                <a:off x="3949" y="3564"/>
                <a:ext cx="621" cy="701"/>
              </a:xfrm>
              <a:prstGeom prst="rect">
                <a:avLst/>
              </a:prstGeom>
              <a:solidFill>
                <a:srgbClr val="0000FF"/>
              </a:solidFill>
              <a:ln>
                <a:noFill/>
              </a:ln>
              <a:effectLst/>
              <a:extLst>
                <a:ext uri="{91240B29-F687-4F45-9708-019B960494DF}">
                  <a14:hiddenLine xmlns:a14="http://schemas.microsoft.com/office/drawing/2010/main" w="12700" algn="ctr">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100" b="1" i="0" u="none" strike="noStrike" kern="0" cap="none" spc="0" normalizeH="0" baseline="0" noProof="0">
                  <a:ln>
                    <a:noFill/>
                  </a:ln>
                  <a:effectLst/>
                  <a:uLnTx/>
                  <a:uFillTx/>
                  <a:latin typeface="微软雅黑" pitchFamily="34" charset="-122"/>
                  <a:ea typeface="微软雅黑" pitchFamily="34" charset="-122"/>
                </a:endParaRPr>
              </a:p>
            </p:txBody>
          </p:sp>
          <p:sp>
            <p:nvSpPr>
              <p:cNvPr id="155" name="Rectangle 17">
                <a:extLst>
                  <a:ext uri="{FF2B5EF4-FFF2-40B4-BE49-F238E27FC236}">
                    <a16:creationId xmlns:a16="http://schemas.microsoft.com/office/drawing/2014/main" id="{32F508D4-522B-DA3D-448C-9AD7E3649206}"/>
                  </a:ext>
                </a:extLst>
              </p:cNvPr>
              <p:cNvSpPr>
                <a:spLocks noChangeArrowheads="1"/>
              </p:cNvSpPr>
              <p:nvPr/>
            </p:nvSpPr>
            <p:spPr bwMode="auto">
              <a:xfrm>
                <a:off x="3930" y="3708"/>
                <a:ext cx="690" cy="4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1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ESTAB-</a:t>
                </a:r>
              </a:p>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1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LISHED</a:t>
                </a:r>
              </a:p>
            </p:txBody>
          </p:sp>
        </p:grpSp>
      </p:grpSp>
      <p:sp>
        <p:nvSpPr>
          <p:cNvPr id="164" name="矩形 163">
            <a:extLst>
              <a:ext uri="{FF2B5EF4-FFF2-40B4-BE49-F238E27FC236}">
                <a16:creationId xmlns:a16="http://schemas.microsoft.com/office/drawing/2014/main" id="{D2BEA42D-B047-3015-211C-FCBD179DF424}"/>
              </a:ext>
            </a:extLst>
          </p:cNvPr>
          <p:cNvSpPr/>
          <p:nvPr/>
        </p:nvSpPr>
        <p:spPr>
          <a:xfrm>
            <a:off x="1968859" y="3576095"/>
            <a:ext cx="1441420" cy="307777"/>
          </a:xfrm>
          <a:prstGeom prst="rect">
            <a:avLst/>
          </a:prstGeom>
        </p:spPr>
        <p:txBody>
          <a:bodyPr wrap="none">
            <a:spAutoFit/>
          </a:bodyPr>
          <a:lstStyle/>
          <a:p>
            <a:pPr algn="ctr"/>
            <a:r>
              <a:rPr lang="zh-CN" altLang="en-US" sz="1400" b="1" dirty="0">
                <a:latin typeface="微软雅黑" panose="020B0503020204020204" pitchFamily="34" charset="-122"/>
                <a:ea typeface="微软雅黑" panose="020B0503020204020204" pitchFamily="34" charset="-122"/>
              </a:rPr>
              <a:t>（同步已发送）</a:t>
            </a:r>
          </a:p>
        </p:txBody>
      </p:sp>
      <p:sp>
        <p:nvSpPr>
          <p:cNvPr id="165" name="矩形 164">
            <a:extLst>
              <a:ext uri="{FF2B5EF4-FFF2-40B4-BE49-F238E27FC236}">
                <a16:creationId xmlns:a16="http://schemas.microsoft.com/office/drawing/2014/main" id="{35B17E3C-7743-A634-F9F2-1DA63799B121}"/>
              </a:ext>
            </a:extLst>
          </p:cNvPr>
          <p:cNvSpPr/>
          <p:nvPr/>
        </p:nvSpPr>
        <p:spPr>
          <a:xfrm>
            <a:off x="6942139" y="4065887"/>
            <a:ext cx="1261884" cy="307777"/>
          </a:xfrm>
          <a:prstGeom prst="rect">
            <a:avLst/>
          </a:prstGeom>
        </p:spPr>
        <p:txBody>
          <a:bodyPr wrap="none">
            <a:spAutoFit/>
          </a:bodyPr>
          <a:lstStyle/>
          <a:p>
            <a:pPr algn="ctr"/>
            <a:r>
              <a:rPr lang="zh-CN" altLang="en-US" sz="1400" b="1" dirty="0">
                <a:latin typeface="微软雅黑" panose="020B0503020204020204" pitchFamily="34" charset="-122"/>
                <a:ea typeface="微软雅黑" panose="020B0503020204020204" pitchFamily="34" charset="-122"/>
              </a:rPr>
              <a:t>（同步收到）</a:t>
            </a:r>
          </a:p>
        </p:txBody>
      </p:sp>
      <p:sp>
        <p:nvSpPr>
          <p:cNvPr id="166" name="矩形 165">
            <a:extLst>
              <a:ext uri="{FF2B5EF4-FFF2-40B4-BE49-F238E27FC236}">
                <a16:creationId xmlns:a16="http://schemas.microsoft.com/office/drawing/2014/main" id="{737C27EA-4310-99C2-4358-3BFF458F670F}"/>
              </a:ext>
            </a:extLst>
          </p:cNvPr>
          <p:cNvSpPr/>
          <p:nvPr/>
        </p:nvSpPr>
        <p:spPr>
          <a:xfrm>
            <a:off x="1970098" y="4597018"/>
            <a:ext cx="1441420" cy="307777"/>
          </a:xfrm>
          <a:prstGeom prst="rect">
            <a:avLst/>
          </a:prstGeom>
        </p:spPr>
        <p:txBody>
          <a:bodyPr wrap="none">
            <a:spAutoFit/>
          </a:bodyPr>
          <a:lstStyle/>
          <a:p>
            <a:pPr algn="ctr"/>
            <a:r>
              <a:rPr lang="zh-CN" altLang="zh-CN" sz="1400" b="1" dirty="0">
                <a:latin typeface="微软雅黑" panose="020B0503020204020204" pitchFamily="34" charset="-122"/>
                <a:ea typeface="微软雅黑" panose="020B0503020204020204" pitchFamily="34" charset="-122"/>
              </a:rPr>
              <a:t>（已建立连接）</a:t>
            </a:r>
            <a:endParaRPr lang="zh-CN" altLang="en-US" sz="1400" b="1" dirty="0">
              <a:latin typeface="微软雅黑" panose="020B0503020204020204" pitchFamily="34" charset="-122"/>
              <a:ea typeface="微软雅黑" panose="020B0503020204020204" pitchFamily="34" charset="-122"/>
            </a:endParaRPr>
          </a:p>
        </p:txBody>
      </p:sp>
      <p:sp>
        <p:nvSpPr>
          <p:cNvPr id="167" name="矩形 166">
            <a:extLst>
              <a:ext uri="{FF2B5EF4-FFF2-40B4-BE49-F238E27FC236}">
                <a16:creationId xmlns:a16="http://schemas.microsoft.com/office/drawing/2014/main" id="{324C1BB9-8075-8C67-3BB1-E7EB0CB8BE27}"/>
              </a:ext>
            </a:extLst>
          </p:cNvPr>
          <p:cNvSpPr/>
          <p:nvPr/>
        </p:nvSpPr>
        <p:spPr>
          <a:xfrm>
            <a:off x="6927248" y="4883170"/>
            <a:ext cx="1441420" cy="307777"/>
          </a:xfrm>
          <a:prstGeom prst="rect">
            <a:avLst/>
          </a:prstGeom>
        </p:spPr>
        <p:txBody>
          <a:bodyPr wrap="none">
            <a:spAutoFit/>
          </a:bodyPr>
          <a:lstStyle/>
          <a:p>
            <a:pPr algn="ctr"/>
            <a:r>
              <a:rPr lang="zh-CN" altLang="zh-CN" sz="1400" b="1" dirty="0">
                <a:latin typeface="微软雅黑" panose="020B0503020204020204" pitchFamily="34" charset="-122"/>
                <a:ea typeface="微软雅黑" panose="020B0503020204020204" pitchFamily="34" charset="-122"/>
              </a:rPr>
              <a:t>（已建立连接）</a:t>
            </a:r>
            <a:endParaRPr lang="zh-CN" altLang="en-US" sz="14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6310750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第</a:t>
            </a:r>
            <a:r>
              <a:rPr lang="en-US" altLang="zh-CN" dirty="0"/>
              <a:t> 5 </a:t>
            </a:r>
            <a:r>
              <a:rPr lang="zh-CN" altLang="zh-CN" dirty="0"/>
              <a:t>章</a:t>
            </a:r>
            <a:r>
              <a:rPr lang="en-US" altLang="zh-CN" dirty="0"/>
              <a:t>  </a:t>
            </a:r>
            <a:r>
              <a:rPr lang="zh-CN" altLang="en-US" dirty="0"/>
              <a:t>运输</a:t>
            </a:r>
            <a:r>
              <a:rPr lang="zh-CN" altLang="zh-CN" dirty="0"/>
              <a:t>层</a:t>
            </a:r>
            <a:r>
              <a:rPr lang="zh-CN" altLang="en-US" dirty="0"/>
              <a:t>典型</a:t>
            </a:r>
            <a:r>
              <a:rPr lang="zh-CN" altLang="zh-CN" dirty="0"/>
              <a:t>习题</a:t>
            </a:r>
            <a:endParaRPr lang="zh-CN" altLang="en-US" dirty="0"/>
          </a:p>
        </p:txBody>
      </p:sp>
      <p:sp>
        <p:nvSpPr>
          <p:cNvPr id="6" name="文本框 5"/>
          <p:cNvSpPr txBox="1"/>
          <p:nvPr/>
        </p:nvSpPr>
        <p:spPr>
          <a:xfrm>
            <a:off x="344488" y="1014388"/>
            <a:ext cx="9413066" cy="5632311"/>
          </a:xfrm>
          <a:prstGeom prst="rect">
            <a:avLst/>
          </a:prstGeom>
          <a:noFill/>
          <a:ln w="9525">
            <a:noFill/>
          </a:ln>
        </p:spPr>
        <p:txBody>
          <a:bodyPr wrap="square">
            <a:spAutoFit/>
          </a:bodyPr>
          <a:lstStyle/>
          <a:p>
            <a:r>
              <a:rPr lang="en-US" altLang="zh-CN" sz="2400" dirty="0">
                <a:solidFill>
                  <a:srgbClr val="FF0000"/>
                </a:solidFill>
              </a:rPr>
              <a:t>5-23  </a:t>
            </a:r>
            <a:r>
              <a:rPr lang="zh-CN" altLang="zh-CN" sz="2400" dirty="0">
                <a:solidFill>
                  <a:srgbClr val="FF0000"/>
                </a:solidFill>
              </a:rPr>
              <a:t>主机</a:t>
            </a:r>
            <a:r>
              <a:rPr lang="en-US" altLang="zh-CN" sz="2400" dirty="0">
                <a:solidFill>
                  <a:srgbClr val="FF0000"/>
                </a:solidFill>
              </a:rPr>
              <a:t>A</a:t>
            </a:r>
            <a:r>
              <a:rPr lang="zh-CN" altLang="zh-CN" sz="2400" dirty="0">
                <a:solidFill>
                  <a:srgbClr val="FF0000"/>
                </a:solidFill>
              </a:rPr>
              <a:t>向主机</a:t>
            </a:r>
            <a:r>
              <a:rPr lang="en-US" altLang="zh-CN" sz="2400" dirty="0">
                <a:solidFill>
                  <a:srgbClr val="FF0000"/>
                </a:solidFill>
              </a:rPr>
              <a:t>B</a:t>
            </a:r>
            <a:r>
              <a:rPr lang="zh-CN" altLang="zh-CN" sz="2400" dirty="0">
                <a:solidFill>
                  <a:srgbClr val="FF0000"/>
                </a:solidFill>
              </a:rPr>
              <a:t>连续发送了两个</a:t>
            </a:r>
            <a:r>
              <a:rPr lang="en-US" altLang="zh-CN" sz="2400" dirty="0">
                <a:solidFill>
                  <a:srgbClr val="FF0000"/>
                </a:solidFill>
              </a:rPr>
              <a:t>TCP</a:t>
            </a:r>
            <a:r>
              <a:rPr lang="zh-CN" altLang="zh-CN" sz="2400" dirty="0">
                <a:solidFill>
                  <a:srgbClr val="FF0000"/>
                </a:solidFill>
              </a:rPr>
              <a:t>报文段，其序号分别为</a:t>
            </a:r>
            <a:r>
              <a:rPr lang="en-US" altLang="zh-CN" sz="2400" dirty="0">
                <a:solidFill>
                  <a:srgbClr val="FF0000"/>
                </a:solidFill>
              </a:rPr>
              <a:t>70</a:t>
            </a:r>
            <a:r>
              <a:rPr lang="zh-CN" altLang="zh-CN" sz="2400" dirty="0">
                <a:solidFill>
                  <a:srgbClr val="FF0000"/>
                </a:solidFill>
              </a:rPr>
              <a:t>和</a:t>
            </a:r>
            <a:r>
              <a:rPr lang="en-US" altLang="zh-CN" sz="2400" dirty="0">
                <a:solidFill>
                  <a:srgbClr val="FF0000"/>
                </a:solidFill>
              </a:rPr>
              <a:t>100</a:t>
            </a:r>
            <a:r>
              <a:rPr lang="zh-CN" altLang="zh-CN" sz="2400" dirty="0">
                <a:solidFill>
                  <a:srgbClr val="FF0000"/>
                </a:solidFill>
              </a:rPr>
              <a:t>。试问：</a:t>
            </a:r>
            <a:r>
              <a:rPr lang="en-US" altLang="zh-CN" sz="2400" dirty="0">
                <a:solidFill>
                  <a:srgbClr val="FF0000"/>
                </a:solidFill>
              </a:rPr>
              <a:t>     </a:t>
            </a:r>
            <a:endParaRPr lang="zh-CN" altLang="zh-CN" sz="2400" dirty="0">
              <a:solidFill>
                <a:srgbClr val="FF0000"/>
              </a:solidFill>
            </a:endParaRPr>
          </a:p>
          <a:p>
            <a:r>
              <a:rPr lang="zh-CN" altLang="zh-CN" sz="2400" dirty="0">
                <a:solidFill>
                  <a:srgbClr val="FF0000"/>
                </a:solidFill>
              </a:rPr>
              <a:t>（</a:t>
            </a:r>
            <a:r>
              <a:rPr lang="en-US" altLang="zh-CN" sz="2400" dirty="0">
                <a:solidFill>
                  <a:srgbClr val="FF0000"/>
                </a:solidFill>
              </a:rPr>
              <a:t>1</a:t>
            </a:r>
            <a:r>
              <a:rPr lang="zh-CN" altLang="zh-CN" sz="2400" dirty="0">
                <a:solidFill>
                  <a:srgbClr val="FF0000"/>
                </a:solidFill>
              </a:rPr>
              <a:t>）第一个报文段携带了多少个字节的数据？</a:t>
            </a:r>
          </a:p>
          <a:p>
            <a:r>
              <a:rPr lang="zh-CN" altLang="zh-CN" sz="2400" dirty="0">
                <a:solidFill>
                  <a:srgbClr val="FF0000"/>
                </a:solidFill>
              </a:rPr>
              <a:t>（</a:t>
            </a:r>
            <a:r>
              <a:rPr lang="en-US" altLang="zh-CN" sz="2400" dirty="0">
                <a:solidFill>
                  <a:srgbClr val="FF0000"/>
                </a:solidFill>
              </a:rPr>
              <a:t>2</a:t>
            </a:r>
            <a:r>
              <a:rPr lang="zh-CN" altLang="zh-CN" sz="2400" dirty="0">
                <a:solidFill>
                  <a:srgbClr val="FF0000"/>
                </a:solidFill>
              </a:rPr>
              <a:t>）主机</a:t>
            </a:r>
            <a:r>
              <a:rPr lang="en-US" altLang="zh-CN" sz="2400" dirty="0">
                <a:solidFill>
                  <a:srgbClr val="FF0000"/>
                </a:solidFill>
              </a:rPr>
              <a:t>B</a:t>
            </a:r>
            <a:r>
              <a:rPr lang="zh-CN" altLang="zh-CN" sz="2400" dirty="0">
                <a:solidFill>
                  <a:srgbClr val="FF0000"/>
                </a:solidFill>
              </a:rPr>
              <a:t>收到第一个报文段后发回的确认中的确认号应当是多少？</a:t>
            </a:r>
          </a:p>
          <a:p>
            <a:r>
              <a:rPr lang="zh-CN" altLang="zh-CN" sz="2400" dirty="0">
                <a:solidFill>
                  <a:srgbClr val="FF0000"/>
                </a:solidFill>
              </a:rPr>
              <a:t>（</a:t>
            </a:r>
            <a:r>
              <a:rPr lang="en-US" altLang="zh-CN" sz="2400" dirty="0">
                <a:solidFill>
                  <a:srgbClr val="FF0000"/>
                </a:solidFill>
              </a:rPr>
              <a:t>3</a:t>
            </a:r>
            <a:r>
              <a:rPr lang="zh-CN" altLang="zh-CN" sz="2400" dirty="0">
                <a:solidFill>
                  <a:srgbClr val="FF0000"/>
                </a:solidFill>
              </a:rPr>
              <a:t>）如果主机</a:t>
            </a:r>
            <a:r>
              <a:rPr lang="en-US" altLang="zh-CN" sz="2400" dirty="0">
                <a:solidFill>
                  <a:srgbClr val="FF0000"/>
                </a:solidFill>
              </a:rPr>
              <a:t>B</a:t>
            </a:r>
            <a:r>
              <a:rPr lang="zh-CN" altLang="zh-CN" sz="2400" dirty="0">
                <a:solidFill>
                  <a:srgbClr val="FF0000"/>
                </a:solidFill>
              </a:rPr>
              <a:t>收到第二个报文段后发回的确认中的确认号是</a:t>
            </a:r>
            <a:r>
              <a:rPr lang="en-US" altLang="zh-CN" sz="2400" dirty="0">
                <a:solidFill>
                  <a:srgbClr val="FF0000"/>
                </a:solidFill>
              </a:rPr>
              <a:t>180</a:t>
            </a:r>
            <a:r>
              <a:rPr lang="zh-CN" altLang="zh-CN" sz="2400" dirty="0">
                <a:solidFill>
                  <a:srgbClr val="FF0000"/>
                </a:solidFill>
              </a:rPr>
              <a:t>，试问</a:t>
            </a:r>
            <a:r>
              <a:rPr lang="en-US" altLang="zh-CN" sz="2400" dirty="0">
                <a:solidFill>
                  <a:srgbClr val="FF0000"/>
                </a:solidFill>
              </a:rPr>
              <a:t>A</a:t>
            </a:r>
            <a:r>
              <a:rPr lang="zh-CN" altLang="zh-CN" sz="2400" dirty="0">
                <a:solidFill>
                  <a:srgbClr val="FF0000"/>
                </a:solidFill>
              </a:rPr>
              <a:t>发送的第二个报文段中的数据有多少字节？</a:t>
            </a:r>
          </a:p>
          <a:p>
            <a:r>
              <a:rPr lang="zh-CN" altLang="zh-CN" sz="2400" dirty="0">
                <a:solidFill>
                  <a:srgbClr val="FF0000"/>
                </a:solidFill>
              </a:rPr>
              <a:t>（</a:t>
            </a:r>
            <a:r>
              <a:rPr lang="en-US" altLang="zh-CN" sz="2400" dirty="0">
                <a:solidFill>
                  <a:srgbClr val="FF0000"/>
                </a:solidFill>
              </a:rPr>
              <a:t>4</a:t>
            </a:r>
            <a:r>
              <a:rPr lang="zh-CN" altLang="zh-CN" sz="2400" dirty="0">
                <a:solidFill>
                  <a:srgbClr val="FF0000"/>
                </a:solidFill>
              </a:rPr>
              <a:t>）如果</a:t>
            </a:r>
            <a:r>
              <a:rPr lang="en-US" altLang="zh-CN" sz="2400" dirty="0">
                <a:solidFill>
                  <a:srgbClr val="FF0000"/>
                </a:solidFill>
              </a:rPr>
              <a:t>A</a:t>
            </a:r>
            <a:r>
              <a:rPr lang="zh-CN" altLang="zh-CN" sz="2400" dirty="0">
                <a:solidFill>
                  <a:srgbClr val="FF0000"/>
                </a:solidFill>
              </a:rPr>
              <a:t>发送的第一个报文段丢失了，但第二个报文段到达了</a:t>
            </a:r>
            <a:r>
              <a:rPr lang="en-US" altLang="zh-CN" sz="2400" dirty="0">
                <a:solidFill>
                  <a:srgbClr val="FF0000"/>
                </a:solidFill>
              </a:rPr>
              <a:t>B</a:t>
            </a:r>
            <a:r>
              <a:rPr lang="zh-CN" altLang="zh-CN" sz="2400" dirty="0">
                <a:solidFill>
                  <a:srgbClr val="FF0000"/>
                </a:solidFill>
              </a:rPr>
              <a:t>。</a:t>
            </a:r>
            <a:r>
              <a:rPr lang="en-US" altLang="zh-CN" sz="2400" dirty="0">
                <a:solidFill>
                  <a:srgbClr val="FF0000"/>
                </a:solidFill>
              </a:rPr>
              <a:t>B</a:t>
            </a:r>
            <a:r>
              <a:rPr lang="zh-CN" altLang="zh-CN" sz="2400" dirty="0">
                <a:solidFill>
                  <a:srgbClr val="FF0000"/>
                </a:solidFill>
              </a:rPr>
              <a:t>在第二个报文段到达后向</a:t>
            </a:r>
            <a:r>
              <a:rPr lang="en-US" altLang="zh-CN" sz="2400" dirty="0">
                <a:solidFill>
                  <a:srgbClr val="FF0000"/>
                </a:solidFill>
              </a:rPr>
              <a:t>A</a:t>
            </a:r>
            <a:r>
              <a:rPr lang="zh-CN" altLang="zh-CN" sz="2400" dirty="0">
                <a:solidFill>
                  <a:srgbClr val="FF0000"/>
                </a:solidFill>
              </a:rPr>
              <a:t>发送确认。试问这个确认号应为多少？</a:t>
            </a:r>
            <a:endParaRPr lang="en-US" altLang="zh-CN" sz="2400" dirty="0">
              <a:solidFill>
                <a:srgbClr val="FF0000"/>
              </a:solidFill>
            </a:endParaRPr>
          </a:p>
          <a:p>
            <a:endParaRPr lang="zh-CN" altLang="zh-CN" sz="2400" dirty="0">
              <a:solidFill>
                <a:srgbClr val="FF0000"/>
              </a:solidFill>
            </a:endParaRPr>
          </a:p>
          <a:p>
            <a:r>
              <a:rPr lang="zh-CN" altLang="zh-CN" sz="2400" dirty="0"/>
              <a:t>解：</a:t>
            </a:r>
            <a:endParaRPr lang="en-US" altLang="zh-CN" sz="2400" dirty="0"/>
          </a:p>
          <a:p>
            <a:r>
              <a:rPr lang="zh-CN" altLang="zh-CN" sz="2400" dirty="0"/>
              <a:t>（</a:t>
            </a:r>
            <a:r>
              <a:rPr lang="en-US" altLang="zh-CN" sz="2400" dirty="0"/>
              <a:t>1</a:t>
            </a:r>
            <a:r>
              <a:rPr lang="zh-CN" altLang="zh-CN" sz="2400" dirty="0"/>
              <a:t>）第一个报文段的数据序号是</a:t>
            </a:r>
            <a:r>
              <a:rPr lang="en-US" altLang="zh-CN" sz="2400" dirty="0"/>
              <a:t>70</a:t>
            </a:r>
            <a:r>
              <a:rPr lang="zh-CN" altLang="zh-CN" sz="2400" dirty="0"/>
              <a:t>到</a:t>
            </a:r>
            <a:r>
              <a:rPr lang="en-US" altLang="zh-CN" sz="2400" dirty="0"/>
              <a:t>99</a:t>
            </a:r>
            <a:r>
              <a:rPr lang="zh-CN" altLang="zh-CN" sz="2400" dirty="0"/>
              <a:t>，共</a:t>
            </a:r>
            <a:r>
              <a:rPr lang="en-US" altLang="zh-CN" sz="2400" dirty="0"/>
              <a:t>30</a:t>
            </a:r>
            <a:r>
              <a:rPr lang="zh-CN" altLang="zh-CN" sz="2400" dirty="0"/>
              <a:t>字节的数据。</a:t>
            </a:r>
          </a:p>
          <a:p>
            <a:r>
              <a:rPr lang="zh-CN" altLang="zh-CN" sz="2400" dirty="0"/>
              <a:t>（</a:t>
            </a:r>
            <a:r>
              <a:rPr lang="en-US" altLang="zh-CN" sz="2400" dirty="0"/>
              <a:t>2</a:t>
            </a:r>
            <a:r>
              <a:rPr lang="zh-CN" altLang="zh-CN" sz="2400" dirty="0"/>
              <a:t>）确认号应为</a:t>
            </a:r>
            <a:r>
              <a:rPr lang="en-US" altLang="zh-CN" sz="2400" dirty="0"/>
              <a:t>100.</a:t>
            </a:r>
            <a:endParaRPr lang="zh-CN" altLang="zh-CN" sz="2400" dirty="0"/>
          </a:p>
          <a:p>
            <a:r>
              <a:rPr lang="zh-CN" altLang="zh-CN" sz="2400" dirty="0"/>
              <a:t>（</a:t>
            </a:r>
            <a:r>
              <a:rPr lang="en-US" altLang="zh-CN" sz="2400" dirty="0"/>
              <a:t>3</a:t>
            </a:r>
            <a:r>
              <a:rPr lang="zh-CN" altLang="zh-CN" sz="2400" dirty="0"/>
              <a:t>）</a:t>
            </a:r>
            <a:r>
              <a:rPr lang="en-US" altLang="zh-CN" sz="2400" dirty="0"/>
              <a:t>80</a:t>
            </a:r>
            <a:r>
              <a:rPr lang="zh-CN" altLang="zh-CN" sz="2400" dirty="0"/>
              <a:t>字节。</a:t>
            </a:r>
          </a:p>
          <a:p>
            <a:r>
              <a:rPr lang="zh-CN" altLang="zh-CN" sz="2400" dirty="0"/>
              <a:t>（</a:t>
            </a:r>
            <a:r>
              <a:rPr lang="en-US" altLang="zh-CN" sz="2400" dirty="0"/>
              <a:t>4</a:t>
            </a:r>
            <a:r>
              <a:rPr lang="zh-CN" altLang="zh-CN" sz="2400" dirty="0"/>
              <a:t>）</a:t>
            </a:r>
            <a:r>
              <a:rPr lang="en-US" altLang="zh-CN" sz="2400" dirty="0"/>
              <a:t>70</a:t>
            </a:r>
            <a:endParaRPr lang="zh-CN" altLang="zh-CN" sz="2400" dirty="0"/>
          </a:p>
          <a:p>
            <a:pPr marL="0" indent="0"/>
            <a:endParaRPr lang="zh-CN" altLang="en-US" sz="2400" b="0" dirty="0">
              <a:solidFill>
                <a:srgbClr val="FF0000"/>
              </a:solidFill>
              <a:latin typeface="黑体" panose="02010609060101010101" pitchFamily="2" charset="-122"/>
              <a:ea typeface="黑体" panose="02010609060101010101" pitchFamily="2" charset="-122"/>
              <a:cs typeface="黑体" panose="02010609060101010101" pitchFamily="2"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第</a:t>
            </a:r>
            <a:r>
              <a:rPr lang="en-US" altLang="zh-CN" dirty="0"/>
              <a:t> 5 </a:t>
            </a:r>
            <a:r>
              <a:rPr lang="zh-CN" altLang="zh-CN" dirty="0"/>
              <a:t>章</a:t>
            </a:r>
            <a:r>
              <a:rPr lang="en-US" altLang="zh-CN" dirty="0"/>
              <a:t>  </a:t>
            </a:r>
            <a:r>
              <a:rPr lang="zh-CN" altLang="en-US" dirty="0"/>
              <a:t>运输</a:t>
            </a:r>
            <a:r>
              <a:rPr lang="zh-CN" altLang="zh-CN" dirty="0"/>
              <a:t>层</a:t>
            </a:r>
            <a:r>
              <a:rPr lang="zh-CN" altLang="en-US" dirty="0"/>
              <a:t>典型</a:t>
            </a:r>
            <a:r>
              <a:rPr lang="zh-CN" altLang="zh-CN" dirty="0"/>
              <a:t>习题</a:t>
            </a:r>
            <a:endParaRPr lang="zh-CN" altLang="en-US" dirty="0"/>
          </a:p>
        </p:txBody>
      </p:sp>
      <p:sp>
        <p:nvSpPr>
          <p:cNvPr id="102" name="文本框 101"/>
          <p:cNvSpPr txBox="1"/>
          <p:nvPr/>
        </p:nvSpPr>
        <p:spPr>
          <a:xfrm>
            <a:off x="621030" y="1058545"/>
            <a:ext cx="8940165" cy="460375"/>
          </a:xfrm>
          <a:prstGeom prst="rect">
            <a:avLst/>
          </a:prstGeom>
          <a:noFill/>
          <a:ln w="9525">
            <a:noFill/>
          </a:ln>
        </p:spPr>
        <p:txBody>
          <a:bodyPr wrap="square">
            <a:spAutoFit/>
          </a:bodyPr>
          <a:lstStyle/>
          <a:p>
            <a:pPr marL="0" indent="0"/>
            <a:r>
              <a:rPr lang="en-US" sz="2400" b="0">
                <a:solidFill>
                  <a:srgbClr val="FF0000"/>
                </a:solidFill>
                <a:latin typeface="黑体" panose="02010609060101010101" pitchFamily="2" charset="-122"/>
                <a:ea typeface="黑体" panose="02010609060101010101" pitchFamily="2" charset="-122"/>
                <a:cs typeface="黑体" panose="02010609060101010101" pitchFamily="2" charset="-122"/>
              </a:rPr>
              <a:t>5-39TCP</a:t>
            </a:r>
            <a:r>
              <a:rPr lang="zh-CN" sz="2400" b="0">
                <a:solidFill>
                  <a:srgbClr val="FF0000"/>
                </a:solidFill>
                <a:latin typeface="黑体" panose="02010609060101010101" pitchFamily="2" charset="-122"/>
                <a:ea typeface="黑体" panose="02010609060101010101" pitchFamily="2" charset="-122"/>
                <a:cs typeface="黑体" panose="02010609060101010101" pitchFamily="2" charset="-122"/>
              </a:rPr>
              <a:t>的拥塞窗口</a:t>
            </a:r>
            <a:r>
              <a:rPr lang="en-US" sz="2400" b="0">
                <a:solidFill>
                  <a:srgbClr val="FF0000"/>
                </a:solidFill>
                <a:latin typeface="黑体" panose="02010609060101010101" pitchFamily="2" charset="-122"/>
                <a:ea typeface="黑体" panose="02010609060101010101" pitchFamily="2" charset="-122"/>
                <a:cs typeface="黑体" panose="02010609060101010101" pitchFamily="2" charset="-122"/>
              </a:rPr>
              <a:t>cwnd</a:t>
            </a:r>
            <a:r>
              <a:rPr lang="zh-CN" sz="2400" b="0">
                <a:solidFill>
                  <a:srgbClr val="FF0000"/>
                </a:solidFill>
                <a:latin typeface="黑体" panose="02010609060101010101" pitchFamily="2" charset="-122"/>
                <a:ea typeface="黑体" panose="02010609060101010101" pitchFamily="2" charset="-122"/>
                <a:cs typeface="黑体" panose="02010609060101010101" pitchFamily="2" charset="-122"/>
              </a:rPr>
              <a:t>大小与传输轮次〃的关系如下所示</a:t>
            </a:r>
            <a:r>
              <a:rPr lang="en-US" sz="2400" b="0">
                <a:solidFill>
                  <a:srgbClr val="FF0000"/>
                </a:solidFill>
                <a:latin typeface="黑体" panose="02010609060101010101" pitchFamily="2" charset="-122"/>
                <a:ea typeface="黑体" panose="02010609060101010101" pitchFamily="2" charset="-122"/>
                <a:cs typeface="黑体" panose="02010609060101010101" pitchFamily="2" charset="-122"/>
              </a:rPr>
              <a:t>:</a:t>
            </a:r>
            <a:endParaRPr lang="en-US" altLang="en-US" sz="2400" b="0">
              <a:solidFill>
                <a:srgbClr val="FF0000"/>
              </a:solidFill>
              <a:latin typeface="黑体" panose="02010609060101010101" pitchFamily="2" charset="-122"/>
              <a:ea typeface="黑体" panose="02010609060101010101" pitchFamily="2" charset="-122"/>
              <a:cs typeface="黑体" panose="02010609060101010101" pitchFamily="2" charset="-122"/>
            </a:endParaRPr>
          </a:p>
        </p:txBody>
      </p:sp>
      <p:graphicFrame>
        <p:nvGraphicFramePr>
          <p:cNvPr id="5" name="表格 4"/>
          <p:cNvGraphicFramePr/>
          <p:nvPr>
            <p:custDataLst>
              <p:tags r:id="rId1"/>
            </p:custDataLst>
            <p:extLst>
              <p:ext uri="{D42A27DB-BD31-4B8C-83A1-F6EECF244321}">
                <p14:modId xmlns:p14="http://schemas.microsoft.com/office/powerpoint/2010/main" val="1742154735"/>
              </p:ext>
            </p:extLst>
          </p:nvPr>
        </p:nvGraphicFramePr>
        <p:xfrm>
          <a:off x="909955" y="1505585"/>
          <a:ext cx="8457565" cy="1463040"/>
        </p:xfrm>
        <a:graphic>
          <a:graphicData uri="http://schemas.openxmlformats.org/drawingml/2006/table">
            <a:tbl>
              <a:tblPr firstRow="1" bandRow="1">
                <a:tableStyleId>{5940675A-B579-460E-94D1-54222C63F5DA}</a:tableStyleId>
              </a:tblPr>
              <a:tblGrid>
                <a:gridCol w="929005">
                  <a:extLst>
                    <a:ext uri="{9D8B030D-6E8A-4147-A177-3AD203B41FA5}">
                      <a16:colId xmlns:a16="http://schemas.microsoft.com/office/drawing/2014/main" val="20000"/>
                    </a:ext>
                  </a:extLst>
                </a:gridCol>
                <a:gridCol w="572770">
                  <a:extLst>
                    <a:ext uri="{9D8B030D-6E8A-4147-A177-3AD203B41FA5}">
                      <a16:colId xmlns:a16="http://schemas.microsoft.com/office/drawing/2014/main" val="20001"/>
                    </a:ext>
                  </a:extLst>
                </a:gridCol>
                <a:gridCol w="578485">
                  <a:extLst>
                    <a:ext uri="{9D8B030D-6E8A-4147-A177-3AD203B41FA5}">
                      <a16:colId xmlns:a16="http://schemas.microsoft.com/office/drawing/2014/main" val="20002"/>
                    </a:ext>
                  </a:extLst>
                </a:gridCol>
                <a:gridCol w="575945">
                  <a:extLst>
                    <a:ext uri="{9D8B030D-6E8A-4147-A177-3AD203B41FA5}">
                      <a16:colId xmlns:a16="http://schemas.microsoft.com/office/drawing/2014/main" val="20003"/>
                    </a:ext>
                  </a:extLst>
                </a:gridCol>
                <a:gridCol w="581025">
                  <a:extLst>
                    <a:ext uri="{9D8B030D-6E8A-4147-A177-3AD203B41FA5}">
                      <a16:colId xmlns:a16="http://schemas.microsoft.com/office/drawing/2014/main" val="20004"/>
                    </a:ext>
                  </a:extLst>
                </a:gridCol>
                <a:gridCol w="579120">
                  <a:extLst>
                    <a:ext uri="{9D8B030D-6E8A-4147-A177-3AD203B41FA5}">
                      <a16:colId xmlns:a16="http://schemas.microsoft.com/office/drawing/2014/main" val="20005"/>
                    </a:ext>
                  </a:extLst>
                </a:gridCol>
                <a:gridCol w="579755">
                  <a:extLst>
                    <a:ext uri="{9D8B030D-6E8A-4147-A177-3AD203B41FA5}">
                      <a16:colId xmlns:a16="http://schemas.microsoft.com/office/drawing/2014/main" val="20006"/>
                    </a:ext>
                  </a:extLst>
                </a:gridCol>
                <a:gridCol w="571500">
                  <a:extLst>
                    <a:ext uri="{9D8B030D-6E8A-4147-A177-3AD203B41FA5}">
                      <a16:colId xmlns:a16="http://schemas.microsoft.com/office/drawing/2014/main" val="20007"/>
                    </a:ext>
                  </a:extLst>
                </a:gridCol>
                <a:gridCol w="575945">
                  <a:extLst>
                    <a:ext uri="{9D8B030D-6E8A-4147-A177-3AD203B41FA5}">
                      <a16:colId xmlns:a16="http://schemas.microsoft.com/office/drawing/2014/main" val="20008"/>
                    </a:ext>
                  </a:extLst>
                </a:gridCol>
                <a:gridCol w="580390">
                  <a:extLst>
                    <a:ext uri="{9D8B030D-6E8A-4147-A177-3AD203B41FA5}">
                      <a16:colId xmlns:a16="http://schemas.microsoft.com/office/drawing/2014/main" val="20009"/>
                    </a:ext>
                  </a:extLst>
                </a:gridCol>
                <a:gridCol w="577850">
                  <a:extLst>
                    <a:ext uri="{9D8B030D-6E8A-4147-A177-3AD203B41FA5}">
                      <a16:colId xmlns:a16="http://schemas.microsoft.com/office/drawing/2014/main" val="20010"/>
                    </a:ext>
                  </a:extLst>
                </a:gridCol>
                <a:gridCol w="581660">
                  <a:extLst>
                    <a:ext uri="{9D8B030D-6E8A-4147-A177-3AD203B41FA5}">
                      <a16:colId xmlns:a16="http://schemas.microsoft.com/office/drawing/2014/main" val="20011"/>
                    </a:ext>
                  </a:extLst>
                </a:gridCol>
                <a:gridCol w="577850">
                  <a:extLst>
                    <a:ext uri="{9D8B030D-6E8A-4147-A177-3AD203B41FA5}">
                      <a16:colId xmlns:a16="http://schemas.microsoft.com/office/drawing/2014/main" val="20012"/>
                    </a:ext>
                  </a:extLst>
                </a:gridCol>
                <a:gridCol w="596265">
                  <a:extLst>
                    <a:ext uri="{9D8B030D-6E8A-4147-A177-3AD203B41FA5}">
                      <a16:colId xmlns:a16="http://schemas.microsoft.com/office/drawing/2014/main" val="20013"/>
                    </a:ext>
                  </a:extLst>
                </a:gridCol>
              </a:tblGrid>
              <a:tr h="365760">
                <a:tc>
                  <a:txBody>
                    <a:bodyPr/>
                    <a:lstStyle/>
                    <a:p>
                      <a:pPr indent="0">
                        <a:buNone/>
                      </a:pPr>
                      <a:r>
                        <a:rPr lang="en-US" sz="2400" b="1">
                          <a:solidFill>
                            <a:srgbClr val="FF0000"/>
                          </a:solidFill>
                          <a:latin typeface="黑体" panose="02010609060101010101" pitchFamily="2" charset="-122"/>
                          <a:ea typeface="黑体" panose="02010609060101010101" pitchFamily="2" charset="-122"/>
                          <a:cs typeface="Times New Roman" panose="02020603050405020304" pitchFamily="18" charset="0"/>
                        </a:rPr>
                        <a:t>cwnd</a:t>
                      </a:r>
                      <a:endParaRPr lang="en-US" altLang="en-US" sz="2400" b="1">
                        <a:solidFill>
                          <a:srgbClr val="FF0000"/>
                        </a:solidFill>
                        <a:latin typeface="黑体" panose="02010609060101010101" pitchFamily="2" charset="-122"/>
                        <a:ea typeface="黑体" panose="02010609060101010101" pitchFamily="2" charset="-122"/>
                        <a:cs typeface="Times New Roman" panose="02020603050405020304" pitchFamily="18" charset="0"/>
                      </a:endParaRPr>
                    </a:p>
                  </a:txBody>
                  <a:tcPr marL="6350" marR="635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400" b="1" dirty="0">
                          <a:solidFill>
                            <a:srgbClr val="FF0000"/>
                          </a:solidFill>
                          <a:latin typeface="黑体" panose="02010609060101010101" pitchFamily="2" charset="-122"/>
                          <a:ea typeface="黑体" panose="02010609060101010101" pitchFamily="2" charset="-122"/>
                          <a:cs typeface="Times New Roman" panose="02020603050405020304" pitchFamily="18" charset="0"/>
                        </a:rPr>
                        <a:t>1</a:t>
                      </a:r>
                      <a:endParaRPr lang="en-US" altLang="en-US" sz="2400" b="1" dirty="0">
                        <a:solidFill>
                          <a:srgbClr val="FF0000"/>
                        </a:solidFill>
                        <a:latin typeface="黑体" panose="02010609060101010101" pitchFamily="2" charset="-122"/>
                        <a:ea typeface="黑体" panose="02010609060101010101" pitchFamily="2" charset="-122"/>
                        <a:cs typeface="Times New Roman" panose="02020603050405020304" pitchFamily="18" charset="0"/>
                      </a:endParaRPr>
                    </a:p>
                  </a:txBody>
                  <a:tcPr marL="6350" marR="635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400" b="1" dirty="0">
                          <a:solidFill>
                            <a:srgbClr val="FF0000"/>
                          </a:solidFill>
                          <a:latin typeface="黑体" panose="02010609060101010101" pitchFamily="2" charset="-122"/>
                          <a:ea typeface="黑体" panose="02010609060101010101" pitchFamily="2" charset="-122"/>
                          <a:cs typeface="Times New Roman" panose="02020603050405020304" pitchFamily="18" charset="0"/>
                        </a:rPr>
                        <a:t>2</a:t>
                      </a:r>
                      <a:endParaRPr lang="en-US" altLang="en-US" sz="2400" b="1" dirty="0">
                        <a:solidFill>
                          <a:srgbClr val="FF0000"/>
                        </a:solidFill>
                        <a:latin typeface="黑体" panose="02010609060101010101" pitchFamily="2" charset="-122"/>
                        <a:ea typeface="黑体" panose="02010609060101010101" pitchFamily="2" charset="-122"/>
                        <a:cs typeface="Times New Roman" panose="02020603050405020304" pitchFamily="18" charset="0"/>
                      </a:endParaRPr>
                    </a:p>
                  </a:txBody>
                  <a:tcPr marL="6350" marR="635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400" b="1" dirty="0">
                          <a:solidFill>
                            <a:srgbClr val="FF0000"/>
                          </a:solidFill>
                          <a:latin typeface="黑体" panose="02010609060101010101" pitchFamily="2" charset="-122"/>
                          <a:ea typeface="黑体" panose="02010609060101010101" pitchFamily="2" charset="-122"/>
                          <a:cs typeface="Times New Roman" panose="02020603050405020304" pitchFamily="18" charset="0"/>
                        </a:rPr>
                        <a:t>4</a:t>
                      </a:r>
                      <a:endParaRPr lang="en-US" altLang="en-US" sz="2400" b="1" dirty="0">
                        <a:solidFill>
                          <a:srgbClr val="FF0000"/>
                        </a:solidFill>
                        <a:latin typeface="黑体" panose="02010609060101010101" pitchFamily="2" charset="-122"/>
                        <a:ea typeface="黑体" panose="02010609060101010101" pitchFamily="2" charset="-122"/>
                        <a:cs typeface="Times New Roman" panose="02020603050405020304" pitchFamily="18" charset="0"/>
                      </a:endParaRPr>
                    </a:p>
                  </a:txBody>
                  <a:tcPr marL="6350" marR="635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400" b="1" dirty="0">
                          <a:solidFill>
                            <a:srgbClr val="FF0000"/>
                          </a:solidFill>
                          <a:latin typeface="黑体" panose="02010609060101010101" pitchFamily="2" charset="-122"/>
                          <a:ea typeface="黑体" panose="02010609060101010101" pitchFamily="2" charset="-122"/>
                          <a:cs typeface="Times New Roman" panose="02020603050405020304" pitchFamily="18" charset="0"/>
                        </a:rPr>
                        <a:t>8</a:t>
                      </a:r>
                      <a:endParaRPr lang="en-US" altLang="en-US" sz="2400" b="1" dirty="0">
                        <a:solidFill>
                          <a:srgbClr val="FF0000"/>
                        </a:solidFill>
                        <a:latin typeface="黑体" panose="02010609060101010101" pitchFamily="2" charset="-122"/>
                        <a:ea typeface="黑体" panose="02010609060101010101" pitchFamily="2" charset="-122"/>
                        <a:cs typeface="Times New Roman" panose="02020603050405020304" pitchFamily="18" charset="0"/>
                      </a:endParaRPr>
                    </a:p>
                  </a:txBody>
                  <a:tcPr marL="6350" marR="635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400" b="1" dirty="0">
                          <a:solidFill>
                            <a:srgbClr val="FF0000"/>
                          </a:solidFill>
                          <a:latin typeface="黑体" panose="02010609060101010101" pitchFamily="2" charset="-122"/>
                          <a:ea typeface="黑体" panose="02010609060101010101" pitchFamily="2" charset="-122"/>
                          <a:cs typeface="Times New Roman" panose="02020603050405020304" pitchFamily="18" charset="0"/>
                        </a:rPr>
                        <a:t>16</a:t>
                      </a:r>
                      <a:endParaRPr lang="en-US" altLang="en-US" sz="2400" b="1" dirty="0">
                        <a:solidFill>
                          <a:srgbClr val="FF0000"/>
                        </a:solidFill>
                        <a:latin typeface="黑体" panose="02010609060101010101" pitchFamily="2" charset="-122"/>
                        <a:ea typeface="黑体" panose="02010609060101010101" pitchFamily="2" charset="-122"/>
                        <a:cs typeface="Times New Roman" panose="02020603050405020304" pitchFamily="18" charset="0"/>
                      </a:endParaRPr>
                    </a:p>
                  </a:txBody>
                  <a:tcPr marL="6350" marR="635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400" b="1" dirty="0">
                          <a:solidFill>
                            <a:srgbClr val="FF0000"/>
                          </a:solidFill>
                          <a:latin typeface="黑体" panose="02010609060101010101" pitchFamily="2" charset="-122"/>
                          <a:ea typeface="黑体" panose="02010609060101010101" pitchFamily="2" charset="-122"/>
                          <a:cs typeface="Times New Roman" panose="02020603050405020304" pitchFamily="18" charset="0"/>
                        </a:rPr>
                        <a:t>32</a:t>
                      </a:r>
                      <a:endParaRPr lang="en-US" altLang="en-US" sz="2400" b="1" dirty="0">
                        <a:solidFill>
                          <a:srgbClr val="FF0000"/>
                        </a:solidFill>
                        <a:latin typeface="黑体" panose="02010609060101010101" pitchFamily="2" charset="-122"/>
                        <a:ea typeface="黑体" panose="02010609060101010101" pitchFamily="2" charset="-122"/>
                        <a:cs typeface="Times New Roman" panose="02020603050405020304" pitchFamily="18" charset="0"/>
                      </a:endParaRPr>
                    </a:p>
                  </a:txBody>
                  <a:tcPr marL="6350" marR="635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400" b="1" dirty="0">
                          <a:solidFill>
                            <a:srgbClr val="FF0000"/>
                          </a:solidFill>
                          <a:latin typeface="黑体" panose="02010609060101010101" pitchFamily="2" charset="-122"/>
                          <a:ea typeface="黑体" panose="02010609060101010101" pitchFamily="2" charset="-122"/>
                          <a:cs typeface="Times New Roman" panose="02020603050405020304" pitchFamily="18" charset="0"/>
                        </a:rPr>
                        <a:t>33</a:t>
                      </a:r>
                      <a:endParaRPr lang="en-US" altLang="en-US" sz="2400" b="1" dirty="0">
                        <a:solidFill>
                          <a:srgbClr val="FF0000"/>
                        </a:solidFill>
                        <a:latin typeface="黑体" panose="02010609060101010101" pitchFamily="2" charset="-122"/>
                        <a:ea typeface="黑体" panose="02010609060101010101" pitchFamily="2" charset="-122"/>
                        <a:cs typeface="Times New Roman" panose="02020603050405020304" pitchFamily="18" charset="0"/>
                      </a:endParaRPr>
                    </a:p>
                  </a:txBody>
                  <a:tcPr marL="6350" marR="635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400" b="1">
                          <a:solidFill>
                            <a:srgbClr val="FF0000"/>
                          </a:solidFill>
                          <a:latin typeface="黑体" panose="02010609060101010101" pitchFamily="2" charset="-122"/>
                          <a:ea typeface="黑体" panose="02010609060101010101" pitchFamily="2" charset="-122"/>
                          <a:cs typeface="Times New Roman" panose="02020603050405020304" pitchFamily="18" charset="0"/>
                        </a:rPr>
                        <a:t>34</a:t>
                      </a:r>
                      <a:endParaRPr lang="en-US" altLang="en-US" sz="2400" b="1">
                        <a:solidFill>
                          <a:srgbClr val="FF0000"/>
                        </a:solidFill>
                        <a:latin typeface="黑体" panose="02010609060101010101" pitchFamily="2" charset="-122"/>
                        <a:ea typeface="黑体" panose="02010609060101010101" pitchFamily="2" charset="-122"/>
                        <a:cs typeface="Times New Roman" panose="02020603050405020304" pitchFamily="18" charset="0"/>
                      </a:endParaRPr>
                    </a:p>
                  </a:txBody>
                  <a:tcPr marL="6350" marR="635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400" b="1">
                          <a:solidFill>
                            <a:srgbClr val="FF0000"/>
                          </a:solidFill>
                          <a:latin typeface="黑体" panose="02010609060101010101" pitchFamily="2" charset="-122"/>
                          <a:ea typeface="黑体" panose="02010609060101010101" pitchFamily="2" charset="-122"/>
                          <a:cs typeface="Times New Roman" panose="02020603050405020304" pitchFamily="18" charset="0"/>
                        </a:rPr>
                        <a:t>35</a:t>
                      </a:r>
                      <a:endParaRPr lang="en-US" altLang="en-US" sz="2400" b="1">
                        <a:solidFill>
                          <a:srgbClr val="FF0000"/>
                        </a:solidFill>
                        <a:latin typeface="黑体" panose="02010609060101010101" pitchFamily="2" charset="-122"/>
                        <a:ea typeface="黑体" panose="02010609060101010101" pitchFamily="2" charset="-122"/>
                        <a:cs typeface="Times New Roman" panose="02020603050405020304" pitchFamily="18" charset="0"/>
                      </a:endParaRPr>
                    </a:p>
                  </a:txBody>
                  <a:tcPr marL="6350" marR="635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400" b="1">
                          <a:solidFill>
                            <a:srgbClr val="FF0000"/>
                          </a:solidFill>
                          <a:latin typeface="黑体" panose="02010609060101010101" pitchFamily="2" charset="-122"/>
                          <a:ea typeface="黑体" panose="02010609060101010101" pitchFamily="2" charset="-122"/>
                          <a:cs typeface="Times New Roman" panose="02020603050405020304" pitchFamily="18" charset="0"/>
                        </a:rPr>
                        <a:t>36</a:t>
                      </a:r>
                      <a:endParaRPr lang="en-US" altLang="en-US" sz="2400" b="1">
                        <a:solidFill>
                          <a:srgbClr val="FF0000"/>
                        </a:solidFill>
                        <a:latin typeface="黑体" panose="02010609060101010101" pitchFamily="2" charset="-122"/>
                        <a:ea typeface="黑体" panose="02010609060101010101" pitchFamily="2" charset="-122"/>
                        <a:cs typeface="Times New Roman" panose="02020603050405020304" pitchFamily="18" charset="0"/>
                      </a:endParaRPr>
                    </a:p>
                  </a:txBody>
                  <a:tcPr marL="6350" marR="635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400" b="1">
                          <a:solidFill>
                            <a:srgbClr val="FF0000"/>
                          </a:solidFill>
                          <a:latin typeface="黑体" panose="02010609060101010101" pitchFamily="2" charset="-122"/>
                          <a:ea typeface="黑体" panose="02010609060101010101" pitchFamily="2" charset="-122"/>
                          <a:cs typeface="Times New Roman" panose="02020603050405020304" pitchFamily="18" charset="0"/>
                        </a:rPr>
                        <a:t>37</a:t>
                      </a:r>
                      <a:endParaRPr lang="en-US" altLang="en-US" sz="2400" b="1">
                        <a:solidFill>
                          <a:srgbClr val="FF0000"/>
                        </a:solidFill>
                        <a:latin typeface="黑体" panose="02010609060101010101" pitchFamily="2" charset="-122"/>
                        <a:ea typeface="黑体" panose="02010609060101010101" pitchFamily="2" charset="-122"/>
                        <a:cs typeface="Times New Roman" panose="02020603050405020304" pitchFamily="18" charset="0"/>
                      </a:endParaRPr>
                    </a:p>
                  </a:txBody>
                  <a:tcPr marL="6350" marR="635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400" b="1">
                          <a:solidFill>
                            <a:srgbClr val="FF0000"/>
                          </a:solidFill>
                          <a:latin typeface="黑体" panose="02010609060101010101" pitchFamily="2" charset="-122"/>
                          <a:ea typeface="黑体" panose="02010609060101010101" pitchFamily="2" charset="-122"/>
                          <a:cs typeface="Times New Roman" panose="02020603050405020304" pitchFamily="18" charset="0"/>
                        </a:rPr>
                        <a:t>38</a:t>
                      </a:r>
                      <a:endParaRPr lang="en-US" altLang="en-US" sz="2400" b="1">
                        <a:solidFill>
                          <a:srgbClr val="FF0000"/>
                        </a:solidFill>
                        <a:latin typeface="黑体" panose="02010609060101010101" pitchFamily="2" charset="-122"/>
                        <a:ea typeface="黑体" panose="02010609060101010101" pitchFamily="2" charset="-122"/>
                        <a:cs typeface="Times New Roman" panose="02020603050405020304" pitchFamily="18" charset="0"/>
                      </a:endParaRPr>
                    </a:p>
                  </a:txBody>
                  <a:tcPr marL="6350" marR="635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400" b="1">
                          <a:solidFill>
                            <a:srgbClr val="FF0000"/>
                          </a:solidFill>
                          <a:latin typeface="黑体" panose="02010609060101010101" pitchFamily="2" charset="-122"/>
                          <a:ea typeface="黑体" panose="02010609060101010101" pitchFamily="2" charset="-122"/>
                          <a:cs typeface="Times New Roman" panose="02020603050405020304" pitchFamily="18" charset="0"/>
                        </a:rPr>
                        <a:t>39</a:t>
                      </a:r>
                      <a:endParaRPr lang="en-US" altLang="en-US" sz="2400" b="1">
                        <a:solidFill>
                          <a:srgbClr val="FF0000"/>
                        </a:solidFill>
                        <a:latin typeface="黑体" panose="02010609060101010101" pitchFamily="2" charset="-122"/>
                        <a:ea typeface="黑体" panose="02010609060101010101" pitchFamily="2" charset="-122"/>
                        <a:cs typeface="Times New Roman" panose="02020603050405020304" pitchFamily="18" charset="0"/>
                      </a:endParaRPr>
                    </a:p>
                  </a:txBody>
                  <a:tcPr marL="6350" marR="635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0"/>
                  </a:ext>
                </a:extLst>
              </a:tr>
              <a:tr h="365760">
                <a:tc>
                  <a:txBody>
                    <a:bodyPr/>
                    <a:lstStyle/>
                    <a:p>
                      <a:pPr indent="0">
                        <a:buNone/>
                      </a:pPr>
                      <a:r>
                        <a:rPr lang="en-US" sz="2400" b="1" i="1" dirty="0">
                          <a:solidFill>
                            <a:srgbClr val="0000CC"/>
                          </a:solidFill>
                          <a:latin typeface="黑体" panose="02010609060101010101" pitchFamily="2" charset="-122"/>
                          <a:ea typeface="黑体" panose="02010609060101010101" pitchFamily="2" charset="-122"/>
                          <a:cs typeface="宋体" panose="02010600030101010101" pitchFamily="2" charset="-122"/>
                        </a:rPr>
                        <a:t>n</a:t>
                      </a:r>
                      <a:endParaRPr lang="en-US" altLang="en-US" sz="2400" b="1" i="1" dirty="0">
                        <a:solidFill>
                          <a:srgbClr val="0000CC"/>
                        </a:solidFill>
                        <a:latin typeface="黑体" panose="02010609060101010101" pitchFamily="2" charset="-122"/>
                        <a:ea typeface="黑体" panose="02010609060101010101" pitchFamily="2" charset="-122"/>
                        <a:cs typeface="宋体" panose="02010600030101010101" pitchFamily="2" charset="-122"/>
                      </a:endParaRPr>
                    </a:p>
                  </a:txBody>
                  <a:tcPr marL="6350" marR="635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400" b="1" i="1" dirty="0">
                          <a:solidFill>
                            <a:srgbClr val="0000CC"/>
                          </a:solidFill>
                          <a:latin typeface="黑体" panose="02010609060101010101" pitchFamily="2" charset="-122"/>
                          <a:ea typeface="黑体" panose="02010609060101010101" pitchFamily="2" charset="-122"/>
                          <a:cs typeface="Times New Roman" panose="02020603050405020304" pitchFamily="18" charset="0"/>
                        </a:rPr>
                        <a:t>1</a:t>
                      </a:r>
                      <a:endParaRPr lang="en-US" altLang="en-US" sz="2400" b="1" i="1" dirty="0">
                        <a:solidFill>
                          <a:srgbClr val="0000CC"/>
                        </a:solidFill>
                        <a:latin typeface="黑体" panose="02010609060101010101" pitchFamily="2" charset="-122"/>
                        <a:ea typeface="黑体" panose="02010609060101010101" pitchFamily="2" charset="-122"/>
                        <a:cs typeface="Times New Roman" panose="02020603050405020304" pitchFamily="18" charset="0"/>
                      </a:endParaRPr>
                    </a:p>
                  </a:txBody>
                  <a:tcPr marL="6350" marR="635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400" b="1" i="1" dirty="0">
                          <a:solidFill>
                            <a:srgbClr val="0000CC"/>
                          </a:solidFill>
                          <a:latin typeface="黑体" panose="02010609060101010101" pitchFamily="2" charset="-122"/>
                          <a:ea typeface="黑体" panose="02010609060101010101" pitchFamily="2" charset="-122"/>
                          <a:cs typeface="Times New Roman" panose="02020603050405020304" pitchFamily="18" charset="0"/>
                        </a:rPr>
                        <a:t>2</a:t>
                      </a:r>
                      <a:endParaRPr lang="en-US" altLang="en-US" sz="2400" b="1" i="1" dirty="0">
                        <a:solidFill>
                          <a:srgbClr val="0000CC"/>
                        </a:solidFill>
                        <a:latin typeface="黑体" panose="02010609060101010101" pitchFamily="2" charset="-122"/>
                        <a:ea typeface="黑体" panose="02010609060101010101" pitchFamily="2" charset="-122"/>
                        <a:cs typeface="Times New Roman" panose="02020603050405020304" pitchFamily="18" charset="0"/>
                      </a:endParaRPr>
                    </a:p>
                  </a:txBody>
                  <a:tcPr marL="6350" marR="635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400" b="1" i="1" dirty="0">
                          <a:solidFill>
                            <a:srgbClr val="0000CC"/>
                          </a:solidFill>
                          <a:latin typeface="黑体" panose="02010609060101010101" pitchFamily="2" charset="-122"/>
                          <a:ea typeface="黑体" panose="02010609060101010101" pitchFamily="2" charset="-122"/>
                          <a:cs typeface="Times New Roman" panose="02020603050405020304" pitchFamily="18" charset="0"/>
                        </a:rPr>
                        <a:t>3</a:t>
                      </a:r>
                      <a:endParaRPr lang="en-US" altLang="en-US" sz="2400" b="1" i="1" dirty="0">
                        <a:solidFill>
                          <a:srgbClr val="0000CC"/>
                        </a:solidFill>
                        <a:latin typeface="黑体" panose="02010609060101010101" pitchFamily="2" charset="-122"/>
                        <a:ea typeface="黑体" panose="02010609060101010101" pitchFamily="2" charset="-122"/>
                        <a:cs typeface="Times New Roman" panose="02020603050405020304" pitchFamily="18" charset="0"/>
                      </a:endParaRPr>
                    </a:p>
                  </a:txBody>
                  <a:tcPr marL="6350" marR="635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400" b="1" i="1" dirty="0">
                          <a:solidFill>
                            <a:srgbClr val="0000CC"/>
                          </a:solidFill>
                          <a:latin typeface="黑体" panose="02010609060101010101" pitchFamily="2" charset="-122"/>
                          <a:ea typeface="黑体" panose="02010609060101010101" pitchFamily="2" charset="-122"/>
                          <a:cs typeface="Times New Roman" panose="02020603050405020304" pitchFamily="18" charset="0"/>
                        </a:rPr>
                        <a:t>4</a:t>
                      </a:r>
                      <a:endParaRPr lang="en-US" altLang="en-US" sz="2400" b="1" i="1" dirty="0">
                        <a:solidFill>
                          <a:srgbClr val="0000CC"/>
                        </a:solidFill>
                        <a:latin typeface="黑体" panose="02010609060101010101" pitchFamily="2" charset="-122"/>
                        <a:ea typeface="黑体" panose="02010609060101010101" pitchFamily="2" charset="-122"/>
                        <a:cs typeface="Times New Roman" panose="02020603050405020304" pitchFamily="18" charset="0"/>
                      </a:endParaRPr>
                    </a:p>
                  </a:txBody>
                  <a:tcPr marL="6350" marR="635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400" b="1" i="1" dirty="0">
                          <a:solidFill>
                            <a:srgbClr val="0000CC"/>
                          </a:solidFill>
                          <a:latin typeface="黑体" panose="02010609060101010101" pitchFamily="2" charset="-122"/>
                          <a:ea typeface="黑体" panose="02010609060101010101" pitchFamily="2" charset="-122"/>
                          <a:cs typeface="Times New Roman" panose="02020603050405020304" pitchFamily="18" charset="0"/>
                        </a:rPr>
                        <a:t>5</a:t>
                      </a:r>
                      <a:endParaRPr lang="en-US" altLang="en-US" sz="2400" b="1" i="1" dirty="0">
                        <a:solidFill>
                          <a:srgbClr val="0000CC"/>
                        </a:solidFill>
                        <a:latin typeface="黑体" panose="02010609060101010101" pitchFamily="2" charset="-122"/>
                        <a:ea typeface="黑体" panose="02010609060101010101" pitchFamily="2" charset="-122"/>
                        <a:cs typeface="Times New Roman" panose="02020603050405020304" pitchFamily="18" charset="0"/>
                      </a:endParaRPr>
                    </a:p>
                  </a:txBody>
                  <a:tcPr marL="6350" marR="635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400" b="1" i="1" dirty="0">
                          <a:solidFill>
                            <a:srgbClr val="0000CC"/>
                          </a:solidFill>
                          <a:latin typeface="黑体" panose="02010609060101010101" pitchFamily="2" charset="-122"/>
                          <a:ea typeface="黑体" panose="02010609060101010101" pitchFamily="2" charset="-122"/>
                          <a:cs typeface="Times New Roman" panose="02020603050405020304" pitchFamily="18" charset="0"/>
                        </a:rPr>
                        <a:t>6</a:t>
                      </a:r>
                      <a:endParaRPr lang="en-US" altLang="en-US" sz="2400" b="1" i="1" dirty="0">
                        <a:solidFill>
                          <a:srgbClr val="0000CC"/>
                        </a:solidFill>
                        <a:latin typeface="黑体" panose="02010609060101010101" pitchFamily="2" charset="-122"/>
                        <a:ea typeface="黑体" panose="02010609060101010101" pitchFamily="2" charset="-122"/>
                        <a:cs typeface="Times New Roman" panose="02020603050405020304" pitchFamily="18" charset="0"/>
                      </a:endParaRPr>
                    </a:p>
                  </a:txBody>
                  <a:tcPr marL="6350" marR="635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400" b="1" i="1" dirty="0">
                          <a:solidFill>
                            <a:srgbClr val="0000CC"/>
                          </a:solidFill>
                          <a:latin typeface="黑体" panose="02010609060101010101" pitchFamily="2" charset="-122"/>
                          <a:ea typeface="黑体" panose="02010609060101010101" pitchFamily="2" charset="-122"/>
                          <a:cs typeface="Times New Roman" panose="02020603050405020304" pitchFamily="18" charset="0"/>
                        </a:rPr>
                        <a:t>7</a:t>
                      </a:r>
                      <a:endParaRPr lang="en-US" altLang="en-US" sz="2400" b="1" i="1" dirty="0">
                        <a:solidFill>
                          <a:srgbClr val="0000CC"/>
                        </a:solidFill>
                        <a:latin typeface="黑体" panose="02010609060101010101" pitchFamily="2" charset="-122"/>
                        <a:ea typeface="黑体" panose="02010609060101010101" pitchFamily="2" charset="-122"/>
                        <a:cs typeface="Times New Roman" panose="02020603050405020304" pitchFamily="18" charset="0"/>
                      </a:endParaRPr>
                    </a:p>
                  </a:txBody>
                  <a:tcPr marL="6350" marR="635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400" b="1" i="1" dirty="0">
                          <a:solidFill>
                            <a:srgbClr val="0000CC"/>
                          </a:solidFill>
                          <a:latin typeface="黑体" panose="02010609060101010101" pitchFamily="2" charset="-122"/>
                          <a:ea typeface="黑体" panose="02010609060101010101" pitchFamily="2" charset="-122"/>
                          <a:cs typeface="Times New Roman" panose="02020603050405020304" pitchFamily="18" charset="0"/>
                        </a:rPr>
                        <a:t>8</a:t>
                      </a:r>
                      <a:endParaRPr lang="en-US" altLang="en-US" sz="2400" b="1" i="1" dirty="0">
                        <a:solidFill>
                          <a:srgbClr val="0000CC"/>
                        </a:solidFill>
                        <a:latin typeface="黑体" panose="02010609060101010101" pitchFamily="2" charset="-122"/>
                        <a:ea typeface="黑体" panose="02010609060101010101" pitchFamily="2" charset="-122"/>
                        <a:cs typeface="Times New Roman" panose="02020603050405020304" pitchFamily="18" charset="0"/>
                      </a:endParaRPr>
                    </a:p>
                  </a:txBody>
                  <a:tcPr marL="6350" marR="635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400" b="1" i="1" dirty="0">
                          <a:solidFill>
                            <a:srgbClr val="0000CC"/>
                          </a:solidFill>
                          <a:latin typeface="黑体" panose="02010609060101010101" pitchFamily="2" charset="-122"/>
                          <a:ea typeface="黑体" panose="02010609060101010101" pitchFamily="2" charset="-122"/>
                          <a:cs typeface="Times New Roman" panose="02020603050405020304" pitchFamily="18" charset="0"/>
                        </a:rPr>
                        <a:t>9</a:t>
                      </a:r>
                      <a:endParaRPr lang="en-US" altLang="en-US" sz="2400" b="1" i="1" dirty="0">
                        <a:solidFill>
                          <a:srgbClr val="0000CC"/>
                        </a:solidFill>
                        <a:latin typeface="黑体" panose="02010609060101010101" pitchFamily="2" charset="-122"/>
                        <a:ea typeface="黑体" panose="02010609060101010101" pitchFamily="2" charset="-122"/>
                        <a:cs typeface="Times New Roman" panose="02020603050405020304" pitchFamily="18" charset="0"/>
                      </a:endParaRPr>
                    </a:p>
                  </a:txBody>
                  <a:tcPr marL="6350" marR="635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400" b="1" i="1" dirty="0">
                          <a:solidFill>
                            <a:srgbClr val="0000CC"/>
                          </a:solidFill>
                          <a:latin typeface="黑体" panose="02010609060101010101" pitchFamily="2" charset="-122"/>
                          <a:ea typeface="黑体" panose="02010609060101010101" pitchFamily="2" charset="-122"/>
                          <a:cs typeface="Times New Roman" panose="02020603050405020304" pitchFamily="18" charset="0"/>
                        </a:rPr>
                        <a:t>10</a:t>
                      </a:r>
                      <a:endParaRPr lang="en-US" altLang="en-US" sz="2400" b="1" i="1" dirty="0">
                        <a:solidFill>
                          <a:srgbClr val="0000CC"/>
                        </a:solidFill>
                        <a:latin typeface="黑体" panose="02010609060101010101" pitchFamily="2" charset="-122"/>
                        <a:ea typeface="黑体" panose="02010609060101010101" pitchFamily="2" charset="-122"/>
                        <a:cs typeface="Times New Roman" panose="02020603050405020304" pitchFamily="18" charset="0"/>
                      </a:endParaRPr>
                    </a:p>
                  </a:txBody>
                  <a:tcPr marL="6350" marR="635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400" b="1" i="1" dirty="0">
                          <a:solidFill>
                            <a:srgbClr val="0000CC"/>
                          </a:solidFill>
                          <a:latin typeface="黑体" panose="02010609060101010101" pitchFamily="2" charset="-122"/>
                          <a:ea typeface="黑体" panose="02010609060101010101" pitchFamily="2" charset="-122"/>
                          <a:cs typeface="Times New Roman" panose="02020603050405020304" pitchFamily="18" charset="0"/>
                        </a:rPr>
                        <a:t>11</a:t>
                      </a:r>
                      <a:endParaRPr lang="en-US" altLang="en-US" sz="2400" b="1" i="1" dirty="0">
                        <a:solidFill>
                          <a:srgbClr val="0000CC"/>
                        </a:solidFill>
                        <a:latin typeface="黑体" panose="02010609060101010101" pitchFamily="2" charset="-122"/>
                        <a:ea typeface="黑体" panose="02010609060101010101" pitchFamily="2" charset="-122"/>
                        <a:cs typeface="Times New Roman" panose="02020603050405020304" pitchFamily="18" charset="0"/>
                      </a:endParaRPr>
                    </a:p>
                  </a:txBody>
                  <a:tcPr marL="6350" marR="635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400" b="1" i="1" dirty="0">
                          <a:solidFill>
                            <a:srgbClr val="0000CC"/>
                          </a:solidFill>
                          <a:latin typeface="黑体" panose="02010609060101010101" pitchFamily="2" charset="-122"/>
                          <a:ea typeface="黑体" panose="02010609060101010101" pitchFamily="2" charset="-122"/>
                          <a:cs typeface="Times New Roman" panose="02020603050405020304" pitchFamily="18" charset="0"/>
                        </a:rPr>
                        <a:t>12</a:t>
                      </a:r>
                      <a:endParaRPr lang="en-US" altLang="en-US" sz="2400" b="1" i="1" dirty="0">
                        <a:solidFill>
                          <a:srgbClr val="0000CC"/>
                        </a:solidFill>
                        <a:latin typeface="黑体" panose="02010609060101010101" pitchFamily="2" charset="-122"/>
                        <a:ea typeface="黑体" panose="02010609060101010101" pitchFamily="2" charset="-122"/>
                        <a:cs typeface="Times New Roman" panose="02020603050405020304" pitchFamily="18" charset="0"/>
                      </a:endParaRPr>
                    </a:p>
                  </a:txBody>
                  <a:tcPr marL="6350" marR="635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400" b="1" i="1" dirty="0">
                          <a:solidFill>
                            <a:srgbClr val="0000CC"/>
                          </a:solidFill>
                          <a:latin typeface="黑体" panose="02010609060101010101" pitchFamily="2" charset="-122"/>
                          <a:ea typeface="黑体" panose="02010609060101010101" pitchFamily="2" charset="-122"/>
                          <a:cs typeface="Times New Roman" panose="02020603050405020304" pitchFamily="18" charset="0"/>
                        </a:rPr>
                        <a:t>13</a:t>
                      </a:r>
                      <a:endParaRPr lang="en-US" altLang="en-US" sz="2400" b="1" i="1" dirty="0">
                        <a:solidFill>
                          <a:srgbClr val="0000CC"/>
                        </a:solidFill>
                        <a:latin typeface="黑体" panose="02010609060101010101" pitchFamily="2" charset="-122"/>
                        <a:ea typeface="黑体" panose="02010609060101010101" pitchFamily="2" charset="-122"/>
                        <a:cs typeface="Times New Roman" panose="02020603050405020304" pitchFamily="18" charset="0"/>
                      </a:endParaRPr>
                    </a:p>
                  </a:txBody>
                  <a:tcPr marL="6350" marR="635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1"/>
                  </a:ext>
                </a:extLst>
              </a:tr>
              <a:tr h="365760">
                <a:tc>
                  <a:txBody>
                    <a:bodyPr/>
                    <a:lstStyle/>
                    <a:p>
                      <a:pPr indent="0">
                        <a:buNone/>
                      </a:pPr>
                      <a:r>
                        <a:rPr lang="en-US" sz="2400" b="1">
                          <a:solidFill>
                            <a:srgbClr val="FF0000"/>
                          </a:solidFill>
                          <a:latin typeface="黑体" panose="02010609060101010101" pitchFamily="2" charset="-122"/>
                          <a:ea typeface="黑体" panose="02010609060101010101" pitchFamily="2" charset="-122"/>
                          <a:cs typeface="Times New Roman" panose="02020603050405020304" pitchFamily="18" charset="0"/>
                        </a:rPr>
                        <a:t>cwnd</a:t>
                      </a:r>
                      <a:endParaRPr lang="en-US" altLang="en-US" sz="2400" b="1">
                        <a:solidFill>
                          <a:srgbClr val="FF0000"/>
                        </a:solidFill>
                        <a:latin typeface="黑体" panose="02010609060101010101" pitchFamily="2" charset="-122"/>
                        <a:ea typeface="黑体" panose="02010609060101010101" pitchFamily="2" charset="-122"/>
                        <a:cs typeface="Times New Roman" panose="02020603050405020304" pitchFamily="18" charset="0"/>
                      </a:endParaRPr>
                    </a:p>
                  </a:txBody>
                  <a:tcPr marL="6350" marR="635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400" b="1">
                          <a:solidFill>
                            <a:srgbClr val="FF0000"/>
                          </a:solidFill>
                          <a:latin typeface="黑体" panose="02010609060101010101" pitchFamily="2" charset="-122"/>
                          <a:ea typeface="黑体" panose="02010609060101010101" pitchFamily="2" charset="-122"/>
                          <a:cs typeface="Times New Roman" panose="02020603050405020304" pitchFamily="18" charset="0"/>
                        </a:rPr>
                        <a:t>40</a:t>
                      </a:r>
                      <a:endParaRPr lang="en-US" altLang="en-US" sz="2400" b="1">
                        <a:solidFill>
                          <a:srgbClr val="FF0000"/>
                        </a:solidFill>
                        <a:latin typeface="黑体" panose="02010609060101010101" pitchFamily="2" charset="-122"/>
                        <a:ea typeface="黑体" panose="02010609060101010101" pitchFamily="2" charset="-122"/>
                        <a:cs typeface="Times New Roman" panose="02020603050405020304" pitchFamily="18" charset="0"/>
                      </a:endParaRPr>
                    </a:p>
                  </a:txBody>
                  <a:tcPr marL="6350" marR="635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400" b="1">
                          <a:solidFill>
                            <a:srgbClr val="FF0000"/>
                          </a:solidFill>
                          <a:latin typeface="黑体" panose="02010609060101010101" pitchFamily="2" charset="-122"/>
                          <a:ea typeface="黑体" panose="02010609060101010101" pitchFamily="2" charset="-122"/>
                          <a:cs typeface="Times New Roman" panose="02020603050405020304" pitchFamily="18" charset="0"/>
                        </a:rPr>
                        <a:t>41</a:t>
                      </a:r>
                      <a:endParaRPr lang="en-US" altLang="en-US" sz="2400" b="1">
                        <a:solidFill>
                          <a:srgbClr val="FF0000"/>
                        </a:solidFill>
                        <a:latin typeface="黑体" panose="02010609060101010101" pitchFamily="2" charset="-122"/>
                        <a:ea typeface="黑体" panose="02010609060101010101" pitchFamily="2" charset="-122"/>
                        <a:cs typeface="Times New Roman" panose="02020603050405020304" pitchFamily="18" charset="0"/>
                      </a:endParaRPr>
                    </a:p>
                  </a:txBody>
                  <a:tcPr marL="6350" marR="635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400" b="1">
                          <a:solidFill>
                            <a:srgbClr val="FF0000"/>
                          </a:solidFill>
                          <a:latin typeface="黑体" panose="02010609060101010101" pitchFamily="2" charset="-122"/>
                          <a:ea typeface="黑体" panose="02010609060101010101" pitchFamily="2" charset="-122"/>
                          <a:cs typeface="Times New Roman" panose="02020603050405020304" pitchFamily="18" charset="0"/>
                        </a:rPr>
                        <a:t>42</a:t>
                      </a:r>
                      <a:endParaRPr lang="en-US" altLang="en-US" sz="2400" b="1">
                        <a:solidFill>
                          <a:srgbClr val="FF0000"/>
                        </a:solidFill>
                        <a:latin typeface="黑体" panose="02010609060101010101" pitchFamily="2" charset="-122"/>
                        <a:ea typeface="黑体" panose="02010609060101010101" pitchFamily="2" charset="-122"/>
                        <a:cs typeface="Times New Roman" panose="02020603050405020304" pitchFamily="18" charset="0"/>
                      </a:endParaRPr>
                    </a:p>
                  </a:txBody>
                  <a:tcPr marL="6350" marR="635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400" b="1">
                          <a:solidFill>
                            <a:srgbClr val="FF0000"/>
                          </a:solidFill>
                          <a:latin typeface="黑体" panose="02010609060101010101" pitchFamily="2" charset="-122"/>
                          <a:ea typeface="黑体" panose="02010609060101010101" pitchFamily="2" charset="-122"/>
                          <a:cs typeface="Times New Roman" panose="02020603050405020304" pitchFamily="18" charset="0"/>
                        </a:rPr>
                        <a:t>21</a:t>
                      </a:r>
                      <a:endParaRPr lang="en-US" altLang="en-US" sz="2400" b="1">
                        <a:solidFill>
                          <a:srgbClr val="FF0000"/>
                        </a:solidFill>
                        <a:latin typeface="黑体" panose="02010609060101010101" pitchFamily="2" charset="-122"/>
                        <a:ea typeface="黑体" panose="02010609060101010101" pitchFamily="2" charset="-122"/>
                        <a:cs typeface="Times New Roman" panose="02020603050405020304" pitchFamily="18" charset="0"/>
                      </a:endParaRPr>
                    </a:p>
                  </a:txBody>
                  <a:tcPr marL="6350" marR="635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400" b="1">
                          <a:solidFill>
                            <a:srgbClr val="FF0000"/>
                          </a:solidFill>
                          <a:latin typeface="黑体" panose="02010609060101010101" pitchFamily="2" charset="-122"/>
                          <a:ea typeface="黑体" panose="02010609060101010101" pitchFamily="2" charset="-122"/>
                          <a:cs typeface="Times New Roman" panose="02020603050405020304" pitchFamily="18" charset="0"/>
                        </a:rPr>
                        <a:t>22</a:t>
                      </a:r>
                      <a:endParaRPr lang="en-US" altLang="en-US" sz="2400" b="1">
                        <a:solidFill>
                          <a:srgbClr val="FF0000"/>
                        </a:solidFill>
                        <a:latin typeface="黑体" panose="02010609060101010101" pitchFamily="2" charset="-122"/>
                        <a:ea typeface="黑体" panose="02010609060101010101" pitchFamily="2" charset="-122"/>
                        <a:cs typeface="Times New Roman" panose="02020603050405020304" pitchFamily="18" charset="0"/>
                      </a:endParaRPr>
                    </a:p>
                  </a:txBody>
                  <a:tcPr marL="6350" marR="635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400" b="1">
                          <a:solidFill>
                            <a:srgbClr val="FF0000"/>
                          </a:solidFill>
                          <a:latin typeface="黑体" panose="02010609060101010101" pitchFamily="2" charset="-122"/>
                          <a:ea typeface="黑体" panose="02010609060101010101" pitchFamily="2" charset="-122"/>
                          <a:cs typeface="Times New Roman" panose="02020603050405020304" pitchFamily="18" charset="0"/>
                        </a:rPr>
                        <a:t>23</a:t>
                      </a:r>
                      <a:endParaRPr lang="en-US" altLang="en-US" sz="2400" b="1">
                        <a:solidFill>
                          <a:srgbClr val="FF0000"/>
                        </a:solidFill>
                        <a:latin typeface="黑体" panose="02010609060101010101" pitchFamily="2" charset="-122"/>
                        <a:ea typeface="黑体" panose="02010609060101010101" pitchFamily="2" charset="-122"/>
                        <a:cs typeface="Times New Roman" panose="02020603050405020304" pitchFamily="18" charset="0"/>
                      </a:endParaRPr>
                    </a:p>
                  </a:txBody>
                  <a:tcPr marL="6350" marR="635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400" b="1">
                          <a:solidFill>
                            <a:srgbClr val="FF0000"/>
                          </a:solidFill>
                          <a:latin typeface="黑体" panose="02010609060101010101" pitchFamily="2" charset="-122"/>
                          <a:ea typeface="黑体" panose="02010609060101010101" pitchFamily="2" charset="-122"/>
                          <a:cs typeface="Times New Roman" panose="02020603050405020304" pitchFamily="18" charset="0"/>
                        </a:rPr>
                        <a:t>24</a:t>
                      </a:r>
                      <a:endParaRPr lang="en-US" altLang="en-US" sz="2400" b="1">
                        <a:solidFill>
                          <a:srgbClr val="FF0000"/>
                        </a:solidFill>
                        <a:latin typeface="黑体" panose="02010609060101010101" pitchFamily="2" charset="-122"/>
                        <a:ea typeface="黑体" panose="02010609060101010101" pitchFamily="2" charset="-122"/>
                        <a:cs typeface="Times New Roman" panose="02020603050405020304" pitchFamily="18" charset="0"/>
                      </a:endParaRPr>
                    </a:p>
                  </a:txBody>
                  <a:tcPr marL="6350" marR="635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400" b="1">
                          <a:solidFill>
                            <a:srgbClr val="FF0000"/>
                          </a:solidFill>
                          <a:latin typeface="黑体" panose="02010609060101010101" pitchFamily="2" charset="-122"/>
                          <a:ea typeface="黑体" panose="02010609060101010101" pitchFamily="2" charset="-122"/>
                          <a:cs typeface="Times New Roman" panose="02020603050405020304" pitchFamily="18" charset="0"/>
                        </a:rPr>
                        <a:t>25</a:t>
                      </a:r>
                      <a:endParaRPr lang="en-US" altLang="en-US" sz="2400" b="1">
                        <a:solidFill>
                          <a:srgbClr val="FF0000"/>
                        </a:solidFill>
                        <a:latin typeface="黑体" panose="02010609060101010101" pitchFamily="2" charset="-122"/>
                        <a:ea typeface="黑体" panose="02010609060101010101" pitchFamily="2" charset="-122"/>
                        <a:cs typeface="Times New Roman" panose="02020603050405020304" pitchFamily="18" charset="0"/>
                      </a:endParaRPr>
                    </a:p>
                  </a:txBody>
                  <a:tcPr marL="6350" marR="635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400" b="1">
                          <a:solidFill>
                            <a:srgbClr val="FF0000"/>
                          </a:solidFill>
                          <a:latin typeface="黑体" panose="02010609060101010101" pitchFamily="2" charset="-122"/>
                          <a:ea typeface="黑体" panose="02010609060101010101" pitchFamily="2" charset="-122"/>
                          <a:cs typeface="Times New Roman" panose="02020603050405020304" pitchFamily="18" charset="0"/>
                        </a:rPr>
                        <a:t>26</a:t>
                      </a:r>
                      <a:endParaRPr lang="en-US" altLang="en-US" sz="2400" b="1">
                        <a:solidFill>
                          <a:srgbClr val="FF0000"/>
                        </a:solidFill>
                        <a:latin typeface="黑体" panose="02010609060101010101" pitchFamily="2" charset="-122"/>
                        <a:ea typeface="黑体" panose="02010609060101010101" pitchFamily="2" charset="-122"/>
                        <a:cs typeface="Times New Roman" panose="02020603050405020304" pitchFamily="18" charset="0"/>
                      </a:endParaRPr>
                    </a:p>
                  </a:txBody>
                  <a:tcPr marL="6350" marR="635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400" b="1">
                          <a:solidFill>
                            <a:srgbClr val="FF0000"/>
                          </a:solidFill>
                          <a:latin typeface="黑体" panose="02010609060101010101" pitchFamily="2" charset="-122"/>
                          <a:ea typeface="黑体" panose="02010609060101010101" pitchFamily="2" charset="-122"/>
                          <a:cs typeface="Times New Roman" panose="02020603050405020304" pitchFamily="18" charset="0"/>
                        </a:rPr>
                        <a:t>1</a:t>
                      </a:r>
                      <a:endParaRPr lang="en-US" altLang="en-US" sz="2400" b="1">
                        <a:solidFill>
                          <a:srgbClr val="FF0000"/>
                        </a:solidFill>
                        <a:latin typeface="黑体" panose="02010609060101010101" pitchFamily="2" charset="-122"/>
                        <a:ea typeface="黑体" panose="02010609060101010101" pitchFamily="2" charset="-122"/>
                        <a:cs typeface="Times New Roman" panose="02020603050405020304" pitchFamily="18" charset="0"/>
                      </a:endParaRPr>
                    </a:p>
                  </a:txBody>
                  <a:tcPr marL="6350" marR="635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400" b="1">
                          <a:solidFill>
                            <a:srgbClr val="FF0000"/>
                          </a:solidFill>
                          <a:latin typeface="黑体" panose="02010609060101010101" pitchFamily="2" charset="-122"/>
                          <a:ea typeface="黑体" panose="02010609060101010101" pitchFamily="2" charset="-122"/>
                          <a:cs typeface="Times New Roman" panose="02020603050405020304" pitchFamily="18" charset="0"/>
                        </a:rPr>
                        <a:t>2</a:t>
                      </a:r>
                      <a:endParaRPr lang="en-US" altLang="en-US" sz="2400" b="1">
                        <a:solidFill>
                          <a:srgbClr val="FF0000"/>
                        </a:solidFill>
                        <a:latin typeface="黑体" panose="02010609060101010101" pitchFamily="2" charset="-122"/>
                        <a:ea typeface="黑体" panose="02010609060101010101" pitchFamily="2" charset="-122"/>
                        <a:cs typeface="Times New Roman" panose="02020603050405020304" pitchFamily="18" charset="0"/>
                      </a:endParaRPr>
                    </a:p>
                  </a:txBody>
                  <a:tcPr marL="6350" marR="635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400" b="1">
                          <a:solidFill>
                            <a:srgbClr val="FF0000"/>
                          </a:solidFill>
                          <a:latin typeface="黑体" panose="02010609060101010101" pitchFamily="2" charset="-122"/>
                          <a:ea typeface="黑体" panose="02010609060101010101" pitchFamily="2" charset="-122"/>
                          <a:cs typeface="Times New Roman" panose="02020603050405020304" pitchFamily="18" charset="0"/>
                        </a:rPr>
                        <a:t>4</a:t>
                      </a:r>
                      <a:endParaRPr lang="en-US" altLang="en-US" sz="2400" b="1">
                        <a:solidFill>
                          <a:srgbClr val="FF0000"/>
                        </a:solidFill>
                        <a:latin typeface="黑体" panose="02010609060101010101" pitchFamily="2" charset="-122"/>
                        <a:ea typeface="黑体" panose="02010609060101010101" pitchFamily="2" charset="-122"/>
                        <a:cs typeface="Times New Roman" panose="02020603050405020304" pitchFamily="18" charset="0"/>
                      </a:endParaRPr>
                    </a:p>
                  </a:txBody>
                  <a:tcPr marL="6350" marR="635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400" b="1">
                          <a:solidFill>
                            <a:srgbClr val="FF0000"/>
                          </a:solidFill>
                          <a:latin typeface="黑体" panose="02010609060101010101" pitchFamily="2" charset="-122"/>
                          <a:ea typeface="黑体" panose="02010609060101010101" pitchFamily="2" charset="-122"/>
                          <a:cs typeface="Times New Roman" panose="02020603050405020304" pitchFamily="18" charset="0"/>
                        </a:rPr>
                        <a:t>8</a:t>
                      </a:r>
                      <a:endParaRPr lang="en-US" altLang="en-US" sz="2400" b="1">
                        <a:solidFill>
                          <a:srgbClr val="FF0000"/>
                        </a:solidFill>
                        <a:latin typeface="黑体" panose="02010609060101010101" pitchFamily="2" charset="-122"/>
                        <a:ea typeface="黑体" panose="02010609060101010101" pitchFamily="2" charset="-122"/>
                        <a:cs typeface="Times New Roman" panose="02020603050405020304" pitchFamily="18" charset="0"/>
                      </a:endParaRPr>
                    </a:p>
                  </a:txBody>
                  <a:tcPr marL="6350" marR="635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2"/>
                  </a:ext>
                </a:extLst>
              </a:tr>
              <a:tr h="365760">
                <a:tc>
                  <a:txBody>
                    <a:bodyPr/>
                    <a:lstStyle/>
                    <a:p>
                      <a:pPr indent="0">
                        <a:buNone/>
                      </a:pPr>
                      <a:r>
                        <a:rPr lang="en-US" sz="2400" b="1" i="1" dirty="0">
                          <a:solidFill>
                            <a:srgbClr val="0000CC"/>
                          </a:solidFill>
                          <a:latin typeface="黑体" panose="02010609060101010101" pitchFamily="2" charset="-122"/>
                          <a:ea typeface="黑体" panose="02010609060101010101" pitchFamily="2" charset="-122"/>
                          <a:cs typeface="宋体" panose="02010600030101010101" pitchFamily="2" charset="-122"/>
                        </a:rPr>
                        <a:t>n</a:t>
                      </a:r>
                      <a:endParaRPr lang="en-US" altLang="en-US" sz="2400" b="1" i="1" dirty="0">
                        <a:solidFill>
                          <a:srgbClr val="0000CC"/>
                        </a:solidFill>
                        <a:latin typeface="黑体" panose="02010609060101010101" pitchFamily="2" charset="-122"/>
                        <a:ea typeface="黑体" panose="02010609060101010101" pitchFamily="2" charset="-122"/>
                        <a:cs typeface="宋体" panose="02010600030101010101" pitchFamily="2" charset="-122"/>
                      </a:endParaRPr>
                    </a:p>
                  </a:txBody>
                  <a:tcPr marL="6350" marR="635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400" b="1" i="1" dirty="0">
                          <a:solidFill>
                            <a:srgbClr val="0000CC"/>
                          </a:solidFill>
                          <a:latin typeface="黑体" panose="02010609060101010101" pitchFamily="2" charset="-122"/>
                          <a:ea typeface="黑体" panose="02010609060101010101" pitchFamily="2" charset="-122"/>
                          <a:cs typeface="Times New Roman" panose="02020603050405020304" pitchFamily="18" charset="0"/>
                        </a:rPr>
                        <a:t>14</a:t>
                      </a:r>
                      <a:endParaRPr lang="en-US" altLang="en-US" sz="2400" b="1" i="1" dirty="0">
                        <a:solidFill>
                          <a:srgbClr val="0000CC"/>
                        </a:solidFill>
                        <a:latin typeface="黑体" panose="02010609060101010101" pitchFamily="2" charset="-122"/>
                        <a:ea typeface="黑体" panose="02010609060101010101" pitchFamily="2" charset="-122"/>
                        <a:cs typeface="Times New Roman" panose="02020603050405020304" pitchFamily="18" charset="0"/>
                      </a:endParaRPr>
                    </a:p>
                  </a:txBody>
                  <a:tcPr marL="6350" marR="635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400" b="1" i="1" dirty="0">
                          <a:solidFill>
                            <a:srgbClr val="0000CC"/>
                          </a:solidFill>
                          <a:latin typeface="黑体" panose="02010609060101010101" pitchFamily="2" charset="-122"/>
                          <a:ea typeface="黑体" panose="02010609060101010101" pitchFamily="2" charset="-122"/>
                          <a:cs typeface="Times New Roman" panose="02020603050405020304" pitchFamily="18" charset="0"/>
                        </a:rPr>
                        <a:t>15</a:t>
                      </a:r>
                      <a:endParaRPr lang="en-US" altLang="en-US" sz="2400" b="1" i="1" dirty="0">
                        <a:solidFill>
                          <a:srgbClr val="0000CC"/>
                        </a:solidFill>
                        <a:latin typeface="黑体" panose="02010609060101010101" pitchFamily="2" charset="-122"/>
                        <a:ea typeface="黑体" panose="02010609060101010101" pitchFamily="2" charset="-122"/>
                        <a:cs typeface="Times New Roman" panose="02020603050405020304" pitchFamily="18" charset="0"/>
                      </a:endParaRPr>
                    </a:p>
                  </a:txBody>
                  <a:tcPr marL="6350" marR="635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400" b="1" i="1" dirty="0">
                          <a:solidFill>
                            <a:srgbClr val="0000CC"/>
                          </a:solidFill>
                          <a:latin typeface="黑体" panose="02010609060101010101" pitchFamily="2" charset="-122"/>
                          <a:ea typeface="黑体" panose="02010609060101010101" pitchFamily="2" charset="-122"/>
                          <a:cs typeface="Times New Roman" panose="02020603050405020304" pitchFamily="18" charset="0"/>
                        </a:rPr>
                        <a:t>16</a:t>
                      </a:r>
                      <a:endParaRPr lang="en-US" altLang="en-US" sz="2400" b="1" i="1" dirty="0">
                        <a:solidFill>
                          <a:srgbClr val="0000CC"/>
                        </a:solidFill>
                        <a:latin typeface="黑体" panose="02010609060101010101" pitchFamily="2" charset="-122"/>
                        <a:ea typeface="黑体" panose="02010609060101010101" pitchFamily="2" charset="-122"/>
                        <a:cs typeface="Times New Roman" panose="02020603050405020304" pitchFamily="18" charset="0"/>
                      </a:endParaRPr>
                    </a:p>
                  </a:txBody>
                  <a:tcPr marL="6350" marR="635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400" b="1" i="1" dirty="0">
                          <a:solidFill>
                            <a:srgbClr val="0000CC"/>
                          </a:solidFill>
                          <a:latin typeface="黑体" panose="02010609060101010101" pitchFamily="2" charset="-122"/>
                          <a:ea typeface="黑体" panose="02010609060101010101" pitchFamily="2" charset="-122"/>
                          <a:cs typeface="Times New Roman" panose="02020603050405020304" pitchFamily="18" charset="0"/>
                        </a:rPr>
                        <a:t>17</a:t>
                      </a:r>
                      <a:endParaRPr lang="en-US" altLang="en-US" sz="2400" b="1" i="1" dirty="0">
                        <a:solidFill>
                          <a:srgbClr val="0000CC"/>
                        </a:solidFill>
                        <a:latin typeface="黑体" panose="02010609060101010101" pitchFamily="2" charset="-122"/>
                        <a:ea typeface="黑体" panose="02010609060101010101" pitchFamily="2" charset="-122"/>
                        <a:cs typeface="Times New Roman" panose="02020603050405020304" pitchFamily="18" charset="0"/>
                      </a:endParaRPr>
                    </a:p>
                  </a:txBody>
                  <a:tcPr marL="6350" marR="635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400" b="1" i="1" dirty="0">
                          <a:solidFill>
                            <a:srgbClr val="0000CC"/>
                          </a:solidFill>
                          <a:latin typeface="黑体" panose="02010609060101010101" pitchFamily="2" charset="-122"/>
                          <a:ea typeface="黑体" panose="02010609060101010101" pitchFamily="2" charset="-122"/>
                          <a:cs typeface="Times New Roman" panose="02020603050405020304" pitchFamily="18" charset="0"/>
                        </a:rPr>
                        <a:t>18</a:t>
                      </a:r>
                      <a:endParaRPr lang="en-US" altLang="en-US" sz="2400" b="1" i="1" dirty="0">
                        <a:solidFill>
                          <a:srgbClr val="0000CC"/>
                        </a:solidFill>
                        <a:latin typeface="黑体" panose="02010609060101010101" pitchFamily="2" charset="-122"/>
                        <a:ea typeface="黑体" panose="02010609060101010101" pitchFamily="2" charset="-122"/>
                        <a:cs typeface="Times New Roman" panose="02020603050405020304" pitchFamily="18" charset="0"/>
                      </a:endParaRPr>
                    </a:p>
                  </a:txBody>
                  <a:tcPr marL="6350" marR="635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400" b="1" i="1" dirty="0">
                          <a:solidFill>
                            <a:srgbClr val="0000CC"/>
                          </a:solidFill>
                          <a:latin typeface="黑体" panose="02010609060101010101" pitchFamily="2" charset="-122"/>
                          <a:ea typeface="黑体" panose="02010609060101010101" pitchFamily="2" charset="-122"/>
                          <a:cs typeface="Times New Roman" panose="02020603050405020304" pitchFamily="18" charset="0"/>
                        </a:rPr>
                        <a:t>19</a:t>
                      </a:r>
                      <a:endParaRPr lang="en-US" altLang="en-US" sz="2400" b="1" i="1" dirty="0">
                        <a:solidFill>
                          <a:srgbClr val="0000CC"/>
                        </a:solidFill>
                        <a:latin typeface="黑体" panose="02010609060101010101" pitchFamily="2" charset="-122"/>
                        <a:ea typeface="黑体" panose="02010609060101010101" pitchFamily="2" charset="-122"/>
                        <a:cs typeface="Times New Roman" panose="02020603050405020304" pitchFamily="18" charset="0"/>
                      </a:endParaRPr>
                    </a:p>
                  </a:txBody>
                  <a:tcPr marL="6350" marR="635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400" b="1" i="1" dirty="0">
                          <a:solidFill>
                            <a:srgbClr val="0000CC"/>
                          </a:solidFill>
                          <a:latin typeface="黑体" panose="02010609060101010101" pitchFamily="2" charset="-122"/>
                          <a:ea typeface="黑体" panose="02010609060101010101" pitchFamily="2" charset="-122"/>
                          <a:cs typeface="Times New Roman" panose="02020603050405020304" pitchFamily="18" charset="0"/>
                        </a:rPr>
                        <a:t>20</a:t>
                      </a:r>
                      <a:endParaRPr lang="en-US" altLang="en-US" sz="2400" b="1" i="1" dirty="0">
                        <a:solidFill>
                          <a:srgbClr val="0000CC"/>
                        </a:solidFill>
                        <a:latin typeface="黑体" panose="02010609060101010101" pitchFamily="2" charset="-122"/>
                        <a:ea typeface="黑体" panose="02010609060101010101" pitchFamily="2" charset="-122"/>
                        <a:cs typeface="Times New Roman" panose="02020603050405020304" pitchFamily="18" charset="0"/>
                      </a:endParaRPr>
                    </a:p>
                  </a:txBody>
                  <a:tcPr marL="6350" marR="635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400" b="1" i="1" dirty="0">
                          <a:solidFill>
                            <a:srgbClr val="0000CC"/>
                          </a:solidFill>
                          <a:latin typeface="黑体" panose="02010609060101010101" pitchFamily="2" charset="-122"/>
                          <a:ea typeface="黑体" panose="02010609060101010101" pitchFamily="2" charset="-122"/>
                          <a:cs typeface="Times New Roman" panose="02020603050405020304" pitchFamily="18" charset="0"/>
                        </a:rPr>
                        <a:t>21</a:t>
                      </a:r>
                      <a:endParaRPr lang="en-US" altLang="en-US" sz="2400" b="1" i="1" dirty="0">
                        <a:solidFill>
                          <a:srgbClr val="0000CC"/>
                        </a:solidFill>
                        <a:latin typeface="黑体" panose="02010609060101010101" pitchFamily="2" charset="-122"/>
                        <a:ea typeface="黑体" panose="02010609060101010101" pitchFamily="2" charset="-122"/>
                        <a:cs typeface="Times New Roman" panose="02020603050405020304" pitchFamily="18" charset="0"/>
                      </a:endParaRPr>
                    </a:p>
                  </a:txBody>
                  <a:tcPr marL="6350" marR="635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400" b="1" i="1" dirty="0">
                          <a:solidFill>
                            <a:srgbClr val="0000CC"/>
                          </a:solidFill>
                          <a:latin typeface="黑体" panose="02010609060101010101" pitchFamily="2" charset="-122"/>
                          <a:ea typeface="黑体" panose="02010609060101010101" pitchFamily="2" charset="-122"/>
                          <a:cs typeface="Times New Roman" panose="02020603050405020304" pitchFamily="18" charset="0"/>
                        </a:rPr>
                        <a:t>22</a:t>
                      </a:r>
                      <a:endParaRPr lang="en-US" altLang="en-US" sz="2400" b="1" i="1" dirty="0">
                        <a:solidFill>
                          <a:srgbClr val="0000CC"/>
                        </a:solidFill>
                        <a:latin typeface="黑体" panose="02010609060101010101" pitchFamily="2" charset="-122"/>
                        <a:ea typeface="黑体" panose="02010609060101010101" pitchFamily="2" charset="-122"/>
                        <a:cs typeface="Times New Roman" panose="02020603050405020304" pitchFamily="18" charset="0"/>
                      </a:endParaRPr>
                    </a:p>
                  </a:txBody>
                  <a:tcPr marL="6350" marR="635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400" b="1" i="1" dirty="0">
                          <a:solidFill>
                            <a:srgbClr val="0000CC"/>
                          </a:solidFill>
                          <a:latin typeface="黑体" panose="02010609060101010101" pitchFamily="2" charset="-122"/>
                          <a:ea typeface="黑体" panose="02010609060101010101" pitchFamily="2" charset="-122"/>
                          <a:cs typeface="Times New Roman" panose="02020603050405020304" pitchFamily="18" charset="0"/>
                        </a:rPr>
                        <a:t>23</a:t>
                      </a:r>
                      <a:endParaRPr lang="en-US" altLang="en-US" sz="2400" b="1" i="1" dirty="0">
                        <a:solidFill>
                          <a:srgbClr val="0000CC"/>
                        </a:solidFill>
                        <a:latin typeface="黑体" panose="02010609060101010101" pitchFamily="2" charset="-122"/>
                        <a:ea typeface="黑体" panose="02010609060101010101" pitchFamily="2" charset="-122"/>
                        <a:cs typeface="Times New Roman" panose="02020603050405020304" pitchFamily="18" charset="0"/>
                      </a:endParaRPr>
                    </a:p>
                  </a:txBody>
                  <a:tcPr marL="6350" marR="635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400" b="1" i="1" dirty="0">
                          <a:solidFill>
                            <a:srgbClr val="0000CC"/>
                          </a:solidFill>
                          <a:latin typeface="黑体" panose="02010609060101010101" pitchFamily="2" charset="-122"/>
                          <a:ea typeface="黑体" panose="02010609060101010101" pitchFamily="2" charset="-122"/>
                          <a:cs typeface="Times New Roman" panose="02020603050405020304" pitchFamily="18" charset="0"/>
                        </a:rPr>
                        <a:t>24</a:t>
                      </a:r>
                      <a:endParaRPr lang="en-US" altLang="en-US" sz="2400" b="1" i="1" dirty="0">
                        <a:solidFill>
                          <a:srgbClr val="0000CC"/>
                        </a:solidFill>
                        <a:latin typeface="黑体" panose="02010609060101010101" pitchFamily="2" charset="-122"/>
                        <a:ea typeface="黑体" panose="02010609060101010101" pitchFamily="2" charset="-122"/>
                        <a:cs typeface="Times New Roman" panose="02020603050405020304" pitchFamily="18" charset="0"/>
                      </a:endParaRPr>
                    </a:p>
                  </a:txBody>
                  <a:tcPr marL="6350" marR="635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400" b="1" i="1" dirty="0">
                          <a:solidFill>
                            <a:srgbClr val="0000CC"/>
                          </a:solidFill>
                          <a:latin typeface="黑体" panose="02010609060101010101" pitchFamily="2" charset="-122"/>
                          <a:ea typeface="黑体" panose="02010609060101010101" pitchFamily="2" charset="-122"/>
                          <a:cs typeface="Times New Roman" panose="02020603050405020304" pitchFamily="18" charset="0"/>
                        </a:rPr>
                        <a:t>25</a:t>
                      </a:r>
                      <a:endParaRPr lang="en-US" altLang="en-US" sz="2400" b="1" i="1" dirty="0">
                        <a:solidFill>
                          <a:srgbClr val="0000CC"/>
                        </a:solidFill>
                        <a:latin typeface="黑体" panose="02010609060101010101" pitchFamily="2" charset="-122"/>
                        <a:ea typeface="黑体" panose="02010609060101010101" pitchFamily="2" charset="-122"/>
                        <a:cs typeface="Times New Roman" panose="02020603050405020304" pitchFamily="18" charset="0"/>
                      </a:endParaRPr>
                    </a:p>
                  </a:txBody>
                  <a:tcPr marL="6350" marR="635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400" b="1" i="1" dirty="0">
                          <a:solidFill>
                            <a:srgbClr val="0000CC"/>
                          </a:solidFill>
                          <a:latin typeface="黑体" panose="02010609060101010101" pitchFamily="2" charset="-122"/>
                          <a:ea typeface="黑体" panose="02010609060101010101" pitchFamily="2" charset="-122"/>
                          <a:cs typeface="Times New Roman" panose="02020603050405020304" pitchFamily="18" charset="0"/>
                        </a:rPr>
                        <a:t>26</a:t>
                      </a:r>
                      <a:endParaRPr lang="en-US" altLang="en-US" sz="2400" b="1" i="1" dirty="0">
                        <a:solidFill>
                          <a:srgbClr val="0000CC"/>
                        </a:solidFill>
                        <a:latin typeface="黑体" panose="02010609060101010101" pitchFamily="2" charset="-122"/>
                        <a:ea typeface="黑体" panose="02010609060101010101" pitchFamily="2" charset="-122"/>
                        <a:cs typeface="Times New Roman" panose="02020603050405020304" pitchFamily="18" charset="0"/>
                      </a:endParaRPr>
                    </a:p>
                  </a:txBody>
                  <a:tcPr marL="6350" marR="635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3"/>
                  </a:ext>
                </a:extLst>
              </a:tr>
            </a:tbl>
          </a:graphicData>
        </a:graphic>
      </p:graphicFrame>
      <p:sp>
        <p:nvSpPr>
          <p:cNvPr id="6" name="文本框 5"/>
          <p:cNvSpPr txBox="1"/>
          <p:nvPr/>
        </p:nvSpPr>
        <p:spPr>
          <a:xfrm>
            <a:off x="482600" y="3026410"/>
            <a:ext cx="9241790" cy="3784600"/>
          </a:xfrm>
          <a:prstGeom prst="rect">
            <a:avLst/>
          </a:prstGeom>
          <a:noFill/>
          <a:ln w="9525">
            <a:noFill/>
          </a:ln>
        </p:spPr>
        <p:txBody>
          <a:bodyPr wrap="square">
            <a:spAutoFit/>
          </a:bodyPr>
          <a:lstStyle/>
          <a:p>
            <a:pPr marL="0" indent="0"/>
            <a:r>
              <a:rPr lang="en-US" sz="2400" b="0" dirty="0">
                <a:solidFill>
                  <a:srgbClr val="FF0000"/>
                </a:solidFill>
                <a:latin typeface="黑体" panose="02010609060101010101" pitchFamily="2" charset="-122"/>
                <a:ea typeface="黑体" panose="02010609060101010101" pitchFamily="2" charset="-122"/>
                <a:cs typeface="黑体" panose="02010609060101010101" pitchFamily="2" charset="-122"/>
              </a:rPr>
              <a:t>(1) </a:t>
            </a:r>
            <a:r>
              <a:rPr lang="zh-CN" sz="2400" b="0" dirty="0">
                <a:solidFill>
                  <a:srgbClr val="FF0000"/>
                </a:solidFill>
                <a:latin typeface="黑体" panose="02010609060101010101" pitchFamily="2" charset="-122"/>
                <a:ea typeface="黑体" panose="02010609060101010101" pitchFamily="2" charset="-122"/>
                <a:cs typeface="黑体" panose="02010609060101010101" pitchFamily="2" charset="-122"/>
              </a:rPr>
              <a:t>试画出如图</a:t>
            </a:r>
            <a:r>
              <a:rPr lang="en-US" sz="2400" b="0" dirty="0">
                <a:solidFill>
                  <a:srgbClr val="FF0000"/>
                </a:solidFill>
                <a:latin typeface="黑体" panose="02010609060101010101" pitchFamily="2" charset="-122"/>
                <a:ea typeface="黑体" panose="02010609060101010101" pitchFamily="2" charset="-122"/>
                <a:cs typeface="黑体" panose="02010609060101010101" pitchFamily="2" charset="-122"/>
              </a:rPr>
              <a:t>5-25</a:t>
            </a:r>
            <a:r>
              <a:rPr lang="zh-CN" sz="2400" b="0" dirty="0">
                <a:solidFill>
                  <a:srgbClr val="FF0000"/>
                </a:solidFill>
                <a:latin typeface="黑体" panose="02010609060101010101" pitchFamily="2" charset="-122"/>
                <a:ea typeface="黑体" panose="02010609060101010101" pitchFamily="2" charset="-122"/>
                <a:cs typeface="黑体" panose="02010609060101010101" pitchFamily="2" charset="-122"/>
              </a:rPr>
              <a:t>所示的拥塞窗口与传输轮次的关系曲线。</a:t>
            </a:r>
            <a:endParaRPr lang="en-US" sz="2400" b="0" dirty="0">
              <a:solidFill>
                <a:srgbClr val="FF0000"/>
              </a:solidFill>
              <a:latin typeface="黑体" panose="02010609060101010101" pitchFamily="2" charset="-122"/>
              <a:ea typeface="黑体" panose="02010609060101010101" pitchFamily="2" charset="-122"/>
              <a:cs typeface="黑体" panose="02010609060101010101" pitchFamily="2" charset="-122"/>
            </a:endParaRPr>
          </a:p>
          <a:p>
            <a:pPr marL="0" indent="0"/>
            <a:r>
              <a:rPr lang="en-US" sz="2400" b="0" dirty="0">
                <a:solidFill>
                  <a:srgbClr val="FF0000"/>
                </a:solidFill>
                <a:latin typeface="黑体" panose="02010609060101010101" pitchFamily="2" charset="-122"/>
                <a:ea typeface="黑体" panose="02010609060101010101" pitchFamily="2" charset="-122"/>
                <a:cs typeface="黑体" panose="02010609060101010101" pitchFamily="2" charset="-122"/>
              </a:rPr>
              <a:t>(2) </a:t>
            </a:r>
            <a:r>
              <a:rPr lang="zh-CN" sz="2400" b="0" dirty="0">
                <a:solidFill>
                  <a:srgbClr val="FF0000"/>
                </a:solidFill>
                <a:latin typeface="黑体" panose="02010609060101010101" pitchFamily="2" charset="-122"/>
                <a:ea typeface="黑体" panose="02010609060101010101" pitchFamily="2" charset="-122"/>
                <a:cs typeface="黑体" panose="02010609060101010101" pitchFamily="2" charset="-122"/>
              </a:rPr>
              <a:t>指明</a:t>
            </a:r>
            <a:r>
              <a:rPr lang="en-US" sz="2400" b="0" dirty="0">
                <a:solidFill>
                  <a:srgbClr val="FF0000"/>
                </a:solidFill>
                <a:latin typeface="黑体" panose="02010609060101010101" pitchFamily="2" charset="-122"/>
                <a:ea typeface="黑体" panose="02010609060101010101" pitchFamily="2" charset="-122"/>
                <a:cs typeface="黑体" panose="02010609060101010101" pitchFamily="2" charset="-122"/>
              </a:rPr>
              <a:t>TCP</a:t>
            </a:r>
            <a:r>
              <a:rPr lang="zh-CN" sz="2400" b="0" dirty="0">
                <a:solidFill>
                  <a:srgbClr val="FF0000"/>
                </a:solidFill>
                <a:latin typeface="黑体" panose="02010609060101010101" pitchFamily="2" charset="-122"/>
                <a:ea typeface="黑体" panose="02010609060101010101" pitchFamily="2" charset="-122"/>
                <a:cs typeface="黑体" panose="02010609060101010101" pitchFamily="2" charset="-122"/>
              </a:rPr>
              <a:t>工作在慢开始阶段的时间间隔。</a:t>
            </a:r>
            <a:endParaRPr lang="en-US" sz="2400" b="0" dirty="0">
              <a:solidFill>
                <a:srgbClr val="FF0000"/>
              </a:solidFill>
              <a:latin typeface="黑体" panose="02010609060101010101" pitchFamily="2" charset="-122"/>
              <a:ea typeface="黑体" panose="02010609060101010101" pitchFamily="2" charset="-122"/>
              <a:cs typeface="黑体" panose="02010609060101010101" pitchFamily="2" charset="-122"/>
            </a:endParaRPr>
          </a:p>
          <a:p>
            <a:pPr marL="0" indent="0"/>
            <a:r>
              <a:rPr lang="en-US" sz="2400" b="0" dirty="0">
                <a:solidFill>
                  <a:srgbClr val="FF0000"/>
                </a:solidFill>
                <a:latin typeface="黑体" panose="02010609060101010101" pitchFamily="2" charset="-122"/>
                <a:ea typeface="黑体" panose="02010609060101010101" pitchFamily="2" charset="-122"/>
                <a:cs typeface="黑体" panose="02010609060101010101" pitchFamily="2" charset="-122"/>
              </a:rPr>
              <a:t>(3) </a:t>
            </a:r>
            <a:r>
              <a:rPr lang="zh-CN" sz="2400" b="0" dirty="0">
                <a:solidFill>
                  <a:srgbClr val="FF0000"/>
                </a:solidFill>
                <a:latin typeface="黑体" panose="02010609060101010101" pitchFamily="2" charset="-122"/>
                <a:ea typeface="黑体" panose="02010609060101010101" pitchFamily="2" charset="-122"/>
                <a:cs typeface="黑体" panose="02010609060101010101" pitchFamily="2" charset="-122"/>
              </a:rPr>
              <a:t>指明</a:t>
            </a:r>
            <a:r>
              <a:rPr lang="en-US" sz="2400" b="0" dirty="0">
                <a:solidFill>
                  <a:srgbClr val="FF0000"/>
                </a:solidFill>
                <a:latin typeface="黑体" panose="02010609060101010101" pitchFamily="2" charset="-122"/>
                <a:ea typeface="黑体" panose="02010609060101010101" pitchFamily="2" charset="-122"/>
                <a:cs typeface="黑体" panose="02010609060101010101" pitchFamily="2" charset="-122"/>
              </a:rPr>
              <a:t>TCP</a:t>
            </a:r>
            <a:r>
              <a:rPr lang="zh-CN" sz="2400" b="0" dirty="0">
                <a:solidFill>
                  <a:srgbClr val="FF0000"/>
                </a:solidFill>
                <a:latin typeface="黑体" panose="02010609060101010101" pitchFamily="2" charset="-122"/>
                <a:ea typeface="黑体" panose="02010609060101010101" pitchFamily="2" charset="-122"/>
                <a:cs typeface="黑体" panose="02010609060101010101" pitchFamily="2" charset="-122"/>
              </a:rPr>
              <a:t>工作在拥塞避免阶段的时间间隔。</a:t>
            </a:r>
            <a:endParaRPr lang="en-US" sz="2400" b="0" dirty="0">
              <a:solidFill>
                <a:srgbClr val="FF0000"/>
              </a:solidFill>
              <a:latin typeface="黑体" panose="02010609060101010101" pitchFamily="2" charset="-122"/>
              <a:ea typeface="黑体" panose="02010609060101010101" pitchFamily="2" charset="-122"/>
              <a:cs typeface="黑体" panose="02010609060101010101" pitchFamily="2" charset="-122"/>
            </a:endParaRPr>
          </a:p>
          <a:p>
            <a:pPr marL="0" indent="0"/>
            <a:r>
              <a:rPr lang="en-US" sz="2400" b="0" dirty="0">
                <a:solidFill>
                  <a:srgbClr val="FF0000"/>
                </a:solidFill>
                <a:latin typeface="黑体" panose="02010609060101010101" pitchFamily="2" charset="-122"/>
                <a:ea typeface="黑体" panose="02010609060101010101" pitchFamily="2" charset="-122"/>
                <a:cs typeface="黑体" panose="02010609060101010101" pitchFamily="2" charset="-122"/>
              </a:rPr>
              <a:t>(4) </a:t>
            </a:r>
            <a:r>
              <a:rPr lang="zh-CN" sz="2400" b="0" dirty="0">
                <a:solidFill>
                  <a:srgbClr val="FF0000"/>
                </a:solidFill>
                <a:latin typeface="黑体" panose="02010609060101010101" pitchFamily="2" charset="-122"/>
                <a:ea typeface="黑体" panose="02010609060101010101" pitchFamily="2" charset="-122"/>
                <a:cs typeface="黑体" panose="02010609060101010101" pitchFamily="2" charset="-122"/>
              </a:rPr>
              <a:t>在第</a:t>
            </a:r>
            <a:r>
              <a:rPr lang="en-US" sz="2400" b="0" dirty="0">
                <a:solidFill>
                  <a:srgbClr val="FF0000"/>
                </a:solidFill>
                <a:latin typeface="黑体" panose="02010609060101010101" pitchFamily="2" charset="-122"/>
                <a:ea typeface="黑体" panose="02010609060101010101" pitchFamily="2" charset="-122"/>
                <a:cs typeface="黑体" panose="02010609060101010101" pitchFamily="2" charset="-122"/>
              </a:rPr>
              <a:t>16</a:t>
            </a:r>
            <a:r>
              <a:rPr lang="zh-CN" sz="2400" b="0" dirty="0">
                <a:solidFill>
                  <a:srgbClr val="FF0000"/>
                </a:solidFill>
                <a:latin typeface="黑体" panose="02010609060101010101" pitchFamily="2" charset="-122"/>
                <a:ea typeface="黑体" panose="02010609060101010101" pitchFamily="2" charset="-122"/>
                <a:cs typeface="黑体" panose="02010609060101010101" pitchFamily="2" charset="-122"/>
              </a:rPr>
              <a:t>轮次和第</a:t>
            </a:r>
            <a:r>
              <a:rPr lang="en-US" sz="2400" b="0" dirty="0">
                <a:solidFill>
                  <a:srgbClr val="FF0000"/>
                </a:solidFill>
                <a:latin typeface="黑体" panose="02010609060101010101" pitchFamily="2" charset="-122"/>
                <a:ea typeface="黑体" panose="02010609060101010101" pitchFamily="2" charset="-122"/>
                <a:cs typeface="黑体" panose="02010609060101010101" pitchFamily="2" charset="-122"/>
              </a:rPr>
              <a:t>22</a:t>
            </a:r>
            <a:r>
              <a:rPr lang="zh-CN" sz="2400" b="0" dirty="0">
                <a:solidFill>
                  <a:srgbClr val="FF0000"/>
                </a:solidFill>
                <a:latin typeface="黑体" panose="02010609060101010101" pitchFamily="2" charset="-122"/>
                <a:ea typeface="黑体" panose="02010609060101010101" pitchFamily="2" charset="-122"/>
                <a:cs typeface="黑体" panose="02010609060101010101" pitchFamily="2" charset="-122"/>
              </a:rPr>
              <a:t>轮次之后发送方是通过收到三个重复的确认还是通过超时检测到丢失了报文段？</a:t>
            </a:r>
            <a:endParaRPr lang="en-US" sz="2400" b="0" dirty="0">
              <a:solidFill>
                <a:srgbClr val="FF0000"/>
              </a:solidFill>
              <a:latin typeface="黑体" panose="02010609060101010101" pitchFamily="2" charset="-122"/>
              <a:ea typeface="黑体" panose="02010609060101010101" pitchFamily="2" charset="-122"/>
              <a:cs typeface="黑体" panose="02010609060101010101" pitchFamily="2" charset="-122"/>
            </a:endParaRPr>
          </a:p>
          <a:p>
            <a:pPr marL="0" indent="0"/>
            <a:r>
              <a:rPr lang="en-US" sz="2400" b="0" dirty="0">
                <a:solidFill>
                  <a:srgbClr val="FF0000"/>
                </a:solidFill>
                <a:latin typeface="黑体" panose="02010609060101010101" pitchFamily="2" charset="-122"/>
                <a:ea typeface="黑体" panose="02010609060101010101" pitchFamily="2" charset="-122"/>
                <a:cs typeface="黑体" panose="02010609060101010101" pitchFamily="2" charset="-122"/>
              </a:rPr>
              <a:t>(5) </a:t>
            </a:r>
            <a:r>
              <a:rPr lang="zh-CN" sz="2400" b="0" dirty="0">
                <a:solidFill>
                  <a:srgbClr val="FF0000"/>
                </a:solidFill>
                <a:latin typeface="黑体" panose="02010609060101010101" pitchFamily="2" charset="-122"/>
                <a:ea typeface="黑体" panose="02010609060101010101" pitchFamily="2" charset="-122"/>
                <a:cs typeface="黑体" panose="02010609060101010101" pitchFamily="2" charset="-122"/>
              </a:rPr>
              <a:t>在第</a:t>
            </a:r>
            <a:r>
              <a:rPr lang="en-US" sz="2400" b="0" dirty="0">
                <a:solidFill>
                  <a:srgbClr val="FF0000"/>
                </a:solidFill>
                <a:latin typeface="黑体" panose="02010609060101010101" pitchFamily="2" charset="-122"/>
                <a:ea typeface="黑体" panose="02010609060101010101" pitchFamily="2" charset="-122"/>
                <a:cs typeface="黑体" panose="02010609060101010101" pitchFamily="2" charset="-122"/>
              </a:rPr>
              <a:t>1</a:t>
            </a:r>
            <a:r>
              <a:rPr lang="zh-CN" sz="2400" b="0" dirty="0">
                <a:solidFill>
                  <a:srgbClr val="FF0000"/>
                </a:solidFill>
                <a:latin typeface="黑体" panose="02010609060101010101" pitchFamily="2" charset="-122"/>
                <a:ea typeface="黑体" panose="02010609060101010101" pitchFamily="2" charset="-122"/>
                <a:cs typeface="黑体" panose="02010609060101010101" pitchFamily="2" charset="-122"/>
              </a:rPr>
              <a:t>轮次、第</a:t>
            </a:r>
            <a:r>
              <a:rPr lang="en-US" sz="2400" b="0" dirty="0">
                <a:solidFill>
                  <a:srgbClr val="FF0000"/>
                </a:solidFill>
                <a:latin typeface="黑体" panose="02010609060101010101" pitchFamily="2" charset="-122"/>
                <a:ea typeface="黑体" panose="02010609060101010101" pitchFamily="2" charset="-122"/>
                <a:cs typeface="黑体" panose="02010609060101010101" pitchFamily="2" charset="-122"/>
              </a:rPr>
              <a:t>18</a:t>
            </a:r>
            <a:r>
              <a:rPr lang="zh-CN" sz="2400" b="0" dirty="0">
                <a:solidFill>
                  <a:srgbClr val="FF0000"/>
                </a:solidFill>
                <a:latin typeface="黑体" panose="02010609060101010101" pitchFamily="2" charset="-122"/>
                <a:ea typeface="黑体" panose="02010609060101010101" pitchFamily="2" charset="-122"/>
                <a:cs typeface="黑体" panose="02010609060101010101" pitchFamily="2" charset="-122"/>
              </a:rPr>
              <a:t>轮次和第</a:t>
            </a:r>
            <a:r>
              <a:rPr lang="en-US" sz="2400" b="0" dirty="0">
                <a:solidFill>
                  <a:srgbClr val="FF0000"/>
                </a:solidFill>
                <a:latin typeface="黑体" panose="02010609060101010101" pitchFamily="2" charset="-122"/>
                <a:ea typeface="黑体" panose="02010609060101010101" pitchFamily="2" charset="-122"/>
                <a:cs typeface="黑体" panose="02010609060101010101" pitchFamily="2" charset="-122"/>
              </a:rPr>
              <a:t>24</a:t>
            </a:r>
            <a:r>
              <a:rPr lang="zh-CN" sz="2400" b="0" dirty="0">
                <a:solidFill>
                  <a:srgbClr val="FF0000"/>
                </a:solidFill>
                <a:latin typeface="黑体" panose="02010609060101010101" pitchFamily="2" charset="-122"/>
                <a:ea typeface="黑体" panose="02010609060101010101" pitchFamily="2" charset="-122"/>
                <a:cs typeface="黑体" panose="02010609060101010101" pitchFamily="2" charset="-122"/>
              </a:rPr>
              <a:t>轮次发送时，门限</a:t>
            </a:r>
            <a:r>
              <a:rPr lang="en-US" sz="2400" b="0" dirty="0" err="1">
                <a:solidFill>
                  <a:srgbClr val="FF0000"/>
                </a:solidFill>
                <a:latin typeface="黑体" panose="02010609060101010101" pitchFamily="2" charset="-122"/>
                <a:ea typeface="黑体" panose="02010609060101010101" pitchFamily="2" charset="-122"/>
                <a:cs typeface="黑体" panose="02010609060101010101" pitchFamily="2" charset="-122"/>
              </a:rPr>
              <a:t>ssthresh</a:t>
            </a:r>
            <a:r>
              <a:rPr lang="zh-CN" sz="2400" b="0" dirty="0">
                <a:solidFill>
                  <a:srgbClr val="FF0000"/>
                </a:solidFill>
                <a:latin typeface="黑体" panose="02010609060101010101" pitchFamily="2" charset="-122"/>
                <a:ea typeface="黑体" panose="02010609060101010101" pitchFamily="2" charset="-122"/>
                <a:cs typeface="黑体" panose="02010609060101010101" pitchFamily="2" charset="-122"/>
              </a:rPr>
              <a:t>分别被设置为多大？</a:t>
            </a:r>
            <a:endParaRPr lang="en-US" sz="2400" b="0" dirty="0">
              <a:solidFill>
                <a:srgbClr val="FF0000"/>
              </a:solidFill>
              <a:latin typeface="黑体" panose="02010609060101010101" pitchFamily="2" charset="-122"/>
              <a:ea typeface="黑体" panose="02010609060101010101" pitchFamily="2" charset="-122"/>
              <a:cs typeface="黑体" panose="02010609060101010101" pitchFamily="2" charset="-122"/>
            </a:endParaRPr>
          </a:p>
          <a:p>
            <a:pPr marL="0" indent="0"/>
            <a:r>
              <a:rPr lang="en-US" sz="2400" b="0" dirty="0">
                <a:solidFill>
                  <a:srgbClr val="FF0000"/>
                </a:solidFill>
                <a:latin typeface="黑体" panose="02010609060101010101" pitchFamily="2" charset="-122"/>
                <a:ea typeface="黑体" panose="02010609060101010101" pitchFamily="2" charset="-122"/>
                <a:cs typeface="黑体" panose="02010609060101010101" pitchFamily="2" charset="-122"/>
              </a:rPr>
              <a:t>(6) </a:t>
            </a:r>
            <a:r>
              <a:rPr lang="zh-CN" sz="2400" b="0" dirty="0">
                <a:solidFill>
                  <a:srgbClr val="FF0000"/>
                </a:solidFill>
                <a:latin typeface="黑体" panose="02010609060101010101" pitchFamily="2" charset="-122"/>
                <a:ea typeface="黑体" panose="02010609060101010101" pitchFamily="2" charset="-122"/>
                <a:cs typeface="黑体" panose="02010609060101010101" pitchFamily="2" charset="-122"/>
              </a:rPr>
              <a:t>在第几轮次发送出第</a:t>
            </a:r>
            <a:r>
              <a:rPr lang="en-US" sz="2400" b="0" dirty="0">
                <a:solidFill>
                  <a:srgbClr val="FF0000"/>
                </a:solidFill>
                <a:latin typeface="黑体" panose="02010609060101010101" pitchFamily="2" charset="-122"/>
                <a:ea typeface="黑体" panose="02010609060101010101" pitchFamily="2" charset="-122"/>
                <a:cs typeface="黑体" panose="02010609060101010101" pitchFamily="2" charset="-122"/>
              </a:rPr>
              <a:t>70</a:t>
            </a:r>
            <a:r>
              <a:rPr lang="zh-CN" sz="2400" b="0" dirty="0">
                <a:solidFill>
                  <a:srgbClr val="FF0000"/>
                </a:solidFill>
                <a:latin typeface="黑体" panose="02010609060101010101" pitchFamily="2" charset="-122"/>
                <a:ea typeface="黑体" panose="02010609060101010101" pitchFamily="2" charset="-122"/>
                <a:cs typeface="黑体" panose="02010609060101010101" pitchFamily="2" charset="-122"/>
              </a:rPr>
              <a:t>个报文段？</a:t>
            </a:r>
            <a:endParaRPr lang="en-US" sz="2400" b="0" dirty="0">
              <a:solidFill>
                <a:srgbClr val="FF0000"/>
              </a:solidFill>
              <a:latin typeface="黑体" panose="02010609060101010101" pitchFamily="2" charset="-122"/>
              <a:ea typeface="黑体" panose="02010609060101010101" pitchFamily="2" charset="-122"/>
              <a:cs typeface="黑体" panose="02010609060101010101" pitchFamily="2" charset="-122"/>
            </a:endParaRPr>
          </a:p>
          <a:p>
            <a:pPr marL="0" indent="0"/>
            <a:r>
              <a:rPr lang="en-US" sz="2400" b="0" dirty="0">
                <a:solidFill>
                  <a:srgbClr val="FF0000"/>
                </a:solidFill>
                <a:latin typeface="黑体" panose="02010609060101010101" pitchFamily="2" charset="-122"/>
                <a:ea typeface="黑体" panose="02010609060101010101" pitchFamily="2" charset="-122"/>
                <a:cs typeface="黑体" panose="02010609060101010101" pitchFamily="2" charset="-122"/>
              </a:rPr>
              <a:t>(7) </a:t>
            </a:r>
            <a:r>
              <a:rPr lang="zh-CN" sz="2400" b="0" dirty="0">
                <a:solidFill>
                  <a:srgbClr val="FF0000"/>
                </a:solidFill>
                <a:latin typeface="黑体" panose="02010609060101010101" pitchFamily="2" charset="-122"/>
                <a:ea typeface="黑体" panose="02010609060101010101" pitchFamily="2" charset="-122"/>
                <a:cs typeface="黑体" panose="02010609060101010101" pitchFamily="2" charset="-122"/>
              </a:rPr>
              <a:t>假定在第</a:t>
            </a:r>
            <a:r>
              <a:rPr lang="en-US" sz="2400" b="0" dirty="0">
                <a:solidFill>
                  <a:srgbClr val="FF0000"/>
                </a:solidFill>
                <a:latin typeface="黑体" panose="02010609060101010101" pitchFamily="2" charset="-122"/>
                <a:ea typeface="黑体" panose="02010609060101010101" pitchFamily="2" charset="-122"/>
                <a:cs typeface="黑体" panose="02010609060101010101" pitchFamily="2" charset="-122"/>
              </a:rPr>
              <a:t>26</a:t>
            </a:r>
            <a:r>
              <a:rPr lang="zh-CN" sz="2400" b="0" dirty="0">
                <a:solidFill>
                  <a:srgbClr val="FF0000"/>
                </a:solidFill>
                <a:latin typeface="黑体" panose="02010609060101010101" pitchFamily="2" charset="-122"/>
                <a:ea typeface="黑体" panose="02010609060101010101" pitchFamily="2" charset="-122"/>
                <a:cs typeface="黑体" panose="02010609060101010101" pitchFamily="2" charset="-122"/>
              </a:rPr>
              <a:t>轮次之后收到了三个重复的确认，因而检测出了报文段的丢失，那么拥塞窗口</a:t>
            </a:r>
            <a:r>
              <a:rPr lang="en-US" sz="2400" b="0" dirty="0" err="1">
                <a:solidFill>
                  <a:srgbClr val="FF0000"/>
                </a:solidFill>
                <a:latin typeface="黑体" panose="02010609060101010101" pitchFamily="2" charset="-122"/>
                <a:ea typeface="黑体" panose="02010609060101010101" pitchFamily="2" charset="-122"/>
                <a:cs typeface="黑体" panose="02010609060101010101" pitchFamily="2" charset="-122"/>
              </a:rPr>
              <a:t>cwnd</a:t>
            </a:r>
            <a:r>
              <a:rPr lang="zh-CN" sz="2400" b="0" dirty="0">
                <a:solidFill>
                  <a:srgbClr val="FF0000"/>
                </a:solidFill>
                <a:latin typeface="黑体" panose="02010609060101010101" pitchFamily="2" charset="-122"/>
                <a:ea typeface="黑体" panose="02010609060101010101" pitchFamily="2" charset="-122"/>
                <a:cs typeface="黑体" panose="02010609060101010101" pitchFamily="2" charset="-122"/>
              </a:rPr>
              <a:t>和门限</a:t>
            </a:r>
            <a:r>
              <a:rPr lang="en-US" sz="2400" b="0" dirty="0" err="1">
                <a:solidFill>
                  <a:srgbClr val="FF0000"/>
                </a:solidFill>
                <a:latin typeface="黑体" panose="02010609060101010101" pitchFamily="2" charset="-122"/>
                <a:ea typeface="黑体" panose="02010609060101010101" pitchFamily="2" charset="-122"/>
                <a:cs typeface="黑体" panose="02010609060101010101" pitchFamily="2" charset="-122"/>
              </a:rPr>
              <a:t>ssthresh</a:t>
            </a:r>
            <a:r>
              <a:rPr lang="zh-CN" sz="2400" b="0" dirty="0">
                <a:solidFill>
                  <a:srgbClr val="FF0000"/>
                </a:solidFill>
                <a:latin typeface="黑体" panose="02010609060101010101" pitchFamily="2" charset="-122"/>
                <a:ea typeface="黑体" panose="02010609060101010101" pitchFamily="2" charset="-122"/>
                <a:cs typeface="黑体" panose="02010609060101010101" pitchFamily="2" charset="-122"/>
              </a:rPr>
              <a:t>应设置为多大？</a:t>
            </a:r>
            <a:endParaRPr lang="zh-CN" altLang="en-US" sz="2400" b="0" dirty="0">
              <a:solidFill>
                <a:srgbClr val="FF0000"/>
              </a:solidFill>
              <a:latin typeface="黑体" panose="02010609060101010101" pitchFamily="2" charset="-122"/>
              <a:ea typeface="黑体" panose="02010609060101010101" pitchFamily="2" charset="-122"/>
              <a:cs typeface="黑体" panose="02010609060101010101" pitchFamily="2" charset="-122"/>
            </a:endParaRPr>
          </a:p>
        </p:txBody>
      </p:sp>
    </p:spTree>
    <p:extLst>
      <p:ext uri="{BB962C8B-B14F-4D97-AF65-F5344CB8AC3E}">
        <p14:creationId xmlns:p14="http://schemas.microsoft.com/office/powerpoint/2010/main" val="37543774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内容占位符 4">
            <a:extLst>
              <a:ext uri="{FF2B5EF4-FFF2-40B4-BE49-F238E27FC236}">
                <a16:creationId xmlns:a16="http://schemas.microsoft.com/office/drawing/2014/main" id="{2126B0F1-4F40-B6C1-F2CE-37A21E8FAA8C}"/>
              </a:ext>
            </a:extLst>
          </p:cNvPr>
          <p:cNvPicPr>
            <a:picLocks noGrp="1" noChangeAspect="1"/>
          </p:cNvPicPr>
          <p:nvPr>
            <p:ph idx="1"/>
          </p:nvPr>
        </p:nvPicPr>
        <p:blipFill>
          <a:blip r:embed="rId2"/>
          <a:stretch>
            <a:fillRect/>
          </a:stretch>
        </p:blipFill>
        <p:spPr>
          <a:xfrm>
            <a:off x="1612938" y="1196975"/>
            <a:ext cx="6830937" cy="4933950"/>
          </a:xfrm>
        </p:spPr>
      </p:pic>
      <p:sp>
        <p:nvSpPr>
          <p:cNvPr id="3" name="标题 1">
            <a:extLst>
              <a:ext uri="{FF2B5EF4-FFF2-40B4-BE49-F238E27FC236}">
                <a16:creationId xmlns:a16="http://schemas.microsoft.com/office/drawing/2014/main" id="{2DAF3108-DCF4-68AA-DC86-AA1F721CF3D3}"/>
              </a:ext>
            </a:extLst>
          </p:cNvPr>
          <p:cNvSpPr>
            <a:spLocks noGrp="1"/>
          </p:cNvSpPr>
          <p:nvPr>
            <p:ph type="title"/>
          </p:nvPr>
        </p:nvSpPr>
        <p:spPr>
          <a:xfrm>
            <a:off x="495300" y="188640"/>
            <a:ext cx="9066212" cy="792088"/>
          </a:xfrm>
        </p:spPr>
        <p:txBody>
          <a:bodyPr/>
          <a:lstStyle/>
          <a:p>
            <a:r>
              <a:rPr lang="zh-CN" altLang="zh-CN" dirty="0"/>
              <a:t>第</a:t>
            </a:r>
            <a:r>
              <a:rPr lang="en-US" altLang="zh-CN" dirty="0"/>
              <a:t> 5 </a:t>
            </a:r>
            <a:r>
              <a:rPr lang="zh-CN" altLang="zh-CN" dirty="0"/>
              <a:t>章</a:t>
            </a:r>
            <a:r>
              <a:rPr lang="en-US" altLang="zh-CN" dirty="0"/>
              <a:t>  </a:t>
            </a:r>
            <a:r>
              <a:rPr lang="zh-CN" altLang="en-US" dirty="0"/>
              <a:t>运输</a:t>
            </a:r>
            <a:r>
              <a:rPr lang="zh-CN" altLang="zh-CN" dirty="0"/>
              <a:t>层</a:t>
            </a:r>
            <a:r>
              <a:rPr lang="zh-CN" altLang="en-US" dirty="0"/>
              <a:t>典型</a:t>
            </a:r>
            <a:r>
              <a:rPr lang="zh-CN" altLang="zh-CN" dirty="0"/>
              <a:t>习题</a:t>
            </a:r>
            <a:endParaRPr lang="zh-CN" altLang="en-US" dirty="0"/>
          </a:p>
        </p:txBody>
      </p:sp>
    </p:spTree>
    <p:extLst>
      <p:ext uri="{BB962C8B-B14F-4D97-AF65-F5344CB8AC3E}">
        <p14:creationId xmlns:p14="http://schemas.microsoft.com/office/powerpoint/2010/main" val="33151965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内容占位符 4">
            <a:extLst>
              <a:ext uri="{FF2B5EF4-FFF2-40B4-BE49-F238E27FC236}">
                <a16:creationId xmlns:a16="http://schemas.microsoft.com/office/drawing/2014/main" id="{5FB5B1E3-B783-B7AE-6D7B-2F55E24215EA}"/>
              </a:ext>
            </a:extLst>
          </p:cNvPr>
          <p:cNvPicPr>
            <a:picLocks noGrp="1" noChangeAspect="1"/>
          </p:cNvPicPr>
          <p:nvPr>
            <p:ph idx="1"/>
          </p:nvPr>
        </p:nvPicPr>
        <p:blipFill>
          <a:blip r:embed="rId2"/>
          <a:stretch>
            <a:fillRect/>
          </a:stretch>
        </p:blipFill>
        <p:spPr>
          <a:xfrm>
            <a:off x="495300" y="1412776"/>
            <a:ext cx="9066213" cy="4680520"/>
          </a:xfrm>
        </p:spPr>
      </p:pic>
      <p:sp>
        <p:nvSpPr>
          <p:cNvPr id="3" name="标题 1">
            <a:extLst>
              <a:ext uri="{FF2B5EF4-FFF2-40B4-BE49-F238E27FC236}">
                <a16:creationId xmlns:a16="http://schemas.microsoft.com/office/drawing/2014/main" id="{22100E90-B6CB-45C0-115F-FCFEEE9D6042}"/>
              </a:ext>
            </a:extLst>
          </p:cNvPr>
          <p:cNvSpPr>
            <a:spLocks noGrp="1"/>
          </p:cNvSpPr>
          <p:nvPr>
            <p:ph type="title"/>
          </p:nvPr>
        </p:nvSpPr>
        <p:spPr>
          <a:xfrm>
            <a:off x="495300" y="188640"/>
            <a:ext cx="9066212" cy="792088"/>
          </a:xfrm>
        </p:spPr>
        <p:txBody>
          <a:bodyPr/>
          <a:lstStyle/>
          <a:p>
            <a:r>
              <a:rPr lang="zh-CN" altLang="zh-CN" dirty="0"/>
              <a:t>第</a:t>
            </a:r>
            <a:r>
              <a:rPr lang="en-US" altLang="zh-CN" dirty="0"/>
              <a:t> 5 </a:t>
            </a:r>
            <a:r>
              <a:rPr lang="zh-CN" altLang="zh-CN" dirty="0"/>
              <a:t>章</a:t>
            </a:r>
            <a:r>
              <a:rPr lang="en-US" altLang="zh-CN" dirty="0"/>
              <a:t>  </a:t>
            </a:r>
            <a:r>
              <a:rPr lang="zh-CN" altLang="en-US" dirty="0"/>
              <a:t>运输</a:t>
            </a:r>
            <a:r>
              <a:rPr lang="zh-CN" altLang="zh-CN" dirty="0"/>
              <a:t>层</a:t>
            </a:r>
            <a:r>
              <a:rPr lang="zh-CN" altLang="en-US" dirty="0"/>
              <a:t>典型</a:t>
            </a:r>
            <a:r>
              <a:rPr lang="zh-CN" altLang="zh-CN" dirty="0"/>
              <a:t>习题</a:t>
            </a:r>
            <a:endParaRPr lang="zh-CN" altLang="en-US" dirty="0"/>
          </a:p>
        </p:txBody>
      </p:sp>
    </p:spTree>
    <p:extLst>
      <p:ext uri="{BB962C8B-B14F-4D97-AF65-F5344CB8AC3E}">
        <p14:creationId xmlns:p14="http://schemas.microsoft.com/office/powerpoint/2010/main" val="13719199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p:cNvSpPr>
          <p:nvPr>
            <p:ph type="title"/>
          </p:nvPr>
        </p:nvSpPr>
        <p:spPr/>
        <p:txBody>
          <a:bodyPr/>
          <a:lstStyle/>
          <a:p>
            <a:pPr eaLnBrk="1" hangingPunct="1"/>
            <a:r>
              <a:rPr lang="zh-CN" altLang="en-US" dirty="0">
                <a:ea typeface="黑体" panose="02010609060101010101" pitchFamily="2" charset="-122"/>
              </a:rPr>
              <a:t>第 </a:t>
            </a:r>
            <a:r>
              <a:rPr lang="en-US" altLang="zh-CN" dirty="0">
                <a:ea typeface="黑体" panose="02010609060101010101" pitchFamily="2" charset="-122"/>
              </a:rPr>
              <a:t>6 </a:t>
            </a:r>
            <a:r>
              <a:rPr lang="zh-CN" altLang="en-US" dirty="0">
                <a:ea typeface="黑体" panose="02010609060101010101" pitchFamily="2" charset="-122"/>
              </a:rPr>
              <a:t>章 应用层</a:t>
            </a:r>
          </a:p>
        </p:txBody>
      </p:sp>
      <p:sp>
        <p:nvSpPr>
          <p:cNvPr id="26627" name="内容占位符 2"/>
          <p:cNvSpPr>
            <a:spLocks noGrp="1"/>
          </p:cNvSpPr>
          <p:nvPr>
            <p:ph idx="1"/>
          </p:nvPr>
        </p:nvSpPr>
        <p:spPr>
          <a:xfrm>
            <a:off x="347886" y="980728"/>
            <a:ext cx="9361040" cy="5877272"/>
          </a:xfrm>
        </p:spPr>
        <p:txBody>
          <a:bodyPr/>
          <a:lstStyle/>
          <a:p>
            <a:pPr eaLnBrk="1" hangingPunct="1">
              <a:lnSpc>
                <a:spcPct val="100000"/>
              </a:lnSpc>
            </a:pPr>
            <a:r>
              <a:rPr lang="en-US" altLang="zh-CN" sz="3200" dirty="0">
                <a:ea typeface="黑体" panose="02010609060101010101" pitchFamily="2" charset="-122"/>
              </a:rPr>
              <a:t>6.1  </a:t>
            </a:r>
            <a:r>
              <a:rPr lang="zh-CN" altLang="en-US" sz="3200" dirty="0">
                <a:ea typeface="黑体" panose="02010609060101010101" pitchFamily="2" charset="-122"/>
              </a:rPr>
              <a:t>域名系统 </a:t>
            </a:r>
            <a:r>
              <a:rPr lang="en-US" altLang="zh-CN" sz="3200" dirty="0">
                <a:solidFill>
                  <a:srgbClr val="FF0000"/>
                </a:solidFill>
                <a:ea typeface="黑体" panose="02010609060101010101" pitchFamily="2" charset="-122"/>
              </a:rPr>
              <a:t>DNS</a:t>
            </a:r>
            <a:r>
              <a:rPr lang="en-US" altLang="zh-CN" sz="3200" dirty="0">
                <a:ea typeface="黑体" panose="02010609060101010101" pitchFamily="2" charset="-122"/>
              </a:rPr>
              <a:t> </a:t>
            </a:r>
            <a:r>
              <a:rPr lang="zh-CN" altLang="zh-CN" sz="2800" dirty="0">
                <a:solidFill>
                  <a:srgbClr val="FF0000"/>
                </a:solidFill>
                <a:ea typeface="黑体" panose="02010609060101010101" pitchFamily="2" charset="-122"/>
              </a:rPr>
              <a:t>域名，域名解析，迭代，递归</a:t>
            </a:r>
            <a:endParaRPr lang="en-US" altLang="zh-CN" sz="2800" dirty="0">
              <a:ea typeface="黑体" panose="02010609060101010101" pitchFamily="2" charset="-122"/>
            </a:endParaRPr>
          </a:p>
          <a:p>
            <a:pPr eaLnBrk="1" hangingPunct="1">
              <a:lnSpc>
                <a:spcPct val="100000"/>
              </a:lnSpc>
            </a:pPr>
            <a:r>
              <a:rPr lang="en-US" altLang="zh-CN" sz="3200" dirty="0">
                <a:ea typeface="黑体" panose="02010609060101010101" pitchFamily="2" charset="-122"/>
              </a:rPr>
              <a:t>6.2  </a:t>
            </a:r>
            <a:r>
              <a:rPr lang="zh-CN" altLang="en-US" sz="3200" dirty="0">
                <a:ea typeface="黑体" panose="02010609060101010101" pitchFamily="2" charset="-122"/>
              </a:rPr>
              <a:t>文件传送协议 </a:t>
            </a:r>
            <a:r>
              <a:rPr lang="en-US" altLang="zh-CN" sz="3200" dirty="0">
                <a:solidFill>
                  <a:srgbClr val="FF0000"/>
                </a:solidFill>
                <a:ea typeface="黑体" panose="02010609060101010101" pitchFamily="2" charset="-122"/>
              </a:rPr>
              <a:t>FTP</a:t>
            </a:r>
            <a:r>
              <a:rPr lang="zh-CN" altLang="en-US" sz="3200" dirty="0">
                <a:solidFill>
                  <a:srgbClr val="FF0000"/>
                </a:solidFill>
                <a:ea typeface="黑体" panose="02010609060101010101" pitchFamily="2" charset="-122"/>
              </a:rPr>
              <a:t>，两条连接（</a:t>
            </a:r>
            <a:r>
              <a:rPr lang="en-US" altLang="zh-CN" sz="3200" dirty="0">
                <a:solidFill>
                  <a:srgbClr val="FF0000"/>
                </a:solidFill>
                <a:ea typeface="黑体" panose="02010609060101010101" pitchFamily="2" charset="-122"/>
              </a:rPr>
              <a:t>20,21</a:t>
            </a:r>
            <a:r>
              <a:rPr lang="zh-CN" altLang="en-US" sz="3200" dirty="0">
                <a:solidFill>
                  <a:srgbClr val="FF0000"/>
                </a:solidFill>
                <a:ea typeface="黑体" panose="02010609060101010101" pitchFamily="2" charset="-122"/>
              </a:rPr>
              <a:t>端口）</a:t>
            </a:r>
            <a:endParaRPr lang="en-US" altLang="zh-CN" sz="3200" dirty="0">
              <a:solidFill>
                <a:srgbClr val="FF0000"/>
              </a:solidFill>
              <a:ea typeface="黑体" panose="02010609060101010101" pitchFamily="2" charset="-122"/>
            </a:endParaRPr>
          </a:p>
          <a:p>
            <a:pPr eaLnBrk="1" hangingPunct="1">
              <a:lnSpc>
                <a:spcPct val="100000"/>
              </a:lnSpc>
            </a:pPr>
            <a:r>
              <a:rPr lang="en-US" altLang="zh-CN" sz="3200" dirty="0">
                <a:ea typeface="黑体" panose="02010609060101010101" pitchFamily="2" charset="-122"/>
              </a:rPr>
              <a:t>6.3  </a:t>
            </a:r>
            <a:r>
              <a:rPr lang="zh-CN" altLang="en-US" sz="3200" dirty="0">
                <a:ea typeface="黑体" panose="02010609060101010101" pitchFamily="2" charset="-122"/>
              </a:rPr>
              <a:t>远程终端协议 </a:t>
            </a:r>
            <a:r>
              <a:rPr lang="en-US" altLang="zh-CN" sz="3200" dirty="0">
                <a:ea typeface="黑体" panose="02010609060101010101" pitchFamily="2" charset="-122"/>
              </a:rPr>
              <a:t>TELNET </a:t>
            </a:r>
            <a:r>
              <a:rPr lang="zh-CN" altLang="en-US" sz="3200" dirty="0">
                <a:solidFill>
                  <a:srgbClr val="FF0000"/>
                </a:solidFill>
                <a:ea typeface="黑体" panose="02010609060101010101" pitchFamily="2" charset="-122"/>
              </a:rPr>
              <a:t>远程登录</a:t>
            </a:r>
            <a:endParaRPr lang="en-US" altLang="zh-CN" sz="3200" dirty="0">
              <a:ea typeface="黑体" panose="02010609060101010101" pitchFamily="2" charset="-122"/>
            </a:endParaRPr>
          </a:p>
          <a:p>
            <a:pPr>
              <a:lnSpc>
                <a:spcPct val="100000"/>
              </a:lnSpc>
            </a:pPr>
            <a:r>
              <a:rPr lang="en-US" altLang="zh-CN" sz="3200" dirty="0">
                <a:ea typeface="黑体" panose="02010609060101010101" pitchFamily="2" charset="-122"/>
              </a:rPr>
              <a:t>6.4  </a:t>
            </a:r>
            <a:r>
              <a:rPr lang="zh-CN" altLang="en-US" sz="3200" dirty="0">
                <a:ea typeface="黑体" panose="02010609060101010101" pitchFamily="2" charset="-122"/>
              </a:rPr>
              <a:t>万维网</a:t>
            </a:r>
            <a:r>
              <a:rPr lang="zh-CN" altLang="en-US" sz="3200" dirty="0">
                <a:solidFill>
                  <a:srgbClr val="FF0000"/>
                </a:solidFill>
                <a:ea typeface="黑体" panose="02010609060101010101" pitchFamily="2" charset="-122"/>
              </a:rPr>
              <a:t> </a:t>
            </a:r>
            <a:r>
              <a:rPr lang="en-US" altLang="zh-CN" sz="3200" dirty="0">
                <a:solidFill>
                  <a:srgbClr val="FF0000"/>
                </a:solidFill>
                <a:ea typeface="黑体" panose="02010609060101010101" pitchFamily="2" charset="-122"/>
              </a:rPr>
              <a:t>WWW</a:t>
            </a:r>
            <a:r>
              <a:rPr lang="zh-CN" altLang="en-US" dirty="0">
                <a:solidFill>
                  <a:srgbClr val="FF0000"/>
                </a:solidFill>
              </a:rPr>
              <a:t>服务</a:t>
            </a:r>
            <a:r>
              <a:rPr lang="en-US" altLang="zh-CN" sz="3200" dirty="0">
                <a:solidFill>
                  <a:srgbClr val="FF0000"/>
                </a:solidFill>
                <a:ea typeface="黑体" panose="02010609060101010101" pitchFamily="2" charset="-122"/>
              </a:rPr>
              <a:t> ,URL</a:t>
            </a:r>
            <a:r>
              <a:rPr lang="zh-CN" altLang="en-US" sz="3200" dirty="0">
                <a:solidFill>
                  <a:srgbClr val="FF0000"/>
                </a:solidFill>
                <a:ea typeface="黑体" panose="02010609060101010101" pitchFamily="2" charset="-122"/>
              </a:rPr>
              <a:t>（例如</a:t>
            </a:r>
            <a:r>
              <a:rPr lang="en-US" altLang="zh-CN" sz="3200" dirty="0">
                <a:solidFill>
                  <a:srgbClr val="666699"/>
                </a:solidFill>
                <a:hlinkClick r:id="rId2">
                  <a:extLst>
                    <a:ext uri="{A12FA001-AC4F-418D-AE19-62706E023703}">
                      <ahyp:hlinkClr xmlns="" xmlns:ahyp="http://schemas.microsoft.com/office/drawing/2018/hyperlinkcolor" val="tx"/>
                    </a:ext>
                  </a:extLst>
                </a:hlinkClick>
              </a:rPr>
              <a:t>http://</a:t>
            </a:r>
            <a:r>
              <a:rPr kumimoji="1" lang="en-US" altLang="zh-CN" sz="3200" b="1" dirty="0" err="1">
                <a:solidFill>
                  <a:srgbClr val="666699"/>
                </a:solidFill>
                <a:latin typeface="Arial" charset="0"/>
                <a:ea typeface="黑体" pitchFamily="49" charset="-122"/>
                <a:hlinkClick r:id="rId2">
                  <a:extLst>
                    <a:ext uri="{A12FA001-AC4F-418D-AE19-62706E023703}">
                      <ahyp:hlinkClr xmlns="" xmlns:ahyp="http://schemas.microsoft.com/office/drawing/2018/hyperlinkcolor" val="tx"/>
                    </a:ext>
                  </a:extLst>
                </a:hlinkClick>
              </a:rPr>
              <a:t>www.tsinghua.edu.cn</a:t>
            </a:r>
            <a:r>
              <a:rPr kumimoji="1" lang="en-US" altLang="zh-CN" dirty="0" err="1">
                <a:solidFill>
                  <a:srgbClr val="666699"/>
                </a:solidFill>
                <a:latin typeface="Arial" charset="0"/>
                <a:ea typeface="黑体" pitchFamily="49" charset="-122"/>
                <a:hlinkClick r:id="rId2">
                  <a:extLst>
                    <a:ext uri="{A12FA001-AC4F-418D-AE19-62706E023703}">
                      <ahyp:hlinkClr xmlns="" xmlns:ahyp="http://schemas.microsoft.com/office/drawing/2018/hyperlinkcolor" val="tx"/>
                    </a:ext>
                  </a:extLst>
                </a:hlinkClick>
              </a:rPr>
              <a:t>:8000</a:t>
            </a:r>
            <a:r>
              <a:rPr kumimoji="1" lang="en-US" altLang="zh-CN" sz="3200" b="1" dirty="0">
                <a:solidFill>
                  <a:srgbClr val="666699"/>
                </a:solidFill>
                <a:latin typeface="Arial" charset="0"/>
                <a:ea typeface="黑体" pitchFamily="49" charset="-122"/>
                <a:hlinkClick r:id="rId2">
                  <a:extLst>
                    <a:ext uri="{A12FA001-AC4F-418D-AE19-62706E023703}">
                      <ahyp:hlinkClr xmlns="" xmlns:ahyp="http://schemas.microsoft.com/office/drawing/2018/hyperlinkcolor" val="tx"/>
                    </a:ext>
                  </a:extLst>
                </a:hlinkClick>
              </a:rPr>
              <a:t>/pub/</a:t>
            </a:r>
            <a:r>
              <a:rPr kumimoji="1" lang="en-US" altLang="zh-CN" sz="3200" b="1" dirty="0" err="1">
                <a:solidFill>
                  <a:srgbClr val="666699"/>
                </a:solidFill>
                <a:latin typeface="Arial" charset="0"/>
                <a:ea typeface="黑体" pitchFamily="49" charset="-122"/>
                <a:hlinkClick r:id="rId2">
                  <a:extLst>
                    <a:ext uri="{A12FA001-AC4F-418D-AE19-62706E023703}">
                      <ahyp:hlinkClr xmlns="" xmlns:ahyp="http://schemas.microsoft.com/office/drawing/2018/hyperlinkcolor" val="tx"/>
                    </a:ext>
                  </a:extLst>
                </a:hlinkClick>
              </a:rPr>
              <a:t>index.html</a:t>
            </a:r>
            <a:r>
              <a:rPr lang="zh-CN" altLang="en-US" sz="3200" dirty="0">
                <a:solidFill>
                  <a:srgbClr val="FF0000"/>
                </a:solidFill>
              </a:rPr>
              <a:t>），</a:t>
            </a:r>
            <a:r>
              <a:rPr lang="en-US" altLang="zh-CN" sz="3200" dirty="0">
                <a:solidFill>
                  <a:srgbClr val="FF0000"/>
                </a:solidFill>
              </a:rPr>
              <a:t>HTTP</a:t>
            </a:r>
            <a:r>
              <a:rPr lang="zh-CN" altLang="en-US" sz="3200" dirty="0">
                <a:solidFill>
                  <a:srgbClr val="FF0000"/>
                </a:solidFill>
              </a:rPr>
              <a:t>（</a:t>
            </a:r>
            <a:r>
              <a:rPr lang="en-US" altLang="zh-CN" sz="3200" dirty="0">
                <a:solidFill>
                  <a:srgbClr val="FF0000"/>
                </a:solidFill>
              </a:rPr>
              <a:t>1.0,1.1</a:t>
            </a:r>
            <a:r>
              <a:rPr lang="zh-CN" altLang="en-US" dirty="0">
                <a:solidFill>
                  <a:srgbClr val="FF0000"/>
                </a:solidFill>
              </a:rPr>
              <a:t>持续连接</a:t>
            </a:r>
            <a:r>
              <a:rPr lang="zh-CN" altLang="en-US" sz="3200" dirty="0">
                <a:solidFill>
                  <a:srgbClr val="FF0000"/>
                </a:solidFill>
                <a:ea typeface="黑体" panose="02010609060101010101" pitchFamily="2" charset="-122"/>
              </a:rPr>
              <a:t>）</a:t>
            </a:r>
            <a:r>
              <a:rPr lang="en-US" altLang="zh-CN" sz="3200" dirty="0">
                <a:solidFill>
                  <a:srgbClr val="FF0000"/>
                </a:solidFill>
                <a:ea typeface="黑体" panose="02010609060101010101" pitchFamily="2" charset="-122"/>
              </a:rPr>
              <a:t>get</a:t>
            </a:r>
            <a:r>
              <a:rPr lang="zh-CN" altLang="en-US" sz="3200" dirty="0">
                <a:solidFill>
                  <a:srgbClr val="FF0000"/>
                </a:solidFill>
                <a:ea typeface="黑体" panose="02010609060101010101" pitchFamily="2" charset="-122"/>
              </a:rPr>
              <a:t>方法，身份识别（依靠</a:t>
            </a:r>
            <a:r>
              <a:rPr lang="en-US" altLang="zh-CN" kern="100" dirty="0">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Cookie</a:t>
            </a:r>
            <a:r>
              <a:rPr lang="zh-CN" altLang="en-US" sz="3200" dirty="0">
                <a:solidFill>
                  <a:srgbClr val="FF0000"/>
                </a:solidFill>
                <a:ea typeface="黑体" panose="02010609060101010101" pitchFamily="2" charset="-122"/>
              </a:rPr>
              <a:t>），搜索引擎</a:t>
            </a:r>
            <a:r>
              <a:rPr lang="zh-CN" altLang="en-US" sz="3200" b="0" dirty="0">
                <a:solidFill>
                  <a:srgbClr val="FF0000"/>
                </a:solidFill>
                <a:ea typeface="黑体" panose="02010609060101010101" pitchFamily="2" charset="-122"/>
              </a:rPr>
              <a:t>（</a:t>
            </a:r>
            <a:r>
              <a:rPr lang="zh-CN" altLang="en-US" sz="3200" b="0" dirty="0">
                <a:solidFill>
                  <a:srgbClr val="FF0000"/>
                </a:solidFill>
                <a:latin typeface="微软雅黑" panose="020B0503020204020204" pitchFamily="34" charset="-122"/>
                <a:ea typeface="微软雅黑" panose="020B0503020204020204" pitchFamily="34" charset="-122"/>
              </a:rPr>
              <a:t>全文检索搜索引擎，分类目录搜索引擎</a:t>
            </a:r>
            <a:r>
              <a:rPr lang="zh-CN" altLang="en-US" sz="3200" b="0" dirty="0">
                <a:solidFill>
                  <a:srgbClr val="FF0000"/>
                </a:solidFill>
                <a:ea typeface="黑体" panose="02010609060101010101" pitchFamily="2" charset="-122"/>
              </a:rPr>
              <a:t>）</a:t>
            </a:r>
            <a:endParaRPr lang="en-US" altLang="zh-CN" sz="3200" b="0" dirty="0">
              <a:solidFill>
                <a:srgbClr val="FF0000"/>
              </a:solidFill>
              <a:ea typeface="黑体" panose="02010609060101010101" pitchFamily="2" charset="-122"/>
            </a:endParaRPr>
          </a:p>
          <a:p>
            <a:pPr eaLnBrk="1" hangingPunct="1">
              <a:lnSpc>
                <a:spcPct val="100000"/>
              </a:lnSpc>
            </a:pPr>
            <a:r>
              <a:rPr lang="en-US" altLang="zh-CN" sz="3200" dirty="0">
                <a:ea typeface="黑体" panose="02010609060101010101" pitchFamily="2" charset="-122"/>
              </a:rPr>
              <a:t>6.5  </a:t>
            </a:r>
            <a:r>
              <a:rPr lang="zh-CN" altLang="en-US" sz="3200" dirty="0">
                <a:ea typeface="黑体" panose="02010609060101010101" pitchFamily="2" charset="-122"/>
              </a:rPr>
              <a:t>电子邮件 </a:t>
            </a:r>
            <a:r>
              <a:rPr lang="zh-CN" altLang="en-US" sz="3200" dirty="0">
                <a:solidFill>
                  <a:srgbClr val="FF0000"/>
                </a:solidFill>
                <a:ea typeface="黑体" panose="02010609060101010101" pitchFamily="2" charset="-122"/>
              </a:rPr>
              <a:t>发用</a:t>
            </a:r>
            <a:r>
              <a:rPr lang="en-US" altLang="zh-CN" sz="3200" dirty="0">
                <a:solidFill>
                  <a:srgbClr val="FF0000"/>
                </a:solidFill>
                <a:ea typeface="黑体" panose="02010609060101010101" pitchFamily="2" charset="-122"/>
              </a:rPr>
              <a:t>SMTP</a:t>
            </a:r>
            <a:r>
              <a:rPr lang="zh-CN" altLang="en-US" sz="3200" dirty="0">
                <a:solidFill>
                  <a:srgbClr val="FF0000"/>
                </a:solidFill>
                <a:ea typeface="黑体" panose="02010609060101010101" pitchFamily="2" charset="-122"/>
              </a:rPr>
              <a:t>，收用</a:t>
            </a:r>
            <a:r>
              <a:rPr lang="en-US" altLang="zh-CN" sz="3200" dirty="0" err="1">
                <a:solidFill>
                  <a:srgbClr val="FF0000"/>
                </a:solidFill>
                <a:ea typeface="黑体" panose="02010609060101010101" pitchFamily="2" charset="-122"/>
              </a:rPr>
              <a:t>POP3</a:t>
            </a:r>
            <a:r>
              <a:rPr lang="zh-CN" altLang="en-US" sz="3200" dirty="0">
                <a:solidFill>
                  <a:srgbClr val="FF0000"/>
                </a:solidFill>
                <a:ea typeface="黑体" panose="02010609060101010101" pitchFamily="2" charset="-122"/>
              </a:rPr>
              <a:t>，</a:t>
            </a:r>
            <a:r>
              <a:rPr lang="en-US" altLang="zh-CN" sz="3200" dirty="0" err="1">
                <a:solidFill>
                  <a:srgbClr val="FF0000"/>
                </a:solidFill>
                <a:ea typeface="黑体" panose="02010609060101010101" pitchFamily="2" charset="-122"/>
              </a:rPr>
              <a:t>IMAP4</a:t>
            </a:r>
            <a:endParaRPr lang="en-US" altLang="zh-CN" sz="3200" dirty="0">
              <a:ea typeface="黑体" panose="02010609060101010101" pitchFamily="2" charset="-122"/>
            </a:endParaRPr>
          </a:p>
          <a:p>
            <a:pPr eaLnBrk="1" hangingPunct="1">
              <a:lnSpc>
                <a:spcPct val="100000"/>
              </a:lnSpc>
            </a:pPr>
            <a:r>
              <a:rPr lang="en-US" altLang="zh-CN" sz="3200" dirty="0">
                <a:ea typeface="黑体" panose="02010609060101010101" pitchFamily="2" charset="-122"/>
              </a:rPr>
              <a:t>6.6  </a:t>
            </a:r>
            <a:r>
              <a:rPr lang="zh-CN" altLang="en-US" sz="3200" dirty="0">
                <a:ea typeface="黑体" panose="02010609060101010101" pitchFamily="2" charset="-122"/>
              </a:rPr>
              <a:t>动态主机配置协议 </a:t>
            </a:r>
            <a:r>
              <a:rPr lang="en-US" altLang="zh-CN" sz="3200" dirty="0">
                <a:solidFill>
                  <a:srgbClr val="FF0000"/>
                </a:solidFill>
                <a:ea typeface="黑体" panose="02010609060101010101" pitchFamily="2" charset="-122"/>
              </a:rPr>
              <a:t>DHCP</a:t>
            </a:r>
            <a:r>
              <a:rPr lang="en-US" altLang="zh-CN" sz="3200" dirty="0">
                <a:ea typeface="黑体" panose="02010609060101010101" pitchFamily="2" charset="-122"/>
              </a:rPr>
              <a:t> </a:t>
            </a:r>
            <a:r>
              <a:rPr lang="zh-CN" altLang="en-US" sz="2800" dirty="0">
                <a:solidFill>
                  <a:srgbClr val="FF0000"/>
                </a:solidFill>
                <a:ea typeface="黑体" panose="02010609060101010101" pitchFamily="2" charset="-122"/>
              </a:rPr>
              <a:t>自动配置联网参数</a:t>
            </a:r>
            <a:endParaRPr lang="en-US" altLang="zh-CN" sz="2800" dirty="0">
              <a:solidFill>
                <a:srgbClr val="FF0000"/>
              </a:solidFill>
              <a:ea typeface="黑体" panose="02010609060101010101" pitchFamily="2" charset="-122"/>
            </a:endParaRPr>
          </a:p>
          <a:p>
            <a:pPr eaLnBrk="1" hangingPunct="1">
              <a:lnSpc>
                <a:spcPct val="100000"/>
              </a:lnSpc>
            </a:pPr>
            <a:r>
              <a:rPr lang="en-US" altLang="zh-CN" sz="3200" dirty="0">
                <a:ea typeface="黑体" panose="02010609060101010101" pitchFamily="2" charset="-122"/>
              </a:rPr>
              <a:t>6.7  </a:t>
            </a:r>
            <a:r>
              <a:rPr lang="zh-CN" altLang="en-US" sz="3200" dirty="0">
                <a:ea typeface="黑体" panose="02010609060101010101" pitchFamily="2" charset="-122"/>
              </a:rPr>
              <a:t>简单网络管理协议 </a:t>
            </a:r>
            <a:r>
              <a:rPr lang="en-US" altLang="zh-CN" sz="3200" dirty="0">
                <a:ea typeface="黑体" panose="02010609060101010101" pitchFamily="2" charset="-122"/>
              </a:rPr>
              <a:t>SNMP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p:cNvSpPr>
          <p:nvPr>
            <p:ph type="title"/>
          </p:nvPr>
        </p:nvSpPr>
        <p:spPr/>
        <p:txBody>
          <a:bodyPr/>
          <a:lstStyle/>
          <a:p>
            <a:pPr eaLnBrk="1" hangingPunct="1"/>
            <a:r>
              <a:rPr lang="zh-CN" altLang="en-US" dirty="0">
                <a:ea typeface="黑体" panose="02010609060101010101" pitchFamily="2" charset="-122"/>
              </a:rPr>
              <a:t>第 </a:t>
            </a:r>
            <a:r>
              <a:rPr lang="en-US" altLang="zh-CN" dirty="0">
                <a:ea typeface="黑体" panose="02010609060101010101" pitchFamily="2" charset="-122"/>
              </a:rPr>
              <a:t>6 </a:t>
            </a:r>
            <a:r>
              <a:rPr lang="zh-CN" altLang="en-US" dirty="0">
                <a:ea typeface="黑体" panose="02010609060101010101" pitchFamily="2" charset="-122"/>
              </a:rPr>
              <a:t>章 </a:t>
            </a:r>
            <a:r>
              <a:rPr lang="en-US" altLang="zh-CN" dirty="0">
                <a:ea typeface="黑体" panose="02010609060101010101" pitchFamily="2" charset="-122"/>
              </a:rPr>
              <a:t>DNS</a:t>
            </a:r>
            <a:endParaRPr lang="zh-CN" altLang="en-US" dirty="0">
              <a:ea typeface="黑体" panose="02010609060101010101" pitchFamily="2" charset="-122"/>
            </a:endParaRPr>
          </a:p>
        </p:txBody>
      </p:sp>
      <p:pic>
        <p:nvPicPr>
          <p:cNvPr id="4" name="图片 3">
            <a:extLst>
              <a:ext uri="{FF2B5EF4-FFF2-40B4-BE49-F238E27FC236}">
                <a16:creationId xmlns:a16="http://schemas.microsoft.com/office/drawing/2014/main" id="{B0F359E0-0B86-8B3B-6245-FA6DE17B10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479000" y="1264258"/>
            <a:ext cx="476702" cy="667383"/>
          </a:xfrm>
          <a:prstGeom prst="rect">
            <a:avLst/>
          </a:prstGeom>
        </p:spPr>
      </p:pic>
      <p:pic>
        <p:nvPicPr>
          <p:cNvPr id="5" name="图片 4">
            <a:extLst>
              <a:ext uri="{FF2B5EF4-FFF2-40B4-BE49-F238E27FC236}">
                <a16:creationId xmlns:a16="http://schemas.microsoft.com/office/drawing/2014/main" id="{58706FE4-BFD9-AB6D-29FA-B4F4B4B3BC9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94328" y="2496829"/>
            <a:ext cx="476702" cy="667383"/>
          </a:xfrm>
          <a:prstGeom prst="rect">
            <a:avLst/>
          </a:prstGeom>
        </p:spPr>
      </p:pic>
      <p:pic>
        <p:nvPicPr>
          <p:cNvPr id="6" name="图片 5">
            <a:extLst>
              <a:ext uri="{FF2B5EF4-FFF2-40B4-BE49-F238E27FC236}">
                <a16:creationId xmlns:a16="http://schemas.microsoft.com/office/drawing/2014/main" id="{23253F2C-47EB-827E-441C-E462DB49513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04940" y="2496829"/>
            <a:ext cx="476702" cy="667383"/>
          </a:xfrm>
          <a:prstGeom prst="rect">
            <a:avLst/>
          </a:prstGeom>
        </p:spPr>
      </p:pic>
      <p:sp>
        <p:nvSpPr>
          <p:cNvPr id="8" name="Rectangle 6">
            <a:extLst>
              <a:ext uri="{FF2B5EF4-FFF2-40B4-BE49-F238E27FC236}">
                <a16:creationId xmlns:a16="http://schemas.microsoft.com/office/drawing/2014/main" id="{8ADBA65E-C04F-278E-1A84-E1842814C519}"/>
              </a:ext>
            </a:extLst>
          </p:cNvPr>
          <p:cNvSpPr>
            <a:spLocks noChangeArrowheads="1"/>
          </p:cNvSpPr>
          <p:nvPr/>
        </p:nvSpPr>
        <p:spPr bwMode="auto">
          <a:xfrm>
            <a:off x="4347708" y="708327"/>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迭代查询</a:t>
            </a:r>
          </a:p>
        </p:txBody>
      </p:sp>
      <p:sp>
        <p:nvSpPr>
          <p:cNvPr id="9" name="Text Box 7">
            <a:extLst>
              <a:ext uri="{FF2B5EF4-FFF2-40B4-BE49-F238E27FC236}">
                <a16:creationId xmlns:a16="http://schemas.microsoft.com/office/drawing/2014/main" id="{CB691A5B-C04D-078B-FA49-897BAF67EE8E}"/>
              </a:ext>
            </a:extLst>
          </p:cNvPr>
          <p:cNvSpPr txBox="1">
            <a:spLocks noChangeArrowheads="1"/>
          </p:cNvSpPr>
          <p:nvPr/>
        </p:nvSpPr>
        <p:spPr bwMode="auto">
          <a:xfrm flipH="1">
            <a:off x="3973318" y="1304615"/>
            <a:ext cx="144142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algn="ctr" eaLnBrk="1" hangingPunct="1"/>
            <a:r>
              <a:rPr kumimoji="1" lang="zh-CN" altLang="en-US" sz="1400" b="1" dirty="0">
                <a:solidFill>
                  <a:srgbClr val="9900FF"/>
                </a:solidFill>
                <a:latin typeface="微软雅黑" pitchFamily="34" charset="-122"/>
                <a:ea typeface="微软雅黑" pitchFamily="34" charset="-122"/>
              </a:rPr>
              <a:t>顶级域名服务器</a:t>
            </a:r>
          </a:p>
          <a:p>
            <a:pPr algn="ctr" eaLnBrk="1" hangingPunct="1"/>
            <a:r>
              <a:rPr kumimoji="1" lang="en-US" altLang="zh-CN" sz="1400" b="1" dirty="0">
                <a:solidFill>
                  <a:srgbClr val="9900FF"/>
                </a:solidFill>
                <a:latin typeface="微软雅黑" pitchFamily="34" charset="-122"/>
                <a:ea typeface="微软雅黑" pitchFamily="34" charset="-122"/>
              </a:rPr>
              <a:t>dns.com</a:t>
            </a:r>
          </a:p>
        </p:txBody>
      </p:sp>
      <p:sp>
        <p:nvSpPr>
          <p:cNvPr id="10" name="Text Box 8">
            <a:extLst>
              <a:ext uri="{FF2B5EF4-FFF2-40B4-BE49-F238E27FC236}">
                <a16:creationId xmlns:a16="http://schemas.microsoft.com/office/drawing/2014/main" id="{DC71F5D6-6BE9-6CEA-040C-D2B45BDDDF32}"/>
              </a:ext>
            </a:extLst>
          </p:cNvPr>
          <p:cNvSpPr txBox="1">
            <a:spLocks noChangeArrowheads="1"/>
          </p:cNvSpPr>
          <p:nvPr/>
        </p:nvSpPr>
        <p:spPr bwMode="auto">
          <a:xfrm flipH="1">
            <a:off x="3868731" y="2653938"/>
            <a:ext cx="151286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algn="ctr" eaLnBrk="1" hangingPunct="1"/>
            <a:r>
              <a:rPr kumimoji="1" lang="zh-CN" altLang="en-US" sz="1400" b="1" dirty="0">
                <a:solidFill>
                  <a:srgbClr val="993300"/>
                </a:solidFill>
                <a:latin typeface="微软雅黑" pitchFamily="34" charset="-122"/>
                <a:ea typeface="微软雅黑" pitchFamily="34" charset="-122"/>
              </a:rPr>
              <a:t>权限</a:t>
            </a:r>
            <a:r>
              <a:rPr kumimoji="1" lang="zh-CN" altLang="zh-CN" sz="1400" b="1" dirty="0">
                <a:solidFill>
                  <a:srgbClr val="993300"/>
                </a:solidFill>
                <a:latin typeface="微软雅黑" pitchFamily="34" charset="-122"/>
                <a:ea typeface="微软雅黑" pitchFamily="34" charset="-122"/>
              </a:rPr>
              <a:t>域名服务</a:t>
            </a:r>
            <a:r>
              <a:rPr kumimoji="1" lang="en-US" altLang="zh-CN" sz="1400" b="1" dirty="0">
                <a:solidFill>
                  <a:srgbClr val="993300"/>
                </a:solidFill>
                <a:latin typeface="微软雅黑" pitchFamily="34" charset="-122"/>
                <a:ea typeface="微软雅黑" pitchFamily="34" charset="-122"/>
              </a:rPr>
              <a:t>dns.abc.com</a:t>
            </a:r>
          </a:p>
        </p:txBody>
      </p:sp>
      <p:sp>
        <p:nvSpPr>
          <p:cNvPr id="11" name="Text Box 9">
            <a:extLst>
              <a:ext uri="{FF2B5EF4-FFF2-40B4-BE49-F238E27FC236}">
                <a16:creationId xmlns:a16="http://schemas.microsoft.com/office/drawing/2014/main" id="{FAB31600-785F-F6AA-8B33-EB6E4D9FBBEB}"/>
              </a:ext>
            </a:extLst>
          </p:cNvPr>
          <p:cNvSpPr txBox="1">
            <a:spLocks noChangeArrowheads="1"/>
          </p:cNvSpPr>
          <p:nvPr/>
        </p:nvSpPr>
        <p:spPr bwMode="auto">
          <a:xfrm flipH="1">
            <a:off x="508844" y="2633431"/>
            <a:ext cx="144142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algn="ctr" eaLnBrk="1" hangingPunct="1"/>
            <a:r>
              <a:rPr kumimoji="1" lang="zh-CN" altLang="en-US" sz="1400" b="1" dirty="0">
                <a:solidFill>
                  <a:srgbClr val="0000FF"/>
                </a:solidFill>
                <a:latin typeface="微软雅黑" pitchFamily="34" charset="-122"/>
                <a:ea typeface="微软雅黑" pitchFamily="34" charset="-122"/>
              </a:rPr>
              <a:t>本地域名服务器</a:t>
            </a:r>
          </a:p>
          <a:p>
            <a:pPr algn="ctr" eaLnBrk="1" hangingPunct="1"/>
            <a:r>
              <a:rPr kumimoji="1" lang="en-US" altLang="zh-CN" sz="1400" b="1" dirty="0">
                <a:solidFill>
                  <a:srgbClr val="0000FF"/>
                </a:solidFill>
                <a:latin typeface="微软雅黑" pitchFamily="34" charset="-122"/>
                <a:ea typeface="微软雅黑" pitchFamily="34" charset="-122"/>
              </a:rPr>
              <a:t>dns.xyz.com</a:t>
            </a:r>
          </a:p>
        </p:txBody>
      </p:sp>
      <p:sp>
        <p:nvSpPr>
          <p:cNvPr id="12" name="Text Box 12">
            <a:extLst>
              <a:ext uri="{FF2B5EF4-FFF2-40B4-BE49-F238E27FC236}">
                <a16:creationId xmlns:a16="http://schemas.microsoft.com/office/drawing/2014/main" id="{1E30FACA-5CC8-A6AC-A028-B741510894C0}"/>
              </a:ext>
            </a:extLst>
          </p:cNvPr>
          <p:cNvSpPr txBox="1">
            <a:spLocks noChangeArrowheads="1"/>
          </p:cNvSpPr>
          <p:nvPr/>
        </p:nvSpPr>
        <p:spPr bwMode="auto">
          <a:xfrm flipH="1">
            <a:off x="672853" y="1340109"/>
            <a:ext cx="126188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algn="ctr" eaLnBrk="1" hangingPunct="1"/>
            <a:r>
              <a:rPr kumimoji="1" lang="zh-CN" altLang="en-US" sz="1400" b="1" dirty="0">
                <a:solidFill>
                  <a:srgbClr val="C00000"/>
                </a:solidFill>
                <a:latin typeface="微软雅黑" pitchFamily="34" charset="-122"/>
                <a:ea typeface="微软雅黑" pitchFamily="34" charset="-122"/>
              </a:rPr>
              <a:t>根域名服务器</a:t>
            </a:r>
          </a:p>
        </p:txBody>
      </p:sp>
      <p:grpSp>
        <p:nvGrpSpPr>
          <p:cNvPr id="13" name="Group 40">
            <a:extLst>
              <a:ext uri="{FF2B5EF4-FFF2-40B4-BE49-F238E27FC236}">
                <a16:creationId xmlns:a16="http://schemas.microsoft.com/office/drawing/2014/main" id="{2487DAE7-7C4F-BCEF-7C61-2BDBC8900C84}"/>
              </a:ext>
            </a:extLst>
          </p:cNvPr>
          <p:cNvGrpSpPr>
            <a:grpSpLocks/>
          </p:cNvGrpSpPr>
          <p:nvPr/>
        </p:nvGrpSpPr>
        <p:grpSpPr bwMode="auto">
          <a:xfrm>
            <a:off x="1887124" y="1930061"/>
            <a:ext cx="367662" cy="635699"/>
            <a:chOff x="1731" y="1900"/>
            <a:chExt cx="331" cy="620"/>
          </a:xfrm>
        </p:grpSpPr>
        <p:sp>
          <p:nvSpPr>
            <p:cNvPr id="14" name="Text Box 18">
              <a:extLst>
                <a:ext uri="{FF2B5EF4-FFF2-40B4-BE49-F238E27FC236}">
                  <a16:creationId xmlns:a16="http://schemas.microsoft.com/office/drawing/2014/main" id="{07041A37-64A3-C277-8E01-1E6967B70861}"/>
                </a:ext>
              </a:extLst>
            </p:cNvPr>
            <p:cNvSpPr txBox="1">
              <a:spLocks noChangeArrowheads="1"/>
            </p:cNvSpPr>
            <p:nvPr/>
          </p:nvSpPr>
          <p:spPr bwMode="auto">
            <a:xfrm flipH="1">
              <a:off x="1731" y="2190"/>
              <a:ext cx="331"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1600" b="1" dirty="0">
                  <a:latin typeface="微软雅黑" pitchFamily="34" charset="-122"/>
                  <a:ea typeface="微软雅黑" pitchFamily="34" charset="-122"/>
                  <a:sym typeface="Wingdings" pitchFamily="2" charset="2"/>
                </a:rPr>
                <a:t></a:t>
              </a:r>
            </a:p>
          </p:txBody>
        </p:sp>
        <p:sp>
          <p:nvSpPr>
            <p:cNvPr id="15" name="Line 20">
              <a:extLst>
                <a:ext uri="{FF2B5EF4-FFF2-40B4-BE49-F238E27FC236}">
                  <a16:creationId xmlns:a16="http://schemas.microsoft.com/office/drawing/2014/main" id="{7BD37DE1-3327-7B5A-2A5A-66BE587C7924}"/>
                </a:ext>
              </a:extLst>
            </p:cNvPr>
            <p:cNvSpPr>
              <a:spLocks noChangeShapeType="1"/>
            </p:cNvSpPr>
            <p:nvPr/>
          </p:nvSpPr>
          <p:spPr bwMode="auto">
            <a:xfrm rot="10800000" flipH="1">
              <a:off x="1996" y="1900"/>
              <a:ext cx="0" cy="568"/>
            </a:xfrm>
            <a:prstGeom prst="line">
              <a:avLst/>
            </a:prstGeom>
            <a:noFill/>
            <a:ln w="38100">
              <a:solidFill>
                <a:srgbClr val="99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grpSp>
      <p:grpSp>
        <p:nvGrpSpPr>
          <p:cNvPr id="16" name="Group 41">
            <a:extLst>
              <a:ext uri="{FF2B5EF4-FFF2-40B4-BE49-F238E27FC236}">
                <a16:creationId xmlns:a16="http://schemas.microsoft.com/office/drawing/2014/main" id="{4C2BE658-067F-ABB5-A990-A0072AD66C93}"/>
              </a:ext>
            </a:extLst>
          </p:cNvPr>
          <p:cNvGrpSpPr>
            <a:grpSpLocks/>
          </p:cNvGrpSpPr>
          <p:nvPr/>
        </p:nvGrpSpPr>
        <p:grpSpPr bwMode="auto">
          <a:xfrm>
            <a:off x="2224796" y="1859314"/>
            <a:ext cx="367662" cy="680813"/>
            <a:chOff x="2035" y="1831"/>
            <a:chExt cx="331" cy="664"/>
          </a:xfrm>
        </p:grpSpPr>
        <p:sp>
          <p:nvSpPr>
            <p:cNvPr id="17" name="Text Box 19">
              <a:extLst>
                <a:ext uri="{FF2B5EF4-FFF2-40B4-BE49-F238E27FC236}">
                  <a16:creationId xmlns:a16="http://schemas.microsoft.com/office/drawing/2014/main" id="{AB558BB2-7C8F-A38F-1189-EC38CC6EB3D2}"/>
                </a:ext>
              </a:extLst>
            </p:cNvPr>
            <p:cNvSpPr txBox="1">
              <a:spLocks noChangeArrowheads="1"/>
            </p:cNvSpPr>
            <p:nvPr/>
          </p:nvSpPr>
          <p:spPr bwMode="auto">
            <a:xfrm flipH="1">
              <a:off x="2035" y="1831"/>
              <a:ext cx="331"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1600" b="1" dirty="0">
                  <a:latin typeface="微软雅黑" pitchFamily="34" charset="-122"/>
                  <a:ea typeface="微软雅黑" pitchFamily="34" charset="-122"/>
                  <a:sym typeface="Wingdings" pitchFamily="2" charset="2"/>
                </a:rPr>
                <a:t></a:t>
              </a:r>
            </a:p>
          </p:txBody>
        </p:sp>
        <p:sp>
          <p:nvSpPr>
            <p:cNvPr id="18" name="Line 21">
              <a:extLst>
                <a:ext uri="{FF2B5EF4-FFF2-40B4-BE49-F238E27FC236}">
                  <a16:creationId xmlns:a16="http://schemas.microsoft.com/office/drawing/2014/main" id="{63ED8C06-F62D-D304-151E-2AA1C87A0312}"/>
                </a:ext>
              </a:extLst>
            </p:cNvPr>
            <p:cNvSpPr>
              <a:spLocks noChangeShapeType="1"/>
            </p:cNvSpPr>
            <p:nvPr/>
          </p:nvSpPr>
          <p:spPr bwMode="auto">
            <a:xfrm rot="10800000" flipH="1" flipV="1">
              <a:off x="2089" y="1927"/>
              <a:ext cx="0" cy="568"/>
            </a:xfrm>
            <a:prstGeom prst="line">
              <a:avLst/>
            </a:prstGeom>
            <a:noFill/>
            <a:ln w="38100">
              <a:solidFill>
                <a:srgbClr val="0033CC"/>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grpSp>
      <p:grpSp>
        <p:nvGrpSpPr>
          <p:cNvPr id="19" name="Group 42">
            <a:extLst>
              <a:ext uri="{FF2B5EF4-FFF2-40B4-BE49-F238E27FC236}">
                <a16:creationId xmlns:a16="http://schemas.microsoft.com/office/drawing/2014/main" id="{941679DB-8ECB-CBAB-1551-10EBDB50D1C6}"/>
              </a:ext>
            </a:extLst>
          </p:cNvPr>
          <p:cNvGrpSpPr>
            <a:grpSpLocks/>
          </p:cNvGrpSpPr>
          <p:nvPr/>
        </p:nvGrpSpPr>
        <p:grpSpPr bwMode="auto">
          <a:xfrm>
            <a:off x="2348094" y="1868544"/>
            <a:ext cx="1224062" cy="718750"/>
            <a:chOff x="2146" y="1840"/>
            <a:chExt cx="1102" cy="701"/>
          </a:xfrm>
        </p:grpSpPr>
        <p:sp>
          <p:nvSpPr>
            <p:cNvPr id="20" name="Text Box 14">
              <a:extLst>
                <a:ext uri="{FF2B5EF4-FFF2-40B4-BE49-F238E27FC236}">
                  <a16:creationId xmlns:a16="http://schemas.microsoft.com/office/drawing/2014/main" id="{2FF97CD2-BB17-EE49-B043-27907B68B01F}"/>
                </a:ext>
              </a:extLst>
            </p:cNvPr>
            <p:cNvSpPr txBox="1">
              <a:spLocks noChangeArrowheads="1"/>
            </p:cNvSpPr>
            <p:nvPr/>
          </p:nvSpPr>
          <p:spPr bwMode="auto">
            <a:xfrm flipH="1">
              <a:off x="2146" y="2178"/>
              <a:ext cx="331"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1600" b="1" dirty="0">
                  <a:latin typeface="微软雅黑" pitchFamily="34" charset="-122"/>
                  <a:ea typeface="微软雅黑" pitchFamily="34" charset="-122"/>
                  <a:sym typeface="Wingdings" pitchFamily="2" charset="2"/>
                </a:rPr>
                <a:t></a:t>
              </a:r>
            </a:p>
          </p:txBody>
        </p:sp>
        <p:sp>
          <p:nvSpPr>
            <p:cNvPr id="21" name="Line 22">
              <a:extLst>
                <a:ext uri="{FF2B5EF4-FFF2-40B4-BE49-F238E27FC236}">
                  <a16:creationId xmlns:a16="http://schemas.microsoft.com/office/drawing/2014/main" id="{B9A3E71E-48D0-F66C-D5C0-269458DCFA1A}"/>
                </a:ext>
              </a:extLst>
            </p:cNvPr>
            <p:cNvSpPr>
              <a:spLocks noChangeShapeType="1"/>
            </p:cNvSpPr>
            <p:nvPr/>
          </p:nvSpPr>
          <p:spPr bwMode="auto">
            <a:xfrm rot="10800000" flipH="1">
              <a:off x="2213" y="1840"/>
              <a:ext cx="1035" cy="701"/>
            </a:xfrm>
            <a:prstGeom prst="line">
              <a:avLst/>
            </a:prstGeom>
            <a:noFill/>
            <a:ln w="38100">
              <a:solidFill>
                <a:srgbClr val="99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grpSp>
      <p:grpSp>
        <p:nvGrpSpPr>
          <p:cNvPr id="22" name="Group 43">
            <a:extLst>
              <a:ext uri="{FF2B5EF4-FFF2-40B4-BE49-F238E27FC236}">
                <a16:creationId xmlns:a16="http://schemas.microsoft.com/office/drawing/2014/main" id="{42550BFA-BACE-D965-BB19-1BBE244D5361}"/>
              </a:ext>
            </a:extLst>
          </p:cNvPr>
          <p:cNvGrpSpPr>
            <a:grpSpLocks/>
          </p:cNvGrpSpPr>
          <p:nvPr/>
        </p:nvGrpSpPr>
        <p:grpSpPr bwMode="auto">
          <a:xfrm>
            <a:off x="2445841" y="1859314"/>
            <a:ext cx="1417335" cy="819231"/>
            <a:chOff x="2234" y="1831"/>
            <a:chExt cx="1276" cy="799"/>
          </a:xfrm>
        </p:grpSpPr>
        <p:sp>
          <p:nvSpPr>
            <p:cNvPr id="23" name="Text Box 13">
              <a:extLst>
                <a:ext uri="{FF2B5EF4-FFF2-40B4-BE49-F238E27FC236}">
                  <a16:creationId xmlns:a16="http://schemas.microsoft.com/office/drawing/2014/main" id="{79E25B6D-277A-2412-793F-38470661010C}"/>
                </a:ext>
              </a:extLst>
            </p:cNvPr>
            <p:cNvSpPr txBox="1">
              <a:spLocks noChangeArrowheads="1"/>
            </p:cNvSpPr>
            <p:nvPr/>
          </p:nvSpPr>
          <p:spPr bwMode="auto">
            <a:xfrm flipH="1">
              <a:off x="3179" y="1831"/>
              <a:ext cx="331"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1600" b="1" dirty="0">
                  <a:latin typeface="微软雅黑" pitchFamily="34" charset="-122"/>
                  <a:ea typeface="微软雅黑" pitchFamily="34" charset="-122"/>
                  <a:sym typeface="Wingdings" pitchFamily="2" charset="2"/>
                </a:rPr>
                <a:t></a:t>
              </a:r>
            </a:p>
          </p:txBody>
        </p:sp>
        <p:sp>
          <p:nvSpPr>
            <p:cNvPr id="24" name="Line 23">
              <a:extLst>
                <a:ext uri="{FF2B5EF4-FFF2-40B4-BE49-F238E27FC236}">
                  <a16:creationId xmlns:a16="http://schemas.microsoft.com/office/drawing/2014/main" id="{62DC0205-AD13-1430-9C19-982FE954F046}"/>
                </a:ext>
              </a:extLst>
            </p:cNvPr>
            <p:cNvSpPr>
              <a:spLocks noChangeShapeType="1"/>
            </p:cNvSpPr>
            <p:nvPr/>
          </p:nvSpPr>
          <p:spPr bwMode="auto">
            <a:xfrm flipH="1">
              <a:off x="2234" y="1870"/>
              <a:ext cx="1100" cy="760"/>
            </a:xfrm>
            <a:prstGeom prst="line">
              <a:avLst/>
            </a:prstGeom>
            <a:noFill/>
            <a:ln w="38100">
              <a:solidFill>
                <a:srgbClr val="0033CC"/>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grpSp>
      <p:grpSp>
        <p:nvGrpSpPr>
          <p:cNvPr id="25" name="Group 45">
            <a:extLst>
              <a:ext uri="{FF2B5EF4-FFF2-40B4-BE49-F238E27FC236}">
                <a16:creationId xmlns:a16="http://schemas.microsoft.com/office/drawing/2014/main" id="{9E5F9BD8-9C51-0A33-999D-78E8840CF99C}"/>
              </a:ext>
            </a:extLst>
          </p:cNvPr>
          <p:cNvGrpSpPr>
            <a:grpSpLocks/>
          </p:cNvGrpSpPr>
          <p:nvPr/>
        </p:nvGrpSpPr>
        <p:grpSpPr bwMode="auto">
          <a:xfrm>
            <a:off x="2445841" y="2561669"/>
            <a:ext cx="1119651" cy="338357"/>
            <a:chOff x="2234" y="2516"/>
            <a:chExt cx="1008" cy="330"/>
          </a:xfrm>
        </p:grpSpPr>
        <p:sp>
          <p:nvSpPr>
            <p:cNvPr id="26" name="Text Box 25">
              <a:extLst>
                <a:ext uri="{FF2B5EF4-FFF2-40B4-BE49-F238E27FC236}">
                  <a16:creationId xmlns:a16="http://schemas.microsoft.com/office/drawing/2014/main" id="{BF0B7698-B9A3-DB31-A037-044C3BD8B194}"/>
                </a:ext>
              </a:extLst>
            </p:cNvPr>
            <p:cNvSpPr txBox="1">
              <a:spLocks noChangeArrowheads="1"/>
            </p:cNvSpPr>
            <p:nvPr/>
          </p:nvSpPr>
          <p:spPr bwMode="auto">
            <a:xfrm flipH="1">
              <a:off x="2275" y="2516"/>
              <a:ext cx="331"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1600" b="1" dirty="0">
                  <a:latin typeface="微软雅黑" pitchFamily="34" charset="-122"/>
                  <a:ea typeface="微软雅黑" pitchFamily="34" charset="-122"/>
                  <a:sym typeface="Wingdings" pitchFamily="2" charset="2"/>
                </a:rPr>
                <a:t></a:t>
              </a:r>
            </a:p>
          </p:txBody>
        </p:sp>
        <p:sp>
          <p:nvSpPr>
            <p:cNvPr id="27" name="Line 27">
              <a:extLst>
                <a:ext uri="{FF2B5EF4-FFF2-40B4-BE49-F238E27FC236}">
                  <a16:creationId xmlns:a16="http://schemas.microsoft.com/office/drawing/2014/main" id="{AE97535E-0D41-66E8-6995-4354E8784C9F}"/>
                </a:ext>
              </a:extLst>
            </p:cNvPr>
            <p:cNvSpPr>
              <a:spLocks noChangeShapeType="1"/>
            </p:cNvSpPr>
            <p:nvPr/>
          </p:nvSpPr>
          <p:spPr bwMode="auto">
            <a:xfrm rot="16200000" flipH="1">
              <a:off x="2738" y="2283"/>
              <a:ext cx="0" cy="1008"/>
            </a:xfrm>
            <a:prstGeom prst="line">
              <a:avLst/>
            </a:prstGeom>
            <a:noFill/>
            <a:ln w="38100">
              <a:solidFill>
                <a:srgbClr val="99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grpSp>
      <p:grpSp>
        <p:nvGrpSpPr>
          <p:cNvPr id="28" name="Group 46">
            <a:extLst>
              <a:ext uri="{FF2B5EF4-FFF2-40B4-BE49-F238E27FC236}">
                <a16:creationId xmlns:a16="http://schemas.microsoft.com/office/drawing/2014/main" id="{E385E300-007A-BD61-5548-3BB6109ACF46}"/>
              </a:ext>
            </a:extLst>
          </p:cNvPr>
          <p:cNvGrpSpPr>
            <a:grpSpLocks/>
          </p:cNvGrpSpPr>
          <p:nvPr/>
        </p:nvGrpSpPr>
        <p:grpSpPr bwMode="auto">
          <a:xfrm>
            <a:off x="2445838" y="2893875"/>
            <a:ext cx="1186296" cy="338357"/>
            <a:chOff x="2234" y="2840"/>
            <a:chExt cx="1068" cy="330"/>
          </a:xfrm>
        </p:grpSpPr>
        <p:sp>
          <p:nvSpPr>
            <p:cNvPr id="29" name="Line 28">
              <a:extLst>
                <a:ext uri="{FF2B5EF4-FFF2-40B4-BE49-F238E27FC236}">
                  <a16:creationId xmlns:a16="http://schemas.microsoft.com/office/drawing/2014/main" id="{9A72E36E-566F-6999-0EB6-A914793E5C66}"/>
                </a:ext>
              </a:extLst>
            </p:cNvPr>
            <p:cNvSpPr>
              <a:spLocks noChangeShapeType="1"/>
            </p:cNvSpPr>
            <p:nvPr/>
          </p:nvSpPr>
          <p:spPr bwMode="auto">
            <a:xfrm rot="5400000">
              <a:off x="2738" y="2379"/>
              <a:ext cx="0" cy="1008"/>
            </a:xfrm>
            <a:prstGeom prst="line">
              <a:avLst/>
            </a:prstGeom>
            <a:noFill/>
            <a:ln w="38100">
              <a:solidFill>
                <a:srgbClr val="0033CC"/>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0" name="Text Box 29">
              <a:extLst>
                <a:ext uri="{FF2B5EF4-FFF2-40B4-BE49-F238E27FC236}">
                  <a16:creationId xmlns:a16="http://schemas.microsoft.com/office/drawing/2014/main" id="{90BB2C5A-2318-13A0-9180-8FD4CCD47BB5}"/>
                </a:ext>
              </a:extLst>
            </p:cNvPr>
            <p:cNvSpPr txBox="1">
              <a:spLocks noChangeArrowheads="1"/>
            </p:cNvSpPr>
            <p:nvPr/>
          </p:nvSpPr>
          <p:spPr bwMode="auto">
            <a:xfrm flipH="1">
              <a:off x="2971" y="2840"/>
              <a:ext cx="331"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1600" b="1" dirty="0">
                  <a:latin typeface="微软雅黑" pitchFamily="34" charset="-122"/>
                  <a:ea typeface="微软雅黑" pitchFamily="34" charset="-122"/>
                  <a:sym typeface="Wingdings" pitchFamily="2" charset="2"/>
                </a:rPr>
                <a:t></a:t>
              </a:r>
            </a:p>
          </p:txBody>
        </p:sp>
      </p:grpSp>
      <p:grpSp>
        <p:nvGrpSpPr>
          <p:cNvPr id="31" name="Group 49">
            <a:extLst>
              <a:ext uri="{FF2B5EF4-FFF2-40B4-BE49-F238E27FC236}">
                <a16:creationId xmlns:a16="http://schemas.microsoft.com/office/drawing/2014/main" id="{0A231433-F85F-EF37-FA41-85FD7A998CCB}"/>
              </a:ext>
            </a:extLst>
          </p:cNvPr>
          <p:cNvGrpSpPr>
            <a:grpSpLocks/>
          </p:cNvGrpSpPr>
          <p:nvPr/>
        </p:nvGrpSpPr>
        <p:grpSpPr bwMode="auto">
          <a:xfrm>
            <a:off x="2244792" y="3157371"/>
            <a:ext cx="1856087" cy="653129"/>
            <a:chOff x="2053" y="3097"/>
            <a:chExt cx="1671" cy="637"/>
          </a:xfrm>
        </p:grpSpPr>
        <p:grpSp>
          <p:nvGrpSpPr>
            <p:cNvPr id="32" name="Group 48">
              <a:extLst>
                <a:ext uri="{FF2B5EF4-FFF2-40B4-BE49-F238E27FC236}">
                  <a16:creationId xmlns:a16="http://schemas.microsoft.com/office/drawing/2014/main" id="{C8F76939-01F3-1F6E-4A99-462DEC918A1F}"/>
                </a:ext>
              </a:extLst>
            </p:cNvPr>
            <p:cNvGrpSpPr>
              <a:grpSpLocks/>
            </p:cNvGrpSpPr>
            <p:nvPr/>
          </p:nvGrpSpPr>
          <p:grpSpPr bwMode="auto">
            <a:xfrm>
              <a:off x="2053" y="3097"/>
              <a:ext cx="1598" cy="637"/>
              <a:chOff x="2053" y="3097"/>
              <a:chExt cx="1598" cy="637"/>
            </a:xfrm>
          </p:grpSpPr>
          <p:sp>
            <p:nvSpPr>
              <p:cNvPr id="34" name="Rectangle 36">
                <a:extLst>
                  <a:ext uri="{FF2B5EF4-FFF2-40B4-BE49-F238E27FC236}">
                    <a16:creationId xmlns:a16="http://schemas.microsoft.com/office/drawing/2014/main" id="{ADFADDA9-DF78-686C-CBB8-C9F6258D3275}"/>
                  </a:ext>
                </a:extLst>
              </p:cNvPr>
              <p:cNvSpPr>
                <a:spLocks noChangeArrowheads="1"/>
              </p:cNvSpPr>
              <p:nvPr/>
            </p:nvSpPr>
            <p:spPr bwMode="auto">
              <a:xfrm>
                <a:off x="2135" y="3356"/>
                <a:ext cx="1516" cy="263"/>
              </a:xfrm>
              <a:prstGeom prst="rect">
                <a:avLst/>
              </a:prstGeom>
              <a:solidFill>
                <a:srgbClr val="66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1200" b="1">
                  <a:latin typeface="微软雅黑" pitchFamily="34" charset="-122"/>
                  <a:ea typeface="微软雅黑" pitchFamily="34" charset="-122"/>
                </a:endParaRPr>
              </a:p>
            </p:txBody>
          </p:sp>
          <p:grpSp>
            <p:nvGrpSpPr>
              <p:cNvPr id="35" name="Group 47">
                <a:extLst>
                  <a:ext uri="{FF2B5EF4-FFF2-40B4-BE49-F238E27FC236}">
                    <a16:creationId xmlns:a16="http://schemas.microsoft.com/office/drawing/2014/main" id="{89D983EC-28EC-D84C-5AC1-11CFB065808E}"/>
                  </a:ext>
                </a:extLst>
              </p:cNvPr>
              <p:cNvGrpSpPr>
                <a:grpSpLocks/>
              </p:cNvGrpSpPr>
              <p:nvPr/>
            </p:nvGrpSpPr>
            <p:grpSpPr bwMode="auto">
              <a:xfrm>
                <a:off x="2053" y="3097"/>
                <a:ext cx="331" cy="637"/>
                <a:chOff x="2053" y="3097"/>
                <a:chExt cx="331" cy="637"/>
              </a:xfrm>
            </p:grpSpPr>
            <p:sp>
              <p:nvSpPr>
                <p:cNvPr id="36" name="Text Box 33">
                  <a:extLst>
                    <a:ext uri="{FF2B5EF4-FFF2-40B4-BE49-F238E27FC236}">
                      <a16:creationId xmlns:a16="http://schemas.microsoft.com/office/drawing/2014/main" id="{6DBA4594-27C8-D948-1E09-C365D88E0803}"/>
                    </a:ext>
                  </a:extLst>
                </p:cNvPr>
                <p:cNvSpPr txBox="1">
                  <a:spLocks noChangeArrowheads="1"/>
                </p:cNvSpPr>
                <p:nvPr/>
              </p:nvSpPr>
              <p:spPr bwMode="auto">
                <a:xfrm flipH="1">
                  <a:off x="2053" y="3097"/>
                  <a:ext cx="331"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1600" b="1" dirty="0">
                      <a:latin typeface="微软雅黑" pitchFamily="34" charset="-122"/>
                      <a:ea typeface="微软雅黑" pitchFamily="34" charset="-122"/>
                      <a:sym typeface="Wingdings" pitchFamily="2" charset="2"/>
                    </a:rPr>
                    <a:t></a:t>
                  </a:r>
                </a:p>
              </p:txBody>
            </p:sp>
            <p:sp>
              <p:nvSpPr>
                <p:cNvPr id="37" name="Line 35">
                  <a:extLst>
                    <a:ext uri="{FF2B5EF4-FFF2-40B4-BE49-F238E27FC236}">
                      <a16:creationId xmlns:a16="http://schemas.microsoft.com/office/drawing/2014/main" id="{BF7D4C03-9927-A5CB-3398-0C083D45C65C}"/>
                    </a:ext>
                  </a:extLst>
                </p:cNvPr>
                <p:cNvSpPr>
                  <a:spLocks noChangeShapeType="1"/>
                </p:cNvSpPr>
                <p:nvPr/>
              </p:nvSpPr>
              <p:spPr bwMode="auto">
                <a:xfrm rot="10800000" flipH="1" flipV="1">
                  <a:off x="2089" y="3166"/>
                  <a:ext cx="0" cy="568"/>
                </a:xfrm>
                <a:prstGeom prst="line">
                  <a:avLst/>
                </a:prstGeom>
                <a:noFill/>
                <a:ln w="38100">
                  <a:solidFill>
                    <a:srgbClr val="0033CC"/>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grpSp>
        </p:grpSp>
        <p:sp>
          <p:nvSpPr>
            <p:cNvPr id="33" name="Text Box 6">
              <a:extLst>
                <a:ext uri="{FF2B5EF4-FFF2-40B4-BE49-F238E27FC236}">
                  <a16:creationId xmlns:a16="http://schemas.microsoft.com/office/drawing/2014/main" id="{BEAC8C42-C840-D933-08E7-3E4CA5825CC3}"/>
                </a:ext>
              </a:extLst>
            </p:cNvPr>
            <p:cNvSpPr txBox="1">
              <a:spLocks noChangeArrowheads="1"/>
            </p:cNvSpPr>
            <p:nvPr/>
          </p:nvSpPr>
          <p:spPr bwMode="auto">
            <a:xfrm flipH="1">
              <a:off x="2104" y="3381"/>
              <a:ext cx="1620" cy="2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lnSpc>
                  <a:spcPct val="80000"/>
                </a:lnSpc>
              </a:pPr>
              <a:r>
                <a:rPr kumimoji="1" lang="en-US" altLang="zh-CN" sz="1200" b="1" dirty="0">
                  <a:latin typeface="微软雅黑" pitchFamily="34" charset="-122"/>
                  <a:ea typeface="微软雅黑" pitchFamily="34" charset="-122"/>
                </a:rPr>
                <a:t> y.abc.com </a:t>
              </a:r>
              <a:r>
                <a:rPr kumimoji="1" lang="zh-CN" altLang="en-US" sz="1200" b="1" dirty="0">
                  <a:latin typeface="微软雅黑" pitchFamily="34" charset="-122"/>
                  <a:ea typeface="微软雅黑" pitchFamily="34" charset="-122"/>
                </a:rPr>
                <a:t>的 </a:t>
              </a:r>
              <a:r>
                <a:rPr kumimoji="1" lang="en-US" altLang="zh-CN" sz="1200" b="1" dirty="0">
                  <a:latin typeface="微软雅黑" pitchFamily="34" charset="-122"/>
                  <a:ea typeface="微软雅黑" pitchFamily="34" charset="-122"/>
                </a:rPr>
                <a:t>IP </a:t>
              </a:r>
              <a:r>
                <a:rPr kumimoji="1" lang="zh-CN" altLang="en-US" sz="1200" b="1" dirty="0">
                  <a:latin typeface="微软雅黑" pitchFamily="34" charset="-122"/>
                  <a:ea typeface="微软雅黑" pitchFamily="34" charset="-122"/>
                </a:rPr>
                <a:t>地址 </a:t>
              </a:r>
            </a:p>
          </p:txBody>
        </p:sp>
      </p:grpSp>
      <p:sp>
        <p:nvSpPr>
          <p:cNvPr id="38" name="Text Box 11">
            <a:extLst>
              <a:ext uri="{FF2B5EF4-FFF2-40B4-BE49-F238E27FC236}">
                <a16:creationId xmlns:a16="http://schemas.microsoft.com/office/drawing/2014/main" id="{DFAB8EE2-CB7C-227A-0F32-20A5B6817628}"/>
              </a:ext>
            </a:extLst>
          </p:cNvPr>
          <p:cNvSpPr txBox="1">
            <a:spLocks noChangeArrowheads="1"/>
          </p:cNvSpPr>
          <p:nvPr/>
        </p:nvSpPr>
        <p:spPr bwMode="auto">
          <a:xfrm flipH="1">
            <a:off x="1853803" y="4197046"/>
            <a:ext cx="1056700" cy="2400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lnSpc>
                <a:spcPct val="80000"/>
              </a:lnSpc>
            </a:pPr>
            <a:r>
              <a:rPr kumimoji="1" lang="en-US" altLang="zh-CN" sz="1200" b="1">
                <a:latin typeface="微软雅黑" pitchFamily="34" charset="-122"/>
                <a:ea typeface="微软雅黑" pitchFamily="34" charset="-122"/>
              </a:rPr>
              <a:t>m.xyz.com </a:t>
            </a:r>
          </a:p>
        </p:txBody>
      </p:sp>
      <p:sp>
        <p:nvSpPr>
          <p:cNvPr id="39" name="Text Box 31">
            <a:extLst>
              <a:ext uri="{FF2B5EF4-FFF2-40B4-BE49-F238E27FC236}">
                <a16:creationId xmlns:a16="http://schemas.microsoft.com/office/drawing/2014/main" id="{3D697EFB-7D85-04E1-8EF7-03E6C6A7E00F}"/>
              </a:ext>
            </a:extLst>
          </p:cNvPr>
          <p:cNvSpPr txBox="1">
            <a:spLocks noChangeArrowheads="1"/>
          </p:cNvSpPr>
          <p:nvPr/>
        </p:nvSpPr>
        <p:spPr bwMode="auto">
          <a:xfrm flipH="1">
            <a:off x="1428202" y="3338508"/>
            <a:ext cx="79583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algn="ctr" eaLnBrk="1" hangingPunct="1"/>
            <a:r>
              <a:rPr kumimoji="1" lang="zh-CN" altLang="en-US" sz="1200" b="1" dirty="0">
                <a:solidFill>
                  <a:srgbClr val="FF0000"/>
                </a:solidFill>
                <a:latin typeface="微软雅黑" pitchFamily="34" charset="-122"/>
                <a:ea typeface="微软雅黑" pitchFamily="34" charset="-122"/>
              </a:rPr>
              <a:t>递归查询</a:t>
            </a:r>
          </a:p>
        </p:txBody>
      </p:sp>
      <p:grpSp>
        <p:nvGrpSpPr>
          <p:cNvPr id="40" name="Group 39">
            <a:extLst>
              <a:ext uri="{FF2B5EF4-FFF2-40B4-BE49-F238E27FC236}">
                <a16:creationId xmlns:a16="http://schemas.microsoft.com/office/drawing/2014/main" id="{0B980A68-74B0-FD86-1D79-54DD90F6F5E8}"/>
              </a:ext>
            </a:extLst>
          </p:cNvPr>
          <p:cNvGrpSpPr>
            <a:grpSpLocks/>
          </p:cNvGrpSpPr>
          <p:nvPr/>
        </p:nvGrpSpPr>
        <p:grpSpPr bwMode="auto">
          <a:xfrm>
            <a:off x="1886012" y="3218895"/>
            <a:ext cx="367663" cy="713625"/>
            <a:chOff x="1730" y="3157"/>
            <a:chExt cx="331" cy="696"/>
          </a:xfrm>
        </p:grpSpPr>
        <p:sp>
          <p:nvSpPr>
            <p:cNvPr id="41" name="Text Box 32">
              <a:extLst>
                <a:ext uri="{FF2B5EF4-FFF2-40B4-BE49-F238E27FC236}">
                  <a16:creationId xmlns:a16="http://schemas.microsoft.com/office/drawing/2014/main" id="{3B19E04E-20A4-9899-929D-B9EDC88626BD}"/>
                </a:ext>
              </a:extLst>
            </p:cNvPr>
            <p:cNvSpPr txBox="1">
              <a:spLocks noChangeArrowheads="1"/>
            </p:cNvSpPr>
            <p:nvPr/>
          </p:nvSpPr>
          <p:spPr bwMode="auto">
            <a:xfrm flipH="1">
              <a:off x="1730" y="3523"/>
              <a:ext cx="331"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1600" b="1" dirty="0">
                  <a:latin typeface="微软雅黑" pitchFamily="34" charset="-122"/>
                  <a:ea typeface="微软雅黑" pitchFamily="34" charset="-122"/>
                  <a:sym typeface="Wingdings" pitchFamily="2" charset="2"/>
                </a:rPr>
                <a:t></a:t>
              </a:r>
            </a:p>
          </p:txBody>
        </p:sp>
        <p:sp>
          <p:nvSpPr>
            <p:cNvPr id="42" name="Line 34">
              <a:extLst>
                <a:ext uri="{FF2B5EF4-FFF2-40B4-BE49-F238E27FC236}">
                  <a16:creationId xmlns:a16="http://schemas.microsoft.com/office/drawing/2014/main" id="{01C47837-32F2-7112-08E5-4FFED1B2A586}"/>
                </a:ext>
              </a:extLst>
            </p:cNvPr>
            <p:cNvSpPr>
              <a:spLocks noChangeShapeType="1"/>
            </p:cNvSpPr>
            <p:nvPr/>
          </p:nvSpPr>
          <p:spPr bwMode="auto">
            <a:xfrm rot="10800000" flipH="1">
              <a:off x="1996" y="3157"/>
              <a:ext cx="0" cy="568"/>
            </a:xfrm>
            <a:prstGeom prst="line">
              <a:avLst/>
            </a:prstGeom>
            <a:noFill/>
            <a:ln w="38100">
              <a:solidFill>
                <a:srgbClr val="99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grpSp>
      <p:sp>
        <p:nvSpPr>
          <p:cNvPr id="43" name="Text Box 50">
            <a:extLst>
              <a:ext uri="{FF2B5EF4-FFF2-40B4-BE49-F238E27FC236}">
                <a16:creationId xmlns:a16="http://schemas.microsoft.com/office/drawing/2014/main" id="{00FFC939-BB2B-55B1-4AB1-F9EC250EF706}"/>
              </a:ext>
            </a:extLst>
          </p:cNvPr>
          <p:cNvSpPr txBox="1">
            <a:spLocks noChangeArrowheads="1"/>
          </p:cNvSpPr>
          <p:nvPr/>
        </p:nvSpPr>
        <p:spPr bwMode="auto">
          <a:xfrm flipH="1">
            <a:off x="272480" y="3661109"/>
            <a:ext cx="176659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algn="ctr" eaLnBrk="1" hangingPunct="1"/>
            <a:r>
              <a:rPr kumimoji="1" lang="zh-CN" altLang="en-US" sz="1200" b="1" dirty="0">
                <a:latin typeface="微软雅黑" pitchFamily="34" charset="-122"/>
                <a:ea typeface="微软雅黑" pitchFamily="34" charset="-122"/>
              </a:rPr>
              <a:t>查询 </a:t>
            </a:r>
            <a:endParaRPr kumimoji="1" lang="en-US" altLang="zh-CN" sz="1200" b="1" dirty="0">
              <a:latin typeface="微软雅黑" pitchFamily="34" charset="-122"/>
              <a:ea typeface="微软雅黑" pitchFamily="34" charset="-122"/>
            </a:endParaRPr>
          </a:p>
          <a:p>
            <a:pPr algn="ctr" eaLnBrk="1" hangingPunct="1"/>
            <a:r>
              <a:rPr kumimoji="1" lang="en-US" altLang="zh-CN" sz="1200" b="1" dirty="0">
                <a:latin typeface="微软雅黑" pitchFamily="34" charset="-122"/>
                <a:ea typeface="微软雅黑" pitchFamily="34" charset="-122"/>
              </a:rPr>
              <a:t>y.abc.com </a:t>
            </a:r>
            <a:r>
              <a:rPr kumimoji="1" lang="zh-CN" altLang="en-US" sz="1200" b="1" dirty="0">
                <a:latin typeface="微软雅黑" pitchFamily="34" charset="-122"/>
                <a:ea typeface="微软雅黑" pitchFamily="34" charset="-122"/>
              </a:rPr>
              <a:t>的 </a:t>
            </a:r>
            <a:r>
              <a:rPr kumimoji="1" lang="en-US" altLang="zh-CN" sz="1200" b="1" dirty="0">
                <a:latin typeface="微软雅黑" pitchFamily="34" charset="-122"/>
                <a:ea typeface="微软雅黑" pitchFamily="34" charset="-122"/>
              </a:rPr>
              <a:t>IP </a:t>
            </a:r>
            <a:r>
              <a:rPr kumimoji="1" lang="zh-CN" altLang="en-US" sz="1200" b="1" dirty="0">
                <a:latin typeface="微软雅黑" pitchFamily="34" charset="-122"/>
                <a:ea typeface="微软雅黑" pitchFamily="34" charset="-122"/>
              </a:rPr>
              <a:t>地址</a:t>
            </a:r>
          </a:p>
        </p:txBody>
      </p:sp>
      <p:pic>
        <p:nvPicPr>
          <p:cNvPr id="44" name="图片 43">
            <a:extLst>
              <a:ext uri="{FF2B5EF4-FFF2-40B4-BE49-F238E27FC236}">
                <a16:creationId xmlns:a16="http://schemas.microsoft.com/office/drawing/2014/main" id="{FE48D292-5E19-A829-B3D2-2EA909E2A24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94328" y="1264258"/>
            <a:ext cx="476702" cy="667383"/>
          </a:xfrm>
          <a:prstGeom prst="rect">
            <a:avLst/>
          </a:prstGeom>
        </p:spPr>
      </p:pic>
      <p:pic>
        <p:nvPicPr>
          <p:cNvPr id="45" name="Picture 197" descr="jisuanji">
            <a:extLst>
              <a:ext uri="{FF2B5EF4-FFF2-40B4-BE49-F238E27FC236}">
                <a16:creationId xmlns:a16="http://schemas.microsoft.com/office/drawing/2014/main" id="{75FA0862-F91F-0277-2168-3F8504728E4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39072" y="3829937"/>
            <a:ext cx="393048" cy="393049"/>
          </a:xfrm>
          <a:prstGeom prst="rect">
            <a:avLst/>
          </a:prstGeom>
          <a:noFill/>
          <a:extLst>
            <a:ext uri="{909E8E84-426E-40DD-AFC4-6F175D3DCCD1}">
              <a14:hiddenFill xmlns:a14="http://schemas.microsoft.com/office/drawing/2010/main">
                <a:solidFill>
                  <a:srgbClr val="FFFFFF"/>
                </a:solidFill>
              </a14:hiddenFill>
            </a:ext>
          </a:extLst>
        </p:spPr>
      </p:pic>
      <p:pic>
        <p:nvPicPr>
          <p:cNvPr id="51" name="图片 50">
            <a:extLst>
              <a:ext uri="{FF2B5EF4-FFF2-40B4-BE49-F238E27FC236}">
                <a16:creationId xmlns:a16="http://schemas.microsoft.com/office/drawing/2014/main" id="{F8225DC4-1EE2-0301-6067-79E7629CF08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85814" y="3496506"/>
            <a:ext cx="476702" cy="667383"/>
          </a:xfrm>
          <a:prstGeom prst="rect">
            <a:avLst/>
          </a:prstGeom>
        </p:spPr>
      </p:pic>
      <p:pic>
        <p:nvPicPr>
          <p:cNvPr id="52" name="图片 51">
            <a:extLst>
              <a:ext uri="{FF2B5EF4-FFF2-40B4-BE49-F238E27FC236}">
                <a16:creationId xmlns:a16="http://schemas.microsoft.com/office/drawing/2014/main" id="{9F9F1A7F-04D9-11BF-4209-687967274F7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501142" y="4729077"/>
            <a:ext cx="476702" cy="667383"/>
          </a:xfrm>
          <a:prstGeom prst="rect">
            <a:avLst/>
          </a:prstGeom>
        </p:spPr>
      </p:pic>
      <p:pic>
        <p:nvPicPr>
          <p:cNvPr id="53" name="图片 52">
            <a:extLst>
              <a:ext uri="{FF2B5EF4-FFF2-40B4-BE49-F238E27FC236}">
                <a16:creationId xmlns:a16="http://schemas.microsoft.com/office/drawing/2014/main" id="{BDE6F6C6-34E4-5603-531D-7AFF4A1D931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011754" y="4729077"/>
            <a:ext cx="476702" cy="667383"/>
          </a:xfrm>
          <a:prstGeom prst="rect">
            <a:avLst/>
          </a:prstGeom>
        </p:spPr>
      </p:pic>
      <p:sp>
        <p:nvSpPr>
          <p:cNvPr id="54" name="Rectangle 6">
            <a:extLst>
              <a:ext uri="{FF2B5EF4-FFF2-40B4-BE49-F238E27FC236}">
                <a16:creationId xmlns:a16="http://schemas.microsoft.com/office/drawing/2014/main" id="{9757CAF3-4942-870E-DEE7-6CC254176951}"/>
              </a:ext>
            </a:extLst>
          </p:cNvPr>
          <p:cNvSpPr>
            <a:spLocks noChangeArrowheads="1"/>
          </p:cNvSpPr>
          <p:nvPr/>
        </p:nvSpPr>
        <p:spPr bwMode="auto">
          <a:xfrm>
            <a:off x="5817775" y="2645785"/>
            <a:ext cx="282641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递归查询（比较少用） </a:t>
            </a:r>
          </a:p>
        </p:txBody>
      </p:sp>
      <p:sp>
        <p:nvSpPr>
          <p:cNvPr id="55" name="Text Box 7">
            <a:extLst>
              <a:ext uri="{FF2B5EF4-FFF2-40B4-BE49-F238E27FC236}">
                <a16:creationId xmlns:a16="http://schemas.microsoft.com/office/drawing/2014/main" id="{CDE64C2E-8EB6-FFC9-A2F4-B97FEF65A778}"/>
              </a:ext>
            </a:extLst>
          </p:cNvPr>
          <p:cNvSpPr txBox="1">
            <a:spLocks noChangeArrowheads="1"/>
          </p:cNvSpPr>
          <p:nvPr/>
        </p:nvSpPr>
        <p:spPr bwMode="auto">
          <a:xfrm flipH="1">
            <a:off x="8480132" y="3536863"/>
            <a:ext cx="144142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algn="ctr" eaLnBrk="1" hangingPunct="1"/>
            <a:r>
              <a:rPr kumimoji="1" lang="zh-CN" altLang="en-US" sz="1400" b="1" dirty="0">
                <a:solidFill>
                  <a:srgbClr val="9900FF"/>
                </a:solidFill>
                <a:latin typeface="微软雅黑" pitchFamily="34" charset="-122"/>
                <a:ea typeface="微软雅黑" pitchFamily="34" charset="-122"/>
              </a:rPr>
              <a:t>顶级域名服务器</a:t>
            </a:r>
          </a:p>
          <a:p>
            <a:pPr algn="ctr" eaLnBrk="1" hangingPunct="1"/>
            <a:r>
              <a:rPr kumimoji="1" lang="en-US" altLang="zh-CN" sz="1400" b="1" dirty="0">
                <a:solidFill>
                  <a:srgbClr val="9900FF"/>
                </a:solidFill>
                <a:latin typeface="微软雅黑" pitchFamily="34" charset="-122"/>
                <a:ea typeface="微软雅黑" pitchFamily="34" charset="-122"/>
              </a:rPr>
              <a:t>dns.com</a:t>
            </a:r>
          </a:p>
        </p:txBody>
      </p:sp>
      <p:sp>
        <p:nvSpPr>
          <p:cNvPr id="56" name="Text Box 8">
            <a:extLst>
              <a:ext uri="{FF2B5EF4-FFF2-40B4-BE49-F238E27FC236}">
                <a16:creationId xmlns:a16="http://schemas.microsoft.com/office/drawing/2014/main" id="{10C5AE8D-2BEB-9D31-68BF-270ADAF7D4A9}"/>
              </a:ext>
            </a:extLst>
          </p:cNvPr>
          <p:cNvSpPr txBox="1">
            <a:spLocks noChangeArrowheads="1"/>
          </p:cNvSpPr>
          <p:nvPr/>
        </p:nvSpPr>
        <p:spPr bwMode="auto">
          <a:xfrm flipH="1">
            <a:off x="8375545" y="4886186"/>
            <a:ext cx="151286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algn="ctr" eaLnBrk="1" hangingPunct="1"/>
            <a:r>
              <a:rPr kumimoji="1" lang="zh-CN" altLang="en-US" sz="1400" b="1" dirty="0">
                <a:solidFill>
                  <a:srgbClr val="993300"/>
                </a:solidFill>
                <a:latin typeface="微软雅黑" pitchFamily="34" charset="-122"/>
                <a:ea typeface="微软雅黑" pitchFamily="34" charset="-122"/>
              </a:rPr>
              <a:t>权限</a:t>
            </a:r>
            <a:r>
              <a:rPr kumimoji="1" lang="zh-CN" altLang="zh-CN" sz="1400" b="1" dirty="0">
                <a:solidFill>
                  <a:srgbClr val="993300"/>
                </a:solidFill>
                <a:latin typeface="微软雅黑" pitchFamily="34" charset="-122"/>
                <a:ea typeface="微软雅黑" pitchFamily="34" charset="-122"/>
              </a:rPr>
              <a:t>域名服务</a:t>
            </a:r>
            <a:r>
              <a:rPr kumimoji="1" lang="en-US" altLang="zh-CN" sz="1400" b="1" dirty="0">
                <a:solidFill>
                  <a:srgbClr val="993300"/>
                </a:solidFill>
                <a:latin typeface="微软雅黑" pitchFamily="34" charset="-122"/>
                <a:ea typeface="微软雅黑" pitchFamily="34" charset="-122"/>
              </a:rPr>
              <a:t>dns.abc.com</a:t>
            </a:r>
          </a:p>
        </p:txBody>
      </p:sp>
      <p:sp>
        <p:nvSpPr>
          <p:cNvPr id="57" name="Text Box 9">
            <a:extLst>
              <a:ext uri="{FF2B5EF4-FFF2-40B4-BE49-F238E27FC236}">
                <a16:creationId xmlns:a16="http://schemas.microsoft.com/office/drawing/2014/main" id="{3A80B189-C946-8AAB-A24A-34E12424DB55}"/>
              </a:ext>
            </a:extLst>
          </p:cNvPr>
          <p:cNvSpPr txBox="1">
            <a:spLocks noChangeArrowheads="1"/>
          </p:cNvSpPr>
          <p:nvPr/>
        </p:nvSpPr>
        <p:spPr bwMode="auto">
          <a:xfrm flipH="1">
            <a:off x="5015658" y="4865679"/>
            <a:ext cx="144142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algn="ctr" eaLnBrk="1" hangingPunct="1"/>
            <a:r>
              <a:rPr kumimoji="1" lang="zh-CN" altLang="en-US" sz="1400" b="1" dirty="0">
                <a:solidFill>
                  <a:srgbClr val="0000FF"/>
                </a:solidFill>
                <a:latin typeface="微软雅黑" pitchFamily="34" charset="-122"/>
                <a:ea typeface="微软雅黑" pitchFamily="34" charset="-122"/>
              </a:rPr>
              <a:t>本地域名服务器</a:t>
            </a:r>
          </a:p>
          <a:p>
            <a:pPr algn="ctr" eaLnBrk="1" hangingPunct="1"/>
            <a:r>
              <a:rPr kumimoji="1" lang="en-US" altLang="zh-CN" sz="1400" b="1" dirty="0">
                <a:solidFill>
                  <a:srgbClr val="0000FF"/>
                </a:solidFill>
                <a:latin typeface="微软雅黑" pitchFamily="34" charset="-122"/>
                <a:ea typeface="微软雅黑" pitchFamily="34" charset="-122"/>
              </a:rPr>
              <a:t>dns.xyz.com</a:t>
            </a:r>
          </a:p>
        </p:txBody>
      </p:sp>
      <p:sp>
        <p:nvSpPr>
          <p:cNvPr id="58" name="Text Box 12">
            <a:extLst>
              <a:ext uri="{FF2B5EF4-FFF2-40B4-BE49-F238E27FC236}">
                <a16:creationId xmlns:a16="http://schemas.microsoft.com/office/drawing/2014/main" id="{37842C25-A6E6-F342-4ADA-627DA8004E3A}"/>
              </a:ext>
            </a:extLst>
          </p:cNvPr>
          <p:cNvSpPr txBox="1">
            <a:spLocks noChangeArrowheads="1"/>
          </p:cNvSpPr>
          <p:nvPr/>
        </p:nvSpPr>
        <p:spPr bwMode="auto">
          <a:xfrm flipH="1">
            <a:off x="5179667" y="3572357"/>
            <a:ext cx="126188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algn="ctr" eaLnBrk="1" hangingPunct="1"/>
            <a:r>
              <a:rPr kumimoji="1" lang="zh-CN" altLang="en-US" sz="1400" b="1" dirty="0">
                <a:solidFill>
                  <a:srgbClr val="C00000"/>
                </a:solidFill>
                <a:latin typeface="微软雅黑" pitchFamily="34" charset="-122"/>
                <a:ea typeface="微软雅黑" pitchFamily="34" charset="-122"/>
              </a:rPr>
              <a:t>根域名服务器</a:t>
            </a:r>
          </a:p>
        </p:txBody>
      </p:sp>
      <p:grpSp>
        <p:nvGrpSpPr>
          <p:cNvPr id="59" name="Group 40">
            <a:extLst>
              <a:ext uri="{FF2B5EF4-FFF2-40B4-BE49-F238E27FC236}">
                <a16:creationId xmlns:a16="http://schemas.microsoft.com/office/drawing/2014/main" id="{56CA7E0F-DCE2-F158-E7B5-CEA747A6F7DE}"/>
              </a:ext>
            </a:extLst>
          </p:cNvPr>
          <p:cNvGrpSpPr>
            <a:grpSpLocks/>
          </p:cNvGrpSpPr>
          <p:nvPr/>
        </p:nvGrpSpPr>
        <p:grpSpPr bwMode="auto">
          <a:xfrm>
            <a:off x="6393938" y="4162309"/>
            <a:ext cx="367662" cy="635699"/>
            <a:chOff x="1731" y="1900"/>
            <a:chExt cx="331" cy="620"/>
          </a:xfrm>
        </p:grpSpPr>
        <p:sp>
          <p:nvSpPr>
            <p:cNvPr id="60" name="Text Box 18">
              <a:extLst>
                <a:ext uri="{FF2B5EF4-FFF2-40B4-BE49-F238E27FC236}">
                  <a16:creationId xmlns:a16="http://schemas.microsoft.com/office/drawing/2014/main" id="{4F02DC9F-5E29-A759-0002-92B6E5E12901}"/>
                </a:ext>
              </a:extLst>
            </p:cNvPr>
            <p:cNvSpPr txBox="1">
              <a:spLocks noChangeArrowheads="1"/>
            </p:cNvSpPr>
            <p:nvPr/>
          </p:nvSpPr>
          <p:spPr bwMode="auto">
            <a:xfrm flipH="1">
              <a:off x="1731" y="2190"/>
              <a:ext cx="331"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1600" b="1" dirty="0">
                  <a:latin typeface="微软雅黑" pitchFamily="34" charset="-122"/>
                  <a:ea typeface="微软雅黑" pitchFamily="34" charset="-122"/>
                  <a:sym typeface="Wingdings" pitchFamily="2" charset="2"/>
                </a:rPr>
                <a:t></a:t>
              </a:r>
            </a:p>
          </p:txBody>
        </p:sp>
        <p:sp>
          <p:nvSpPr>
            <p:cNvPr id="61" name="Line 20">
              <a:extLst>
                <a:ext uri="{FF2B5EF4-FFF2-40B4-BE49-F238E27FC236}">
                  <a16:creationId xmlns:a16="http://schemas.microsoft.com/office/drawing/2014/main" id="{0C59410F-BF25-A75D-709F-4911638AB536}"/>
                </a:ext>
              </a:extLst>
            </p:cNvPr>
            <p:cNvSpPr>
              <a:spLocks noChangeShapeType="1"/>
            </p:cNvSpPr>
            <p:nvPr/>
          </p:nvSpPr>
          <p:spPr bwMode="auto">
            <a:xfrm rot="10800000" flipH="1">
              <a:off x="1996" y="1900"/>
              <a:ext cx="0" cy="568"/>
            </a:xfrm>
            <a:prstGeom prst="line">
              <a:avLst/>
            </a:prstGeom>
            <a:noFill/>
            <a:ln w="38100">
              <a:solidFill>
                <a:srgbClr val="99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grpSp>
      <p:grpSp>
        <p:nvGrpSpPr>
          <p:cNvPr id="62" name="Group 41">
            <a:extLst>
              <a:ext uri="{FF2B5EF4-FFF2-40B4-BE49-F238E27FC236}">
                <a16:creationId xmlns:a16="http://schemas.microsoft.com/office/drawing/2014/main" id="{F2F297DE-4555-6D0B-65E1-15E764410C91}"/>
              </a:ext>
            </a:extLst>
          </p:cNvPr>
          <p:cNvGrpSpPr>
            <a:grpSpLocks/>
          </p:cNvGrpSpPr>
          <p:nvPr/>
        </p:nvGrpSpPr>
        <p:grpSpPr bwMode="auto">
          <a:xfrm>
            <a:off x="6731604" y="4110018"/>
            <a:ext cx="367661" cy="662357"/>
            <a:chOff x="2035" y="1849"/>
            <a:chExt cx="331" cy="646"/>
          </a:xfrm>
        </p:grpSpPr>
        <p:sp>
          <p:nvSpPr>
            <p:cNvPr id="63" name="Text Box 19">
              <a:extLst>
                <a:ext uri="{FF2B5EF4-FFF2-40B4-BE49-F238E27FC236}">
                  <a16:creationId xmlns:a16="http://schemas.microsoft.com/office/drawing/2014/main" id="{EADB09CC-EAB5-889B-5CD7-725A038C1796}"/>
                </a:ext>
              </a:extLst>
            </p:cNvPr>
            <p:cNvSpPr txBox="1">
              <a:spLocks noChangeArrowheads="1"/>
            </p:cNvSpPr>
            <p:nvPr/>
          </p:nvSpPr>
          <p:spPr bwMode="auto">
            <a:xfrm flipH="1">
              <a:off x="2035" y="1849"/>
              <a:ext cx="331"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r>
                <a:rPr kumimoji="1" lang="en-US" altLang="zh-CN" sz="1600" b="1" dirty="0">
                  <a:latin typeface="微软雅黑" pitchFamily="34" charset="-122"/>
                  <a:ea typeface="微软雅黑" pitchFamily="34" charset="-122"/>
                  <a:sym typeface="Wingdings" pitchFamily="2" charset="2"/>
                </a:rPr>
                <a:t></a:t>
              </a:r>
            </a:p>
          </p:txBody>
        </p:sp>
        <p:sp>
          <p:nvSpPr>
            <p:cNvPr id="64" name="Line 21">
              <a:extLst>
                <a:ext uri="{FF2B5EF4-FFF2-40B4-BE49-F238E27FC236}">
                  <a16:creationId xmlns:a16="http://schemas.microsoft.com/office/drawing/2014/main" id="{A3760491-84A5-76E2-DB50-18F4B7699A1E}"/>
                </a:ext>
              </a:extLst>
            </p:cNvPr>
            <p:cNvSpPr>
              <a:spLocks noChangeShapeType="1"/>
            </p:cNvSpPr>
            <p:nvPr/>
          </p:nvSpPr>
          <p:spPr bwMode="auto">
            <a:xfrm rot="10800000" flipH="1" flipV="1">
              <a:off x="2089" y="1927"/>
              <a:ext cx="0" cy="568"/>
            </a:xfrm>
            <a:prstGeom prst="line">
              <a:avLst/>
            </a:prstGeom>
            <a:noFill/>
            <a:ln w="38100">
              <a:solidFill>
                <a:srgbClr val="0033CC"/>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grpSp>
      <p:grpSp>
        <p:nvGrpSpPr>
          <p:cNvPr id="65" name="Group 42">
            <a:extLst>
              <a:ext uri="{FF2B5EF4-FFF2-40B4-BE49-F238E27FC236}">
                <a16:creationId xmlns:a16="http://schemas.microsoft.com/office/drawing/2014/main" id="{F546AA8F-49C1-A3EB-7554-405504694EE2}"/>
              </a:ext>
            </a:extLst>
          </p:cNvPr>
          <p:cNvGrpSpPr>
            <a:grpSpLocks/>
          </p:cNvGrpSpPr>
          <p:nvPr/>
        </p:nvGrpSpPr>
        <p:grpSpPr bwMode="auto">
          <a:xfrm>
            <a:off x="6936071" y="3515313"/>
            <a:ext cx="1057447" cy="338354"/>
            <a:chOff x="2296" y="1719"/>
            <a:chExt cx="952" cy="330"/>
          </a:xfrm>
        </p:grpSpPr>
        <p:sp>
          <p:nvSpPr>
            <p:cNvPr id="66" name="Text Box 14">
              <a:extLst>
                <a:ext uri="{FF2B5EF4-FFF2-40B4-BE49-F238E27FC236}">
                  <a16:creationId xmlns:a16="http://schemas.microsoft.com/office/drawing/2014/main" id="{5EA57C7B-EBA6-79C0-7CF1-0F957BD8851B}"/>
                </a:ext>
              </a:extLst>
            </p:cNvPr>
            <p:cNvSpPr txBox="1">
              <a:spLocks noChangeArrowheads="1"/>
            </p:cNvSpPr>
            <p:nvPr/>
          </p:nvSpPr>
          <p:spPr bwMode="auto">
            <a:xfrm flipH="1">
              <a:off x="2296" y="1719"/>
              <a:ext cx="331"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r>
                <a:rPr kumimoji="1" lang="en-US" altLang="zh-CN" sz="1600" b="1" dirty="0">
                  <a:latin typeface="微软雅黑" pitchFamily="34" charset="-122"/>
                  <a:ea typeface="微软雅黑" pitchFamily="34" charset="-122"/>
                  <a:sym typeface="Wingdings" pitchFamily="2" charset="2"/>
                </a:rPr>
                <a:t></a:t>
              </a:r>
            </a:p>
          </p:txBody>
        </p:sp>
        <p:sp>
          <p:nvSpPr>
            <p:cNvPr id="67" name="Line 22">
              <a:extLst>
                <a:ext uri="{FF2B5EF4-FFF2-40B4-BE49-F238E27FC236}">
                  <a16:creationId xmlns:a16="http://schemas.microsoft.com/office/drawing/2014/main" id="{7E198713-9BE7-D1A3-BC9A-6E1FDD3DCAB6}"/>
                </a:ext>
              </a:extLst>
            </p:cNvPr>
            <p:cNvSpPr>
              <a:spLocks noChangeShapeType="1"/>
            </p:cNvSpPr>
            <p:nvPr/>
          </p:nvSpPr>
          <p:spPr bwMode="auto">
            <a:xfrm rot="10800000" flipH="1">
              <a:off x="2299" y="1993"/>
              <a:ext cx="949" cy="0"/>
            </a:xfrm>
            <a:prstGeom prst="line">
              <a:avLst/>
            </a:prstGeom>
            <a:noFill/>
            <a:ln w="38100">
              <a:solidFill>
                <a:srgbClr val="99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grpSp>
      <p:grpSp>
        <p:nvGrpSpPr>
          <p:cNvPr id="68" name="Group 43">
            <a:extLst>
              <a:ext uri="{FF2B5EF4-FFF2-40B4-BE49-F238E27FC236}">
                <a16:creationId xmlns:a16="http://schemas.microsoft.com/office/drawing/2014/main" id="{21BD2F0D-0A30-0F06-D3F3-905D6329F1C3}"/>
              </a:ext>
            </a:extLst>
          </p:cNvPr>
          <p:cNvGrpSpPr>
            <a:grpSpLocks/>
          </p:cNvGrpSpPr>
          <p:nvPr/>
        </p:nvGrpSpPr>
        <p:grpSpPr bwMode="auto">
          <a:xfrm>
            <a:off x="6952512" y="3872403"/>
            <a:ext cx="1075219" cy="338356"/>
            <a:chOff x="2392" y="1825"/>
            <a:chExt cx="968" cy="330"/>
          </a:xfrm>
        </p:grpSpPr>
        <p:sp>
          <p:nvSpPr>
            <p:cNvPr id="69" name="Text Box 13">
              <a:extLst>
                <a:ext uri="{FF2B5EF4-FFF2-40B4-BE49-F238E27FC236}">
                  <a16:creationId xmlns:a16="http://schemas.microsoft.com/office/drawing/2014/main" id="{21CC3AE8-5FF2-2B45-2EC1-FB0850DD4E76}"/>
                </a:ext>
              </a:extLst>
            </p:cNvPr>
            <p:cNvSpPr txBox="1">
              <a:spLocks noChangeArrowheads="1"/>
            </p:cNvSpPr>
            <p:nvPr/>
          </p:nvSpPr>
          <p:spPr bwMode="auto">
            <a:xfrm flipH="1">
              <a:off x="3029" y="1825"/>
              <a:ext cx="331"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r>
                <a:rPr kumimoji="1" lang="en-US" altLang="zh-CN" sz="1600" b="1" dirty="0">
                  <a:latin typeface="微软雅黑" pitchFamily="34" charset="-122"/>
                  <a:ea typeface="微软雅黑" pitchFamily="34" charset="-122"/>
                  <a:sym typeface="Wingdings" pitchFamily="2" charset="2"/>
                </a:rPr>
                <a:t></a:t>
              </a:r>
            </a:p>
          </p:txBody>
        </p:sp>
        <p:sp>
          <p:nvSpPr>
            <p:cNvPr id="70" name="Line 23">
              <a:extLst>
                <a:ext uri="{FF2B5EF4-FFF2-40B4-BE49-F238E27FC236}">
                  <a16:creationId xmlns:a16="http://schemas.microsoft.com/office/drawing/2014/main" id="{BBA6BDF3-049C-E514-976A-8F044A6C9E44}"/>
                </a:ext>
              </a:extLst>
            </p:cNvPr>
            <p:cNvSpPr>
              <a:spLocks noChangeShapeType="1"/>
            </p:cNvSpPr>
            <p:nvPr/>
          </p:nvSpPr>
          <p:spPr bwMode="auto">
            <a:xfrm flipH="1" flipV="1">
              <a:off x="2392" y="1869"/>
              <a:ext cx="942" cy="1"/>
            </a:xfrm>
            <a:prstGeom prst="line">
              <a:avLst/>
            </a:prstGeom>
            <a:noFill/>
            <a:ln w="38100">
              <a:solidFill>
                <a:srgbClr val="0033CC"/>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grpSp>
      <p:grpSp>
        <p:nvGrpSpPr>
          <p:cNvPr id="71" name="Group 45">
            <a:extLst>
              <a:ext uri="{FF2B5EF4-FFF2-40B4-BE49-F238E27FC236}">
                <a16:creationId xmlns:a16="http://schemas.microsoft.com/office/drawing/2014/main" id="{86C80643-B79A-F62D-9C4A-FFC015A670ED}"/>
              </a:ext>
            </a:extLst>
          </p:cNvPr>
          <p:cNvGrpSpPr>
            <a:grpSpLocks/>
          </p:cNvGrpSpPr>
          <p:nvPr/>
        </p:nvGrpSpPr>
        <p:grpSpPr bwMode="auto">
          <a:xfrm>
            <a:off x="8266688" y="4132303"/>
            <a:ext cx="367663" cy="620321"/>
            <a:chOff x="3144" y="2182"/>
            <a:chExt cx="331" cy="605"/>
          </a:xfrm>
        </p:grpSpPr>
        <p:sp>
          <p:nvSpPr>
            <p:cNvPr id="72" name="Text Box 25">
              <a:extLst>
                <a:ext uri="{FF2B5EF4-FFF2-40B4-BE49-F238E27FC236}">
                  <a16:creationId xmlns:a16="http://schemas.microsoft.com/office/drawing/2014/main" id="{054FEEBF-7222-A2F6-78CF-D1BE68CFFE7F}"/>
                </a:ext>
              </a:extLst>
            </p:cNvPr>
            <p:cNvSpPr txBox="1">
              <a:spLocks noChangeArrowheads="1"/>
            </p:cNvSpPr>
            <p:nvPr/>
          </p:nvSpPr>
          <p:spPr bwMode="auto">
            <a:xfrm flipH="1">
              <a:off x="3144" y="2182"/>
              <a:ext cx="331"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r>
                <a:rPr kumimoji="1" lang="en-US" altLang="zh-CN" sz="1600" b="1" dirty="0">
                  <a:latin typeface="微软雅黑" pitchFamily="34" charset="-122"/>
                  <a:ea typeface="微软雅黑" pitchFamily="34" charset="-122"/>
                  <a:sym typeface="Wingdings" pitchFamily="2" charset="2"/>
                </a:rPr>
                <a:t></a:t>
              </a:r>
            </a:p>
          </p:txBody>
        </p:sp>
        <p:sp>
          <p:nvSpPr>
            <p:cNvPr id="73" name="Line 27">
              <a:extLst>
                <a:ext uri="{FF2B5EF4-FFF2-40B4-BE49-F238E27FC236}">
                  <a16:creationId xmlns:a16="http://schemas.microsoft.com/office/drawing/2014/main" id="{1EB47881-675C-71B8-6048-F2D458068FAF}"/>
                </a:ext>
              </a:extLst>
            </p:cNvPr>
            <p:cNvSpPr>
              <a:spLocks noChangeShapeType="1"/>
            </p:cNvSpPr>
            <p:nvPr/>
          </p:nvSpPr>
          <p:spPr bwMode="auto">
            <a:xfrm rot="16200000" flipH="1">
              <a:off x="2918" y="2495"/>
              <a:ext cx="584" cy="0"/>
            </a:xfrm>
            <a:prstGeom prst="line">
              <a:avLst/>
            </a:prstGeom>
            <a:noFill/>
            <a:ln w="38100">
              <a:solidFill>
                <a:srgbClr val="99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grpSp>
      <p:grpSp>
        <p:nvGrpSpPr>
          <p:cNvPr id="74" name="Group 46">
            <a:extLst>
              <a:ext uri="{FF2B5EF4-FFF2-40B4-BE49-F238E27FC236}">
                <a16:creationId xmlns:a16="http://schemas.microsoft.com/office/drawing/2014/main" id="{92FFC5F4-72B7-A1E9-4144-3B904A7A8C38}"/>
              </a:ext>
            </a:extLst>
          </p:cNvPr>
          <p:cNvGrpSpPr>
            <a:grpSpLocks/>
          </p:cNvGrpSpPr>
          <p:nvPr/>
        </p:nvGrpSpPr>
        <p:grpSpPr bwMode="auto">
          <a:xfrm>
            <a:off x="7898440" y="4162128"/>
            <a:ext cx="367663" cy="626473"/>
            <a:chOff x="2971" y="2343"/>
            <a:chExt cx="331" cy="611"/>
          </a:xfrm>
        </p:grpSpPr>
        <p:sp>
          <p:nvSpPr>
            <p:cNvPr id="75" name="Line 28">
              <a:extLst>
                <a:ext uri="{FF2B5EF4-FFF2-40B4-BE49-F238E27FC236}">
                  <a16:creationId xmlns:a16="http://schemas.microsoft.com/office/drawing/2014/main" id="{9F45F55B-F840-8B34-013C-137CCDB81F97}"/>
                </a:ext>
              </a:extLst>
            </p:cNvPr>
            <p:cNvSpPr>
              <a:spLocks noChangeShapeType="1"/>
            </p:cNvSpPr>
            <p:nvPr/>
          </p:nvSpPr>
          <p:spPr bwMode="auto">
            <a:xfrm rot="5400000" flipH="1" flipV="1">
              <a:off x="2974" y="2614"/>
              <a:ext cx="541" cy="0"/>
            </a:xfrm>
            <a:prstGeom prst="line">
              <a:avLst/>
            </a:prstGeom>
            <a:noFill/>
            <a:ln w="38100">
              <a:solidFill>
                <a:srgbClr val="0033CC"/>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76" name="Text Box 29">
              <a:extLst>
                <a:ext uri="{FF2B5EF4-FFF2-40B4-BE49-F238E27FC236}">
                  <a16:creationId xmlns:a16="http://schemas.microsoft.com/office/drawing/2014/main" id="{75CC37C8-B767-562C-D00F-68C1E377539E}"/>
                </a:ext>
              </a:extLst>
            </p:cNvPr>
            <p:cNvSpPr txBox="1">
              <a:spLocks noChangeArrowheads="1"/>
            </p:cNvSpPr>
            <p:nvPr/>
          </p:nvSpPr>
          <p:spPr bwMode="auto">
            <a:xfrm flipH="1">
              <a:off x="2971" y="2624"/>
              <a:ext cx="331"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r>
                <a:rPr kumimoji="1" lang="en-US" altLang="zh-CN" sz="1600" b="1" dirty="0">
                  <a:latin typeface="微软雅黑" pitchFamily="34" charset="-122"/>
                  <a:ea typeface="微软雅黑" pitchFamily="34" charset="-122"/>
                  <a:sym typeface="Wingdings" pitchFamily="2" charset="2"/>
                </a:rPr>
                <a:t></a:t>
              </a:r>
            </a:p>
          </p:txBody>
        </p:sp>
      </p:grpSp>
      <p:grpSp>
        <p:nvGrpSpPr>
          <p:cNvPr id="77" name="Group 49">
            <a:extLst>
              <a:ext uri="{FF2B5EF4-FFF2-40B4-BE49-F238E27FC236}">
                <a16:creationId xmlns:a16="http://schemas.microsoft.com/office/drawing/2014/main" id="{6B71A044-D720-5D9B-3ECA-157E98D2B6E8}"/>
              </a:ext>
            </a:extLst>
          </p:cNvPr>
          <p:cNvGrpSpPr>
            <a:grpSpLocks/>
          </p:cNvGrpSpPr>
          <p:nvPr/>
        </p:nvGrpSpPr>
        <p:grpSpPr bwMode="auto">
          <a:xfrm>
            <a:off x="6751606" y="5389619"/>
            <a:ext cx="1856087" cy="653129"/>
            <a:chOff x="2053" y="3097"/>
            <a:chExt cx="1671" cy="637"/>
          </a:xfrm>
        </p:grpSpPr>
        <p:grpSp>
          <p:nvGrpSpPr>
            <p:cNvPr id="78" name="Group 48">
              <a:extLst>
                <a:ext uri="{FF2B5EF4-FFF2-40B4-BE49-F238E27FC236}">
                  <a16:creationId xmlns:a16="http://schemas.microsoft.com/office/drawing/2014/main" id="{28788FB4-AD0E-5F9A-622A-5E6C1F75053F}"/>
                </a:ext>
              </a:extLst>
            </p:cNvPr>
            <p:cNvGrpSpPr>
              <a:grpSpLocks/>
            </p:cNvGrpSpPr>
            <p:nvPr/>
          </p:nvGrpSpPr>
          <p:grpSpPr bwMode="auto">
            <a:xfrm>
              <a:off x="2053" y="3097"/>
              <a:ext cx="1598" cy="637"/>
              <a:chOff x="2053" y="3097"/>
              <a:chExt cx="1598" cy="637"/>
            </a:xfrm>
          </p:grpSpPr>
          <p:sp>
            <p:nvSpPr>
              <p:cNvPr id="80" name="Rectangle 36">
                <a:extLst>
                  <a:ext uri="{FF2B5EF4-FFF2-40B4-BE49-F238E27FC236}">
                    <a16:creationId xmlns:a16="http://schemas.microsoft.com/office/drawing/2014/main" id="{4AE5BF72-937D-1673-632E-4C5042B3FFDB}"/>
                  </a:ext>
                </a:extLst>
              </p:cNvPr>
              <p:cNvSpPr>
                <a:spLocks noChangeArrowheads="1"/>
              </p:cNvSpPr>
              <p:nvPr/>
            </p:nvSpPr>
            <p:spPr bwMode="auto">
              <a:xfrm>
                <a:off x="2135" y="3356"/>
                <a:ext cx="1516" cy="263"/>
              </a:xfrm>
              <a:prstGeom prst="rect">
                <a:avLst/>
              </a:prstGeom>
              <a:solidFill>
                <a:srgbClr val="66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1200" b="1">
                  <a:latin typeface="微软雅黑" pitchFamily="34" charset="-122"/>
                  <a:ea typeface="微软雅黑" pitchFamily="34" charset="-122"/>
                </a:endParaRPr>
              </a:p>
            </p:txBody>
          </p:sp>
          <p:grpSp>
            <p:nvGrpSpPr>
              <p:cNvPr id="81" name="Group 47">
                <a:extLst>
                  <a:ext uri="{FF2B5EF4-FFF2-40B4-BE49-F238E27FC236}">
                    <a16:creationId xmlns:a16="http://schemas.microsoft.com/office/drawing/2014/main" id="{4A22D41E-6633-1C29-95A4-E4B6E2B6D634}"/>
                  </a:ext>
                </a:extLst>
              </p:cNvPr>
              <p:cNvGrpSpPr>
                <a:grpSpLocks/>
              </p:cNvGrpSpPr>
              <p:nvPr/>
            </p:nvGrpSpPr>
            <p:grpSpPr bwMode="auto">
              <a:xfrm>
                <a:off x="2053" y="3097"/>
                <a:ext cx="331" cy="637"/>
                <a:chOff x="2053" y="3097"/>
                <a:chExt cx="331" cy="637"/>
              </a:xfrm>
            </p:grpSpPr>
            <p:sp>
              <p:nvSpPr>
                <p:cNvPr id="82" name="Text Box 33">
                  <a:extLst>
                    <a:ext uri="{FF2B5EF4-FFF2-40B4-BE49-F238E27FC236}">
                      <a16:creationId xmlns:a16="http://schemas.microsoft.com/office/drawing/2014/main" id="{022B4383-13FE-D2A2-84AD-BD06620DAD0F}"/>
                    </a:ext>
                  </a:extLst>
                </p:cNvPr>
                <p:cNvSpPr txBox="1">
                  <a:spLocks noChangeArrowheads="1"/>
                </p:cNvSpPr>
                <p:nvPr/>
              </p:nvSpPr>
              <p:spPr bwMode="auto">
                <a:xfrm flipH="1">
                  <a:off x="2053" y="3097"/>
                  <a:ext cx="331"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1600" b="1" dirty="0">
                      <a:latin typeface="微软雅黑" pitchFamily="34" charset="-122"/>
                      <a:ea typeface="微软雅黑" pitchFamily="34" charset="-122"/>
                      <a:sym typeface="Wingdings" pitchFamily="2" charset="2"/>
                    </a:rPr>
                    <a:t></a:t>
                  </a:r>
                </a:p>
              </p:txBody>
            </p:sp>
            <p:sp>
              <p:nvSpPr>
                <p:cNvPr id="83" name="Line 35">
                  <a:extLst>
                    <a:ext uri="{FF2B5EF4-FFF2-40B4-BE49-F238E27FC236}">
                      <a16:creationId xmlns:a16="http://schemas.microsoft.com/office/drawing/2014/main" id="{BA8800E3-8E88-EF05-6636-E8D82960C4F6}"/>
                    </a:ext>
                  </a:extLst>
                </p:cNvPr>
                <p:cNvSpPr>
                  <a:spLocks noChangeShapeType="1"/>
                </p:cNvSpPr>
                <p:nvPr/>
              </p:nvSpPr>
              <p:spPr bwMode="auto">
                <a:xfrm rot="10800000" flipH="1" flipV="1">
                  <a:off x="2089" y="3166"/>
                  <a:ext cx="0" cy="568"/>
                </a:xfrm>
                <a:prstGeom prst="line">
                  <a:avLst/>
                </a:prstGeom>
                <a:noFill/>
                <a:ln w="38100">
                  <a:solidFill>
                    <a:srgbClr val="0033CC"/>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grpSp>
        </p:grpSp>
        <p:sp>
          <p:nvSpPr>
            <p:cNvPr id="79" name="Text Box 6">
              <a:extLst>
                <a:ext uri="{FF2B5EF4-FFF2-40B4-BE49-F238E27FC236}">
                  <a16:creationId xmlns:a16="http://schemas.microsoft.com/office/drawing/2014/main" id="{4EC2F7E1-0B4F-AC82-A461-15B958D7840F}"/>
                </a:ext>
              </a:extLst>
            </p:cNvPr>
            <p:cNvSpPr txBox="1">
              <a:spLocks noChangeArrowheads="1"/>
            </p:cNvSpPr>
            <p:nvPr/>
          </p:nvSpPr>
          <p:spPr bwMode="auto">
            <a:xfrm flipH="1">
              <a:off x="2104" y="3381"/>
              <a:ext cx="1620" cy="2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lnSpc>
                  <a:spcPct val="80000"/>
                </a:lnSpc>
              </a:pPr>
              <a:r>
                <a:rPr kumimoji="1" lang="en-US" altLang="zh-CN" sz="1200" b="1" dirty="0">
                  <a:latin typeface="微软雅黑" pitchFamily="34" charset="-122"/>
                  <a:ea typeface="微软雅黑" pitchFamily="34" charset="-122"/>
                </a:rPr>
                <a:t> y.abc.com </a:t>
              </a:r>
              <a:r>
                <a:rPr kumimoji="1" lang="zh-CN" altLang="en-US" sz="1200" b="1" dirty="0">
                  <a:latin typeface="微软雅黑" pitchFamily="34" charset="-122"/>
                  <a:ea typeface="微软雅黑" pitchFamily="34" charset="-122"/>
                </a:rPr>
                <a:t>的 </a:t>
              </a:r>
              <a:r>
                <a:rPr kumimoji="1" lang="en-US" altLang="zh-CN" sz="1200" b="1" dirty="0">
                  <a:latin typeface="微软雅黑" pitchFamily="34" charset="-122"/>
                  <a:ea typeface="微软雅黑" pitchFamily="34" charset="-122"/>
                </a:rPr>
                <a:t>IP </a:t>
              </a:r>
              <a:r>
                <a:rPr kumimoji="1" lang="zh-CN" altLang="en-US" sz="1200" b="1" dirty="0">
                  <a:latin typeface="微软雅黑" pitchFamily="34" charset="-122"/>
                  <a:ea typeface="微软雅黑" pitchFamily="34" charset="-122"/>
                </a:rPr>
                <a:t>地址 </a:t>
              </a:r>
            </a:p>
          </p:txBody>
        </p:sp>
      </p:grpSp>
      <p:sp>
        <p:nvSpPr>
          <p:cNvPr id="84" name="Text Box 11">
            <a:extLst>
              <a:ext uri="{FF2B5EF4-FFF2-40B4-BE49-F238E27FC236}">
                <a16:creationId xmlns:a16="http://schemas.microsoft.com/office/drawing/2014/main" id="{1FFC1E09-9627-BCD3-7053-543534C2F0EE}"/>
              </a:ext>
            </a:extLst>
          </p:cNvPr>
          <p:cNvSpPr txBox="1">
            <a:spLocks noChangeArrowheads="1"/>
          </p:cNvSpPr>
          <p:nvPr/>
        </p:nvSpPr>
        <p:spPr bwMode="auto">
          <a:xfrm flipH="1">
            <a:off x="6360617" y="6429294"/>
            <a:ext cx="1056700" cy="2400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lnSpc>
                <a:spcPct val="80000"/>
              </a:lnSpc>
            </a:pPr>
            <a:r>
              <a:rPr kumimoji="1" lang="en-US" altLang="zh-CN" sz="1200" b="1">
                <a:latin typeface="微软雅黑" pitchFamily="34" charset="-122"/>
                <a:ea typeface="微软雅黑" pitchFamily="34" charset="-122"/>
              </a:rPr>
              <a:t>m.xyz.com </a:t>
            </a:r>
          </a:p>
        </p:txBody>
      </p:sp>
      <p:sp>
        <p:nvSpPr>
          <p:cNvPr id="85" name="Text Box 31">
            <a:extLst>
              <a:ext uri="{FF2B5EF4-FFF2-40B4-BE49-F238E27FC236}">
                <a16:creationId xmlns:a16="http://schemas.microsoft.com/office/drawing/2014/main" id="{996D7008-599B-0B0D-1C5E-EDE7B05C05F0}"/>
              </a:ext>
            </a:extLst>
          </p:cNvPr>
          <p:cNvSpPr txBox="1">
            <a:spLocks noChangeArrowheads="1"/>
          </p:cNvSpPr>
          <p:nvPr/>
        </p:nvSpPr>
        <p:spPr bwMode="auto">
          <a:xfrm flipH="1">
            <a:off x="5935016" y="5570756"/>
            <a:ext cx="79583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algn="ctr" eaLnBrk="1" hangingPunct="1"/>
            <a:r>
              <a:rPr kumimoji="1" lang="zh-CN" altLang="en-US" sz="1200" b="1" dirty="0">
                <a:solidFill>
                  <a:srgbClr val="FF0000"/>
                </a:solidFill>
                <a:latin typeface="微软雅黑" pitchFamily="34" charset="-122"/>
                <a:ea typeface="微软雅黑" pitchFamily="34" charset="-122"/>
              </a:rPr>
              <a:t>递归查询</a:t>
            </a:r>
          </a:p>
        </p:txBody>
      </p:sp>
      <p:grpSp>
        <p:nvGrpSpPr>
          <p:cNvPr id="86" name="Group 39">
            <a:extLst>
              <a:ext uri="{FF2B5EF4-FFF2-40B4-BE49-F238E27FC236}">
                <a16:creationId xmlns:a16="http://schemas.microsoft.com/office/drawing/2014/main" id="{8DF6CCEF-CDFD-08D0-42C8-5BE7C6D0E7E7}"/>
              </a:ext>
            </a:extLst>
          </p:cNvPr>
          <p:cNvGrpSpPr>
            <a:grpSpLocks/>
          </p:cNvGrpSpPr>
          <p:nvPr/>
        </p:nvGrpSpPr>
        <p:grpSpPr bwMode="auto">
          <a:xfrm>
            <a:off x="6392826" y="5451143"/>
            <a:ext cx="367663" cy="713625"/>
            <a:chOff x="1730" y="3157"/>
            <a:chExt cx="331" cy="696"/>
          </a:xfrm>
        </p:grpSpPr>
        <p:sp>
          <p:nvSpPr>
            <p:cNvPr id="87" name="Text Box 32">
              <a:extLst>
                <a:ext uri="{FF2B5EF4-FFF2-40B4-BE49-F238E27FC236}">
                  <a16:creationId xmlns:a16="http://schemas.microsoft.com/office/drawing/2014/main" id="{9400BCF9-D77B-2D17-98DE-95B9C2831339}"/>
                </a:ext>
              </a:extLst>
            </p:cNvPr>
            <p:cNvSpPr txBox="1">
              <a:spLocks noChangeArrowheads="1"/>
            </p:cNvSpPr>
            <p:nvPr/>
          </p:nvSpPr>
          <p:spPr bwMode="auto">
            <a:xfrm flipH="1">
              <a:off x="1730" y="3523"/>
              <a:ext cx="331"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1600" b="1" dirty="0">
                  <a:latin typeface="微软雅黑" pitchFamily="34" charset="-122"/>
                  <a:ea typeface="微软雅黑" pitchFamily="34" charset="-122"/>
                  <a:sym typeface="Wingdings" pitchFamily="2" charset="2"/>
                </a:rPr>
                <a:t></a:t>
              </a:r>
            </a:p>
          </p:txBody>
        </p:sp>
        <p:sp>
          <p:nvSpPr>
            <p:cNvPr id="88" name="Line 34">
              <a:extLst>
                <a:ext uri="{FF2B5EF4-FFF2-40B4-BE49-F238E27FC236}">
                  <a16:creationId xmlns:a16="http://schemas.microsoft.com/office/drawing/2014/main" id="{F8CBFADD-946D-BEDB-C398-BA9DBF4A9B15}"/>
                </a:ext>
              </a:extLst>
            </p:cNvPr>
            <p:cNvSpPr>
              <a:spLocks noChangeShapeType="1"/>
            </p:cNvSpPr>
            <p:nvPr/>
          </p:nvSpPr>
          <p:spPr bwMode="auto">
            <a:xfrm rot="10800000" flipH="1">
              <a:off x="1996" y="3157"/>
              <a:ext cx="0" cy="568"/>
            </a:xfrm>
            <a:prstGeom prst="line">
              <a:avLst/>
            </a:prstGeom>
            <a:noFill/>
            <a:ln w="38100">
              <a:solidFill>
                <a:srgbClr val="99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grpSp>
      <p:sp>
        <p:nvSpPr>
          <p:cNvPr id="89" name="Text Box 50">
            <a:extLst>
              <a:ext uri="{FF2B5EF4-FFF2-40B4-BE49-F238E27FC236}">
                <a16:creationId xmlns:a16="http://schemas.microsoft.com/office/drawing/2014/main" id="{0BD1E789-33C0-2C5D-D2B8-CA9A29E8C6C4}"/>
              </a:ext>
            </a:extLst>
          </p:cNvPr>
          <p:cNvSpPr txBox="1">
            <a:spLocks noChangeArrowheads="1"/>
          </p:cNvSpPr>
          <p:nvPr/>
        </p:nvSpPr>
        <p:spPr bwMode="auto">
          <a:xfrm flipH="1">
            <a:off x="4779294" y="5893357"/>
            <a:ext cx="176659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algn="ctr" eaLnBrk="1" hangingPunct="1"/>
            <a:r>
              <a:rPr kumimoji="1" lang="zh-CN" altLang="en-US" sz="1200" b="1" dirty="0">
                <a:latin typeface="微软雅黑" pitchFamily="34" charset="-122"/>
                <a:ea typeface="微软雅黑" pitchFamily="34" charset="-122"/>
              </a:rPr>
              <a:t>查询 </a:t>
            </a:r>
            <a:endParaRPr kumimoji="1" lang="en-US" altLang="zh-CN" sz="1200" b="1" dirty="0">
              <a:latin typeface="微软雅黑" pitchFamily="34" charset="-122"/>
              <a:ea typeface="微软雅黑" pitchFamily="34" charset="-122"/>
            </a:endParaRPr>
          </a:p>
          <a:p>
            <a:pPr algn="ctr" eaLnBrk="1" hangingPunct="1"/>
            <a:r>
              <a:rPr kumimoji="1" lang="en-US" altLang="zh-CN" sz="1200" b="1" dirty="0">
                <a:latin typeface="微软雅黑" pitchFamily="34" charset="-122"/>
                <a:ea typeface="微软雅黑" pitchFamily="34" charset="-122"/>
              </a:rPr>
              <a:t>y.abc.com </a:t>
            </a:r>
            <a:r>
              <a:rPr kumimoji="1" lang="zh-CN" altLang="en-US" sz="1200" b="1" dirty="0">
                <a:latin typeface="微软雅黑" pitchFamily="34" charset="-122"/>
                <a:ea typeface="微软雅黑" pitchFamily="34" charset="-122"/>
              </a:rPr>
              <a:t>的 </a:t>
            </a:r>
            <a:r>
              <a:rPr kumimoji="1" lang="en-US" altLang="zh-CN" sz="1200" b="1" dirty="0">
                <a:latin typeface="微软雅黑" pitchFamily="34" charset="-122"/>
                <a:ea typeface="微软雅黑" pitchFamily="34" charset="-122"/>
              </a:rPr>
              <a:t>IP </a:t>
            </a:r>
            <a:r>
              <a:rPr kumimoji="1" lang="zh-CN" altLang="en-US" sz="1200" b="1" dirty="0">
                <a:latin typeface="微软雅黑" pitchFamily="34" charset="-122"/>
                <a:ea typeface="微软雅黑" pitchFamily="34" charset="-122"/>
              </a:rPr>
              <a:t>地址</a:t>
            </a:r>
          </a:p>
        </p:txBody>
      </p:sp>
      <p:pic>
        <p:nvPicPr>
          <p:cNvPr id="90" name="图片 89">
            <a:extLst>
              <a:ext uri="{FF2B5EF4-FFF2-40B4-BE49-F238E27FC236}">
                <a16:creationId xmlns:a16="http://schemas.microsoft.com/office/drawing/2014/main" id="{5CA78C56-C22B-CBD1-84DD-C9B122146AE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501142" y="3496506"/>
            <a:ext cx="476702" cy="667383"/>
          </a:xfrm>
          <a:prstGeom prst="rect">
            <a:avLst/>
          </a:prstGeom>
        </p:spPr>
      </p:pic>
      <p:pic>
        <p:nvPicPr>
          <p:cNvPr id="91" name="Picture 197" descr="jisuanji">
            <a:extLst>
              <a:ext uri="{FF2B5EF4-FFF2-40B4-BE49-F238E27FC236}">
                <a16:creationId xmlns:a16="http://schemas.microsoft.com/office/drawing/2014/main" id="{686E5CA3-DBFB-4FBA-36A8-5ACD2188FCE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45886" y="6062185"/>
            <a:ext cx="393048" cy="393049"/>
          </a:xfrm>
          <a:prstGeom prst="rect">
            <a:avLst/>
          </a:prstGeom>
          <a:noFill/>
          <a:extLst>
            <a:ext uri="{909E8E84-426E-40DD-AFC4-6F175D3DCCD1}">
              <a14:hiddenFill xmlns:a14="http://schemas.microsoft.com/office/drawing/2010/main">
                <a:solidFill>
                  <a:srgbClr val="FFFFFF"/>
                </a:solidFill>
              </a14:hiddenFill>
            </a:ext>
          </a:extLst>
        </p:spPr>
      </p:pic>
      <p:cxnSp>
        <p:nvCxnSpPr>
          <p:cNvPr id="92" name="直接连接符 91"/>
          <p:cNvCxnSpPr/>
          <p:nvPr/>
        </p:nvCxnSpPr>
        <p:spPr bwMode="auto">
          <a:xfrm flipH="1">
            <a:off x="2491382" y="1340109"/>
            <a:ext cx="4627887" cy="5014913"/>
          </a:xfrm>
          <a:prstGeom prst="line">
            <a:avLst/>
          </a:prstGeom>
          <a:solidFill>
            <a:schemeClr val="accent1"/>
          </a:solidFill>
          <a:ln w="9525" cap="flat" cmpd="sng" algn="ctr">
            <a:solidFill>
              <a:schemeClr val="tx1"/>
            </a:solidFill>
            <a:prstDash val="solid"/>
            <a:round/>
            <a:headEnd type="none" w="med" len="med"/>
            <a:tailEnd type="none" w="med" len="med"/>
          </a:ln>
        </p:spPr>
      </p:cxnSp>
    </p:spTree>
    <p:extLst>
      <p:ext uri="{BB962C8B-B14F-4D97-AF65-F5344CB8AC3E}">
        <p14:creationId xmlns:p14="http://schemas.microsoft.com/office/powerpoint/2010/main" val="1883090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wipe(down)">
                                      <p:cBhvr>
                                        <p:cTn id="7" dur="1000"/>
                                        <p:tgtEl>
                                          <p:spTgt spid="40"/>
                                        </p:tgtEl>
                                      </p:cBhvr>
                                    </p:animEffect>
                                  </p:childTnLst>
                                </p:cTn>
                              </p:par>
                            </p:childTnLst>
                          </p:cTn>
                        </p:par>
                        <p:par>
                          <p:cTn id="8" fill="hold">
                            <p:stCondLst>
                              <p:cond delay="1000"/>
                            </p:stCondLst>
                            <p:childTnLst>
                              <p:par>
                                <p:cTn id="9" presetID="1" presetClass="entr" presetSubtype="0" fill="hold" grpId="0" nodeType="afterEffect">
                                  <p:stCondLst>
                                    <p:cond delay="250"/>
                                  </p:stCondLst>
                                  <p:childTnLst>
                                    <p:set>
                                      <p:cBhvr>
                                        <p:cTn id="10" dur="1" fill="hold">
                                          <p:stCondLst>
                                            <p:cond delay="0"/>
                                          </p:stCondLst>
                                        </p:cTn>
                                        <p:tgtEl>
                                          <p:spTgt spid="39"/>
                                        </p:tgtEl>
                                        <p:attrNameLst>
                                          <p:attrName>style.visibility</p:attrName>
                                        </p:attrNameLst>
                                      </p:cBhvr>
                                      <p:to>
                                        <p:strVal val="visible"/>
                                      </p:to>
                                    </p:set>
                                  </p:childTnLst>
                                </p:cTn>
                              </p:par>
                            </p:childTnLst>
                          </p:cTn>
                        </p:par>
                        <p:par>
                          <p:cTn id="11" fill="hold">
                            <p:stCondLst>
                              <p:cond delay="1250"/>
                            </p:stCondLst>
                            <p:childTnLst>
                              <p:par>
                                <p:cTn id="12" presetID="22" presetClass="entr" presetSubtype="4" fill="hold" nodeType="afterEffect">
                                  <p:stCondLst>
                                    <p:cond delay="250"/>
                                  </p:stCondLst>
                                  <p:childTnLst>
                                    <p:set>
                                      <p:cBhvr>
                                        <p:cTn id="13" dur="1" fill="hold">
                                          <p:stCondLst>
                                            <p:cond delay="0"/>
                                          </p:stCondLst>
                                        </p:cTn>
                                        <p:tgtEl>
                                          <p:spTgt spid="13"/>
                                        </p:tgtEl>
                                        <p:attrNameLst>
                                          <p:attrName>style.visibility</p:attrName>
                                        </p:attrNameLst>
                                      </p:cBhvr>
                                      <p:to>
                                        <p:strVal val="visible"/>
                                      </p:to>
                                    </p:set>
                                    <p:animEffect transition="in" filter="wipe(down)">
                                      <p:cBhvr>
                                        <p:cTn id="14" dur="750"/>
                                        <p:tgtEl>
                                          <p:spTgt spid="13"/>
                                        </p:tgtEl>
                                      </p:cBhvr>
                                    </p:animEffect>
                                  </p:childTnLst>
                                </p:cTn>
                              </p:par>
                            </p:childTnLst>
                          </p:cTn>
                        </p:par>
                        <p:par>
                          <p:cTn id="15" fill="hold">
                            <p:stCondLst>
                              <p:cond delay="2250"/>
                            </p:stCondLst>
                            <p:childTnLst>
                              <p:par>
                                <p:cTn id="16" presetID="22" presetClass="entr" presetSubtype="1" fill="hold" nodeType="afterEffect">
                                  <p:stCondLst>
                                    <p:cond delay="500"/>
                                  </p:stCondLst>
                                  <p:childTnLst>
                                    <p:set>
                                      <p:cBhvr>
                                        <p:cTn id="17" dur="1" fill="hold">
                                          <p:stCondLst>
                                            <p:cond delay="0"/>
                                          </p:stCondLst>
                                        </p:cTn>
                                        <p:tgtEl>
                                          <p:spTgt spid="16"/>
                                        </p:tgtEl>
                                        <p:attrNameLst>
                                          <p:attrName>style.visibility</p:attrName>
                                        </p:attrNameLst>
                                      </p:cBhvr>
                                      <p:to>
                                        <p:strVal val="visible"/>
                                      </p:to>
                                    </p:set>
                                    <p:animEffect transition="in" filter="wipe(up)">
                                      <p:cBhvr>
                                        <p:cTn id="18" dur="750"/>
                                        <p:tgtEl>
                                          <p:spTgt spid="16"/>
                                        </p:tgtEl>
                                      </p:cBhvr>
                                    </p:animEffect>
                                  </p:childTnLst>
                                </p:cTn>
                              </p:par>
                            </p:childTnLst>
                          </p:cTn>
                        </p:par>
                        <p:par>
                          <p:cTn id="19" fill="hold">
                            <p:stCondLst>
                              <p:cond delay="3500"/>
                            </p:stCondLst>
                            <p:childTnLst>
                              <p:par>
                                <p:cTn id="20" presetID="22" presetClass="entr" presetSubtype="8" fill="hold" nodeType="afterEffect">
                                  <p:stCondLst>
                                    <p:cond delay="250"/>
                                  </p:stCondLst>
                                  <p:childTnLst>
                                    <p:set>
                                      <p:cBhvr>
                                        <p:cTn id="21" dur="1" fill="hold">
                                          <p:stCondLst>
                                            <p:cond delay="0"/>
                                          </p:stCondLst>
                                        </p:cTn>
                                        <p:tgtEl>
                                          <p:spTgt spid="19"/>
                                        </p:tgtEl>
                                        <p:attrNameLst>
                                          <p:attrName>style.visibility</p:attrName>
                                        </p:attrNameLst>
                                      </p:cBhvr>
                                      <p:to>
                                        <p:strVal val="visible"/>
                                      </p:to>
                                    </p:set>
                                    <p:animEffect transition="in" filter="wipe(left)">
                                      <p:cBhvr>
                                        <p:cTn id="22" dur="750"/>
                                        <p:tgtEl>
                                          <p:spTgt spid="19"/>
                                        </p:tgtEl>
                                      </p:cBhvr>
                                    </p:animEffect>
                                  </p:childTnLst>
                                </p:cTn>
                              </p:par>
                            </p:childTnLst>
                          </p:cTn>
                        </p:par>
                        <p:par>
                          <p:cTn id="23" fill="hold">
                            <p:stCondLst>
                              <p:cond delay="4500"/>
                            </p:stCondLst>
                            <p:childTnLst>
                              <p:par>
                                <p:cTn id="24" presetID="22" presetClass="entr" presetSubtype="2" fill="hold" nodeType="afterEffect">
                                  <p:stCondLst>
                                    <p:cond delay="250"/>
                                  </p:stCondLst>
                                  <p:childTnLst>
                                    <p:set>
                                      <p:cBhvr>
                                        <p:cTn id="25" dur="1" fill="hold">
                                          <p:stCondLst>
                                            <p:cond delay="0"/>
                                          </p:stCondLst>
                                        </p:cTn>
                                        <p:tgtEl>
                                          <p:spTgt spid="22"/>
                                        </p:tgtEl>
                                        <p:attrNameLst>
                                          <p:attrName>style.visibility</p:attrName>
                                        </p:attrNameLst>
                                      </p:cBhvr>
                                      <p:to>
                                        <p:strVal val="visible"/>
                                      </p:to>
                                    </p:set>
                                    <p:animEffect transition="in" filter="wipe(right)">
                                      <p:cBhvr>
                                        <p:cTn id="26" dur="750"/>
                                        <p:tgtEl>
                                          <p:spTgt spid="22"/>
                                        </p:tgtEl>
                                      </p:cBhvr>
                                    </p:animEffect>
                                  </p:childTnLst>
                                </p:cTn>
                              </p:par>
                            </p:childTnLst>
                          </p:cTn>
                        </p:par>
                        <p:par>
                          <p:cTn id="27" fill="hold">
                            <p:stCondLst>
                              <p:cond delay="5500"/>
                            </p:stCondLst>
                            <p:childTnLst>
                              <p:par>
                                <p:cTn id="28" presetID="22" presetClass="entr" presetSubtype="8" fill="hold" nodeType="afterEffect">
                                  <p:stCondLst>
                                    <p:cond delay="250"/>
                                  </p:stCondLst>
                                  <p:childTnLst>
                                    <p:set>
                                      <p:cBhvr>
                                        <p:cTn id="29" dur="1" fill="hold">
                                          <p:stCondLst>
                                            <p:cond delay="0"/>
                                          </p:stCondLst>
                                        </p:cTn>
                                        <p:tgtEl>
                                          <p:spTgt spid="25"/>
                                        </p:tgtEl>
                                        <p:attrNameLst>
                                          <p:attrName>style.visibility</p:attrName>
                                        </p:attrNameLst>
                                      </p:cBhvr>
                                      <p:to>
                                        <p:strVal val="visible"/>
                                      </p:to>
                                    </p:set>
                                    <p:animEffect transition="in" filter="wipe(left)">
                                      <p:cBhvr>
                                        <p:cTn id="30" dur="750"/>
                                        <p:tgtEl>
                                          <p:spTgt spid="25"/>
                                        </p:tgtEl>
                                      </p:cBhvr>
                                    </p:animEffect>
                                  </p:childTnLst>
                                </p:cTn>
                              </p:par>
                            </p:childTnLst>
                          </p:cTn>
                        </p:par>
                        <p:par>
                          <p:cTn id="31" fill="hold">
                            <p:stCondLst>
                              <p:cond delay="6500"/>
                            </p:stCondLst>
                            <p:childTnLst>
                              <p:par>
                                <p:cTn id="32" presetID="22" presetClass="entr" presetSubtype="2" fill="hold" nodeType="afterEffect">
                                  <p:stCondLst>
                                    <p:cond delay="250"/>
                                  </p:stCondLst>
                                  <p:childTnLst>
                                    <p:set>
                                      <p:cBhvr>
                                        <p:cTn id="33" dur="1" fill="hold">
                                          <p:stCondLst>
                                            <p:cond delay="0"/>
                                          </p:stCondLst>
                                        </p:cTn>
                                        <p:tgtEl>
                                          <p:spTgt spid="28"/>
                                        </p:tgtEl>
                                        <p:attrNameLst>
                                          <p:attrName>style.visibility</p:attrName>
                                        </p:attrNameLst>
                                      </p:cBhvr>
                                      <p:to>
                                        <p:strVal val="visible"/>
                                      </p:to>
                                    </p:set>
                                    <p:animEffect transition="in" filter="wipe(right)">
                                      <p:cBhvr>
                                        <p:cTn id="34" dur="750"/>
                                        <p:tgtEl>
                                          <p:spTgt spid="28"/>
                                        </p:tgtEl>
                                      </p:cBhvr>
                                    </p:animEffect>
                                  </p:childTnLst>
                                </p:cTn>
                              </p:par>
                            </p:childTnLst>
                          </p:cTn>
                        </p:par>
                        <p:par>
                          <p:cTn id="35" fill="hold">
                            <p:stCondLst>
                              <p:cond delay="7500"/>
                            </p:stCondLst>
                            <p:childTnLst>
                              <p:par>
                                <p:cTn id="36" presetID="22" presetClass="entr" presetSubtype="1" fill="hold" nodeType="afterEffect">
                                  <p:stCondLst>
                                    <p:cond delay="250"/>
                                  </p:stCondLst>
                                  <p:childTnLst>
                                    <p:set>
                                      <p:cBhvr>
                                        <p:cTn id="37" dur="1" fill="hold">
                                          <p:stCondLst>
                                            <p:cond delay="0"/>
                                          </p:stCondLst>
                                        </p:cTn>
                                        <p:tgtEl>
                                          <p:spTgt spid="31"/>
                                        </p:tgtEl>
                                        <p:attrNameLst>
                                          <p:attrName>style.visibility</p:attrName>
                                        </p:attrNameLst>
                                      </p:cBhvr>
                                      <p:to>
                                        <p:strVal val="visible"/>
                                      </p:to>
                                    </p:set>
                                    <p:animEffect transition="in" filter="wipe(up)">
                                      <p:cBhvr>
                                        <p:cTn id="38" dur="750"/>
                                        <p:tgtEl>
                                          <p:spTgt spid="31"/>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nodeType="clickEffect">
                                  <p:stCondLst>
                                    <p:cond delay="0"/>
                                  </p:stCondLst>
                                  <p:childTnLst>
                                    <p:set>
                                      <p:cBhvr>
                                        <p:cTn id="42" dur="1" fill="hold">
                                          <p:stCondLst>
                                            <p:cond delay="0"/>
                                          </p:stCondLst>
                                        </p:cTn>
                                        <p:tgtEl>
                                          <p:spTgt spid="86"/>
                                        </p:tgtEl>
                                        <p:attrNameLst>
                                          <p:attrName>style.visibility</p:attrName>
                                        </p:attrNameLst>
                                      </p:cBhvr>
                                      <p:to>
                                        <p:strVal val="visible"/>
                                      </p:to>
                                    </p:set>
                                    <p:animEffect transition="in" filter="wipe(down)">
                                      <p:cBhvr>
                                        <p:cTn id="43" dur="1000"/>
                                        <p:tgtEl>
                                          <p:spTgt spid="86"/>
                                        </p:tgtEl>
                                      </p:cBhvr>
                                    </p:animEffect>
                                  </p:childTnLst>
                                </p:cTn>
                              </p:par>
                            </p:childTnLst>
                          </p:cTn>
                        </p:par>
                        <p:par>
                          <p:cTn id="44" fill="hold">
                            <p:stCondLst>
                              <p:cond delay="1000"/>
                            </p:stCondLst>
                            <p:childTnLst>
                              <p:par>
                                <p:cTn id="45" presetID="1" presetClass="entr" presetSubtype="0" fill="hold" grpId="0" nodeType="afterEffect">
                                  <p:stCondLst>
                                    <p:cond delay="250"/>
                                  </p:stCondLst>
                                  <p:childTnLst>
                                    <p:set>
                                      <p:cBhvr>
                                        <p:cTn id="46" dur="1" fill="hold">
                                          <p:stCondLst>
                                            <p:cond delay="0"/>
                                          </p:stCondLst>
                                        </p:cTn>
                                        <p:tgtEl>
                                          <p:spTgt spid="85"/>
                                        </p:tgtEl>
                                        <p:attrNameLst>
                                          <p:attrName>style.visibility</p:attrName>
                                        </p:attrNameLst>
                                      </p:cBhvr>
                                      <p:to>
                                        <p:strVal val="visible"/>
                                      </p:to>
                                    </p:set>
                                  </p:childTnLst>
                                </p:cTn>
                              </p:par>
                            </p:childTnLst>
                          </p:cTn>
                        </p:par>
                        <p:par>
                          <p:cTn id="47" fill="hold">
                            <p:stCondLst>
                              <p:cond delay="1250"/>
                            </p:stCondLst>
                            <p:childTnLst>
                              <p:par>
                                <p:cTn id="48" presetID="22" presetClass="entr" presetSubtype="4" fill="hold" nodeType="afterEffect">
                                  <p:stCondLst>
                                    <p:cond delay="500"/>
                                  </p:stCondLst>
                                  <p:childTnLst>
                                    <p:set>
                                      <p:cBhvr>
                                        <p:cTn id="49" dur="1" fill="hold">
                                          <p:stCondLst>
                                            <p:cond delay="0"/>
                                          </p:stCondLst>
                                        </p:cTn>
                                        <p:tgtEl>
                                          <p:spTgt spid="59"/>
                                        </p:tgtEl>
                                        <p:attrNameLst>
                                          <p:attrName>style.visibility</p:attrName>
                                        </p:attrNameLst>
                                      </p:cBhvr>
                                      <p:to>
                                        <p:strVal val="visible"/>
                                      </p:to>
                                    </p:set>
                                    <p:animEffect transition="in" filter="wipe(down)">
                                      <p:cBhvr>
                                        <p:cTn id="50" dur="750"/>
                                        <p:tgtEl>
                                          <p:spTgt spid="59"/>
                                        </p:tgtEl>
                                      </p:cBhvr>
                                    </p:animEffect>
                                  </p:childTnLst>
                                </p:cTn>
                              </p:par>
                            </p:childTnLst>
                          </p:cTn>
                        </p:par>
                        <p:par>
                          <p:cTn id="51" fill="hold">
                            <p:stCondLst>
                              <p:cond delay="2500"/>
                            </p:stCondLst>
                            <p:childTnLst>
                              <p:par>
                                <p:cTn id="52" presetID="22" presetClass="entr" presetSubtype="8" fill="hold" nodeType="afterEffect">
                                  <p:stCondLst>
                                    <p:cond delay="0"/>
                                  </p:stCondLst>
                                  <p:childTnLst>
                                    <p:set>
                                      <p:cBhvr>
                                        <p:cTn id="53" dur="1" fill="hold">
                                          <p:stCondLst>
                                            <p:cond delay="0"/>
                                          </p:stCondLst>
                                        </p:cTn>
                                        <p:tgtEl>
                                          <p:spTgt spid="65"/>
                                        </p:tgtEl>
                                        <p:attrNameLst>
                                          <p:attrName>style.visibility</p:attrName>
                                        </p:attrNameLst>
                                      </p:cBhvr>
                                      <p:to>
                                        <p:strVal val="visible"/>
                                      </p:to>
                                    </p:set>
                                    <p:animEffect transition="in" filter="wipe(left)">
                                      <p:cBhvr>
                                        <p:cTn id="54" dur="750"/>
                                        <p:tgtEl>
                                          <p:spTgt spid="65"/>
                                        </p:tgtEl>
                                      </p:cBhvr>
                                    </p:animEffect>
                                  </p:childTnLst>
                                </p:cTn>
                              </p:par>
                            </p:childTnLst>
                          </p:cTn>
                        </p:par>
                        <p:par>
                          <p:cTn id="55" fill="hold">
                            <p:stCondLst>
                              <p:cond delay="3250"/>
                            </p:stCondLst>
                            <p:childTnLst>
                              <p:par>
                                <p:cTn id="56" presetID="22" presetClass="entr" presetSubtype="1" fill="hold" nodeType="afterEffect">
                                  <p:stCondLst>
                                    <p:cond delay="0"/>
                                  </p:stCondLst>
                                  <p:childTnLst>
                                    <p:set>
                                      <p:cBhvr>
                                        <p:cTn id="57" dur="1" fill="hold">
                                          <p:stCondLst>
                                            <p:cond delay="0"/>
                                          </p:stCondLst>
                                        </p:cTn>
                                        <p:tgtEl>
                                          <p:spTgt spid="71"/>
                                        </p:tgtEl>
                                        <p:attrNameLst>
                                          <p:attrName>style.visibility</p:attrName>
                                        </p:attrNameLst>
                                      </p:cBhvr>
                                      <p:to>
                                        <p:strVal val="visible"/>
                                      </p:to>
                                    </p:set>
                                    <p:animEffect transition="in" filter="wipe(up)">
                                      <p:cBhvr>
                                        <p:cTn id="58" dur="750"/>
                                        <p:tgtEl>
                                          <p:spTgt spid="71"/>
                                        </p:tgtEl>
                                      </p:cBhvr>
                                    </p:animEffect>
                                  </p:childTnLst>
                                </p:cTn>
                              </p:par>
                            </p:childTnLst>
                          </p:cTn>
                        </p:par>
                        <p:par>
                          <p:cTn id="59" fill="hold">
                            <p:stCondLst>
                              <p:cond delay="4000"/>
                            </p:stCondLst>
                            <p:childTnLst>
                              <p:par>
                                <p:cTn id="60" presetID="22" presetClass="entr" presetSubtype="4" fill="hold" nodeType="afterEffect">
                                  <p:stCondLst>
                                    <p:cond delay="0"/>
                                  </p:stCondLst>
                                  <p:childTnLst>
                                    <p:set>
                                      <p:cBhvr>
                                        <p:cTn id="61" dur="1" fill="hold">
                                          <p:stCondLst>
                                            <p:cond delay="0"/>
                                          </p:stCondLst>
                                        </p:cTn>
                                        <p:tgtEl>
                                          <p:spTgt spid="74"/>
                                        </p:tgtEl>
                                        <p:attrNameLst>
                                          <p:attrName>style.visibility</p:attrName>
                                        </p:attrNameLst>
                                      </p:cBhvr>
                                      <p:to>
                                        <p:strVal val="visible"/>
                                      </p:to>
                                    </p:set>
                                    <p:animEffect transition="in" filter="wipe(down)">
                                      <p:cBhvr>
                                        <p:cTn id="62" dur="750"/>
                                        <p:tgtEl>
                                          <p:spTgt spid="74"/>
                                        </p:tgtEl>
                                      </p:cBhvr>
                                    </p:animEffect>
                                  </p:childTnLst>
                                </p:cTn>
                              </p:par>
                            </p:childTnLst>
                          </p:cTn>
                        </p:par>
                        <p:par>
                          <p:cTn id="63" fill="hold">
                            <p:stCondLst>
                              <p:cond delay="4750"/>
                            </p:stCondLst>
                            <p:childTnLst>
                              <p:par>
                                <p:cTn id="64" presetID="22" presetClass="entr" presetSubtype="2" fill="hold" nodeType="afterEffect">
                                  <p:stCondLst>
                                    <p:cond delay="0"/>
                                  </p:stCondLst>
                                  <p:childTnLst>
                                    <p:set>
                                      <p:cBhvr>
                                        <p:cTn id="65" dur="1" fill="hold">
                                          <p:stCondLst>
                                            <p:cond delay="0"/>
                                          </p:stCondLst>
                                        </p:cTn>
                                        <p:tgtEl>
                                          <p:spTgt spid="68"/>
                                        </p:tgtEl>
                                        <p:attrNameLst>
                                          <p:attrName>style.visibility</p:attrName>
                                        </p:attrNameLst>
                                      </p:cBhvr>
                                      <p:to>
                                        <p:strVal val="visible"/>
                                      </p:to>
                                    </p:set>
                                    <p:animEffect transition="in" filter="wipe(right)">
                                      <p:cBhvr>
                                        <p:cTn id="66" dur="750"/>
                                        <p:tgtEl>
                                          <p:spTgt spid="68"/>
                                        </p:tgtEl>
                                      </p:cBhvr>
                                    </p:animEffect>
                                  </p:childTnLst>
                                </p:cTn>
                              </p:par>
                            </p:childTnLst>
                          </p:cTn>
                        </p:par>
                        <p:par>
                          <p:cTn id="67" fill="hold">
                            <p:stCondLst>
                              <p:cond delay="5500"/>
                            </p:stCondLst>
                            <p:childTnLst>
                              <p:par>
                                <p:cTn id="68" presetID="22" presetClass="entr" presetSubtype="1" fill="hold" nodeType="afterEffect">
                                  <p:stCondLst>
                                    <p:cond delay="0"/>
                                  </p:stCondLst>
                                  <p:childTnLst>
                                    <p:set>
                                      <p:cBhvr>
                                        <p:cTn id="69" dur="1" fill="hold">
                                          <p:stCondLst>
                                            <p:cond delay="0"/>
                                          </p:stCondLst>
                                        </p:cTn>
                                        <p:tgtEl>
                                          <p:spTgt spid="62"/>
                                        </p:tgtEl>
                                        <p:attrNameLst>
                                          <p:attrName>style.visibility</p:attrName>
                                        </p:attrNameLst>
                                      </p:cBhvr>
                                      <p:to>
                                        <p:strVal val="visible"/>
                                      </p:to>
                                    </p:set>
                                    <p:animEffect transition="in" filter="wipe(up)">
                                      <p:cBhvr>
                                        <p:cTn id="70" dur="750"/>
                                        <p:tgtEl>
                                          <p:spTgt spid="62"/>
                                        </p:tgtEl>
                                      </p:cBhvr>
                                    </p:animEffect>
                                  </p:childTnLst>
                                </p:cTn>
                              </p:par>
                            </p:childTnLst>
                          </p:cTn>
                        </p:par>
                        <p:par>
                          <p:cTn id="71" fill="hold">
                            <p:stCondLst>
                              <p:cond delay="6250"/>
                            </p:stCondLst>
                            <p:childTnLst>
                              <p:par>
                                <p:cTn id="72" presetID="22" presetClass="entr" presetSubtype="1" fill="hold" nodeType="afterEffect">
                                  <p:stCondLst>
                                    <p:cond delay="0"/>
                                  </p:stCondLst>
                                  <p:childTnLst>
                                    <p:set>
                                      <p:cBhvr>
                                        <p:cTn id="73" dur="1" fill="hold">
                                          <p:stCondLst>
                                            <p:cond delay="0"/>
                                          </p:stCondLst>
                                        </p:cTn>
                                        <p:tgtEl>
                                          <p:spTgt spid="77"/>
                                        </p:tgtEl>
                                        <p:attrNameLst>
                                          <p:attrName>style.visibility</p:attrName>
                                        </p:attrNameLst>
                                      </p:cBhvr>
                                      <p:to>
                                        <p:strVal val="visible"/>
                                      </p:to>
                                    </p:set>
                                    <p:animEffect transition="in" filter="wipe(up)">
                                      <p:cBhvr>
                                        <p:cTn id="74" dur="750"/>
                                        <p:tgtEl>
                                          <p:spTgt spid="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8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p:cNvSpPr>
          <p:nvPr>
            <p:ph type="title"/>
          </p:nvPr>
        </p:nvSpPr>
        <p:spPr/>
        <p:txBody>
          <a:bodyPr/>
          <a:lstStyle/>
          <a:p>
            <a:pPr eaLnBrk="1" hangingPunct="1"/>
            <a:r>
              <a:rPr lang="zh-CN" altLang="en-US" dirty="0">
                <a:ea typeface="黑体" panose="02010609060101010101" pitchFamily="2" charset="-122"/>
              </a:rPr>
              <a:t>第 </a:t>
            </a:r>
            <a:r>
              <a:rPr lang="en-US" altLang="zh-CN" dirty="0">
                <a:ea typeface="黑体" panose="02010609060101010101" pitchFamily="2" charset="-122"/>
              </a:rPr>
              <a:t>6 </a:t>
            </a:r>
            <a:r>
              <a:rPr lang="zh-CN" altLang="en-US" dirty="0">
                <a:ea typeface="黑体" panose="02010609060101010101" pitchFamily="2" charset="-122"/>
              </a:rPr>
              <a:t>章 </a:t>
            </a:r>
            <a:r>
              <a:rPr lang="en-US" altLang="zh-CN" dirty="0"/>
              <a:t>FTP</a:t>
            </a:r>
            <a:endParaRPr lang="zh-CN" altLang="en-US" dirty="0">
              <a:ea typeface="黑体" panose="02010609060101010101" pitchFamily="2" charset="-122"/>
            </a:endParaRPr>
          </a:p>
        </p:txBody>
      </p:sp>
      <p:sp>
        <p:nvSpPr>
          <p:cNvPr id="3" name="圆角矩形 53">
            <a:extLst>
              <a:ext uri="{FF2B5EF4-FFF2-40B4-BE49-F238E27FC236}">
                <a16:creationId xmlns:a16="http://schemas.microsoft.com/office/drawing/2014/main" id="{0C39520B-907D-614D-99C6-20456FF0BB7D}"/>
              </a:ext>
            </a:extLst>
          </p:cNvPr>
          <p:cNvSpPr/>
          <p:nvPr/>
        </p:nvSpPr>
        <p:spPr>
          <a:xfrm>
            <a:off x="1064568" y="2232519"/>
            <a:ext cx="8048776" cy="342615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AutoShape 5">
            <a:extLst>
              <a:ext uri="{FF2B5EF4-FFF2-40B4-BE49-F238E27FC236}">
                <a16:creationId xmlns:a16="http://schemas.microsoft.com/office/drawing/2014/main" id="{E77C7EF8-DE10-B845-C249-9F45A10A5363}"/>
              </a:ext>
            </a:extLst>
          </p:cNvPr>
          <p:cNvSpPr>
            <a:spLocks noChangeArrowheads="1"/>
          </p:cNvSpPr>
          <p:nvPr/>
        </p:nvSpPr>
        <p:spPr bwMode="auto">
          <a:xfrm>
            <a:off x="1064568" y="1844824"/>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5" name="Rectangle 6">
            <a:extLst>
              <a:ext uri="{FF2B5EF4-FFF2-40B4-BE49-F238E27FC236}">
                <a16:creationId xmlns:a16="http://schemas.microsoft.com/office/drawing/2014/main" id="{967B6D65-9F76-95C4-B040-9B59807FB07F}"/>
              </a:ext>
            </a:extLst>
          </p:cNvPr>
          <p:cNvSpPr>
            <a:spLocks noChangeArrowheads="1"/>
          </p:cNvSpPr>
          <p:nvPr/>
        </p:nvSpPr>
        <p:spPr bwMode="auto">
          <a:xfrm>
            <a:off x="3438475" y="1811613"/>
            <a:ext cx="33009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FTP </a:t>
            </a:r>
            <a:r>
              <a:rPr lang="zh-CN" altLang="en-US" sz="2000" b="1" dirty="0">
                <a:solidFill>
                  <a:schemeClr val="bg1"/>
                </a:solidFill>
                <a:latin typeface="微软雅黑" pitchFamily="34" charset="-122"/>
                <a:ea typeface="微软雅黑" pitchFamily="34" charset="-122"/>
              </a:rPr>
              <a:t>使用两个不同的端口号</a:t>
            </a:r>
          </a:p>
        </p:txBody>
      </p:sp>
      <p:grpSp>
        <p:nvGrpSpPr>
          <p:cNvPr id="6" name="组合 5">
            <a:extLst>
              <a:ext uri="{FF2B5EF4-FFF2-40B4-BE49-F238E27FC236}">
                <a16:creationId xmlns:a16="http://schemas.microsoft.com/office/drawing/2014/main" id="{D4A927F7-4CA7-60B1-2C39-92760C707279}"/>
              </a:ext>
            </a:extLst>
          </p:cNvPr>
          <p:cNvGrpSpPr/>
          <p:nvPr/>
        </p:nvGrpSpPr>
        <p:grpSpPr>
          <a:xfrm>
            <a:off x="1356740" y="2751296"/>
            <a:ext cx="7488921" cy="2442794"/>
            <a:chOff x="317184" y="1916832"/>
            <a:chExt cx="9388344" cy="3062362"/>
          </a:xfrm>
        </p:grpSpPr>
        <p:sp>
          <p:nvSpPr>
            <p:cNvPr id="7" name="Rectangle 82">
              <a:extLst>
                <a:ext uri="{FF2B5EF4-FFF2-40B4-BE49-F238E27FC236}">
                  <a16:creationId xmlns:a16="http://schemas.microsoft.com/office/drawing/2014/main" id="{D81A74BA-6E6B-1361-E955-5A46096645EF}"/>
                </a:ext>
              </a:extLst>
            </p:cNvPr>
            <p:cNvSpPr>
              <a:spLocks noChangeArrowheads="1"/>
            </p:cNvSpPr>
            <p:nvPr/>
          </p:nvSpPr>
          <p:spPr bwMode="auto">
            <a:xfrm>
              <a:off x="6971059" y="2566118"/>
              <a:ext cx="1640681" cy="1760538"/>
            </a:xfrm>
            <a:prstGeom prst="rect">
              <a:avLst/>
            </a:prstGeom>
            <a:solidFill>
              <a:srgbClr val="0000FF"/>
            </a:solidFill>
            <a:ln w="9525" algn="ctr">
              <a:noFill/>
              <a:prstDash val="sysDot"/>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1400" b="1">
                <a:solidFill>
                  <a:srgbClr val="000099"/>
                </a:solidFill>
                <a:latin typeface="微软雅黑" pitchFamily="34" charset="-122"/>
                <a:ea typeface="微软雅黑" pitchFamily="34" charset="-122"/>
              </a:endParaRPr>
            </a:p>
          </p:txBody>
        </p:sp>
        <p:sp>
          <p:nvSpPr>
            <p:cNvPr id="8" name="Oval 83">
              <a:extLst>
                <a:ext uri="{FF2B5EF4-FFF2-40B4-BE49-F238E27FC236}">
                  <a16:creationId xmlns:a16="http://schemas.microsoft.com/office/drawing/2014/main" id="{6D4990B5-FE83-3B7C-2884-7E369E261700}"/>
                </a:ext>
              </a:extLst>
            </p:cNvPr>
            <p:cNvSpPr>
              <a:spLocks noChangeArrowheads="1"/>
            </p:cNvSpPr>
            <p:nvPr/>
          </p:nvSpPr>
          <p:spPr bwMode="auto">
            <a:xfrm>
              <a:off x="7062207" y="2750269"/>
              <a:ext cx="1367235" cy="557213"/>
            </a:xfrm>
            <a:prstGeom prst="ellipse">
              <a:avLst/>
            </a:prstGeom>
            <a:solidFill>
              <a:srgbClr val="99FFCC"/>
            </a:solidFill>
            <a:ln w="9525" algn="ctr">
              <a:noFill/>
              <a:round/>
              <a:headEnd/>
              <a:tailEnd/>
            </a:ln>
            <a:effectLst/>
          </p:spPr>
          <p:txBody>
            <a:bodyPr wrap="none" anchor="ctr"/>
            <a:lstStyle/>
            <a:p>
              <a:pPr algn="ctr" eaLnBrk="1" hangingPunct="1"/>
              <a:r>
                <a:rPr kumimoji="1" lang="zh-CN" altLang="en-US" sz="1200" b="1" dirty="0">
                  <a:latin typeface="微软雅黑" pitchFamily="34" charset="-122"/>
                  <a:ea typeface="微软雅黑" pitchFamily="34" charset="-122"/>
                </a:rPr>
                <a:t>控制进程</a:t>
              </a:r>
            </a:p>
          </p:txBody>
        </p:sp>
        <p:grpSp>
          <p:nvGrpSpPr>
            <p:cNvPr id="9" name="Group 84">
              <a:extLst>
                <a:ext uri="{FF2B5EF4-FFF2-40B4-BE49-F238E27FC236}">
                  <a16:creationId xmlns:a16="http://schemas.microsoft.com/office/drawing/2014/main" id="{1205D8AD-AA6F-8D4E-3B1A-F756068B276C}"/>
                </a:ext>
              </a:extLst>
            </p:cNvPr>
            <p:cNvGrpSpPr>
              <a:grpSpLocks/>
            </p:cNvGrpSpPr>
            <p:nvPr/>
          </p:nvGrpSpPr>
          <p:grpSpPr bwMode="auto">
            <a:xfrm>
              <a:off x="317184" y="2008906"/>
              <a:ext cx="820341" cy="1204912"/>
              <a:chOff x="480" y="1395"/>
              <a:chExt cx="511" cy="728"/>
            </a:xfrm>
          </p:grpSpPr>
          <p:grpSp>
            <p:nvGrpSpPr>
              <p:cNvPr id="36" name="Group 85">
                <a:extLst>
                  <a:ext uri="{FF2B5EF4-FFF2-40B4-BE49-F238E27FC236}">
                    <a16:creationId xmlns:a16="http://schemas.microsoft.com/office/drawing/2014/main" id="{205D719C-0526-7C07-C0B0-6219627E2804}"/>
                  </a:ext>
                </a:extLst>
              </p:cNvPr>
              <p:cNvGrpSpPr>
                <a:grpSpLocks/>
              </p:cNvGrpSpPr>
              <p:nvPr/>
            </p:nvGrpSpPr>
            <p:grpSpPr bwMode="auto">
              <a:xfrm>
                <a:off x="717" y="1446"/>
                <a:ext cx="274" cy="237"/>
                <a:chOff x="717" y="1446"/>
                <a:chExt cx="274" cy="237"/>
              </a:xfrm>
            </p:grpSpPr>
            <p:sp>
              <p:nvSpPr>
                <p:cNvPr id="26669" name="Arc 86">
                  <a:extLst>
                    <a:ext uri="{FF2B5EF4-FFF2-40B4-BE49-F238E27FC236}">
                      <a16:creationId xmlns:a16="http://schemas.microsoft.com/office/drawing/2014/main" id="{D454B2CF-16EB-B97B-15CD-A79C03DA1CF7}"/>
                    </a:ext>
                  </a:extLst>
                </p:cNvPr>
                <p:cNvSpPr>
                  <a:spLocks/>
                </p:cNvSpPr>
                <p:nvPr/>
              </p:nvSpPr>
              <p:spPr bwMode="auto">
                <a:xfrm>
                  <a:off x="930" y="1618"/>
                  <a:ext cx="58" cy="39"/>
                </a:xfrm>
                <a:custGeom>
                  <a:avLst/>
                  <a:gdLst>
                    <a:gd name="T0" fmla="*/ 0 w 38273"/>
                    <a:gd name="T1" fmla="*/ 0 h 35142"/>
                    <a:gd name="T2" fmla="*/ 0 w 38273"/>
                    <a:gd name="T3" fmla="*/ 0 h 35142"/>
                    <a:gd name="T4" fmla="*/ 0 w 38273"/>
                    <a:gd name="T5" fmla="*/ 0 h 35142"/>
                    <a:gd name="T6" fmla="*/ 0 60000 65536"/>
                    <a:gd name="T7" fmla="*/ 0 60000 65536"/>
                    <a:gd name="T8" fmla="*/ 0 60000 65536"/>
                  </a:gdLst>
                  <a:ahLst/>
                  <a:cxnLst>
                    <a:cxn ang="T6">
                      <a:pos x="T0" y="T1"/>
                    </a:cxn>
                    <a:cxn ang="T7">
                      <a:pos x="T2" y="T3"/>
                    </a:cxn>
                    <a:cxn ang="T8">
                      <a:pos x="T4" y="T5"/>
                    </a:cxn>
                  </a:cxnLst>
                  <a:rect l="0" t="0" r="r" b="b"/>
                  <a:pathLst>
                    <a:path w="38273" h="35142" fill="none" extrusionOk="0">
                      <a:moveTo>
                        <a:pt x="-1" y="7867"/>
                      </a:moveTo>
                      <a:cubicBezTo>
                        <a:pt x="4103" y="2886"/>
                        <a:pt x="10218" y="-1"/>
                        <a:pt x="16673" y="0"/>
                      </a:cubicBezTo>
                      <a:cubicBezTo>
                        <a:pt x="28602" y="0"/>
                        <a:pt x="38273" y="9670"/>
                        <a:pt x="38273" y="21600"/>
                      </a:cubicBezTo>
                      <a:cubicBezTo>
                        <a:pt x="38273" y="26526"/>
                        <a:pt x="36589" y="31304"/>
                        <a:pt x="33500" y="35141"/>
                      </a:cubicBezTo>
                    </a:path>
                    <a:path w="38273" h="35142" stroke="0" extrusionOk="0">
                      <a:moveTo>
                        <a:pt x="-1" y="7867"/>
                      </a:moveTo>
                      <a:cubicBezTo>
                        <a:pt x="4103" y="2886"/>
                        <a:pt x="10218" y="-1"/>
                        <a:pt x="16673" y="0"/>
                      </a:cubicBezTo>
                      <a:cubicBezTo>
                        <a:pt x="28602" y="0"/>
                        <a:pt x="38273" y="9670"/>
                        <a:pt x="38273" y="21600"/>
                      </a:cubicBezTo>
                      <a:cubicBezTo>
                        <a:pt x="38273" y="26526"/>
                        <a:pt x="36589" y="31304"/>
                        <a:pt x="33500" y="35141"/>
                      </a:cubicBezTo>
                      <a:lnTo>
                        <a:pt x="16673" y="21600"/>
                      </a:lnTo>
                      <a:lnTo>
                        <a:pt x="-1" y="7867"/>
                      </a:lnTo>
                      <a:close/>
                    </a:path>
                  </a:pathLst>
                </a:custGeom>
                <a:noFill/>
                <a:ln w="4763">
                  <a:solidFill>
                    <a:srgbClr val="494936"/>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6670" name="Arc 87">
                  <a:extLst>
                    <a:ext uri="{FF2B5EF4-FFF2-40B4-BE49-F238E27FC236}">
                      <a16:creationId xmlns:a16="http://schemas.microsoft.com/office/drawing/2014/main" id="{ABEE5CC9-3421-5CBA-2497-F74EDB4FA37B}"/>
                    </a:ext>
                  </a:extLst>
                </p:cNvPr>
                <p:cNvSpPr>
                  <a:spLocks/>
                </p:cNvSpPr>
                <p:nvPr/>
              </p:nvSpPr>
              <p:spPr bwMode="auto">
                <a:xfrm>
                  <a:off x="929" y="1618"/>
                  <a:ext cx="55" cy="36"/>
                </a:xfrm>
                <a:custGeom>
                  <a:avLst/>
                  <a:gdLst>
                    <a:gd name="T0" fmla="*/ 0 w 38146"/>
                    <a:gd name="T1" fmla="*/ 0 h 34928"/>
                    <a:gd name="T2" fmla="*/ 0 w 38146"/>
                    <a:gd name="T3" fmla="*/ 0 h 34928"/>
                    <a:gd name="T4" fmla="*/ 0 w 38146"/>
                    <a:gd name="T5" fmla="*/ 0 h 34928"/>
                    <a:gd name="T6" fmla="*/ 0 60000 65536"/>
                    <a:gd name="T7" fmla="*/ 0 60000 65536"/>
                    <a:gd name="T8" fmla="*/ 0 60000 65536"/>
                  </a:gdLst>
                  <a:ahLst/>
                  <a:cxnLst>
                    <a:cxn ang="T6">
                      <a:pos x="T0" y="T1"/>
                    </a:cxn>
                    <a:cxn ang="T7">
                      <a:pos x="T2" y="T3"/>
                    </a:cxn>
                    <a:cxn ang="T8">
                      <a:pos x="T4" y="T5"/>
                    </a:cxn>
                  </a:cxnLst>
                  <a:rect l="0" t="0" r="r" b="b"/>
                  <a:pathLst>
                    <a:path w="38146" h="34928" fill="none" extrusionOk="0">
                      <a:moveTo>
                        <a:pt x="0" y="7715"/>
                      </a:moveTo>
                      <a:cubicBezTo>
                        <a:pt x="4104" y="2824"/>
                        <a:pt x="10161" y="-1"/>
                        <a:pt x="16546" y="0"/>
                      </a:cubicBezTo>
                      <a:cubicBezTo>
                        <a:pt x="28475" y="0"/>
                        <a:pt x="38146" y="9670"/>
                        <a:pt x="38146" y="21600"/>
                      </a:cubicBezTo>
                      <a:cubicBezTo>
                        <a:pt x="38146" y="26432"/>
                        <a:pt x="36525" y="31125"/>
                        <a:pt x="33543" y="34927"/>
                      </a:cubicBezTo>
                    </a:path>
                    <a:path w="38146" h="34928" stroke="0" extrusionOk="0">
                      <a:moveTo>
                        <a:pt x="0" y="7715"/>
                      </a:moveTo>
                      <a:cubicBezTo>
                        <a:pt x="4104" y="2824"/>
                        <a:pt x="10161" y="-1"/>
                        <a:pt x="16546" y="0"/>
                      </a:cubicBezTo>
                      <a:cubicBezTo>
                        <a:pt x="28475" y="0"/>
                        <a:pt x="38146" y="9670"/>
                        <a:pt x="38146" y="21600"/>
                      </a:cubicBezTo>
                      <a:cubicBezTo>
                        <a:pt x="38146" y="26432"/>
                        <a:pt x="36525" y="31125"/>
                        <a:pt x="33543" y="34927"/>
                      </a:cubicBezTo>
                      <a:lnTo>
                        <a:pt x="16546" y="21600"/>
                      </a:lnTo>
                      <a:lnTo>
                        <a:pt x="0" y="7715"/>
                      </a:lnTo>
                      <a:close/>
                    </a:path>
                  </a:pathLst>
                </a:custGeom>
                <a:noFill/>
                <a:ln w="4763">
                  <a:solidFill>
                    <a:srgbClr val="DBDBCE"/>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6671" name="Freeform 88">
                  <a:extLst>
                    <a:ext uri="{FF2B5EF4-FFF2-40B4-BE49-F238E27FC236}">
                      <a16:creationId xmlns:a16="http://schemas.microsoft.com/office/drawing/2014/main" id="{74443791-3050-112B-4BF0-EA995356F643}"/>
                    </a:ext>
                  </a:extLst>
                </p:cNvPr>
                <p:cNvSpPr>
                  <a:spLocks/>
                </p:cNvSpPr>
                <p:nvPr/>
              </p:nvSpPr>
              <p:spPr bwMode="auto">
                <a:xfrm>
                  <a:off x="751" y="1591"/>
                  <a:ext cx="205" cy="26"/>
                </a:xfrm>
                <a:custGeom>
                  <a:avLst/>
                  <a:gdLst>
                    <a:gd name="T0" fmla="*/ 0 w 205"/>
                    <a:gd name="T1" fmla="*/ 26 h 26"/>
                    <a:gd name="T2" fmla="*/ 25 w 205"/>
                    <a:gd name="T3" fmla="*/ 0 h 26"/>
                    <a:gd name="T4" fmla="*/ 205 w 205"/>
                    <a:gd name="T5" fmla="*/ 0 h 26"/>
                    <a:gd name="T6" fmla="*/ 180 w 205"/>
                    <a:gd name="T7" fmla="*/ 26 h 26"/>
                    <a:gd name="T8" fmla="*/ 0 w 205"/>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5" h="26">
                      <a:moveTo>
                        <a:pt x="0" y="26"/>
                      </a:moveTo>
                      <a:lnTo>
                        <a:pt x="25" y="0"/>
                      </a:lnTo>
                      <a:lnTo>
                        <a:pt x="205" y="0"/>
                      </a:lnTo>
                      <a:lnTo>
                        <a:pt x="180"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6672" name="Freeform 89">
                  <a:extLst>
                    <a:ext uri="{FF2B5EF4-FFF2-40B4-BE49-F238E27FC236}">
                      <a16:creationId xmlns:a16="http://schemas.microsoft.com/office/drawing/2014/main" id="{C8F5AF0E-5523-D9A0-8175-7140C38CE4A4}"/>
                    </a:ext>
                  </a:extLst>
                </p:cNvPr>
                <p:cNvSpPr>
                  <a:spLocks/>
                </p:cNvSpPr>
                <p:nvPr/>
              </p:nvSpPr>
              <p:spPr bwMode="auto">
                <a:xfrm>
                  <a:off x="751" y="1591"/>
                  <a:ext cx="205" cy="26"/>
                </a:xfrm>
                <a:custGeom>
                  <a:avLst/>
                  <a:gdLst>
                    <a:gd name="T0" fmla="*/ 0 w 205"/>
                    <a:gd name="T1" fmla="*/ 26 h 26"/>
                    <a:gd name="T2" fmla="*/ 25 w 205"/>
                    <a:gd name="T3" fmla="*/ 0 h 26"/>
                    <a:gd name="T4" fmla="*/ 205 w 205"/>
                    <a:gd name="T5" fmla="*/ 0 h 26"/>
                    <a:gd name="T6" fmla="*/ 180 w 205"/>
                    <a:gd name="T7" fmla="*/ 26 h 26"/>
                    <a:gd name="T8" fmla="*/ 0 w 205"/>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5" h="26">
                      <a:moveTo>
                        <a:pt x="0" y="26"/>
                      </a:moveTo>
                      <a:lnTo>
                        <a:pt x="25" y="0"/>
                      </a:lnTo>
                      <a:lnTo>
                        <a:pt x="205" y="0"/>
                      </a:lnTo>
                      <a:lnTo>
                        <a:pt x="180" y="26"/>
                      </a:lnTo>
                      <a:lnTo>
                        <a:pt x="0" y="26"/>
                      </a:lnTo>
                      <a:close/>
                    </a:path>
                  </a:pathLst>
                </a:custGeom>
                <a:solidFill>
                  <a:srgbClr val="C9C9B6"/>
                </a:solidFill>
                <a:ln w="4763">
                  <a:solidFill>
                    <a:srgbClr val="494936"/>
                  </a:solidFill>
                  <a:prstDash val="solid"/>
                  <a:round/>
                  <a:headEnd/>
                  <a:tailEnd/>
                </a:ln>
              </p:spPr>
              <p:txBody>
                <a:bodyPr/>
                <a:lstStyle/>
                <a:p>
                  <a:endParaRPr lang="zh-CN" altLang="en-US" sz="1400" b="1">
                    <a:solidFill>
                      <a:srgbClr val="000099"/>
                    </a:solidFill>
                    <a:latin typeface="微软雅黑" pitchFamily="34" charset="-122"/>
                    <a:ea typeface="微软雅黑" pitchFamily="34" charset="-122"/>
                  </a:endParaRPr>
                </a:p>
              </p:txBody>
            </p:sp>
            <p:sp>
              <p:nvSpPr>
                <p:cNvPr id="26673" name="Rectangle 90">
                  <a:extLst>
                    <a:ext uri="{FF2B5EF4-FFF2-40B4-BE49-F238E27FC236}">
                      <a16:creationId xmlns:a16="http://schemas.microsoft.com/office/drawing/2014/main" id="{CCC3FEBC-FACC-5480-0A5E-EB6BEC3AE813}"/>
                    </a:ext>
                  </a:extLst>
                </p:cNvPr>
                <p:cNvSpPr>
                  <a:spLocks noChangeArrowheads="1"/>
                </p:cNvSpPr>
                <p:nvPr/>
              </p:nvSpPr>
              <p:spPr bwMode="auto">
                <a:xfrm>
                  <a:off x="751" y="1617"/>
                  <a:ext cx="180" cy="31"/>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400" b="1">
                    <a:solidFill>
                      <a:srgbClr val="000099"/>
                    </a:solidFill>
                    <a:latin typeface="微软雅黑" pitchFamily="34" charset="-122"/>
                    <a:ea typeface="微软雅黑" pitchFamily="34" charset="-122"/>
                  </a:endParaRPr>
                </a:p>
              </p:txBody>
            </p:sp>
            <p:sp>
              <p:nvSpPr>
                <p:cNvPr id="26674" name="Rectangle 91">
                  <a:extLst>
                    <a:ext uri="{FF2B5EF4-FFF2-40B4-BE49-F238E27FC236}">
                      <a16:creationId xmlns:a16="http://schemas.microsoft.com/office/drawing/2014/main" id="{655738EC-1F14-3304-2738-039263E4D373}"/>
                    </a:ext>
                  </a:extLst>
                </p:cNvPr>
                <p:cNvSpPr>
                  <a:spLocks noChangeArrowheads="1"/>
                </p:cNvSpPr>
                <p:nvPr/>
              </p:nvSpPr>
              <p:spPr bwMode="auto">
                <a:xfrm>
                  <a:off x="752" y="1618"/>
                  <a:ext cx="178" cy="29"/>
                </a:xfrm>
                <a:prstGeom prst="rect">
                  <a:avLst/>
                </a:prstGeom>
                <a:solidFill>
                  <a:srgbClr val="B7B79D"/>
                </a:solidFill>
                <a:ln w="4763">
                  <a:solidFill>
                    <a:srgbClr val="494936"/>
                  </a:solidFill>
                  <a:miter lim="800000"/>
                  <a:headEnd/>
                  <a:tailEnd/>
                </a:ln>
              </p:spPr>
              <p:txBody>
                <a:bodyPr/>
                <a:lstStyle/>
                <a:p>
                  <a:pPr eaLnBrk="1" hangingPunct="1"/>
                  <a:endParaRPr lang="zh-CN" altLang="en-US" sz="1400" b="1">
                    <a:solidFill>
                      <a:srgbClr val="000099"/>
                    </a:solidFill>
                    <a:latin typeface="微软雅黑" pitchFamily="34" charset="-122"/>
                    <a:ea typeface="微软雅黑" pitchFamily="34" charset="-122"/>
                  </a:endParaRPr>
                </a:p>
              </p:txBody>
            </p:sp>
            <p:sp>
              <p:nvSpPr>
                <p:cNvPr id="26675" name="Freeform 92">
                  <a:extLst>
                    <a:ext uri="{FF2B5EF4-FFF2-40B4-BE49-F238E27FC236}">
                      <a16:creationId xmlns:a16="http://schemas.microsoft.com/office/drawing/2014/main" id="{15D9A02A-5D96-285A-A5AF-C0F056C0D4EE}"/>
                    </a:ext>
                  </a:extLst>
                </p:cNvPr>
                <p:cNvSpPr>
                  <a:spLocks/>
                </p:cNvSpPr>
                <p:nvPr/>
              </p:nvSpPr>
              <p:spPr bwMode="auto">
                <a:xfrm>
                  <a:off x="931" y="1591"/>
                  <a:ext cx="25" cy="57"/>
                </a:xfrm>
                <a:custGeom>
                  <a:avLst/>
                  <a:gdLst>
                    <a:gd name="T0" fmla="*/ 0 w 25"/>
                    <a:gd name="T1" fmla="*/ 57 h 57"/>
                    <a:gd name="T2" fmla="*/ 25 w 25"/>
                    <a:gd name="T3" fmla="*/ 35 h 57"/>
                    <a:gd name="T4" fmla="*/ 25 w 25"/>
                    <a:gd name="T5" fmla="*/ 0 h 57"/>
                    <a:gd name="T6" fmla="*/ 0 w 25"/>
                    <a:gd name="T7" fmla="*/ 26 h 57"/>
                    <a:gd name="T8" fmla="*/ 0 w 25"/>
                    <a:gd name="T9" fmla="*/ 57 h 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57">
                      <a:moveTo>
                        <a:pt x="0" y="57"/>
                      </a:moveTo>
                      <a:lnTo>
                        <a:pt x="25" y="35"/>
                      </a:lnTo>
                      <a:lnTo>
                        <a:pt x="25" y="0"/>
                      </a:lnTo>
                      <a:lnTo>
                        <a:pt x="0" y="26"/>
                      </a:lnTo>
                      <a:lnTo>
                        <a:pt x="0" y="57"/>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6676" name="Freeform 93">
                  <a:extLst>
                    <a:ext uri="{FF2B5EF4-FFF2-40B4-BE49-F238E27FC236}">
                      <a16:creationId xmlns:a16="http://schemas.microsoft.com/office/drawing/2014/main" id="{7C26098E-94E1-7497-47AF-DE8464B78A39}"/>
                    </a:ext>
                  </a:extLst>
                </p:cNvPr>
                <p:cNvSpPr>
                  <a:spLocks/>
                </p:cNvSpPr>
                <p:nvPr/>
              </p:nvSpPr>
              <p:spPr bwMode="auto">
                <a:xfrm>
                  <a:off x="931" y="1591"/>
                  <a:ext cx="25" cy="57"/>
                </a:xfrm>
                <a:custGeom>
                  <a:avLst/>
                  <a:gdLst>
                    <a:gd name="T0" fmla="*/ 0 w 25"/>
                    <a:gd name="T1" fmla="*/ 57 h 57"/>
                    <a:gd name="T2" fmla="*/ 25 w 25"/>
                    <a:gd name="T3" fmla="*/ 35 h 57"/>
                    <a:gd name="T4" fmla="*/ 25 w 25"/>
                    <a:gd name="T5" fmla="*/ 0 h 57"/>
                    <a:gd name="T6" fmla="*/ 0 w 25"/>
                    <a:gd name="T7" fmla="*/ 26 h 57"/>
                    <a:gd name="T8" fmla="*/ 0 w 25"/>
                    <a:gd name="T9" fmla="*/ 57 h 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57">
                      <a:moveTo>
                        <a:pt x="0" y="57"/>
                      </a:moveTo>
                      <a:lnTo>
                        <a:pt x="25" y="35"/>
                      </a:lnTo>
                      <a:lnTo>
                        <a:pt x="25" y="0"/>
                      </a:lnTo>
                      <a:lnTo>
                        <a:pt x="0" y="26"/>
                      </a:lnTo>
                      <a:lnTo>
                        <a:pt x="0" y="57"/>
                      </a:lnTo>
                      <a:close/>
                    </a:path>
                  </a:pathLst>
                </a:custGeom>
                <a:solidFill>
                  <a:srgbClr val="7A7A5A"/>
                </a:solidFill>
                <a:ln w="4763">
                  <a:solidFill>
                    <a:srgbClr val="494936"/>
                  </a:solidFill>
                  <a:prstDash val="solid"/>
                  <a:round/>
                  <a:headEnd/>
                  <a:tailEnd/>
                </a:ln>
              </p:spPr>
              <p:txBody>
                <a:bodyPr/>
                <a:lstStyle/>
                <a:p>
                  <a:endParaRPr lang="zh-CN" altLang="en-US" sz="1400" b="1">
                    <a:solidFill>
                      <a:srgbClr val="000099"/>
                    </a:solidFill>
                    <a:latin typeface="微软雅黑" pitchFamily="34" charset="-122"/>
                    <a:ea typeface="微软雅黑" pitchFamily="34" charset="-122"/>
                  </a:endParaRPr>
                </a:p>
              </p:txBody>
            </p:sp>
            <p:sp>
              <p:nvSpPr>
                <p:cNvPr id="26677" name="Freeform 94">
                  <a:extLst>
                    <a:ext uri="{FF2B5EF4-FFF2-40B4-BE49-F238E27FC236}">
                      <a16:creationId xmlns:a16="http://schemas.microsoft.com/office/drawing/2014/main" id="{0B305C83-0B16-6560-DCC0-56624564D1F3}"/>
                    </a:ext>
                  </a:extLst>
                </p:cNvPr>
                <p:cNvSpPr>
                  <a:spLocks/>
                </p:cNvSpPr>
                <p:nvPr/>
              </p:nvSpPr>
              <p:spPr bwMode="auto">
                <a:xfrm>
                  <a:off x="757" y="1591"/>
                  <a:ext cx="196" cy="19"/>
                </a:xfrm>
                <a:custGeom>
                  <a:avLst/>
                  <a:gdLst>
                    <a:gd name="T0" fmla="*/ 0 w 196"/>
                    <a:gd name="T1" fmla="*/ 19 h 19"/>
                    <a:gd name="T2" fmla="*/ 19 w 196"/>
                    <a:gd name="T3" fmla="*/ 0 h 19"/>
                    <a:gd name="T4" fmla="*/ 196 w 196"/>
                    <a:gd name="T5" fmla="*/ 0 h 19"/>
                    <a:gd name="T6" fmla="*/ 177 w 196"/>
                    <a:gd name="T7" fmla="*/ 19 h 19"/>
                    <a:gd name="T8" fmla="*/ 0 w 196"/>
                    <a:gd name="T9" fmla="*/ 19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6" h="19">
                      <a:moveTo>
                        <a:pt x="0" y="19"/>
                      </a:moveTo>
                      <a:lnTo>
                        <a:pt x="19" y="0"/>
                      </a:lnTo>
                      <a:lnTo>
                        <a:pt x="196" y="0"/>
                      </a:lnTo>
                      <a:lnTo>
                        <a:pt x="177" y="19"/>
                      </a:lnTo>
                      <a:lnTo>
                        <a:pt x="0"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6678" name="Freeform 95">
                  <a:extLst>
                    <a:ext uri="{FF2B5EF4-FFF2-40B4-BE49-F238E27FC236}">
                      <a16:creationId xmlns:a16="http://schemas.microsoft.com/office/drawing/2014/main" id="{27E493E9-B33A-02DC-9820-264D2BBDAAD7}"/>
                    </a:ext>
                  </a:extLst>
                </p:cNvPr>
                <p:cNvSpPr>
                  <a:spLocks/>
                </p:cNvSpPr>
                <p:nvPr/>
              </p:nvSpPr>
              <p:spPr bwMode="auto">
                <a:xfrm>
                  <a:off x="757" y="1591"/>
                  <a:ext cx="196" cy="19"/>
                </a:xfrm>
                <a:custGeom>
                  <a:avLst/>
                  <a:gdLst>
                    <a:gd name="T0" fmla="*/ 0 w 196"/>
                    <a:gd name="T1" fmla="*/ 19 h 19"/>
                    <a:gd name="T2" fmla="*/ 19 w 196"/>
                    <a:gd name="T3" fmla="*/ 0 h 19"/>
                    <a:gd name="T4" fmla="*/ 196 w 196"/>
                    <a:gd name="T5" fmla="*/ 0 h 19"/>
                    <a:gd name="T6" fmla="*/ 177 w 196"/>
                    <a:gd name="T7" fmla="*/ 19 h 19"/>
                    <a:gd name="T8" fmla="*/ 0 w 196"/>
                    <a:gd name="T9" fmla="*/ 19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6" h="19">
                      <a:moveTo>
                        <a:pt x="0" y="19"/>
                      </a:moveTo>
                      <a:lnTo>
                        <a:pt x="19" y="0"/>
                      </a:lnTo>
                      <a:lnTo>
                        <a:pt x="196" y="0"/>
                      </a:lnTo>
                      <a:lnTo>
                        <a:pt x="177" y="19"/>
                      </a:lnTo>
                      <a:lnTo>
                        <a:pt x="0" y="19"/>
                      </a:lnTo>
                      <a:close/>
                    </a:path>
                  </a:pathLst>
                </a:custGeom>
                <a:solidFill>
                  <a:srgbClr val="000000"/>
                </a:solidFill>
                <a:ln w="4763">
                  <a:solidFill>
                    <a:srgbClr val="000000"/>
                  </a:solidFill>
                  <a:prstDash val="solid"/>
                  <a:round/>
                  <a:headEnd/>
                  <a:tailEnd/>
                </a:ln>
              </p:spPr>
              <p:txBody>
                <a:bodyPr/>
                <a:lstStyle/>
                <a:p>
                  <a:endParaRPr lang="zh-CN" altLang="en-US" sz="1400" b="1">
                    <a:solidFill>
                      <a:srgbClr val="000099"/>
                    </a:solidFill>
                    <a:latin typeface="微软雅黑" pitchFamily="34" charset="-122"/>
                    <a:ea typeface="微软雅黑" pitchFamily="34" charset="-122"/>
                  </a:endParaRPr>
                </a:p>
              </p:txBody>
            </p:sp>
            <p:sp>
              <p:nvSpPr>
                <p:cNvPr id="26679" name="Freeform 96">
                  <a:extLst>
                    <a:ext uri="{FF2B5EF4-FFF2-40B4-BE49-F238E27FC236}">
                      <a16:creationId xmlns:a16="http://schemas.microsoft.com/office/drawing/2014/main" id="{DDBB4D9B-D19A-9EC7-2A34-49C42A9507BB}"/>
                    </a:ext>
                  </a:extLst>
                </p:cNvPr>
                <p:cNvSpPr>
                  <a:spLocks/>
                </p:cNvSpPr>
                <p:nvPr/>
              </p:nvSpPr>
              <p:spPr bwMode="auto">
                <a:xfrm>
                  <a:off x="751" y="1446"/>
                  <a:ext cx="202" cy="19"/>
                </a:xfrm>
                <a:custGeom>
                  <a:avLst/>
                  <a:gdLst>
                    <a:gd name="T0" fmla="*/ 0 w 202"/>
                    <a:gd name="T1" fmla="*/ 19 h 19"/>
                    <a:gd name="T2" fmla="*/ 19 w 202"/>
                    <a:gd name="T3" fmla="*/ 0 h 19"/>
                    <a:gd name="T4" fmla="*/ 202 w 202"/>
                    <a:gd name="T5" fmla="*/ 0 h 19"/>
                    <a:gd name="T6" fmla="*/ 180 w 202"/>
                    <a:gd name="T7" fmla="*/ 19 h 19"/>
                    <a:gd name="T8" fmla="*/ 0 w 202"/>
                    <a:gd name="T9" fmla="*/ 19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2" h="19">
                      <a:moveTo>
                        <a:pt x="0" y="19"/>
                      </a:moveTo>
                      <a:lnTo>
                        <a:pt x="19" y="0"/>
                      </a:lnTo>
                      <a:lnTo>
                        <a:pt x="202" y="0"/>
                      </a:lnTo>
                      <a:lnTo>
                        <a:pt x="180" y="19"/>
                      </a:lnTo>
                      <a:lnTo>
                        <a:pt x="0" y="1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6680" name="Freeform 97">
                  <a:extLst>
                    <a:ext uri="{FF2B5EF4-FFF2-40B4-BE49-F238E27FC236}">
                      <a16:creationId xmlns:a16="http://schemas.microsoft.com/office/drawing/2014/main" id="{85FCC65E-38EB-00ED-D092-15C622B7F12D}"/>
                    </a:ext>
                  </a:extLst>
                </p:cNvPr>
                <p:cNvSpPr>
                  <a:spLocks/>
                </p:cNvSpPr>
                <p:nvPr/>
              </p:nvSpPr>
              <p:spPr bwMode="auto">
                <a:xfrm>
                  <a:off x="751" y="1446"/>
                  <a:ext cx="202" cy="19"/>
                </a:xfrm>
                <a:custGeom>
                  <a:avLst/>
                  <a:gdLst>
                    <a:gd name="T0" fmla="*/ 0 w 202"/>
                    <a:gd name="T1" fmla="*/ 19 h 19"/>
                    <a:gd name="T2" fmla="*/ 19 w 202"/>
                    <a:gd name="T3" fmla="*/ 0 h 19"/>
                    <a:gd name="T4" fmla="*/ 202 w 202"/>
                    <a:gd name="T5" fmla="*/ 0 h 19"/>
                    <a:gd name="T6" fmla="*/ 180 w 202"/>
                    <a:gd name="T7" fmla="*/ 19 h 19"/>
                    <a:gd name="T8" fmla="*/ 0 w 202"/>
                    <a:gd name="T9" fmla="*/ 19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2" h="19">
                      <a:moveTo>
                        <a:pt x="0" y="19"/>
                      </a:moveTo>
                      <a:lnTo>
                        <a:pt x="19" y="0"/>
                      </a:lnTo>
                      <a:lnTo>
                        <a:pt x="202" y="0"/>
                      </a:lnTo>
                      <a:lnTo>
                        <a:pt x="180" y="19"/>
                      </a:lnTo>
                      <a:lnTo>
                        <a:pt x="0" y="19"/>
                      </a:lnTo>
                      <a:close/>
                    </a:path>
                  </a:pathLst>
                </a:custGeom>
                <a:solidFill>
                  <a:srgbClr val="C9C9B6"/>
                </a:solidFill>
                <a:ln w="4763">
                  <a:solidFill>
                    <a:srgbClr val="494936"/>
                  </a:solidFill>
                  <a:prstDash val="solid"/>
                  <a:round/>
                  <a:headEnd/>
                  <a:tailEnd/>
                </a:ln>
              </p:spPr>
              <p:txBody>
                <a:bodyPr/>
                <a:lstStyle/>
                <a:p>
                  <a:endParaRPr lang="zh-CN" altLang="en-US" sz="1400" b="1">
                    <a:solidFill>
                      <a:srgbClr val="000099"/>
                    </a:solidFill>
                    <a:latin typeface="微软雅黑" pitchFamily="34" charset="-122"/>
                    <a:ea typeface="微软雅黑" pitchFamily="34" charset="-122"/>
                  </a:endParaRPr>
                </a:p>
              </p:txBody>
            </p:sp>
            <p:sp>
              <p:nvSpPr>
                <p:cNvPr id="26681" name="Rectangle 98">
                  <a:extLst>
                    <a:ext uri="{FF2B5EF4-FFF2-40B4-BE49-F238E27FC236}">
                      <a16:creationId xmlns:a16="http://schemas.microsoft.com/office/drawing/2014/main" id="{BE8E4453-1203-6B29-2520-75FBC14D7E78}"/>
                    </a:ext>
                  </a:extLst>
                </p:cNvPr>
                <p:cNvSpPr>
                  <a:spLocks noChangeArrowheads="1"/>
                </p:cNvSpPr>
                <p:nvPr/>
              </p:nvSpPr>
              <p:spPr bwMode="auto">
                <a:xfrm>
                  <a:off x="752" y="1466"/>
                  <a:ext cx="181" cy="140"/>
                </a:xfrm>
                <a:prstGeom prst="rect">
                  <a:avLst/>
                </a:prstGeom>
                <a:solidFill>
                  <a:srgbClr val="B7B79D"/>
                </a:solidFill>
                <a:ln w="4763">
                  <a:solidFill>
                    <a:srgbClr val="494936"/>
                  </a:solidFill>
                  <a:miter lim="800000"/>
                  <a:headEnd/>
                  <a:tailEnd/>
                </a:ln>
              </p:spPr>
              <p:txBody>
                <a:bodyPr/>
                <a:lstStyle/>
                <a:p>
                  <a:pPr eaLnBrk="1" hangingPunct="1"/>
                  <a:endParaRPr lang="zh-CN" altLang="en-US" sz="1400" b="1">
                    <a:solidFill>
                      <a:srgbClr val="000099"/>
                    </a:solidFill>
                    <a:latin typeface="微软雅黑" pitchFamily="34" charset="-122"/>
                    <a:ea typeface="微软雅黑" pitchFamily="34" charset="-122"/>
                  </a:endParaRPr>
                </a:p>
              </p:txBody>
            </p:sp>
            <p:sp>
              <p:nvSpPr>
                <p:cNvPr id="26682" name="Rectangle 99">
                  <a:extLst>
                    <a:ext uri="{FF2B5EF4-FFF2-40B4-BE49-F238E27FC236}">
                      <a16:creationId xmlns:a16="http://schemas.microsoft.com/office/drawing/2014/main" id="{94011ED4-D196-46B5-E42A-E18D32CF051E}"/>
                    </a:ext>
                  </a:extLst>
                </p:cNvPr>
                <p:cNvSpPr>
                  <a:spLocks noChangeArrowheads="1"/>
                </p:cNvSpPr>
                <p:nvPr/>
              </p:nvSpPr>
              <p:spPr bwMode="auto">
                <a:xfrm>
                  <a:off x="768" y="1485"/>
                  <a:ext cx="149" cy="108"/>
                </a:xfrm>
                <a:prstGeom prst="rect">
                  <a:avLst/>
                </a:prstGeom>
                <a:solidFill>
                  <a:srgbClr val="FFFFFF"/>
                </a:solidFill>
                <a:ln w="4763">
                  <a:solidFill>
                    <a:srgbClr val="494936"/>
                  </a:solidFill>
                  <a:miter lim="800000"/>
                  <a:headEnd/>
                  <a:tailEnd/>
                </a:ln>
              </p:spPr>
              <p:txBody>
                <a:bodyPr/>
                <a:lstStyle/>
                <a:p>
                  <a:pPr eaLnBrk="1" hangingPunct="1"/>
                  <a:endParaRPr lang="zh-CN" altLang="en-US" sz="1400" b="1">
                    <a:solidFill>
                      <a:srgbClr val="000099"/>
                    </a:solidFill>
                    <a:latin typeface="微软雅黑" pitchFamily="34" charset="-122"/>
                    <a:ea typeface="微软雅黑" pitchFamily="34" charset="-122"/>
                  </a:endParaRPr>
                </a:p>
              </p:txBody>
            </p:sp>
            <p:sp>
              <p:nvSpPr>
                <p:cNvPr id="26683" name="Freeform 100">
                  <a:extLst>
                    <a:ext uri="{FF2B5EF4-FFF2-40B4-BE49-F238E27FC236}">
                      <a16:creationId xmlns:a16="http://schemas.microsoft.com/office/drawing/2014/main" id="{A51C3FEA-13C8-1866-1C3A-706924051854}"/>
                    </a:ext>
                  </a:extLst>
                </p:cNvPr>
                <p:cNvSpPr>
                  <a:spLocks/>
                </p:cNvSpPr>
                <p:nvPr/>
              </p:nvSpPr>
              <p:spPr bwMode="auto">
                <a:xfrm>
                  <a:off x="931" y="1446"/>
                  <a:ext cx="22" cy="161"/>
                </a:xfrm>
                <a:custGeom>
                  <a:avLst/>
                  <a:gdLst>
                    <a:gd name="T0" fmla="*/ 0 w 22"/>
                    <a:gd name="T1" fmla="*/ 161 h 161"/>
                    <a:gd name="T2" fmla="*/ 22 w 22"/>
                    <a:gd name="T3" fmla="*/ 142 h 161"/>
                    <a:gd name="T4" fmla="*/ 22 w 22"/>
                    <a:gd name="T5" fmla="*/ 0 h 161"/>
                    <a:gd name="T6" fmla="*/ 0 w 22"/>
                    <a:gd name="T7" fmla="*/ 19 h 161"/>
                    <a:gd name="T8" fmla="*/ 0 w 22"/>
                    <a:gd name="T9" fmla="*/ 161 h 16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161">
                      <a:moveTo>
                        <a:pt x="0" y="161"/>
                      </a:moveTo>
                      <a:lnTo>
                        <a:pt x="22" y="142"/>
                      </a:lnTo>
                      <a:lnTo>
                        <a:pt x="22" y="0"/>
                      </a:lnTo>
                      <a:lnTo>
                        <a:pt x="0" y="19"/>
                      </a:lnTo>
                      <a:lnTo>
                        <a:pt x="0" y="161"/>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6684" name="Freeform 101">
                  <a:extLst>
                    <a:ext uri="{FF2B5EF4-FFF2-40B4-BE49-F238E27FC236}">
                      <a16:creationId xmlns:a16="http://schemas.microsoft.com/office/drawing/2014/main" id="{68D92453-CEAF-D215-0280-952D4548225A}"/>
                    </a:ext>
                  </a:extLst>
                </p:cNvPr>
                <p:cNvSpPr>
                  <a:spLocks/>
                </p:cNvSpPr>
                <p:nvPr/>
              </p:nvSpPr>
              <p:spPr bwMode="auto">
                <a:xfrm>
                  <a:off x="931" y="1446"/>
                  <a:ext cx="22" cy="161"/>
                </a:xfrm>
                <a:custGeom>
                  <a:avLst/>
                  <a:gdLst>
                    <a:gd name="T0" fmla="*/ 0 w 22"/>
                    <a:gd name="T1" fmla="*/ 161 h 161"/>
                    <a:gd name="T2" fmla="*/ 22 w 22"/>
                    <a:gd name="T3" fmla="*/ 142 h 161"/>
                    <a:gd name="T4" fmla="*/ 22 w 22"/>
                    <a:gd name="T5" fmla="*/ 0 h 161"/>
                    <a:gd name="T6" fmla="*/ 0 w 22"/>
                    <a:gd name="T7" fmla="*/ 19 h 161"/>
                    <a:gd name="T8" fmla="*/ 0 w 22"/>
                    <a:gd name="T9" fmla="*/ 161 h 16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161">
                      <a:moveTo>
                        <a:pt x="0" y="161"/>
                      </a:moveTo>
                      <a:lnTo>
                        <a:pt x="22" y="142"/>
                      </a:lnTo>
                      <a:lnTo>
                        <a:pt x="22" y="0"/>
                      </a:lnTo>
                      <a:lnTo>
                        <a:pt x="0" y="19"/>
                      </a:lnTo>
                      <a:lnTo>
                        <a:pt x="0" y="161"/>
                      </a:lnTo>
                      <a:close/>
                    </a:path>
                  </a:pathLst>
                </a:custGeom>
                <a:solidFill>
                  <a:srgbClr val="7A7A5A"/>
                </a:solidFill>
                <a:ln w="4763">
                  <a:solidFill>
                    <a:srgbClr val="494936"/>
                  </a:solidFill>
                  <a:prstDash val="solid"/>
                  <a:round/>
                  <a:headEnd/>
                  <a:tailEnd/>
                </a:ln>
              </p:spPr>
              <p:txBody>
                <a:bodyPr/>
                <a:lstStyle/>
                <a:p>
                  <a:endParaRPr lang="zh-CN" altLang="en-US" sz="1400" b="1">
                    <a:solidFill>
                      <a:srgbClr val="000099"/>
                    </a:solidFill>
                    <a:latin typeface="微软雅黑" pitchFamily="34" charset="-122"/>
                    <a:ea typeface="微软雅黑" pitchFamily="34" charset="-122"/>
                  </a:endParaRPr>
                </a:p>
              </p:txBody>
            </p:sp>
            <p:sp>
              <p:nvSpPr>
                <p:cNvPr id="26685" name="Freeform 102">
                  <a:extLst>
                    <a:ext uri="{FF2B5EF4-FFF2-40B4-BE49-F238E27FC236}">
                      <a16:creationId xmlns:a16="http://schemas.microsoft.com/office/drawing/2014/main" id="{54584A87-680A-583C-EC96-266D2E6C65FA}"/>
                    </a:ext>
                  </a:extLst>
                </p:cNvPr>
                <p:cNvSpPr>
                  <a:spLocks/>
                </p:cNvSpPr>
                <p:nvPr/>
              </p:nvSpPr>
              <p:spPr bwMode="auto">
                <a:xfrm>
                  <a:off x="717" y="1642"/>
                  <a:ext cx="223" cy="35"/>
                </a:xfrm>
                <a:custGeom>
                  <a:avLst/>
                  <a:gdLst>
                    <a:gd name="T0" fmla="*/ 0 w 223"/>
                    <a:gd name="T1" fmla="*/ 35 h 35"/>
                    <a:gd name="T2" fmla="*/ 28 w 223"/>
                    <a:gd name="T3" fmla="*/ 0 h 35"/>
                    <a:gd name="T4" fmla="*/ 223 w 223"/>
                    <a:gd name="T5" fmla="*/ 0 h 35"/>
                    <a:gd name="T6" fmla="*/ 195 w 223"/>
                    <a:gd name="T7" fmla="*/ 35 h 35"/>
                    <a:gd name="T8" fmla="*/ 0 w 223"/>
                    <a:gd name="T9" fmla="*/ 35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3" h="35">
                      <a:moveTo>
                        <a:pt x="0" y="35"/>
                      </a:moveTo>
                      <a:lnTo>
                        <a:pt x="28" y="0"/>
                      </a:lnTo>
                      <a:lnTo>
                        <a:pt x="223" y="0"/>
                      </a:lnTo>
                      <a:lnTo>
                        <a:pt x="195" y="35"/>
                      </a:lnTo>
                      <a:lnTo>
                        <a:pt x="0" y="3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6686" name="Freeform 103">
                  <a:extLst>
                    <a:ext uri="{FF2B5EF4-FFF2-40B4-BE49-F238E27FC236}">
                      <a16:creationId xmlns:a16="http://schemas.microsoft.com/office/drawing/2014/main" id="{4D016EDB-DA53-BC39-CD23-0620B0D6712A}"/>
                    </a:ext>
                  </a:extLst>
                </p:cNvPr>
                <p:cNvSpPr>
                  <a:spLocks/>
                </p:cNvSpPr>
                <p:nvPr/>
              </p:nvSpPr>
              <p:spPr bwMode="auto">
                <a:xfrm>
                  <a:off x="717" y="1642"/>
                  <a:ext cx="223" cy="35"/>
                </a:xfrm>
                <a:custGeom>
                  <a:avLst/>
                  <a:gdLst>
                    <a:gd name="T0" fmla="*/ 0 w 223"/>
                    <a:gd name="T1" fmla="*/ 35 h 35"/>
                    <a:gd name="T2" fmla="*/ 28 w 223"/>
                    <a:gd name="T3" fmla="*/ 0 h 35"/>
                    <a:gd name="T4" fmla="*/ 223 w 223"/>
                    <a:gd name="T5" fmla="*/ 0 h 35"/>
                    <a:gd name="T6" fmla="*/ 195 w 223"/>
                    <a:gd name="T7" fmla="*/ 35 h 35"/>
                    <a:gd name="T8" fmla="*/ 0 w 223"/>
                    <a:gd name="T9" fmla="*/ 35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3" h="35">
                      <a:moveTo>
                        <a:pt x="0" y="35"/>
                      </a:moveTo>
                      <a:lnTo>
                        <a:pt x="28" y="0"/>
                      </a:lnTo>
                      <a:lnTo>
                        <a:pt x="223" y="0"/>
                      </a:lnTo>
                      <a:lnTo>
                        <a:pt x="195" y="35"/>
                      </a:lnTo>
                      <a:lnTo>
                        <a:pt x="0" y="35"/>
                      </a:lnTo>
                      <a:close/>
                    </a:path>
                  </a:pathLst>
                </a:custGeom>
                <a:solidFill>
                  <a:srgbClr val="C9C9B6"/>
                </a:solidFill>
                <a:ln w="4763">
                  <a:solidFill>
                    <a:srgbClr val="494936"/>
                  </a:solidFill>
                  <a:prstDash val="solid"/>
                  <a:round/>
                  <a:headEnd/>
                  <a:tailEnd/>
                </a:ln>
              </p:spPr>
              <p:txBody>
                <a:bodyPr/>
                <a:lstStyle/>
                <a:p>
                  <a:endParaRPr lang="zh-CN" altLang="en-US" sz="1400" b="1">
                    <a:solidFill>
                      <a:srgbClr val="000099"/>
                    </a:solidFill>
                    <a:latin typeface="微软雅黑" pitchFamily="34" charset="-122"/>
                    <a:ea typeface="微软雅黑" pitchFamily="34" charset="-122"/>
                  </a:endParaRPr>
                </a:p>
              </p:txBody>
            </p:sp>
            <p:sp>
              <p:nvSpPr>
                <p:cNvPr id="26687" name="Freeform 104">
                  <a:extLst>
                    <a:ext uri="{FF2B5EF4-FFF2-40B4-BE49-F238E27FC236}">
                      <a16:creationId xmlns:a16="http://schemas.microsoft.com/office/drawing/2014/main" id="{08FB5C12-3AF2-95C3-5C51-6178317A7EBF}"/>
                    </a:ext>
                  </a:extLst>
                </p:cNvPr>
                <p:cNvSpPr>
                  <a:spLocks/>
                </p:cNvSpPr>
                <p:nvPr/>
              </p:nvSpPr>
              <p:spPr bwMode="auto">
                <a:xfrm>
                  <a:off x="912" y="1642"/>
                  <a:ext cx="28" cy="41"/>
                </a:xfrm>
                <a:custGeom>
                  <a:avLst/>
                  <a:gdLst>
                    <a:gd name="T0" fmla="*/ 0 w 28"/>
                    <a:gd name="T1" fmla="*/ 41 h 41"/>
                    <a:gd name="T2" fmla="*/ 28 w 28"/>
                    <a:gd name="T3" fmla="*/ 13 h 41"/>
                    <a:gd name="T4" fmla="*/ 28 w 28"/>
                    <a:gd name="T5" fmla="*/ 0 h 41"/>
                    <a:gd name="T6" fmla="*/ 0 w 28"/>
                    <a:gd name="T7" fmla="*/ 35 h 41"/>
                    <a:gd name="T8" fmla="*/ 0 w 28"/>
                    <a:gd name="T9" fmla="*/ 41 h 4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 h="41">
                      <a:moveTo>
                        <a:pt x="0" y="41"/>
                      </a:moveTo>
                      <a:lnTo>
                        <a:pt x="28" y="13"/>
                      </a:lnTo>
                      <a:lnTo>
                        <a:pt x="28" y="0"/>
                      </a:lnTo>
                      <a:lnTo>
                        <a:pt x="0" y="35"/>
                      </a:lnTo>
                      <a:lnTo>
                        <a:pt x="0" y="41"/>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6688" name="Freeform 105">
                  <a:extLst>
                    <a:ext uri="{FF2B5EF4-FFF2-40B4-BE49-F238E27FC236}">
                      <a16:creationId xmlns:a16="http://schemas.microsoft.com/office/drawing/2014/main" id="{BE2B4914-0463-A083-39E0-301839F4D136}"/>
                    </a:ext>
                  </a:extLst>
                </p:cNvPr>
                <p:cNvSpPr>
                  <a:spLocks/>
                </p:cNvSpPr>
                <p:nvPr/>
              </p:nvSpPr>
              <p:spPr bwMode="auto">
                <a:xfrm>
                  <a:off x="912" y="1642"/>
                  <a:ext cx="28" cy="41"/>
                </a:xfrm>
                <a:custGeom>
                  <a:avLst/>
                  <a:gdLst>
                    <a:gd name="T0" fmla="*/ 0 w 28"/>
                    <a:gd name="T1" fmla="*/ 41 h 41"/>
                    <a:gd name="T2" fmla="*/ 28 w 28"/>
                    <a:gd name="T3" fmla="*/ 13 h 41"/>
                    <a:gd name="T4" fmla="*/ 28 w 28"/>
                    <a:gd name="T5" fmla="*/ 0 h 41"/>
                    <a:gd name="T6" fmla="*/ 0 w 28"/>
                    <a:gd name="T7" fmla="*/ 35 h 41"/>
                    <a:gd name="T8" fmla="*/ 0 w 28"/>
                    <a:gd name="T9" fmla="*/ 41 h 4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 h="41">
                      <a:moveTo>
                        <a:pt x="0" y="41"/>
                      </a:moveTo>
                      <a:lnTo>
                        <a:pt x="28" y="13"/>
                      </a:lnTo>
                      <a:lnTo>
                        <a:pt x="28" y="0"/>
                      </a:lnTo>
                      <a:lnTo>
                        <a:pt x="0" y="35"/>
                      </a:lnTo>
                      <a:lnTo>
                        <a:pt x="0" y="41"/>
                      </a:lnTo>
                      <a:close/>
                    </a:path>
                  </a:pathLst>
                </a:custGeom>
                <a:solidFill>
                  <a:srgbClr val="7A7A5A"/>
                </a:solidFill>
                <a:ln w="4763">
                  <a:solidFill>
                    <a:srgbClr val="494936"/>
                  </a:solidFill>
                  <a:prstDash val="solid"/>
                  <a:round/>
                  <a:headEnd/>
                  <a:tailEnd/>
                </a:ln>
              </p:spPr>
              <p:txBody>
                <a:bodyPr/>
                <a:lstStyle/>
                <a:p>
                  <a:endParaRPr lang="zh-CN" altLang="en-US" sz="1400" b="1">
                    <a:solidFill>
                      <a:srgbClr val="000099"/>
                    </a:solidFill>
                    <a:latin typeface="微软雅黑" pitchFamily="34" charset="-122"/>
                    <a:ea typeface="微软雅黑" pitchFamily="34" charset="-122"/>
                  </a:endParaRPr>
                </a:p>
              </p:txBody>
            </p:sp>
            <p:sp>
              <p:nvSpPr>
                <p:cNvPr id="26689" name="Rectangle 106">
                  <a:extLst>
                    <a:ext uri="{FF2B5EF4-FFF2-40B4-BE49-F238E27FC236}">
                      <a16:creationId xmlns:a16="http://schemas.microsoft.com/office/drawing/2014/main" id="{B6BDB041-1EEE-B604-9272-3A6A937BF484}"/>
                    </a:ext>
                  </a:extLst>
                </p:cNvPr>
                <p:cNvSpPr>
                  <a:spLocks noChangeArrowheads="1"/>
                </p:cNvSpPr>
                <p:nvPr/>
              </p:nvSpPr>
              <p:spPr bwMode="auto">
                <a:xfrm>
                  <a:off x="717" y="1677"/>
                  <a:ext cx="195" cy="6"/>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400" b="1">
                    <a:solidFill>
                      <a:srgbClr val="000099"/>
                    </a:solidFill>
                    <a:latin typeface="微软雅黑" pitchFamily="34" charset="-122"/>
                    <a:ea typeface="微软雅黑" pitchFamily="34" charset="-122"/>
                  </a:endParaRPr>
                </a:p>
              </p:txBody>
            </p:sp>
            <p:sp>
              <p:nvSpPr>
                <p:cNvPr id="26690" name="Rectangle 107">
                  <a:extLst>
                    <a:ext uri="{FF2B5EF4-FFF2-40B4-BE49-F238E27FC236}">
                      <a16:creationId xmlns:a16="http://schemas.microsoft.com/office/drawing/2014/main" id="{2B968FC6-E51A-5176-691C-C22AD14CAD77}"/>
                    </a:ext>
                  </a:extLst>
                </p:cNvPr>
                <p:cNvSpPr>
                  <a:spLocks noChangeArrowheads="1"/>
                </p:cNvSpPr>
                <p:nvPr/>
              </p:nvSpPr>
              <p:spPr bwMode="auto">
                <a:xfrm>
                  <a:off x="718" y="1678"/>
                  <a:ext cx="193" cy="4"/>
                </a:xfrm>
                <a:prstGeom prst="rect">
                  <a:avLst/>
                </a:prstGeom>
                <a:solidFill>
                  <a:srgbClr val="B7B79D"/>
                </a:solidFill>
                <a:ln w="4763">
                  <a:solidFill>
                    <a:srgbClr val="494936"/>
                  </a:solidFill>
                  <a:miter lim="800000"/>
                  <a:headEnd/>
                  <a:tailEnd/>
                </a:ln>
              </p:spPr>
              <p:txBody>
                <a:bodyPr/>
                <a:lstStyle/>
                <a:p>
                  <a:pPr eaLnBrk="1" hangingPunct="1"/>
                  <a:endParaRPr lang="zh-CN" altLang="en-US" sz="1400" b="1">
                    <a:solidFill>
                      <a:srgbClr val="000099"/>
                    </a:solidFill>
                    <a:latin typeface="微软雅黑" pitchFamily="34" charset="-122"/>
                    <a:ea typeface="微软雅黑" pitchFamily="34" charset="-122"/>
                  </a:endParaRPr>
                </a:p>
              </p:txBody>
            </p:sp>
            <p:sp>
              <p:nvSpPr>
                <p:cNvPr id="26691" name="Freeform 108">
                  <a:extLst>
                    <a:ext uri="{FF2B5EF4-FFF2-40B4-BE49-F238E27FC236}">
                      <a16:creationId xmlns:a16="http://schemas.microsoft.com/office/drawing/2014/main" id="{FFE31195-4F5E-3067-931E-046EE7819B89}"/>
                    </a:ext>
                  </a:extLst>
                </p:cNvPr>
                <p:cNvSpPr>
                  <a:spLocks/>
                </p:cNvSpPr>
                <p:nvPr/>
              </p:nvSpPr>
              <p:spPr bwMode="auto">
                <a:xfrm>
                  <a:off x="953" y="1651"/>
                  <a:ext cx="38" cy="23"/>
                </a:xfrm>
                <a:custGeom>
                  <a:avLst/>
                  <a:gdLst>
                    <a:gd name="T0" fmla="*/ 0 w 38"/>
                    <a:gd name="T1" fmla="*/ 23 h 23"/>
                    <a:gd name="T2" fmla="*/ 13 w 38"/>
                    <a:gd name="T3" fmla="*/ 0 h 23"/>
                    <a:gd name="T4" fmla="*/ 38 w 38"/>
                    <a:gd name="T5" fmla="*/ 0 h 23"/>
                    <a:gd name="T6" fmla="*/ 25 w 38"/>
                    <a:gd name="T7" fmla="*/ 23 h 23"/>
                    <a:gd name="T8" fmla="*/ 0 w 38"/>
                    <a:gd name="T9" fmla="*/ 23 h 2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23">
                      <a:moveTo>
                        <a:pt x="0" y="23"/>
                      </a:moveTo>
                      <a:lnTo>
                        <a:pt x="13" y="0"/>
                      </a:lnTo>
                      <a:lnTo>
                        <a:pt x="38" y="0"/>
                      </a:lnTo>
                      <a:lnTo>
                        <a:pt x="25"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6692" name="Freeform 109">
                  <a:extLst>
                    <a:ext uri="{FF2B5EF4-FFF2-40B4-BE49-F238E27FC236}">
                      <a16:creationId xmlns:a16="http://schemas.microsoft.com/office/drawing/2014/main" id="{A701E741-1BA0-E16E-E6C0-FD6281ABDE86}"/>
                    </a:ext>
                  </a:extLst>
                </p:cNvPr>
                <p:cNvSpPr>
                  <a:spLocks/>
                </p:cNvSpPr>
                <p:nvPr/>
              </p:nvSpPr>
              <p:spPr bwMode="auto">
                <a:xfrm>
                  <a:off x="953" y="1651"/>
                  <a:ext cx="38" cy="23"/>
                </a:xfrm>
                <a:custGeom>
                  <a:avLst/>
                  <a:gdLst>
                    <a:gd name="T0" fmla="*/ 0 w 38"/>
                    <a:gd name="T1" fmla="*/ 23 h 23"/>
                    <a:gd name="T2" fmla="*/ 13 w 38"/>
                    <a:gd name="T3" fmla="*/ 0 h 23"/>
                    <a:gd name="T4" fmla="*/ 38 w 38"/>
                    <a:gd name="T5" fmla="*/ 0 h 23"/>
                    <a:gd name="T6" fmla="*/ 25 w 38"/>
                    <a:gd name="T7" fmla="*/ 23 h 23"/>
                    <a:gd name="T8" fmla="*/ 0 w 38"/>
                    <a:gd name="T9" fmla="*/ 23 h 2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23">
                      <a:moveTo>
                        <a:pt x="0" y="23"/>
                      </a:moveTo>
                      <a:lnTo>
                        <a:pt x="13" y="0"/>
                      </a:lnTo>
                      <a:lnTo>
                        <a:pt x="38" y="0"/>
                      </a:lnTo>
                      <a:lnTo>
                        <a:pt x="25" y="23"/>
                      </a:lnTo>
                      <a:lnTo>
                        <a:pt x="0" y="23"/>
                      </a:lnTo>
                      <a:close/>
                    </a:path>
                  </a:pathLst>
                </a:custGeom>
                <a:solidFill>
                  <a:srgbClr val="C9C9B6"/>
                </a:solidFill>
                <a:ln w="4763">
                  <a:solidFill>
                    <a:srgbClr val="494936"/>
                  </a:solidFill>
                  <a:prstDash val="solid"/>
                  <a:round/>
                  <a:headEnd/>
                  <a:tailEnd/>
                </a:ln>
              </p:spPr>
              <p:txBody>
                <a:bodyPr/>
                <a:lstStyle/>
                <a:p>
                  <a:endParaRPr lang="zh-CN" altLang="en-US" sz="1400" b="1">
                    <a:solidFill>
                      <a:srgbClr val="000099"/>
                    </a:solidFill>
                    <a:latin typeface="微软雅黑" pitchFamily="34" charset="-122"/>
                    <a:ea typeface="微软雅黑" pitchFamily="34" charset="-122"/>
                  </a:endParaRPr>
                </a:p>
              </p:txBody>
            </p:sp>
            <p:sp>
              <p:nvSpPr>
                <p:cNvPr id="26693" name="Freeform 110">
                  <a:extLst>
                    <a:ext uri="{FF2B5EF4-FFF2-40B4-BE49-F238E27FC236}">
                      <a16:creationId xmlns:a16="http://schemas.microsoft.com/office/drawing/2014/main" id="{67F83D9D-4A64-D5C2-BE23-01BDF8450E05}"/>
                    </a:ext>
                  </a:extLst>
                </p:cNvPr>
                <p:cNvSpPr>
                  <a:spLocks/>
                </p:cNvSpPr>
                <p:nvPr/>
              </p:nvSpPr>
              <p:spPr bwMode="auto">
                <a:xfrm>
                  <a:off x="978" y="1651"/>
                  <a:ext cx="13" cy="29"/>
                </a:xfrm>
                <a:custGeom>
                  <a:avLst/>
                  <a:gdLst>
                    <a:gd name="T0" fmla="*/ 0 w 13"/>
                    <a:gd name="T1" fmla="*/ 29 h 29"/>
                    <a:gd name="T2" fmla="*/ 13 w 13"/>
                    <a:gd name="T3" fmla="*/ 16 h 29"/>
                    <a:gd name="T4" fmla="*/ 13 w 13"/>
                    <a:gd name="T5" fmla="*/ 0 h 29"/>
                    <a:gd name="T6" fmla="*/ 0 w 13"/>
                    <a:gd name="T7" fmla="*/ 23 h 29"/>
                    <a:gd name="T8" fmla="*/ 0 w 13"/>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 h="29">
                      <a:moveTo>
                        <a:pt x="0" y="29"/>
                      </a:moveTo>
                      <a:lnTo>
                        <a:pt x="13" y="16"/>
                      </a:lnTo>
                      <a:lnTo>
                        <a:pt x="13" y="0"/>
                      </a:lnTo>
                      <a:lnTo>
                        <a:pt x="0" y="23"/>
                      </a:lnTo>
                      <a:lnTo>
                        <a:pt x="0" y="29"/>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6694" name="Freeform 111">
                  <a:extLst>
                    <a:ext uri="{FF2B5EF4-FFF2-40B4-BE49-F238E27FC236}">
                      <a16:creationId xmlns:a16="http://schemas.microsoft.com/office/drawing/2014/main" id="{6FE0B26E-FBDF-AF5F-DDD5-6866B1816E09}"/>
                    </a:ext>
                  </a:extLst>
                </p:cNvPr>
                <p:cNvSpPr>
                  <a:spLocks/>
                </p:cNvSpPr>
                <p:nvPr/>
              </p:nvSpPr>
              <p:spPr bwMode="auto">
                <a:xfrm>
                  <a:off x="978" y="1651"/>
                  <a:ext cx="13" cy="29"/>
                </a:xfrm>
                <a:custGeom>
                  <a:avLst/>
                  <a:gdLst>
                    <a:gd name="T0" fmla="*/ 0 w 13"/>
                    <a:gd name="T1" fmla="*/ 29 h 29"/>
                    <a:gd name="T2" fmla="*/ 13 w 13"/>
                    <a:gd name="T3" fmla="*/ 16 h 29"/>
                    <a:gd name="T4" fmla="*/ 13 w 13"/>
                    <a:gd name="T5" fmla="*/ 0 h 29"/>
                    <a:gd name="T6" fmla="*/ 0 w 13"/>
                    <a:gd name="T7" fmla="*/ 23 h 29"/>
                    <a:gd name="T8" fmla="*/ 0 w 13"/>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 h="29">
                      <a:moveTo>
                        <a:pt x="0" y="29"/>
                      </a:moveTo>
                      <a:lnTo>
                        <a:pt x="13" y="16"/>
                      </a:lnTo>
                      <a:lnTo>
                        <a:pt x="13" y="0"/>
                      </a:lnTo>
                      <a:lnTo>
                        <a:pt x="0" y="23"/>
                      </a:lnTo>
                      <a:lnTo>
                        <a:pt x="0" y="29"/>
                      </a:lnTo>
                      <a:close/>
                    </a:path>
                  </a:pathLst>
                </a:custGeom>
                <a:solidFill>
                  <a:srgbClr val="7A7A5A"/>
                </a:solidFill>
                <a:ln w="4763">
                  <a:solidFill>
                    <a:srgbClr val="494936"/>
                  </a:solidFill>
                  <a:prstDash val="solid"/>
                  <a:round/>
                  <a:headEnd/>
                  <a:tailEnd/>
                </a:ln>
              </p:spPr>
              <p:txBody>
                <a:bodyPr/>
                <a:lstStyle/>
                <a:p>
                  <a:endParaRPr lang="zh-CN" altLang="en-US" sz="1400" b="1">
                    <a:solidFill>
                      <a:srgbClr val="000099"/>
                    </a:solidFill>
                    <a:latin typeface="微软雅黑" pitchFamily="34" charset="-122"/>
                    <a:ea typeface="微软雅黑" pitchFamily="34" charset="-122"/>
                  </a:endParaRPr>
                </a:p>
              </p:txBody>
            </p:sp>
            <p:sp>
              <p:nvSpPr>
                <p:cNvPr id="26695" name="Rectangle 112">
                  <a:extLst>
                    <a:ext uri="{FF2B5EF4-FFF2-40B4-BE49-F238E27FC236}">
                      <a16:creationId xmlns:a16="http://schemas.microsoft.com/office/drawing/2014/main" id="{1FA7CA3A-8AA7-1EBD-25B2-C468D5982B4D}"/>
                    </a:ext>
                  </a:extLst>
                </p:cNvPr>
                <p:cNvSpPr>
                  <a:spLocks noChangeArrowheads="1"/>
                </p:cNvSpPr>
                <p:nvPr/>
              </p:nvSpPr>
              <p:spPr bwMode="auto">
                <a:xfrm>
                  <a:off x="950" y="1674"/>
                  <a:ext cx="28" cy="6"/>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400" b="1">
                    <a:solidFill>
                      <a:srgbClr val="000099"/>
                    </a:solidFill>
                    <a:latin typeface="微软雅黑" pitchFamily="34" charset="-122"/>
                    <a:ea typeface="微软雅黑" pitchFamily="34" charset="-122"/>
                  </a:endParaRPr>
                </a:p>
              </p:txBody>
            </p:sp>
            <p:sp>
              <p:nvSpPr>
                <p:cNvPr id="26696" name="Rectangle 113">
                  <a:extLst>
                    <a:ext uri="{FF2B5EF4-FFF2-40B4-BE49-F238E27FC236}">
                      <a16:creationId xmlns:a16="http://schemas.microsoft.com/office/drawing/2014/main" id="{A05D492E-7DC8-3512-D422-2FA09B5C1510}"/>
                    </a:ext>
                  </a:extLst>
                </p:cNvPr>
                <p:cNvSpPr>
                  <a:spLocks noChangeArrowheads="1"/>
                </p:cNvSpPr>
                <p:nvPr/>
              </p:nvSpPr>
              <p:spPr bwMode="auto">
                <a:xfrm>
                  <a:off x="951" y="1675"/>
                  <a:ext cx="26" cy="4"/>
                </a:xfrm>
                <a:prstGeom prst="rect">
                  <a:avLst/>
                </a:prstGeom>
                <a:solidFill>
                  <a:srgbClr val="B7B79D"/>
                </a:solidFill>
                <a:ln w="4763">
                  <a:solidFill>
                    <a:srgbClr val="494936"/>
                  </a:solidFill>
                  <a:miter lim="800000"/>
                  <a:headEnd/>
                  <a:tailEnd/>
                </a:ln>
              </p:spPr>
              <p:txBody>
                <a:bodyPr/>
                <a:lstStyle/>
                <a:p>
                  <a:pPr eaLnBrk="1" hangingPunct="1"/>
                  <a:endParaRPr lang="zh-CN" altLang="en-US" sz="1400" b="1">
                    <a:solidFill>
                      <a:srgbClr val="000099"/>
                    </a:solidFill>
                    <a:latin typeface="微软雅黑" pitchFamily="34" charset="-122"/>
                    <a:ea typeface="微软雅黑" pitchFamily="34" charset="-122"/>
                  </a:endParaRPr>
                </a:p>
              </p:txBody>
            </p:sp>
          </p:grpSp>
          <p:sp>
            <p:nvSpPr>
              <p:cNvPr id="37" name="Freeform 114">
                <a:extLst>
                  <a:ext uri="{FF2B5EF4-FFF2-40B4-BE49-F238E27FC236}">
                    <a16:creationId xmlns:a16="http://schemas.microsoft.com/office/drawing/2014/main" id="{51317221-CE25-4FCB-E717-D864666013DB}"/>
                  </a:ext>
                </a:extLst>
              </p:cNvPr>
              <p:cNvSpPr>
                <a:spLocks/>
              </p:cNvSpPr>
              <p:nvPr/>
            </p:nvSpPr>
            <p:spPr bwMode="auto">
              <a:xfrm>
                <a:off x="710" y="1620"/>
                <a:ext cx="85" cy="38"/>
              </a:xfrm>
              <a:custGeom>
                <a:avLst/>
                <a:gdLst>
                  <a:gd name="T0" fmla="*/ 0 w 85"/>
                  <a:gd name="T1" fmla="*/ 16 h 38"/>
                  <a:gd name="T2" fmla="*/ 25 w 85"/>
                  <a:gd name="T3" fmla="*/ 16 h 38"/>
                  <a:gd name="T4" fmla="*/ 44 w 85"/>
                  <a:gd name="T5" fmla="*/ 0 h 38"/>
                  <a:gd name="T6" fmla="*/ 70 w 85"/>
                  <a:gd name="T7" fmla="*/ 9 h 38"/>
                  <a:gd name="T8" fmla="*/ 79 w 85"/>
                  <a:gd name="T9" fmla="*/ 12 h 38"/>
                  <a:gd name="T10" fmla="*/ 85 w 85"/>
                  <a:gd name="T11" fmla="*/ 19 h 38"/>
                  <a:gd name="T12" fmla="*/ 82 w 85"/>
                  <a:gd name="T13" fmla="*/ 31 h 38"/>
                  <a:gd name="T14" fmla="*/ 79 w 85"/>
                  <a:gd name="T15" fmla="*/ 31 h 38"/>
                  <a:gd name="T16" fmla="*/ 73 w 85"/>
                  <a:gd name="T17" fmla="*/ 22 h 38"/>
                  <a:gd name="T18" fmla="*/ 70 w 85"/>
                  <a:gd name="T19" fmla="*/ 19 h 38"/>
                  <a:gd name="T20" fmla="*/ 57 w 85"/>
                  <a:gd name="T21" fmla="*/ 22 h 38"/>
                  <a:gd name="T22" fmla="*/ 66 w 85"/>
                  <a:gd name="T23" fmla="*/ 25 h 38"/>
                  <a:gd name="T24" fmla="*/ 70 w 85"/>
                  <a:gd name="T25" fmla="*/ 25 h 38"/>
                  <a:gd name="T26" fmla="*/ 70 w 85"/>
                  <a:gd name="T27" fmla="*/ 31 h 38"/>
                  <a:gd name="T28" fmla="*/ 41 w 85"/>
                  <a:gd name="T29" fmla="*/ 38 h 38"/>
                  <a:gd name="T30" fmla="*/ 22 w 85"/>
                  <a:gd name="T31" fmla="*/ 31 h 38"/>
                  <a:gd name="T32" fmla="*/ 3 w 85"/>
                  <a:gd name="T33" fmla="*/ 31 h 38"/>
                  <a:gd name="T34" fmla="*/ 0 w 85"/>
                  <a:gd name="T35" fmla="*/ 16 h 3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85" h="38">
                    <a:moveTo>
                      <a:pt x="0" y="16"/>
                    </a:moveTo>
                    <a:lnTo>
                      <a:pt x="25" y="16"/>
                    </a:lnTo>
                    <a:lnTo>
                      <a:pt x="44" y="0"/>
                    </a:lnTo>
                    <a:lnTo>
                      <a:pt x="70" y="9"/>
                    </a:lnTo>
                    <a:lnTo>
                      <a:pt x="79" y="12"/>
                    </a:lnTo>
                    <a:lnTo>
                      <a:pt x="85" y="19"/>
                    </a:lnTo>
                    <a:lnTo>
                      <a:pt x="82" y="31"/>
                    </a:lnTo>
                    <a:lnTo>
                      <a:pt x="79" y="31"/>
                    </a:lnTo>
                    <a:lnTo>
                      <a:pt x="73" y="22"/>
                    </a:lnTo>
                    <a:lnTo>
                      <a:pt x="70" y="19"/>
                    </a:lnTo>
                    <a:lnTo>
                      <a:pt x="57" y="22"/>
                    </a:lnTo>
                    <a:lnTo>
                      <a:pt x="66" y="25"/>
                    </a:lnTo>
                    <a:lnTo>
                      <a:pt x="70" y="25"/>
                    </a:lnTo>
                    <a:lnTo>
                      <a:pt x="70" y="31"/>
                    </a:lnTo>
                    <a:lnTo>
                      <a:pt x="41" y="38"/>
                    </a:lnTo>
                    <a:lnTo>
                      <a:pt x="22" y="31"/>
                    </a:lnTo>
                    <a:lnTo>
                      <a:pt x="3" y="31"/>
                    </a:lnTo>
                    <a:lnTo>
                      <a:pt x="0" y="16"/>
                    </a:lnTo>
                    <a:close/>
                  </a:path>
                </a:pathLst>
              </a:custGeom>
              <a:solidFill>
                <a:srgbClr val="FFA3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8" name="Freeform 115">
                <a:extLst>
                  <a:ext uri="{FF2B5EF4-FFF2-40B4-BE49-F238E27FC236}">
                    <a16:creationId xmlns:a16="http://schemas.microsoft.com/office/drawing/2014/main" id="{E3F5F9AE-D2DB-F2F6-923F-FE6377A6BDB6}"/>
                  </a:ext>
                </a:extLst>
              </p:cNvPr>
              <p:cNvSpPr>
                <a:spLocks/>
              </p:cNvSpPr>
              <p:nvPr/>
            </p:nvSpPr>
            <p:spPr bwMode="auto">
              <a:xfrm>
                <a:off x="710" y="1620"/>
                <a:ext cx="85" cy="38"/>
              </a:xfrm>
              <a:custGeom>
                <a:avLst/>
                <a:gdLst>
                  <a:gd name="T0" fmla="*/ 0 w 85"/>
                  <a:gd name="T1" fmla="*/ 16 h 38"/>
                  <a:gd name="T2" fmla="*/ 25 w 85"/>
                  <a:gd name="T3" fmla="*/ 16 h 38"/>
                  <a:gd name="T4" fmla="*/ 44 w 85"/>
                  <a:gd name="T5" fmla="*/ 0 h 38"/>
                  <a:gd name="T6" fmla="*/ 70 w 85"/>
                  <a:gd name="T7" fmla="*/ 9 h 38"/>
                  <a:gd name="T8" fmla="*/ 79 w 85"/>
                  <a:gd name="T9" fmla="*/ 12 h 38"/>
                  <a:gd name="T10" fmla="*/ 85 w 85"/>
                  <a:gd name="T11" fmla="*/ 19 h 38"/>
                  <a:gd name="T12" fmla="*/ 82 w 85"/>
                  <a:gd name="T13" fmla="*/ 31 h 38"/>
                  <a:gd name="T14" fmla="*/ 79 w 85"/>
                  <a:gd name="T15" fmla="*/ 31 h 38"/>
                  <a:gd name="T16" fmla="*/ 73 w 85"/>
                  <a:gd name="T17" fmla="*/ 22 h 38"/>
                  <a:gd name="T18" fmla="*/ 70 w 85"/>
                  <a:gd name="T19" fmla="*/ 19 h 38"/>
                  <a:gd name="T20" fmla="*/ 57 w 85"/>
                  <a:gd name="T21" fmla="*/ 22 h 38"/>
                  <a:gd name="T22" fmla="*/ 66 w 85"/>
                  <a:gd name="T23" fmla="*/ 25 h 38"/>
                  <a:gd name="T24" fmla="*/ 70 w 85"/>
                  <a:gd name="T25" fmla="*/ 25 h 38"/>
                  <a:gd name="T26" fmla="*/ 70 w 85"/>
                  <a:gd name="T27" fmla="*/ 31 h 38"/>
                  <a:gd name="T28" fmla="*/ 41 w 85"/>
                  <a:gd name="T29" fmla="*/ 38 h 38"/>
                  <a:gd name="T30" fmla="*/ 22 w 85"/>
                  <a:gd name="T31" fmla="*/ 31 h 38"/>
                  <a:gd name="T32" fmla="*/ 3 w 85"/>
                  <a:gd name="T33" fmla="*/ 31 h 38"/>
                  <a:gd name="T34" fmla="*/ 0 w 85"/>
                  <a:gd name="T35" fmla="*/ 16 h 3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85" h="38">
                    <a:moveTo>
                      <a:pt x="0" y="16"/>
                    </a:moveTo>
                    <a:lnTo>
                      <a:pt x="25" y="16"/>
                    </a:lnTo>
                    <a:lnTo>
                      <a:pt x="44" y="0"/>
                    </a:lnTo>
                    <a:lnTo>
                      <a:pt x="70" y="9"/>
                    </a:lnTo>
                    <a:lnTo>
                      <a:pt x="79" y="12"/>
                    </a:lnTo>
                    <a:lnTo>
                      <a:pt x="85" y="19"/>
                    </a:lnTo>
                    <a:lnTo>
                      <a:pt x="82" y="31"/>
                    </a:lnTo>
                    <a:lnTo>
                      <a:pt x="79" y="31"/>
                    </a:lnTo>
                    <a:lnTo>
                      <a:pt x="73" y="22"/>
                    </a:lnTo>
                    <a:lnTo>
                      <a:pt x="70" y="19"/>
                    </a:lnTo>
                    <a:lnTo>
                      <a:pt x="57" y="22"/>
                    </a:lnTo>
                    <a:lnTo>
                      <a:pt x="66" y="25"/>
                    </a:lnTo>
                    <a:lnTo>
                      <a:pt x="70" y="25"/>
                    </a:lnTo>
                    <a:lnTo>
                      <a:pt x="70" y="31"/>
                    </a:lnTo>
                    <a:lnTo>
                      <a:pt x="41" y="38"/>
                    </a:lnTo>
                    <a:lnTo>
                      <a:pt x="22" y="31"/>
                    </a:lnTo>
                    <a:lnTo>
                      <a:pt x="3" y="31"/>
                    </a:lnTo>
                    <a:lnTo>
                      <a:pt x="0" y="16"/>
                    </a:lnTo>
                    <a:close/>
                  </a:path>
                </a:pathLst>
              </a:custGeom>
              <a:solidFill>
                <a:srgbClr val="FFA380"/>
              </a:solidFill>
              <a:ln w="4763">
                <a:solidFill>
                  <a:srgbClr val="000000"/>
                </a:solidFill>
                <a:prstDash val="solid"/>
                <a:round/>
                <a:headEnd/>
                <a:tailEnd/>
              </a:ln>
            </p:spPr>
            <p:txBody>
              <a:bodyPr/>
              <a:lstStyle/>
              <a:p>
                <a:endParaRPr lang="zh-CN" altLang="en-US" sz="1400" b="1">
                  <a:solidFill>
                    <a:srgbClr val="000099"/>
                  </a:solidFill>
                  <a:latin typeface="微软雅黑" pitchFamily="34" charset="-122"/>
                  <a:ea typeface="微软雅黑" pitchFamily="34" charset="-122"/>
                </a:endParaRPr>
              </a:p>
            </p:txBody>
          </p:sp>
          <p:sp>
            <p:nvSpPr>
              <p:cNvPr id="39" name="Freeform 116">
                <a:extLst>
                  <a:ext uri="{FF2B5EF4-FFF2-40B4-BE49-F238E27FC236}">
                    <a16:creationId xmlns:a16="http://schemas.microsoft.com/office/drawing/2014/main" id="{4FDACB02-A1AE-A1BA-7CB4-8DF86D750220}"/>
                  </a:ext>
                </a:extLst>
              </p:cNvPr>
              <p:cNvSpPr>
                <a:spLocks/>
              </p:cNvSpPr>
              <p:nvPr/>
            </p:nvSpPr>
            <p:spPr bwMode="auto">
              <a:xfrm>
                <a:off x="612" y="1629"/>
                <a:ext cx="108" cy="48"/>
              </a:xfrm>
              <a:custGeom>
                <a:avLst/>
                <a:gdLst>
                  <a:gd name="T0" fmla="*/ 0 w 108"/>
                  <a:gd name="T1" fmla="*/ 0 h 48"/>
                  <a:gd name="T2" fmla="*/ 101 w 108"/>
                  <a:gd name="T3" fmla="*/ 3 h 48"/>
                  <a:gd name="T4" fmla="*/ 108 w 108"/>
                  <a:gd name="T5" fmla="*/ 13 h 48"/>
                  <a:gd name="T6" fmla="*/ 108 w 108"/>
                  <a:gd name="T7" fmla="*/ 32 h 48"/>
                  <a:gd name="T8" fmla="*/ 29 w 108"/>
                  <a:gd name="T9" fmla="*/ 48 h 48"/>
                  <a:gd name="T10" fmla="*/ 0 w 108"/>
                  <a:gd name="T11" fmla="*/ 0 h 4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8" h="48">
                    <a:moveTo>
                      <a:pt x="0" y="0"/>
                    </a:moveTo>
                    <a:lnTo>
                      <a:pt x="101" y="3"/>
                    </a:lnTo>
                    <a:lnTo>
                      <a:pt x="108" y="13"/>
                    </a:lnTo>
                    <a:lnTo>
                      <a:pt x="108" y="32"/>
                    </a:lnTo>
                    <a:lnTo>
                      <a:pt x="29" y="48"/>
                    </a:lnTo>
                    <a:lnTo>
                      <a:pt x="0" y="0"/>
                    </a:lnTo>
                    <a:close/>
                  </a:path>
                </a:pathLst>
              </a:custGeom>
              <a:solidFill>
                <a:srgbClr val="62624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40" name="Freeform 117">
                <a:extLst>
                  <a:ext uri="{FF2B5EF4-FFF2-40B4-BE49-F238E27FC236}">
                    <a16:creationId xmlns:a16="http://schemas.microsoft.com/office/drawing/2014/main" id="{7536B667-60FA-32B7-4F1D-7D54BF8F6C1A}"/>
                  </a:ext>
                </a:extLst>
              </p:cNvPr>
              <p:cNvSpPr>
                <a:spLocks/>
              </p:cNvSpPr>
              <p:nvPr/>
            </p:nvSpPr>
            <p:spPr bwMode="auto">
              <a:xfrm>
                <a:off x="612" y="1629"/>
                <a:ext cx="108" cy="48"/>
              </a:xfrm>
              <a:custGeom>
                <a:avLst/>
                <a:gdLst>
                  <a:gd name="T0" fmla="*/ 0 w 108"/>
                  <a:gd name="T1" fmla="*/ 0 h 48"/>
                  <a:gd name="T2" fmla="*/ 101 w 108"/>
                  <a:gd name="T3" fmla="*/ 3 h 48"/>
                  <a:gd name="T4" fmla="*/ 108 w 108"/>
                  <a:gd name="T5" fmla="*/ 13 h 48"/>
                  <a:gd name="T6" fmla="*/ 108 w 108"/>
                  <a:gd name="T7" fmla="*/ 32 h 48"/>
                  <a:gd name="T8" fmla="*/ 29 w 108"/>
                  <a:gd name="T9" fmla="*/ 48 h 48"/>
                  <a:gd name="T10" fmla="*/ 0 w 108"/>
                  <a:gd name="T11" fmla="*/ 0 h 4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8" h="48">
                    <a:moveTo>
                      <a:pt x="0" y="0"/>
                    </a:moveTo>
                    <a:lnTo>
                      <a:pt x="101" y="3"/>
                    </a:lnTo>
                    <a:lnTo>
                      <a:pt x="108" y="13"/>
                    </a:lnTo>
                    <a:lnTo>
                      <a:pt x="108" y="32"/>
                    </a:lnTo>
                    <a:lnTo>
                      <a:pt x="29" y="48"/>
                    </a:lnTo>
                    <a:lnTo>
                      <a:pt x="0" y="0"/>
                    </a:lnTo>
                    <a:close/>
                  </a:path>
                </a:pathLst>
              </a:custGeom>
              <a:solidFill>
                <a:srgbClr val="626248"/>
              </a:solidFill>
              <a:ln w="4763">
                <a:solidFill>
                  <a:srgbClr val="000000"/>
                </a:solidFill>
                <a:prstDash val="solid"/>
                <a:round/>
                <a:headEnd/>
                <a:tailEnd/>
              </a:ln>
            </p:spPr>
            <p:txBody>
              <a:bodyPr/>
              <a:lstStyle/>
              <a:p>
                <a:endParaRPr lang="zh-CN" altLang="en-US" sz="1400" b="1">
                  <a:solidFill>
                    <a:srgbClr val="000099"/>
                  </a:solidFill>
                  <a:latin typeface="微软雅黑" pitchFamily="34" charset="-122"/>
                  <a:ea typeface="微软雅黑" pitchFamily="34" charset="-122"/>
                </a:endParaRPr>
              </a:p>
            </p:txBody>
          </p:sp>
          <p:sp>
            <p:nvSpPr>
              <p:cNvPr id="41" name="Freeform 118">
                <a:extLst>
                  <a:ext uri="{FF2B5EF4-FFF2-40B4-BE49-F238E27FC236}">
                    <a16:creationId xmlns:a16="http://schemas.microsoft.com/office/drawing/2014/main" id="{75D89EA7-825C-2F8B-9AE2-E4D8BA034983}"/>
                  </a:ext>
                </a:extLst>
              </p:cNvPr>
              <p:cNvSpPr>
                <a:spLocks/>
              </p:cNvSpPr>
              <p:nvPr/>
            </p:nvSpPr>
            <p:spPr bwMode="auto">
              <a:xfrm>
                <a:off x="742" y="1863"/>
                <a:ext cx="79" cy="98"/>
              </a:xfrm>
              <a:custGeom>
                <a:avLst/>
                <a:gdLst>
                  <a:gd name="T0" fmla="*/ 44 w 79"/>
                  <a:gd name="T1" fmla="*/ 0 h 98"/>
                  <a:gd name="T2" fmla="*/ 47 w 79"/>
                  <a:gd name="T3" fmla="*/ 45 h 98"/>
                  <a:gd name="T4" fmla="*/ 53 w 79"/>
                  <a:gd name="T5" fmla="*/ 48 h 98"/>
                  <a:gd name="T6" fmla="*/ 75 w 79"/>
                  <a:gd name="T7" fmla="*/ 64 h 98"/>
                  <a:gd name="T8" fmla="*/ 79 w 79"/>
                  <a:gd name="T9" fmla="*/ 89 h 98"/>
                  <a:gd name="T10" fmla="*/ 56 w 79"/>
                  <a:gd name="T11" fmla="*/ 89 h 98"/>
                  <a:gd name="T12" fmla="*/ 41 w 79"/>
                  <a:gd name="T13" fmla="*/ 89 h 98"/>
                  <a:gd name="T14" fmla="*/ 41 w 79"/>
                  <a:gd name="T15" fmla="*/ 95 h 98"/>
                  <a:gd name="T16" fmla="*/ 15 w 79"/>
                  <a:gd name="T17" fmla="*/ 98 h 98"/>
                  <a:gd name="T18" fmla="*/ 6 w 79"/>
                  <a:gd name="T19" fmla="*/ 98 h 98"/>
                  <a:gd name="T20" fmla="*/ 0 w 79"/>
                  <a:gd name="T21" fmla="*/ 98 h 98"/>
                  <a:gd name="T22" fmla="*/ 0 w 79"/>
                  <a:gd name="T23" fmla="*/ 76 h 98"/>
                  <a:gd name="T24" fmla="*/ 3 w 79"/>
                  <a:gd name="T25" fmla="*/ 70 h 98"/>
                  <a:gd name="T26" fmla="*/ 9 w 79"/>
                  <a:gd name="T27" fmla="*/ 54 h 98"/>
                  <a:gd name="T28" fmla="*/ 6 w 79"/>
                  <a:gd name="T29" fmla="*/ 10 h 98"/>
                  <a:gd name="T30" fmla="*/ 44 w 79"/>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79" h="98">
                    <a:moveTo>
                      <a:pt x="44" y="0"/>
                    </a:moveTo>
                    <a:lnTo>
                      <a:pt x="47" y="45"/>
                    </a:lnTo>
                    <a:lnTo>
                      <a:pt x="53" y="48"/>
                    </a:lnTo>
                    <a:lnTo>
                      <a:pt x="75" y="64"/>
                    </a:lnTo>
                    <a:lnTo>
                      <a:pt x="79" y="89"/>
                    </a:lnTo>
                    <a:lnTo>
                      <a:pt x="56" y="89"/>
                    </a:lnTo>
                    <a:lnTo>
                      <a:pt x="41" y="89"/>
                    </a:lnTo>
                    <a:lnTo>
                      <a:pt x="41" y="95"/>
                    </a:lnTo>
                    <a:lnTo>
                      <a:pt x="15" y="98"/>
                    </a:lnTo>
                    <a:lnTo>
                      <a:pt x="6" y="98"/>
                    </a:lnTo>
                    <a:lnTo>
                      <a:pt x="0" y="98"/>
                    </a:lnTo>
                    <a:lnTo>
                      <a:pt x="0" y="76"/>
                    </a:lnTo>
                    <a:lnTo>
                      <a:pt x="3" y="70"/>
                    </a:lnTo>
                    <a:lnTo>
                      <a:pt x="9" y="54"/>
                    </a:lnTo>
                    <a:lnTo>
                      <a:pt x="6" y="10"/>
                    </a:lnTo>
                    <a:lnTo>
                      <a:pt x="44" y="0"/>
                    </a:lnTo>
                    <a:close/>
                  </a:path>
                </a:pathLst>
              </a:custGeom>
              <a:solidFill>
                <a:srgbClr val="22222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42" name="Freeform 119">
                <a:extLst>
                  <a:ext uri="{FF2B5EF4-FFF2-40B4-BE49-F238E27FC236}">
                    <a16:creationId xmlns:a16="http://schemas.microsoft.com/office/drawing/2014/main" id="{9DA8BE33-B9D3-EF5D-BAE4-6B2CE7A42175}"/>
                  </a:ext>
                </a:extLst>
              </p:cNvPr>
              <p:cNvSpPr>
                <a:spLocks/>
              </p:cNvSpPr>
              <p:nvPr/>
            </p:nvSpPr>
            <p:spPr bwMode="auto">
              <a:xfrm>
                <a:off x="742" y="1863"/>
                <a:ext cx="79" cy="98"/>
              </a:xfrm>
              <a:custGeom>
                <a:avLst/>
                <a:gdLst>
                  <a:gd name="T0" fmla="*/ 44 w 79"/>
                  <a:gd name="T1" fmla="*/ 0 h 98"/>
                  <a:gd name="T2" fmla="*/ 47 w 79"/>
                  <a:gd name="T3" fmla="*/ 45 h 98"/>
                  <a:gd name="T4" fmla="*/ 53 w 79"/>
                  <a:gd name="T5" fmla="*/ 48 h 98"/>
                  <a:gd name="T6" fmla="*/ 75 w 79"/>
                  <a:gd name="T7" fmla="*/ 64 h 98"/>
                  <a:gd name="T8" fmla="*/ 79 w 79"/>
                  <a:gd name="T9" fmla="*/ 89 h 98"/>
                  <a:gd name="T10" fmla="*/ 56 w 79"/>
                  <a:gd name="T11" fmla="*/ 89 h 98"/>
                  <a:gd name="T12" fmla="*/ 41 w 79"/>
                  <a:gd name="T13" fmla="*/ 89 h 98"/>
                  <a:gd name="T14" fmla="*/ 41 w 79"/>
                  <a:gd name="T15" fmla="*/ 95 h 98"/>
                  <a:gd name="T16" fmla="*/ 15 w 79"/>
                  <a:gd name="T17" fmla="*/ 98 h 98"/>
                  <a:gd name="T18" fmla="*/ 6 w 79"/>
                  <a:gd name="T19" fmla="*/ 98 h 98"/>
                  <a:gd name="T20" fmla="*/ 0 w 79"/>
                  <a:gd name="T21" fmla="*/ 98 h 98"/>
                  <a:gd name="T22" fmla="*/ 0 w 79"/>
                  <a:gd name="T23" fmla="*/ 76 h 98"/>
                  <a:gd name="T24" fmla="*/ 3 w 79"/>
                  <a:gd name="T25" fmla="*/ 70 h 98"/>
                  <a:gd name="T26" fmla="*/ 9 w 79"/>
                  <a:gd name="T27" fmla="*/ 54 h 98"/>
                  <a:gd name="T28" fmla="*/ 6 w 79"/>
                  <a:gd name="T29" fmla="*/ 10 h 98"/>
                  <a:gd name="T30" fmla="*/ 44 w 79"/>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79" h="98">
                    <a:moveTo>
                      <a:pt x="44" y="0"/>
                    </a:moveTo>
                    <a:lnTo>
                      <a:pt x="47" y="45"/>
                    </a:lnTo>
                    <a:lnTo>
                      <a:pt x="53" y="48"/>
                    </a:lnTo>
                    <a:lnTo>
                      <a:pt x="75" y="64"/>
                    </a:lnTo>
                    <a:lnTo>
                      <a:pt x="79" y="89"/>
                    </a:lnTo>
                    <a:lnTo>
                      <a:pt x="56" y="89"/>
                    </a:lnTo>
                    <a:lnTo>
                      <a:pt x="41" y="89"/>
                    </a:lnTo>
                    <a:lnTo>
                      <a:pt x="41" y="95"/>
                    </a:lnTo>
                    <a:lnTo>
                      <a:pt x="15" y="98"/>
                    </a:lnTo>
                    <a:lnTo>
                      <a:pt x="6" y="98"/>
                    </a:lnTo>
                    <a:lnTo>
                      <a:pt x="0" y="98"/>
                    </a:lnTo>
                    <a:lnTo>
                      <a:pt x="0" y="76"/>
                    </a:lnTo>
                    <a:lnTo>
                      <a:pt x="3" y="70"/>
                    </a:lnTo>
                    <a:lnTo>
                      <a:pt x="9" y="54"/>
                    </a:lnTo>
                    <a:lnTo>
                      <a:pt x="6" y="10"/>
                    </a:lnTo>
                    <a:lnTo>
                      <a:pt x="44" y="0"/>
                    </a:lnTo>
                    <a:close/>
                  </a:path>
                </a:pathLst>
              </a:custGeom>
              <a:solidFill>
                <a:srgbClr val="222222"/>
              </a:solidFill>
              <a:ln w="4763">
                <a:solidFill>
                  <a:srgbClr val="000000"/>
                </a:solidFill>
                <a:prstDash val="solid"/>
                <a:round/>
                <a:headEnd/>
                <a:tailEnd/>
              </a:ln>
            </p:spPr>
            <p:txBody>
              <a:bodyPr/>
              <a:lstStyle/>
              <a:p>
                <a:endParaRPr lang="zh-CN" altLang="en-US" sz="1400" b="1">
                  <a:solidFill>
                    <a:srgbClr val="000099"/>
                  </a:solidFill>
                  <a:latin typeface="微软雅黑" pitchFamily="34" charset="-122"/>
                  <a:ea typeface="微软雅黑" pitchFamily="34" charset="-122"/>
                </a:endParaRPr>
              </a:p>
            </p:txBody>
          </p:sp>
          <p:sp>
            <p:nvSpPr>
              <p:cNvPr id="43" name="Freeform 120">
                <a:extLst>
                  <a:ext uri="{FF2B5EF4-FFF2-40B4-BE49-F238E27FC236}">
                    <a16:creationId xmlns:a16="http://schemas.microsoft.com/office/drawing/2014/main" id="{F81FE412-426C-1AD6-44D5-D36178669EFC}"/>
                  </a:ext>
                </a:extLst>
              </p:cNvPr>
              <p:cNvSpPr>
                <a:spLocks/>
              </p:cNvSpPr>
              <p:nvPr/>
            </p:nvSpPr>
            <p:spPr bwMode="auto">
              <a:xfrm>
                <a:off x="795" y="1924"/>
                <a:ext cx="120" cy="98"/>
              </a:xfrm>
              <a:custGeom>
                <a:avLst/>
                <a:gdLst>
                  <a:gd name="T0" fmla="*/ 60 w 120"/>
                  <a:gd name="T1" fmla="*/ 0 h 98"/>
                  <a:gd name="T2" fmla="*/ 54 w 120"/>
                  <a:gd name="T3" fmla="*/ 31 h 98"/>
                  <a:gd name="T4" fmla="*/ 63 w 120"/>
                  <a:gd name="T5" fmla="*/ 31 h 98"/>
                  <a:gd name="T6" fmla="*/ 82 w 120"/>
                  <a:gd name="T7" fmla="*/ 44 h 98"/>
                  <a:gd name="T8" fmla="*/ 108 w 120"/>
                  <a:gd name="T9" fmla="*/ 44 h 98"/>
                  <a:gd name="T10" fmla="*/ 117 w 120"/>
                  <a:gd name="T11" fmla="*/ 47 h 98"/>
                  <a:gd name="T12" fmla="*/ 120 w 120"/>
                  <a:gd name="T13" fmla="*/ 56 h 98"/>
                  <a:gd name="T14" fmla="*/ 117 w 120"/>
                  <a:gd name="T15" fmla="*/ 66 h 98"/>
                  <a:gd name="T16" fmla="*/ 92 w 120"/>
                  <a:gd name="T17" fmla="*/ 82 h 98"/>
                  <a:gd name="T18" fmla="*/ 82 w 120"/>
                  <a:gd name="T19" fmla="*/ 85 h 98"/>
                  <a:gd name="T20" fmla="*/ 67 w 120"/>
                  <a:gd name="T21" fmla="*/ 85 h 98"/>
                  <a:gd name="T22" fmla="*/ 41 w 120"/>
                  <a:gd name="T23" fmla="*/ 88 h 98"/>
                  <a:gd name="T24" fmla="*/ 41 w 120"/>
                  <a:gd name="T25" fmla="*/ 98 h 98"/>
                  <a:gd name="T26" fmla="*/ 32 w 120"/>
                  <a:gd name="T27" fmla="*/ 98 h 98"/>
                  <a:gd name="T28" fmla="*/ 19 w 120"/>
                  <a:gd name="T29" fmla="*/ 98 h 98"/>
                  <a:gd name="T30" fmla="*/ 10 w 120"/>
                  <a:gd name="T31" fmla="*/ 94 h 98"/>
                  <a:gd name="T32" fmla="*/ 0 w 120"/>
                  <a:gd name="T33" fmla="*/ 88 h 98"/>
                  <a:gd name="T34" fmla="*/ 0 w 120"/>
                  <a:gd name="T35" fmla="*/ 72 h 98"/>
                  <a:gd name="T36" fmla="*/ 7 w 120"/>
                  <a:gd name="T37" fmla="*/ 56 h 98"/>
                  <a:gd name="T38" fmla="*/ 10 w 120"/>
                  <a:gd name="T39" fmla="*/ 47 h 98"/>
                  <a:gd name="T40" fmla="*/ 16 w 120"/>
                  <a:gd name="T41" fmla="*/ 37 h 98"/>
                  <a:gd name="T42" fmla="*/ 22 w 120"/>
                  <a:gd name="T43" fmla="*/ 6 h 98"/>
                  <a:gd name="T44" fmla="*/ 60 w 120"/>
                  <a:gd name="T45" fmla="*/ 0 h 9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20" h="98">
                    <a:moveTo>
                      <a:pt x="60" y="0"/>
                    </a:moveTo>
                    <a:lnTo>
                      <a:pt x="54" y="31"/>
                    </a:lnTo>
                    <a:lnTo>
                      <a:pt x="63" y="31"/>
                    </a:lnTo>
                    <a:lnTo>
                      <a:pt x="82" y="44"/>
                    </a:lnTo>
                    <a:lnTo>
                      <a:pt x="108" y="44"/>
                    </a:lnTo>
                    <a:lnTo>
                      <a:pt x="117" y="47"/>
                    </a:lnTo>
                    <a:lnTo>
                      <a:pt x="120" y="56"/>
                    </a:lnTo>
                    <a:lnTo>
                      <a:pt x="117" y="66"/>
                    </a:lnTo>
                    <a:lnTo>
                      <a:pt x="92" y="82"/>
                    </a:lnTo>
                    <a:lnTo>
                      <a:pt x="82" y="85"/>
                    </a:lnTo>
                    <a:lnTo>
                      <a:pt x="67" y="85"/>
                    </a:lnTo>
                    <a:lnTo>
                      <a:pt x="41" y="88"/>
                    </a:lnTo>
                    <a:lnTo>
                      <a:pt x="41" y="98"/>
                    </a:lnTo>
                    <a:lnTo>
                      <a:pt x="32" y="98"/>
                    </a:lnTo>
                    <a:lnTo>
                      <a:pt x="19" y="98"/>
                    </a:lnTo>
                    <a:lnTo>
                      <a:pt x="10" y="94"/>
                    </a:lnTo>
                    <a:lnTo>
                      <a:pt x="0" y="88"/>
                    </a:lnTo>
                    <a:lnTo>
                      <a:pt x="0" y="72"/>
                    </a:lnTo>
                    <a:lnTo>
                      <a:pt x="7" y="56"/>
                    </a:lnTo>
                    <a:lnTo>
                      <a:pt x="10" y="47"/>
                    </a:lnTo>
                    <a:lnTo>
                      <a:pt x="16" y="37"/>
                    </a:lnTo>
                    <a:lnTo>
                      <a:pt x="22" y="6"/>
                    </a:lnTo>
                    <a:lnTo>
                      <a:pt x="60" y="0"/>
                    </a:lnTo>
                    <a:close/>
                  </a:path>
                </a:pathLst>
              </a:custGeom>
              <a:solidFill>
                <a:srgbClr val="22222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44" name="Freeform 121">
                <a:extLst>
                  <a:ext uri="{FF2B5EF4-FFF2-40B4-BE49-F238E27FC236}">
                    <a16:creationId xmlns:a16="http://schemas.microsoft.com/office/drawing/2014/main" id="{9E50785C-07D5-27FE-579C-DD2B8276FFF2}"/>
                  </a:ext>
                </a:extLst>
              </p:cNvPr>
              <p:cNvSpPr>
                <a:spLocks/>
              </p:cNvSpPr>
              <p:nvPr/>
            </p:nvSpPr>
            <p:spPr bwMode="auto">
              <a:xfrm>
                <a:off x="795" y="1924"/>
                <a:ext cx="120" cy="98"/>
              </a:xfrm>
              <a:custGeom>
                <a:avLst/>
                <a:gdLst>
                  <a:gd name="T0" fmla="*/ 60 w 120"/>
                  <a:gd name="T1" fmla="*/ 0 h 98"/>
                  <a:gd name="T2" fmla="*/ 54 w 120"/>
                  <a:gd name="T3" fmla="*/ 31 h 98"/>
                  <a:gd name="T4" fmla="*/ 63 w 120"/>
                  <a:gd name="T5" fmla="*/ 31 h 98"/>
                  <a:gd name="T6" fmla="*/ 82 w 120"/>
                  <a:gd name="T7" fmla="*/ 44 h 98"/>
                  <a:gd name="T8" fmla="*/ 108 w 120"/>
                  <a:gd name="T9" fmla="*/ 44 h 98"/>
                  <a:gd name="T10" fmla="*/ 117 w 120"/>
                  <a:gd name="T11" fmla="*/ 47 h 98"/>
                  <a:gd name="T12" fmla="*/ 120 w 120"/>
                  <a:gd name="T13" fmla="*/ 56 h 98"/>
                  <a:gd name="T14" fmla="*/ 117 w 120"/>
                  <a:gd name="T15" fmla="*/ 66 h 98"/>
                  <a:gd name="T16" fmla="*/ 92 w 120"/>
                  <a:gd name="T17" fmla="*/ 82 h 98"/>
                  <a:gd name="T18" fmla="*/ 82 w 120"/>
                  <a:gd name="T19" fmla="*/ 85 h 98"/>
                  <a:gd name="T20" fmla="*/ 67 w 120"/>
                  <a:gd name="T21" fmla="*/ 85 h 98"/>
                  <a:gd name="T22" fmla="*/ 41 w 120"/>
                  <a:gd name="T23" fmla="*/ 88 h 98"/>
                  <a:gd name="T24" fmla="*/ 41 w 120"/>
                  <a:gd name="T25" fmla="*/ 98 h 98"/>
                  <a:gd name="T26" fmla="*/ 32 w 120"/>
                  <a:gd name="T27" fmla="*/ 98 h 98"/>
                  <a:gd name="T28" fmla="*/ 19 w 120"/>
                  <a:gd name="T29" fmla="*/ 98 h 98"/>
                  <a:gd name="T30" fmla="*/ 10 w 120"/>
                  <a:gd name="T31" fmla="*/ 94 h 98"/>
                  <a:gd name="T32" fmla="*/ 0 w 120"/>
                  <a:gd name="T33" fmla="*/ 88 h 98"/>
                  <a:gd name="T34" fmla="*/ 0 w 120"/>
                  <a:gd name="T35" fmla="*/ 72 h 98"/>
                  <a:gd name="T36" fmla="*/ 7 w 120"/>
                  <a:gd name="T37" fmla="*/ 56 h 98"/>
                  <a:gd name="T38" fmla="*/ 10 w 120"/>
                  <a:gd name="T39" fmla="*/ 47 h 98"/>
                  <a:gd name="T40" fmla="*/ 16 w 120"/>
                  <a:gd name="T41" fmla="*/ 37 h 98"/>
                  <a:gd name="T42" fmla="*/ 22 w 120"/>
                  <a:gd name="T43" fmla="*/ 6 h 98"/>
                  <a:gd name="T44" fmla="*/ 60 w 120"/>
                  <a:gd name="T45" fmla="*/ 0 h 9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20" h="98">
                    <a:moveTo>
                      <a:pt x="60" y="0"/>
                    </a:moveTo>
                    <a:lnTo>
                      <a:pt x="54" y="31"/>
                    </a:lnTo>
                    <a:lnTo>
                      <a:pt x="63" y="31"/>
                    </a:lnTo>
                    <a:lnTo>
                      <a:pt x="82" y="44"/>
                    </a:lnTo>
                    <a:lnTo>
                      <a:pt x="108" y="44"/>
                    </a:lnTo>
                    <a:lnTo>
                      <a:pt x="117" y="47"/>
                    </a:lnTo>
                    <a:lnTo>
                      <a:pt x="120" y="56"/>
                    </a:lnTo>
                    <a:lnTo>
                      <a:pt x="117" y="66"/>
                    </a:lnTo>
                    <a:lnTo>
                      <a:pt x="92" y="82"/>
                    </a:lnTo>
                    <a:lnTo>
                      <a:pt x="82" y="85"/>
                    </a:lnTo>
                    <a:lnTo>
                      <a:pt x="67" y="85"/>
                    </a:lnTo>
                    <a:lnTo>
                      <a:pt x="41" y="88"/>
                    </a:lnTo>
                    <a:lnTo>
                      <a:pt x="41" y="98"/>
                    </a:lnTo>
                    <a:lnTo>
                      <a:pt x="32" y="98"/>
                    </a:lnTo>
                    <a:lnTo>
                      <a:pt x="19" y="98"/>
                    </a:lnTo>
                    <a:lnTo>
                      <a:pt x="10" y="94"/>
                    </a:lnTo>
                    <a:lnTo>
                      <a:pt x="0" y="88"/>
                    </a:lnTo>
                    <a:lnTo>
                      <a:pt x="0" y="72"/>
                    </a:lnTo>
                    <a:lnTo>
                      <a:pt x="7" y="56"/>
                    </a:lnTo>
                    <a:lnTo>
                      <a:pt x="10" y="47"/>
                    </a:lnTo>
                    <a:lnTo>
                      <a:pt x="16" y="37"/>
                    </a:lnTo>
                    <a:lnTo>
                      <a:pt x="22" y="6"/>
                    </a:lnTo>
                    <a:lnTo>
                      <a:pt x="60" y="0"/>
                    </a:lnTo>
                    <a:close/>
                  </a:path>
                </a:pathLst>
              </a:custGeom>
              <a:solidFill>
                <a:srgbClr val="222222"/>
              </a:solidFill>
              <a:ln w="4763">
                <a:solidFill>
                  <a:srgbClr val="000000"/>
                </a:solidFill>
                <a:prstDash val="solid"/>
                <a:round/>
                <a:headEnd/>
                <a:tailEnd/>
              </a:ln>
            </p:spPr>
            <p:txBody>
              <a:bodyPr/>
              <a:lstStyle/>
              <a:p>
                <a:endParaRPr lang="zh-CN" altLang="en-US" sz="1400" b="1">
                  <a:solidFill>
                    <a:srgbClr val="000099"/>
                  </a:solidFill>
                  <a:latin typeface="微软雅黑" pitchFamily="34" charset="-122"/>
                  <a:ea typeface="微软雅黑" pitchFamily="34" charset="-122"/>
                </a:endParaRPr>
              </a:p>
            </p:txBody>
          </p:sp>
          <p:sp>
            <p:nvSpPr>
              <p:cNvPr id="45" name="Freeform 122">
                <a:extLst>
                  <a:ext uri="{FF2B5EF4-FFF2-40B4-BE49-F238E27FC236}">
                    <a16:creationId xmlns:a16="http://schemas.microsoft.com/office/drawing/2014/main" id="{44E1F145-F492-A02B-4363-437F34A8AAFB}"/>
                  </a:ext>
                </a:extLst>
              </p:cNvPr>
              <p:cNvSpPr>
                <a:spLocks/>
              </p:cNvSpPr>
              <p:nvPr/>
            </p:nvSpPr>
            <p:spPr bwMode="auto">
              <a:xfrm>
                <a:off x="710" y="1844"/>
                <a:ext cx="92" cy="54"/>
              </a:xfrm>
              <a:custGeom>
                <a:avLst/>
                <a:gdLst>
                  <a:gd name="T0" fmla="*/ 0 w 92"/>
                  <a:gd name="T1" fmla="*/ 32 h 54"/>
                  <a:gd name="T2" fmla="*/ 88 w 92"/>
                  <a:gd name="T3" fmla="*/ 0 h 54"/>
                  <a:gd name="T4" fmla="*/ 92 w 92"/>
                  <a:gd name="T5" fmla="*/ 7 h 54"/>
                  <a:gd name="T6" fmla="*/ 92 w 92"/>
                  <a:gd name="T7" fmla="*/ 16 h 54"/>
                  <a:gd name="T8" fmla="*/ 88 w 92"/>
                  <a:gd name="T9" fmla="*/ 23 h 54"/>
                  <a:gd name="T10" fmla="*/ 7 w 92"/>
                  <a:gd name="T11" fmla="*/ 54 h 54"/>
                  <a:gd name="T12" fmla="*/ 0 w 92"/>
                  <a:gd name="T13" fmla="*/ 32 h 5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2" h="54">
                    <a:moveTo>
                      <a:pt x="0" y="32"/>
                    </a:moveTo>
                    <a:lnTo>
                      <a:pt x="88" y="0"/>
                    </a:lnTo>
                    <a:lnTo>
                      <a:pt x="92" y="7"/>
                    </a:lnTo>
                    <a:lnTo>
                      <a:pt x="92" y="16"/>
                    </a:lnTo>
                    <a:lnTo>
                      <a:pt x="88" y="23"/>
                    </a:lnTo>
                    <a:lnTo>
                      <a:pt x="7" y="54"/>
                    </a:lnTo>
                    <a:lnTo>
                      <a:pt x="0" y="32"/>
                    </a:lnTo>
                    <a:close/>
                  </a:path>
                </a:pathLst>
              </a:custGeom>
              <a:solidFill>
                <a:srgbClr val="004E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46" name="Freeform 123">
                <a:extLst>
                  <a:ext uri="{FF2B5EF4-FFF2-40B4-BE49-F238E27FC236}">
                    <a16:creationId xmlns:a16="http://schemas.microsoft.com/office/drawing/2014/main" id="{439BCE18-385D-DEB7-7BED-7CDAEA76D074}"/>
                  </a:ext>
                </a:extLst>
              </p:cNvPr>
              <p:cNvSpPr>
                <a:spLocks/>
              </p:cNvSpPr>
              <p:nvPr/>
            </p:nvSpPr>
            <p:spPr bwMode="auto">
              <a:xfrm>
                <a:off x="710" y="1844"/>
                <a:ext cx="92" cy="54"/>
              </a:xfrm>
              <a:custGeom>
                <a:avLst/>
                <a:gdLst>
                  <a:gd name="T0" fmla="*/ 0 w 92"/>
                  <a:gd name="T1" fmla="*/ 32 h 54"/>
                  <a:gd name="T2" fmla="*/ 88 w 92"/>
                  <a:gd name="T3" fmla="*/ 0 h 54"/>
                  <a:gd name="T4" fmla="*/ 92 w 92"/>
                  <a:gd name="T5" fmla="*/ 7 h 54"/>
                  <a:gd name="T6" fmla="*/ 92 w 92"/>
                  <a:gd name="T7" fmla="*/ 16 h 54"/>
                  <a:gd name="T8" fmla="*/ 88 w 92"/>
                  <a:gd name="T9" fmla="*/ 23 h 54"/>
                  <a:gd name="T10" fmla="*/ 7 w 92"/>
                  <a:gd name="T11" fmla="*/ 54 h 54"/>
                  <a:gd name="T12" fmla="*/ 0 w 92"/>
                  <a:gd name="T13" fmla="*/ 32 h 5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2" h="54">
                    <a:moveTo>
                      <a:pt x="0" y="32"/>
                    </a:moveTo>
                    <a:lnTo>
                      <a:pt x="88" y="0"/>
                    </a:lnTo>
                    <a:lnTo>
                      <a:pt x="92" y="7"/>
                    </a:lnTo>
                    <a:lnTo>
                      <a:pt x="92" y="16"/>
                    </a:lnTo>
                    <a:lnTo>
                      <a:pt x="88" y="23"/>
                    </a:lnTo>
                    <a:lnTo>
                      <a:pt x="7" y="54"/>
                    </a:lnTo>
                    <a:lnTo>
                      <a:pt x="0" y="32"/>
                    </a:lnTo>
                    <a:close/>
                  </a:path>
                </a:pathLst>
              </a:custGeom>
              <a:solidFill>
                <a:srgbClr val="004EFF"/>
              </a:solidFill>
              <a:ln w="4763">
                <a:solidFill>
                  <a:srgbClr val="000000"/>
                </a:solidFill>
                <a:prstDash val="solid"/>
                <a:round/>
                <a:headEnd/>
                <a:tailEnd/>
              </a:ln>
            </p:spPr>
            <p:txBody>
              <a:bodyPr/>
              <a:lstStyle/>
              <a:p>
                <a:endParaRPr lang="zh-CN" altLang="en-US" sz="1400" b="1">
                  <a:solidFill>
                    <a:srgbClr val="000099"/>
                  </a:solidFill>
                  <a:latin typeface="微软雅黑" pitchFamily="34" charset="-122"/>
                  <a:ea typeface="微软雅黑" pitchFamily="34" charset="-122"/>
                </a:endParaRPr>
              </a:p>
            </p:txBody>
          </p:sp>
          <p:sp>
            <p:nvSpPr>
              <p:cNvPr id="47" name="Freeform 124">
                <a:extLst>
                  <a:ext uri="{FF2B5EF4-FFF2-40B4-BE49-F238E27FC236}">
                    <a16:creationId xmlns:a16="http://schemas.microsoft.com/office/drawing/2014/main" id="{0BEBB5DB-477D-8798-BECA-00E6ADF63390}"/>
                  </a:ext>
                </a:extLst>
              </p:cNvPr>
              <p:cNvSpPr>
                <a:spLocks/>
              </p:cNvSpPr>
              <p:nvPr/>
            </p:nvSpPr>
            <p:spPr bwMode="auto">
              <a:xfrm>
                <a:off x="710" y="1750"/>
                <a:ext cx="170" cy="189"/>
              </a:xfrm>
              <a:custGeom>
                <a:avLst/>
                <a:gdLst>
                  <a:gd name="T0" fmla="*/ 7 w 170"/>
                  <a:gd name="T1" fmla="*/ 0 h 189"/>
                  <a:gd name="T2" fmla="*/ 44 w 170"/>
                  <a:gd name="T3" fmla="*/ 25 h 189"/>
                  <a:gd name="T4" fmla="*/ 82 w 170"/>
                  <a:gd name="T5" fmla="*/ 25 h 189"/>
                  <a:gd name="T6" fmla="*/ 158 w 170"/>
                  <a:gd name="T7" fmla="*/ 31 h 189"/>
                  <a:gd name="T8" fmla="*/ 170 w 170"/>
                  <a:gd name="T9" fmla="*/ 60 h 189"/>
                  <a:gd name="T10" fmla="*/ 167 w 170"/>
                  <a:gd name="T11" fmla="*/ 145 h 189"/>
                  <a:gd name="T12" fmla="*/ 167 w 170"/>
                  <a:gd name="T13" fmla="*/ 177 h 189"/>
                  <a:gd name="T14" fmla="*/ 133 w 170"/>
                  <a:gd name="T15" fmla="*/ 189 h 189"/>
                  <a:gd name="T16" fmla="*/ 98 w 170"/>
                  <a:gd name="T17" fmla="*/ 186 h 189"/>
                  <a:gd name="T18" fmla="*/ 107 w 170"/>
                  <a:gd name="T19" fmla="*/ 94 h 189"/>
                  <a:gd name="T20" fmla="*/ 88 w 170"/>
                  <a:gd name="T21" fmla="*/ 94 h 189"/>
                  <a:gd name="T22" fmla="*/ 0 w 170"/>
                  <a:gd name="T23" fmla="*/ 126 h 189"/>
                  <a:gd name="T24" fmla="*/ 7 w 170"/>
                  <a:gd name="T25" fmla="*/ 0 h 18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0" h="189">
                    <a:moveTo>
                      <a:pt x="7" y="0"/>
                    </a:moveTo>
                    <a:lnTo>
                      <a:pt x="44" y="25"/>
                    </a:lnTo>
                    <a:lnTo>
                      <a:pt x="82" y="25"/>
                    </a:lnTo>
                    <a:lnTo>
                      <a:pt x="158" y="31"/>
                    </a:lnTo>
                    <a:lnTo>
                      <a:pt x="170" y="60"/>
                    </a:lnTo>
                    <a:lnTo>
                      <a:pt x="167" y="145"/>
                    </a:lnTo>
                    <a:lnTo>
                      <a:pt x="167" y="177"/>
                    </a:lnTo>
                    <a:lnTo>
                      <a:pt x="133" y="189"/>
                    </a:lnTo>
                    <a:lnTo>
                      <a:pt x="98" y="186"/>
                    </a:lnTo>
                    <a:lnTo>
                      <a:pt x="107" y="94"/>
                    </a:lnTo>
                    <a:lnTo>
                      <a:pt x="88" y="94"/>
                    </a:lnTo>
                    <a:lnTo>
                      <a:pt x="0" y="126"/>
                    </a:lnTo>
                    <a:lnTo>
                      <a:pt x="7" y="0"/>
                    </a:lnTo>
                    <a:close/>
                  </a:path>
                </a:pathLst>
              </a:custGeom>
              <a:solidFill>
                <a:srgbClr val="62624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48" name="Freeform 125">
                <a:extLst>
                  <a:ext uri="{FF2B5EF4-FFF2-40B4-BE49-F238E27FC236}">
                    <a16:creationId xmlns:a16="http://schemas.microsoft.com/office/drawing/2014/main" id="{FF9939BC-E186-5946-60BC-11B6B9602573}"/>
                  </a:ext>
                </a:extLst>
              </p:cNvPr>
              <p:cNvSpPr>
                <a:spLocks/>
              </p:cNvSpPr>
              <p:nvPr/>
            </p:nvSpPr>
            <p:spPr bwMode="auto">
              <a:xfrm>
                <a:off x="710" y="1750"/>
                <a:ext cx="170" cy="189"/>
              </a:xfrm>
              <a:custGeom>
                <a:avLst/>
                <a:gdLst>
                  <a:gd name="T0" fmla="*/ 7 w 170"/>
                  <a:gd name="T1" fmla="*/ 0 h 189"/>
                  <a:gd name="T2" fmla="*/ 44 w 170"/>
                  <a:gd name="T3" fmla="*/ 25 h 189"/>
                  <a:gd name="T4" fmla="*/ 82 w 170"/>
                  <a:gd name="T5" fmla="*/ 25 h 189"/>
                  <a:gd name="T6" fmla="*/ 158 w 170"/>
                  <a:gd name="T7" fmla="*/ 31 h 189"/>
                  <a:gd name="T8" fmla="*/ 170 w 170"/>
                  <a:gd name="T9" fmla="*/ 60 h 189"/>
                  <a:gd name="T10" fmla="*/ 167 w 170"/>
                  <a:gd name="T11" fmla="*/ 145 h 189"/>
                  <a:gd name="T12" fmla="*/ 167 w 170"/>
                  <a:gd name="T13" fmla="*/ 177 h 189"/>
                  <a:gd name="T14" fmla="*/ 133 w 170"/>
                  <a:gd name="T15" fmla="*/ 189 h 189"/>
                  <a:gd name="T16" fmla="*/ 98 w 170"/>
                  <a:gd name="T17" fmla="*/ 186 h 189"/>
                  <a:gd name="T18" fmla="*/ 107 w 170"/>
                  <a:gd name="T19" fmla="*/ 94 h 189"/>
                  <a:gd name="T20" fmla="*/ 88 w 170"/>
                  <a:gd name="T21" fmla="*/ 94 h 189"/>
                  <a:gd name="T22" fmla="*/ 0 w 170"/>
                  <a:gd name="T23" fmla="*/ 126 h 189"/>
                  <a:gd name="T24" fmla="*/ 7 w 170"/>
                  <a:gd name="T25" fmla="*/ 0 h 18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0" h="189">
                    <a:moveTo>
                      <a:pt x="7" y="0"/>
                    </a:moveTo>
                    <a:lnTo>
                      <a:pt x="44" y="25"/>
                    </a:lnTo>
                    <a:lnTo>
                      <a:pt x="82" y="25"/>
                    </a:lnTo>
                    <a:lnTo>
                      <a:pt x="158" y="31"/>
                    </a:lnTo>
                    <a:lnTo>
                      <a:pt x="170" y="60"/>
                    </a:lnTo>
                    <a:lnTo>
                      <a:pt x="167" y="145"/>
                    </a:lnTo>
                    <a:lnTo>
                      <a:pt x="167" y="177"/>
                    </a:lnTo>
                    <a:lnTo>
                      <a:pt x="133" y="189"/>
                    </a:lnTo>
                    <a:lnTo>
                      <a:pt x="98" y="186"/>
                    </a:lnTo>
                    <a:lnTo>
                      <a:pt x="107" y="94"/>
                    </a:lnTo>
                    <a:lnTo>
                      <a:pt x="88" y="94"/>
                    </a:lnTo>
                    <a:lnTo>
                      <a:pt x="0" y="126"/>
                    </a:lnTo>
                    <a:lnTo>
                      <a:pt x="7" y="0"/>
                    </a:lnTo>
                    <a:close/>
                  </a:path>
                </a:pathLst>
              </a:custGeom>
              <a:solidFill>
                <a:srgbClr val="626248"/>
              </a:solidFill>
              <a:ln w="4763">
                <a:solidFill>
                  <a:srgbClr val="000000"/>
                </a:solidFill>
                <a:prstDash val="solid"/>
                <a:round/>
                <a:headEnd/>
                <a:tailEnd/>
              </a:ln>
            </p:spPr>
            <p:txBody>
              <a:bodyPr/>
              <a:lstStyle/>
              <a:p>
                <a:endParaRPr lang="zh-CN" altLang="en-US" sz="1400" b="1">
                  <a:solidFill>
                    <a:srgbClr val="000099"/>
                  </a:solidFill>
                  <a:latin typeface="微软雅黑" pitchFamily="34" charset="-122"/>
                  <a:ea typeface="微软雅黑" pitchFamily="34" charset="-122"/>
                </a:endParaRPr>
              </a:p>
            </p:txBody>
          </p:sp>
          <p:sp>
            <p:nvSpPr>
              <p:cNvPr id="49" name="Freeform 126">
                <a:extLst>
                  <a:ext uri="{FF2B5EF4-FFF2-40B4-BE49-F238E27FC236}">
                    <a16:creationId xmlns:a16="http://schemas.microsoft.com/office/drawing/2014/main" id="{49E65B54-AEDE-4E54-C6B2-20F8C85F3C2D}"/>
                  </a:ext>
                </a:extLst>
              </p:cNvPr>
              <p:cNvSpPr>
                <a:spLocks/>
              </p:cNvSpPr>
              <p:nvPr/>
            </p:nvSpPr>
            <p:spPr bwMode="auto">
              <a:xfrm>
                <a:off x="521" y="1930"/>
                <a:ext cx="236" cy="193"/>
              </a:xfrm>
              <a:custGeom>
                <a:avLst/>
                <a:gdLst>
                  <a:gd name="T0" fmla="*/ 142 w 236"/>
                  <a:gd name="T1" fmla="*/ 0 h 193"/>
                  <a:gd name="T2" fmla="*/ 145 w 236"/>
                  <a:gd name="T3" fmla="*/ 54 h 193"/>
                  <a:gd name="T4" fmla="*/ 227 w 236"/>
                  <a:gd name="T5" fmla="*/ 22 h 193"/>
                  <a:gd name="T6" fmla="*/ 233 w 236"/>
                  <a:gd name="T7" fmla="*/ 25 h 193"/>
                  <a:gd name="T8" fmla="*/ 236 w 236"/>
                  <a:gd name="T9" fmla="*/ 47 h 193"/>
                  <a:gd name="T10" fmla="*/ 230 w 236"/>
                  <a:gd name="T11" fmla="*/ 47 h 193"/>
                  <a:gd name="T12" fmla="*/ 230 w 236"/>
                  <a:gd name="T13" fmla="*/ 57 h 193"/>
                  <a:gd name="T14" fmla="*/ 227 w 236"/>
                  <a:gd name="T15" fmla="*/ 63 h 193"/>
                  <a:gd name="T16" fmla="*/ 224 w 236"/>
                  <a:gd name="T17" fmla="*/ 63 h 193"/>
                  <a:gd name="T18" fmla="*/ 218 w 236"/>
                  <a:gd name="T19" fmla="*/ 60 h 193"/>
                  <a:gd name="T20" fmla="*/ 214 w 236"/>
                  <a:gd name="T21" fmla="*/ 54 h 193"/>
                  <a:gd name="T22" fmla="*/ 214 w 236"/>
                  <a:gd name="T23" fmla="*/ 47 h 193"/>
                  <a:gd name="T24" fmla="*/ 151 w 236"/>
                  <a:gd name="T25" fmla="*/ 73 h 193"/>
                  <a:gd name="T26" fmla="*/ 208 w 236"/>
                  <a:gd name="T27" fmla="*/ 136 h 193"/>
                  <a:gd name="T28" fmla="*/ 211 w 236"/>
                  <a:gd name="T29" fmla="*/ 161 h 193"/>
                  <a:gd name="T30" fmla="*/ 208 w 236"/>
                  <a:gd name="T31" fmla="*/ 171 h 193"/>
                  <a:gd name="T32" fmla="*/ 208 w 236"/>
                  <a:gd name="T33" fmla="*/ 177 h 193"/>
                  <a:gd name="T34" fmla="*/ 205 w 236"/>
                  <a:gd name="T35" fmla="*/ 187 h 193"/>
                  <a:gd name="T36" fmla="*/ 202 w 236"/>
                  <a:gd name="T37" fmla="*/ 190 h 193"/>
                  <a:gd name="T38" fmla="*/ 199 w 236"/>
                  <a:gd name="T39" fmla="*/ 190 h 193"/>
                  <a:gd name="T40" fmla="*/ 192 w 236"/>
                  <a:gd name="T41" fmla="*/ 193 h 193"/>
                  <a:gd name="T42" fmla="*/ 189 w 236"/>
                  <a:gd name="T43" fmla="*/ 190 h 193"/>
                  <a:gd name="T44" fmla="*/ 186 w 236"/>
                  <a:gd name="T45" fmla="*/ 180 h 193"/>
                  <a:gd name="T46" fmla="*/ 183 w 236"/>
                  <a:gd name="T47" fmla="*/ 177 h 193"/>
                  <a:gd name="T48" fmla="*/ 189 w 236"/>
                  <a:gd name="T49" fmla="*/ 171 h 193"/>
                  <a:gd name="T50" fmla="*/ 192 w 236"/>
                  <a:gd name="T51" fmla="*/ 168 h 193"/>
                  <a:gd name="T52" fmla="*/ 192 w 236"/>
                  <a:gd name="T53" fmla="*/ 161 h 193"/>
                  <a:gd name="T54" fmla="*/ 196 w 236"/>
                  <a:gd name="T55" fmla="*/ 161 h 193"/>
                  <a:gd name="T56" fmla="*/ 199 w 236"/>
                  <a:gd name="T57" fmla="*/ 155 h 193"/>
                  <a:gd name="T58" fmla="*/ 132 w 236"/>
                  <a:gd name="T59" fmla="*/ 79 h 193"/>
                  <a:gd name="T60" fmla="*/ 22 w 236"/>
                  <a:gd name="T61" fmla="*/ 142 h 193"/>
                  <a:gd name="T62" fmla="*/ 22 w 236"/>
                  <a:gd name="T63" fmla="*/ 152 h 193"/>
                  <a:gd name="T64" fmla="*/ 19 w 236"/>
                  <a:gd name="T65" fmla="*/ 155 h 193"/>
                  <a:gd name="T66" fmla="*/ 19 w 236"/>
                  <a:gd name="T67" fmla="*/ 171 h 193"/>
                  <a:gd name="T68" fmla="*/ 16 w 236"/>
                  <a:gd name="T69" fmla="*/ 174 h 193"/>
                  <a:gd name="T70" fmla="*/ 13 w 236"/>
                  <a:gd name="T71" fmla="*/ 177 h 193"/>
                  <a:gd name="T72" fmla="*/ 6 w 236"/>
                  <a:gd name="T73" fmla="*/ 177 h 193"/>
                  <a:gd name="T74" fmla="*/ 0 w 236"/>
                  <a:gd name="T75" fmla="*/ 171 h 193"/>
                  <a:gd name="T76" fmla="*/ 6 w 236"/>
                  <a:gd name="T77" fmla="*/ 155 h 193"/>
                  <a:gd name="T78" fmla="*/ 6 w 236"/>
                  <a:gd name="T79" fmla="*/ 149 h 193"/>
                  <a:gd name="T80" fmla="*/ 13 w 236"/>
                  <a:gd name="T81" fmla="*/ 139 h 193"/>
                  <a:gd name="T82" fmla="*/ 9 w 236"/>
                  <a:gd name="T83" fmla="*/ 120 h 193"/>
                  <a:gd name="T84" fmla="*/ 114 w 236"/>
                  <a:gd name="T85" fmla="*/ 66 h 193"/>
                  <a:gd name="T86" fmla="*/ 79 w 236"/>
                  <a:gd name="T87" fmla="*/ 35 h 193"/>
                  <a:gd name="T88" fmla="*/ 73 w 236"/>
                  <a:gd name="T89" fmla="*/ 41 h 193"/>
                  <a:gd name="T90" fmla="*/ 69 w 236"/>
                  <a:gd name="T91" fmla="*/ 47 h 193"/>
                  <a:gd name="T92" fmla="*/ 63 w 236"/>
                  <a:gd name="T93" fmla="*/ 54 h 193"/>
                  <a:gd name="T94" fmla="*/ 50 w 236"/>
                  <a:gd name="T95" fmla="*/ 44 h 193"/>
                  <a:gd name="T96" fmla="*/ 50 w 236"/>
                  <a:gd name="T97" fmla="*/ 41 h 193"/>
                  <a:gd name="T98" fmla="*/ 54 w 236"/>
                  <a:gd name="T99" fmla="*/ 35 h 193"/>
                  <a:gd name="T100" fmla="*/ 63 w 236"/>
                  <a:gd name="T101" fmla="*/ 31 h 193"/>
                  <a:gd name="T102" fmla="*/ 66 w 236"/>
                  <a:gd name="T103" fmla="*/ 22 h 193"/>
                  <a:gd name="T104" fmla="*/ 82 w 236"/>
                  <a:gd name="T105" fmla="*/ 9 h 193"/>
                  <a:gd name="T106" fmla="*/ 120 w 236"/>
                  <a:gd name="T107" fmla="*/ 44 h 193"/>
                  <a:gd name="T108" fmla="*/ 120 w 236"/>
                  <a:gd name="T109" fmla="*/ 6 h 193"/>
                  <a:gd name="T110" fmla="*/ 142 w 236"/>
                  <a:gd name="T111" fmla="*/ 0 h 193"/>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236" h="193">
                    <a:moveTo>
                      <a:pt x="142" y="0"/>
                    </a:moveTo>
                    <a:lnTo>
                      <a:pt x="145" y="54"/>
                    </a:lnTo>
                    <a:lnTo>
                      <a:pt x="227" y="22"/>
                    </a:lnTo>
                    <a:lnTo>
                      <a:pt x="233" y="25"/>
                    </a:lnTo>
                    <a:lnTo>
                      <a:pt x="236" y="47"/>
                    </a:lnTo>
                    <a:lnTo>
                      <a:pt x="230" y="47"/>
                    </a:lnTo>
                    <a:lnTo>
                      <a:pt x="230" y="57"/>
                    </a:lnTo>
                    <a:lnTo>
                      <a:pt x="227" y="63"/>
                    </a:lnTo>
                    <a:lnTo>
                      <a:pt x="224" y="63"/>
                    </a:lnTo>
                    <a:lnTo>
                      <a:pt x="218" y="60"/>
                    </a:lnTo>
                    <a:lnTo>
                      <a:pt x="214" y="54"/>
                    </a:lnTo>
                    <a:lnTo>
                      <a:pt x="214" y="47"/>
                    </a:lnTo>
                    <a:lnTo>
                      <a:pt x="151" y="73"/>
                    </a:lnTo>
                    <a:lnTo>
                      <a:pt x="208" y="136"/>
                    </a:lnTo>
                    <a:lnTo>
                      <a:pt x="211" y="161"/>
                    </a:lnTo>
                    <a:lnTo>
                      <a:pt x="208" y="171"/>
                    </a:lnTo>
                    <a:lnTo>
                      <a:pt x="208" y="177"/>
                    </a:lnTo>
                    <a:lnTo>
                      <a:pt x="205" y="187"/>
                    </a:lnTo>
                    <a:lnTo>
                      <a:pt x="202" y="190"/>
                    </a:lnTo>
                    <a:lnTo>
                      <a:pt x="199" y="190"/>
                    </a:lnTo>
                    <a:lnTo>
                      <a:pt x="192" y="193"/>
                    </a:lnTo>
                    <a:lnTo>
                      <a:pt x="189" y="190"/>
                    </a:lnTo>
                    <a:lnTo>
                      <a:pt x="186" y="180"/>
                    </a:lnTo>
                    <a:lnTo>
                      <a:pt x="183" y="177"/>
                    </a:lnTo>
                    <a:lnTo>
                      <a:pt x="189" y="171"/>
                    </a:lnTo>
                    <a:lnTo>
                      <a:pt x="192" y="168"/>
                    </a:lnTo>
                    <a:lnTo>
                      <a:pt x="192" y="161"/>
                    </a:lnTo>
                    <a:lnTo>
                      <a:pt x="196" y="161"/>
                    </a:lnTo>
                    <a:lnTo>
                      <a:pt x="199" y="155"/>
                    </a:lnTo>
                    <a:lnTo>
                      <a:pt x="132" y="79"/>
                    </a:lnTo>
                    <a:lnTo>
                      <a:pt x="22" y="142"/>
                    </a:lnTo>
                    <a:lnTo>
                      <a:pt x="22" y="152"/>
                    </a:lnTo>
                    <a:lnTo>
                      <a:pt x="19" y="155"/>
                    </a:lnTo>
                    <a:lnTo>
                      <a:pt x="19" y="171"/>
                    </a:lnTo>
                    <a:lnTo>
                      <a:pt x="16" y="174"/>
                    </a:lnTo>
                    <a:lnTo>
                      <a:pt x="13" y="177"/>
                    </a:lnTo>
                    <a:lnTo>
                      <a:pt x="6" y="177"/>
                    </a:lnTo>
                    <a:lnTo>
                      <a:pt x="0" y="171"/>
                    </a:lnTo>
                    <a:lnTo>
                      <a:pt x="6" y="155"/>
                    </a:lnTo>
                    <a:lnTo>
                      <a:pt x="6" y="149"/>
                    </a:lnTo>
                    <a:lnTo>
                      <a:pt x="13" y="139"/>
                    </a:lnTo>
                    <a:lnTo>
                      <a:pt x="9" y="120"/>
                    </a:lnTo>
                    <a:lnTo>
                      <a:pt x="114" y="66"/>
                    </a:lnTo>
                    <a:lnTo>
                      <a:pt x="79" y="35"/>
                    </a:lnTo>
                    <a:lnTo>
                      <a:pt x="73" y="41"/>
                    </a:lnTo>
                    <a:lnTo>
                      <a:pt x="69" y="47"/>
                    </a:lnTo>
                    <a:lnTo>
                      <a:pt x="63" y="54"/>
                    </a:lnTo>
                    <a:lnTo>
                      <a:pt x="50" y="44"/>
                    </a:lnTo>
                    <a:lnTo>
                      <a:pt x="50" y="41"/>
                    </a:lnTo>
                    <a:lnTo>
                      <a:pt x="54" y="35"/>
                    </a:lnTo>
                    <a:lnTo>
                      <a:pt x="63" y="31"/>
                    </a:lnTo>
                    <a:lnTo>
                      <a:pt x="66" y="22"/>
                    </a:lnTo>
                    <a:lnTo>
                      <a:pt x="82" y="9"/>
                    </a:lnTo>
                    <a:lnTo>
                      <a:pt x="120" y="44"/>
                    </a:lnTo>
                    <a:lnTo>
                      <a:pt x="120" y="6"/>
                    </a:lnTo>
                    <a:lnTo>
                      <a:pt x="142" y="0"/>
                    </a:lnTo>
                    <a:close/>
                  </a:path>
                </a:pathLst>
              </a:custGeom>
              <a:solidFill>
                <a:srgbClr val="AAAA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0" name="Freeform 127">
                <a:extLst>
                  <a:ext uri="{FF2B5EF4-FFF2-40B4-BE49-F238E27FC236}">
                    <a16:creationId xmlns:a16="http://schemas.microsoft.com/office/drawing/2014/main" id="{69605F34-28DD-995F-8A55-B1975EB48714}"/>
                  </a:ext>
                </a:extLst>
              </p:cNvPr>
              <p:cNvSpPr>
                <a:spLocks/>
              </p:cNvSpPr>
              <p:nvPr/>
            </p:nvSpPr>
            <p:spPr bwMode="auto">
              <a:xfrm>
                <a:off x="521" y="1930"/>
                <a:ext cx="236" cy="193"/>
              </a:xfrm>
              <a:custGeom>
                <a:avLst/>
                <a:gdLst>
                  <a:gd name="T0" fmla="*/ 142 w 236"/>
                  <a:gd name="T1" fmla="*/ 0 h 193"/>
                  <a:gd name="T2" fmla="*/ 145 w 236"/>
                  <a:gd name="T3" fmla="*/ 54 h 193"/>
                  <a:gd name="T4" fmla="*/ 227 w 236"/>
                  <a:gd name="T5" fmla="*/ 22 h 193"/>
                  <a:gd name="T6" fmla="*/ 233 w 236"/>
                  <a:gd name="T7" fmla="*/ 25 h 193"/>
                  <a:gd name="T8" fmla="*/ 236 w 236"/>
                  <a:gd name="T9" fmla="*/ 47 h 193"/>
                  <a:gd name="T10" fmla="*/ 230 w 236"/>
                  <a:gd name="T11" fmla="*/ 47 h 193"/>
                  <a:gd name="T12" fmla="*/ 230 w 236"/>
                  <a:gd name="T13" fmla="*/ 57 h 193"/>
                  <a:gd name="T14" fmla="*/ 227 w 236"/>
                  <a:gd name="T15" fmla="*/ 63 h 193"/>
                  <a:gd name="T16" fmla="*/ 224 w 236"/>
                  <a:gd name="T17" fmla="*/ 63 h 193"/>
                  <a:gd name="T18" fmla="*/ 218 w 236"/>
                  <a:gd name="T19" fmla="*/ 60 h 193"/>
                  <a:gd name="T20" fmla="*/ 214 w 236"/>
                  <a:gd name="T21" fmla="*/ 54 h 193"/>
                  <a:gd name="T22" fmla="*/ 214 w 236"/>
                  <a:gd name="T23" fmla="*/ 47 h 193"/>
                  <a:gd name="T24" fmla="*/ 151 w 236"/>
                  <a:gd name="T25" fmla="*/ 73 h 193"/>
                  <a:gd name="T26" fmla="*/ 208 w 236"/>
                  <a:gd name="T27" fmla="*/ 136 h 193"/>
                  <a:gd name="T28" fmla="*/ 211 w 236"/>
                  <a:gd name="T29" fmla="*/ 161 h 193"/>
                  <a:gd name="T30" fmla="*/ 208 w 236"/>
                  <a:gd name="T31" fmla="*/ 171 h 193"/>
                  <a:gd name="T32" fmla="*/ 208 w 236"/>
                  <a:gd name="T33" fmla="*/ 177 h 193"/>
                  <a:gd name="T34" fmla="*/ 205 w 236"/>
                  <a:gd name="T35" fmla="*/ 187 h 193"/>
                  <a:gd name="T36" fmla="*/ 202 w 236"/>
                  <a:gd name="T37" fmla="*/ 190 h 193"/>
                  <a:gd name="T38" fmla="*/ 199 w 236"/>
                  <a:gd name="T39" fmla="*/ 190 h 193"/>
                  <a:gd name="T40" fmla="*/ 192 w 236"/>
                  <a:gd name="T41" fmla="*/ 193 h 193"/>
                  <a:gd name="T42" fmla="*/ 189 w 236"/>
                  <a:gd name="T43" fmla="*/ 190 h 193"/>
                  <a:gd name="T44" fmla="*/ 186 w 236"/>
                  <a:gd name="T45" fmla="*/ 180 h 193"/>
                  <a:gd name="T46" fmla="*/ 183 w 236"/>
                  <a:gd name="T47" fmla="*/ 177 h 193"/>
                  <a:gd name="T48" fmla="*/ 189 w 236"/>
                  <a:gd name="T49" fmla="*/ 171 h 193"/>
                  <a:gd name="T50" fmla="*/ 192 w 236"/>
                  <a:gd name="T51" fmla="*/ 168 h 193"/>
                  <a:gd name="T52" fmla="*/ 192 w 236"/>
                  <a:gd name="T53" fmla="*/ 161 h 193"/>
                  <a:gd name="T54" fmla="*/ 196 w 236"/>
                  <a:gd name="T55" fmla="*/ 161 h 193"/>
                  <a:gd name="T56" fmla="*/ 199 w 236"/>
                  <a:gd name="T57" fmla="*/ 155 h 193"/>
                  <a:gd name="T58" fmla="*/ 132 w 236"/>
                  <a:gd name="T59" fmla="*/ 79 h 193"/>
                  <a:gd name="T60" fmla="*/ 22 w 236"/>
                  <a:gd name="T61" fmla="*/ 142 h 193"/>
                  <a:gd name="T62" fmla="*/ 22 w 236"/>
                  <a:gd name="T63" fmla="*/ 152 h 193"/>
                  <a:gd name="T64" fmla="*/ 19 w 236"/>
                  <a:gd name="T65" fmla="*/ 155 h 193"/>
                  <a:gd name="T66" fmla="*/ 19 w 236"/>
                  <a:gd name="T67" fmla="*/ 171 h 193"/>
                  <a:gd name="T68" fmla="*/ 16 w 236"/>
                  <a:gd name="T69" fmla="*/ 174 h 193"/>
                  <a:gd name="T70" fmla="*/ 13 w 236"/>
                  <a:gd name="T71" fmla="*/ 177 h 193"/>
                  <a:gd name="T72" fmla="*/ 6 w 236"/>
                  <a:gd name="T73" fmla="*/ 177 h 193"/>
                  <a:gd name="T74" fmla="*/ 0 w 236"/>
                  <a:gd name="T75" fmla="*/ 171 h 193"/>
                  <a:gd name="T76" fmla="*/ 6 w 236"/>
                  <a:gd name="T77" fmla="*/ 155 h 193"/>
                  <a:gd name="T78" fmla="*/ 6 w 236"/>
                  <a:gd name="T79" fmla="*/ 149 h 193"/>
                  <a:gd name="T80" fmla="*/ 13 w 236"/>
                  <a:gd name="T81" fmla="*/ 139 h 193"/>
                  <a:gd name="T82" fmla="*/ 9 w 236"/>
                  <a:gd name="T83" fmla="*/ 120 h 193"/>
                  <a:gd name="T84" fmla="*/ 114 w 236"/>
                  <a:gd name="T85" fmla="*/ 66 h 193"/>
                  <a:gd name="T86" fmla="*/ 79 w 236"/>
                  <a:gd name="T87" fmla="*/ 35 h 193"/>
                  <a:gd name="T88" fmla="*/ 73 w 236"/>
                  <a:gd name="T89" fmla="*/ 41 h 193"/>
                  <a:gd name="T90" fmla="*/ 69 w 236"/>
                  <a:gd name="T91" fmla="*/ 47 h 193"/>
                  <a:gd name="T92" fmla="*/ 63 w 236"/>
                  <a:gd name="T93" fmla="*/ 54 h 193"/>
                  <a:gd name="T94" fmla="*/ 50 w 236"/>
                  <a:gd name="T95" fmla="*/ 44 h 193"/>
                  <a:gd name="T96" fmla="*/ 50 w 236"/>
                  <a:gd name="T97" fmla="*/ 41 h 193"/>
                  <a:gd name="T98" fmla="*/ 54 w 236"/>
                  <a:gd name="T99" fmla="*/ 35 h 193"/>
                  <a:gd name="T100" fmla="*/ 63 w 236"/>
                  <a:gd name="T101" fmla="*/ 31 h 193"/>
                  <a:gd name="T102" fmla="*/ 66 w 236"/>
                  <a:gd name="T103" fmla="*/ 22 h 193"/>
                  <a:gd name="T104" fmla="*/ 82 w 236"/>
                  <a:gd name="T105" fmla="*/ 9 h 193"/>
                  <a:gd name="T106" fmla="*/ 120 w 236"/>
                  <a:gd name="T107" fmla="*/ 44 h 193"/>
                  <a:gd name="T108" fmla="*/ 120 w 236"/>
                  <a:gd name="T109" fmla="*/ 6 h 193"/>
                  <a:gd name="T110" fmla="*/ 142 w 236"/>
                  <a:gd name="T111" fmla="*/ 0 h 193"/>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236" h="193">
                    <a:moveTo>
                      <a:pt x="142" y="0"/>
                    </a:moveTo>
                    <a:lnTo>
                      <a:pt x="145" y="54"/>
                    </a:lnTo>
                    <a:lnTo>
                      <a:pt x="227" y="22"/>
                    </a:lnTo>
                    <a:lnTo>
                      <a:pt x="233" y="25"/>
                    </a:lnTo>
                    <a:lnTo>
                      <a:pt x="236" y="47"/>
                    </a:lnTo>
                    <a:lnTo>
                      <a:pt x="230" y="47"/>
                    </a:lnTo>
                    <a:lnTo>
                      <a:pt x="230" y="57"/>
                    </a:lnTo>
                    <a:lnTo>
                      <a:pt x="227" y="63"/>
                    </a:lnTo>
                    <a:lnTo>
                      <a:pt x="224" y="63"/>
                    </a:lnTo>
                    <a:lnTo>
                      <a:pt x="218" y="60"/>
                    </a:lnTo>
                    <a:lnTo>
                      <a:pt x="214" y="54"/>
                    </a:lnTo>
                    <a:lnTo>
                      <a:pt x="214" y="47"/>
                    </a:lnTo>
                    <a:lnTo>
                      <a:pt x="151" y="73"/>
                    </a:lnTo>
                    <a:lnTo>
                      <a:pt x="208" y="136"/>
                    </a:lnTo>
                    <a:lnTo>
                      <a:pt x="211" y="161"/>
                    </a:lnTo>
                    <a:lnTo>
                      <a:pt x="208" y="171"/>
                    </a:lnTo>
                    <a:lnTo>
                      <a:pt x="208" y="177"/>
                    </a:lnTo>
                    <a:lnTo>
                      <a:pt x="205" y="187"/>
                    </a:lnTo>
                    <a:lnTo>
                      <a:pt x="202" y="190"/>
                    </a:lnTo>
                    <a:lnTo>
                      <a:pt x="199" y="190"/>
                    </a:lnTo>
                    <a:lnTo>
                      <a:pt x="192" y="193"/>
                    </a:lnTo>
                    <a:lnTo>
                      <a:pt x="189" y="190"/>
                    </a:lnTo>
                    <a:lnTo>
                      <a:pt x="186" y="180"/>
                    </a:lnTo>
                    <a:lnTo>
                      <a:pt x="183" y="177"/>
                    </a:lnTo>
                    <a:lnTo>
                      <a:pt x="189" y="171"/>
                    </a:lnTo>
                    <a:lnTo>
                      <a:pt x="192" y="168"/>
                    </a:lnTo>
                    <a:lnTo>
                      <a:pt x="192" y="161"/>
                    </a:lnTo>
                    <a:lnTo>
                      <a:pt x="196" y="161"/>
                    </a:lnTo>
                    <a:lnTo>
                      <a:pt x="199" y="155"/>
                    </a:lnTo>
                    <a:lnTo>
                      <a:pt x="132" y="79"/>
                    </a:lnTo>
                    <a:lnTo>
                      <a:pt x="22" y="142"/>
                    </a:lnTo>
                    <a:lnTo>
                      <a:pt x="22" y="152"/>
                    </a:lnTo>
                    <a:lnTo>
                      <a:pt x="19" y="155"/>
                    </a:lnTo>
                    <a:lnTo>
                      <a:pt x="19" y="171"/>
                    </a:lnTo>
                    <a:lnTo>
                      <a:pt x="16" y="174"/>
                    </a:lnTo>
                    <a:lnTo>
                      <a:pt x="13" y="177"/>
                    </a:lnTo>
                    <a:lnTo>
                      <a:pt x="6" y="177"/>
                    </a:lnTo>
                    <a:lnTo>
                      <a:pt x="0" y="171"/>
                    </a:lnTo>
                    <a:lnTo>
                      <a:pt x="6" y="155"/>
                    </a:lnTo>
                    <a:lnTo>
                      <a:pt x="6" y="149"/>
                    </a:lnTo>
                    <a:lnTo>
                      <a:pt x="13" y="139"/>
                    </a:lnTo>
                    <a:lnTo>
                      <a:pt x="9" y="120"/>
                    </a:lnTo>
                    <a:lnTo>
                      <a:pt x="114" y="66"/>
                    </a:lnTo>
                    <a:lnTo>
                      <a:pt x="79" y="35"/>
                    </a:lnTo>
                    <a:lnTo>
                      <a:pt x="73" y="41"/>
                    </a:lnTo>
                    <a:lnTo>
                      <a:pt x="69" y="47"/>
                    </a:lnTo>
                    <a:lnTo>
                      <a:pt x="63" y="54"/>
                    </a:lnTo>
                    <a:lnTo>
                      <a:pt x="50" y="44"/>
                    </a:lnTo>
                    <a:lnTo>
                      <a:pt x="50" y="41"/>
                    </a:lnTo>
                    <a:lnTo>
                      <a:pt x="54" y="35"/>
                    </a:lnTo>
                    <a:lnTo>
                      <a:pt x="63" y="31"/>
                    </a:lnTo>
                    <a:lnTo>
                      <a:pt x="66" y="22"/>
                    </a:lnTo>
                    <a:lnTo>
                      <a:pt x="82" y="9"/>
                    </a:lnTo>
                    <a:lnTo>
                      <a:pt x="120" y="44"/>
                    </a:lnTo>
                    <a:lnTo>
                      <a:pt x="120" y="6"/>
                    </a:lnTo>
                    <a:lnTo>
                      <a:pt x="142" y="0"/>
                    </a:lnTo>
                    <a:close/>
                  </a:path>
                </a:pathLst>
              </a:custGeom>
              <a:solidFill>
                <a:srgbClr val="AAAAAA"/>
              </a:solidFill>
              <a:ln w="4763">
                <a:solidFill>
                  <a:srgbClr val="000000"/>
                </a:solidFill>
                <a:prstDash val="solid"/>
                <a:round/>
                <a:headEnd/>
                <a:tailEnd/>
              </a:ln>
            </p:spPr>
            <p:txBody>
              <a:bodyPr/>
              <a:lstStyle/>
              <a:p>
                <a:endParaRPr lang="zh-CN" altLang="en-US" sz="1400" b="1">
                  <a:solidFill>
                    <a:srgbClr val="000099"/>
                  </a:solidFill>
                  <a:latin typeface="微软雅黑" pitchFamily="34" charset="-122"/>
                  <a:ea typeface="微软雅黑" pitchFamily="34" charset="-122"/>
                </a:endParaRPr>
              </a:p>
            </p:txBody>
          </p:sp>
          <p:sp>
            <p:nvSpPr>
              <p:cNvPr id="26659" name="Freeform 128">
                <a:extLst>
                  <a:ext uri="{FF2B5EF4-FFF2-40B4-BE49-F238E27FC236}">
                    <a16:creationId xmlns:a16="http://schemas.microsoft.com/office/drawing/2014/main" id="{14DDB7D0-D336-2008-FB4B-221723169261}"/>
                  </a:ext>
                </a:extLst>
              </p:cNvPr>
              <p:cNvSpPr>
                <a:spLocks/>
              </p:cNvSpPr>
              <p:nvPr/>
            </p:nvSpPr>
            <p:spPr bwMode="auto">
              <a:xfrm>
                <a:off x="811" y="1658"/>
                <a:ext cx="69" cy="54"/>
              </a:xfrm>
              <a:custGeom>
                <a:avLst/>
                <a:gdLst>
                  <a:gd name="T0" fmla="*/ 0 w 69"/>
                  <a:gd name="T1" fmla="*/ 35 h 54"/>
                  <a:gd name="T2" fmla="*/ 19 w 69"/>
                  <a:gd name="T3" fmla="*/ 22 h 54"/>
                  <a:gd name="T4" fmla="*/ 19 w 69"/>
                  <a:gd name="T5" fmla="*/ 6 h 54"/>
                  <a:gd name="T6" fmla="*/ 35 w 69"/>
                  <a:gd name="T7" fmla="*/ 0 h 54"/>
                  <a:gd name="T8" fmla="*/ 38 w 69"/>
                  <a:gd name="T9" fmla="*/ 0 h 54"/>
                  <a:gd name="T10" fmla="*/ 38 w 69"/>
                  <a:gd name="T11" fmla="*/ 6 h 54"/>
                  <a:gd name="T12" fmla="*/ 51 w 69"/>
                  <a:gd name="T13" fmla="*/ 3 h 54"/>
                  <a:gd name="T14" fmla="*/ 63 w 69"/>
                  <a:gd name="T15" fmla="*/ 0 h 54"/>
                  <a:gd name="T16" fmla="*/ 69 w 69"/>
                  <a:gd name="T17" fmla="*/ 6 h 54"/>
                  <a:gd name="T18" fmla="*/ 63 w 69"/>
                  <a:gd name="T19" fmla="*/ 9 h 54"/>
                  <a:gd name="T20" fmla="*/ 63 w 69"/>
                  <a:gd name="T21" fmla="*/ 38 h 54"/>
                  <a:gd name="T22" fmla="*/ 41 w 69"/>
                  <a:gd name="T23" fmla="*/ 50 h 54"/>
                  <a:gd name="T24" fmla="*/ 35 w 69"/>
                  <a:gd name="T25" fmla="*/ 50 h 54"/>
                  <a:gd name="T26" fmla="*/ 25 w 69"/>
                  <a:gd name="T27" fmla="*/ 54 h 54"/>
                  <a:gd name="T28" fmla="*/ 0 w 69"/>
                  <a:gd name="T29" fmla="*/ 35 h 5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69" h="54">
                    <a:moveTo>
                      <a:pt x="0" y="35"/>
                    </a:moveTo>
                    <a:lnTo>
                      <a:pt x="19" y="22"/>
                    </a:lnTo>
                    <a:lnTo>
                      <a:pt x="19" y="6"/>
                    </a:lnTo>
                    <a:lnTo>
                      <a:pt x="35" y="0"/>
                    </a:lnTo>
                    <a:lnTo>
                      <a:pt x="38" y="0"/>
                    </a:lnTo>
                    <a:lnTo>
                      <a:pt x="38" y="6"/>
                    </a:lnTo>
                    <a:lnTo>
                      <a:pt x="51" y="3"/>
                    </a:lnTo>
                    <a:lnTo>
                      <a:pt x="63" y="0"/>
                    </a:lnTo>
                    <a:lnTo>
                      <a:pt x="69" y="6"/>
                    </a:lnTo>
                    <a:lnTo>
                      <a:pt x="63" y="9"/>
                    </a:lnTo>
                    <a:lnTo>
                      <a:pt x="63" y="38"/>
                    </a:lnTo>
                    <a:lnTo>
                      <a:pt x="41" y="50"/>
                    </a:lnTo>
                    <a:lnTo>
                      <a:pt x="35" y="50"/>
                    </a:lnTo>
                    <a:lnTo>
                      <a:pt x="25" y="54"/>
                    </a:lnTo>
                    <a:lnTo>
                      <a:pt x="0" y="35"/>
                    </a:lnTo>
                    <a:close/>
                  </a:path>
                </a:pathLst>
              </a:custGeom>
              <a:solidFill>
                <a:srgbClr val="FFA3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6660" name="Freeform 129">
                <a:extLst>
                  <a:ext uri="{FF2B5EF4-FFF2-40B4-BE49-F238E27FC236}">
                    <a16:creationId xmlns:a16="http://schemas.microsoft.com/office/drawing/2014/main" id="{280BB2CB-3414-98F0-E1ED-07BB478C9AC4}"/>
                  </a:ext>
                </a:extLst>
              </p:cNvPr>
              <p:cNvSpPr>
                <a:spLocks/>
              </p:cNvSpPr>
              <p:nvPr/>
            </p:nvSpPr>
            <p:spPr bwMode="auto">
              <a:xfrm>
                <a:off x="811" y="1658"/>
                <a:ext cx="69" cy="54"/>
              </a:xfrm>
              <a:custGeom>
                <a:avLst/>
                <a:gdLst>
                  <a:gd name="T0" fmla="*/ 0 w 69"/>
                  <a:gd name="T1" fmla="*/ 35 h 54"/>
                  <a:gd name="T2" fmla="*/ 19 w 69"/>
                  <a:gd name="T3" fmla="*/ 22 h 54"/>
                  <a:gd name="T4" fmla="*/ 19 w 69"/>
                  <a:gd name="T5" fmla="*/ 6 h 54"/>
                  <a:gd name="T6" fmla="*/ 35 w 69"/>
                  <a:gd name="T7" fmla="*/ 0 h 54"/>
                  <a:gd name="T8" fmla="*/ 38 w 69"/>
                  <a:gd name="T9" fmla="*/ 0 h 54"/>
                  <a:gd name="T10" fmla="*/ 38 w 69"/>
                  <a:gd name="T11" fmla="*/ 6 h 54"/>
                  <a:gd name="T12" fmla="*/ 51 w 69"/>
                  <a:gd name="T13" fmla="*/ 3 h 54"/>
                  <a:gd name="T14" fmla="*/ 63 w 69"/>
                  <a:gd name="T15" fmla="*/ 0 h 54"/>
                  <a:gd name="T16" fmla="*/ 69 w 69"/>
                  <a:gd name="T17" fmla="*/ 6 h 54"/>
                  <a:gd name="T18" fmla="*/ 63 w 69"/>
                  <a:gd name="T19" fmla="*/ 9 h 54"/>
                  <a:gd name="T20" fmla="*/ 63 w 69"/>
                  <a:gd name="T21" fmla="*/ 38 h 54"/>
                  <a:gd name="T22" fmla="*/ 41 w 69"/>
                  <a:gd name="T23" fmla="*/ 50 h 54"/>
                  <a:gd name="T24" fmla="*/ 35 w 69"/>
                  <a:gd name="T25" fmla="*/ 50 h 54"/>
                  <a:gd name="T26" fmla="*/ 25 w 69"/>
                  <a:gd name="T27" fmla="*/ 54 h 54"/>
                  <a:gd name="T28" fmla="*/ 0 w 69"/>
                  <a:gd name="T29" fmla="*/ 35 h 5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69" h="54">
                    <a:moveTo>
                      <a:pt x="0" y="35"/>
                    </a:moveTo>
                    <a:lnTo>
                      <a:pt x="19" y="22"/>
                    </a:lnTo>
                    <a:lnTo>
                      <a:pt x="19" y="6"/>
                    </a:lnTo>
                    <a:lnTo>
                      <a:pt x="35" y="0"/>
                    </a:lnTo>
                    <a:lnTo>
                      <a:pt x="38" y="0"/>
                    </a:lnTo>
                    <a:lnTo>
                      <a:pt x="38" y="6"/>
                    </a:lnTo>
                    <a:lnTo>
                      <a:pt x="51" y="3"/>
                    </a:lnTo>
                    <a:lnTo>
                      <a:pt x="63" y="0"/>
                    </a:lnTo>
                    <a:lnTo>
                      <a:pt x="69" y="6"/>
                    </a:lnTo>
                    <a:lnTo>
                      <a:pt x="63" y="9"/>
                    </a:lnTo>
                    <a:lnTo>
                      <a:pt x="63" y="38"/>
                    </a:lnTo>
                    <a:lnTo>
                      <a:pt x="41" y="50"/>
                    </a:lnTo>
                    <a:lnTo>
                      <a:pt x="35" y="50"/>
                    </a:lnTo>
                    <a:lnTo>
                      <a:pt x="25" y="54"/>
                    </a:lnTo>
                    <a:lnTo>
                      <a:pt x="0" y="35"/>
                    </a:lnTo>
                    <a:close/>
                  </a:path>
                </a:pathLst>
              </a:custGeom>
              <a:solidFill>
                <a:srgbClr val="FFA380"/>
              </a:solidFill>
              <a:ln w="4763">
                <a:solidFill>
                  <a:srgbClr val="000000"/>
                </a:solidFill>
                <a:prstDash val="solid"/>
                <a:round/>
                <a:headEnd/>
                <a:tailEnd/>
              </a:ln>
            </p:spPr>
            <p:txBody>
              <a:bodyPr/>
              <a:lstStyle/>
              <a:p>
                <a:endParaRPr lang="zh-CN" altLang="en-US" sz="1400" b="1">
                  <a:solidFill>
                    <a:srgbClr val="000099"/>
                  </a:solidFill>
                  <a:latin typeface="微软雅黑" pitchFamily="34" charset="-122"/>
                  <a:ea typeface="微软雅黑" pitchFamily="34" charset="-122"/>
                </a:endParaRPr>
              </a:p>
            </p:txBody>
          </p:sp>
          <p:sp>
            <p:nvSpPr>
              <p:cNvPr id="26661" name="Freeform 130">
                <a:extLst>
                  <a:ext uri="{FF2B5EF4-FFF2-40B4-BE49-F238E27FC236}">
                    <a16:creationId xmlns:a16="http://schemas.microsoft.com/office/drawing/2014/main" id="{007C1E8B-D24E-7029-9217-362F5D400EDB}"/>
                  </a:ext>
                </a:extLst>
              </p:cNvPr>
              <p:cNvSpPr>
                <a:spLocks/>
              </p:cNvSpPr>
              <p:nvPr/>
            </p:nvSpPr>
            <p:spPr bwMode="auto">
              <a:xfrm>
                <a:off x="590" y="1417"/>
                <a:ext cx="111" cy="149"/>
              </a:xfrm>
              <a:custGeom>
                <a:avLst/>
                <a:gdLst>
                  <a:gd name="T0" fmla="*/ 101 w 111"/>
                  <a:gd name="T1" fmla="*/ 13 h 149"/>
                  <a:gd name="T2" fmla="*/ 101 w 111"/>
                  <a:gd name="T3" fmla="*/ 41 h 149"/>
                  <a:gd name="T4" fmla="*/ 101 w 111"/>
                  <a:gd name="T5" fmla="*/ 48 h 149"/>
                  <a:gd name="T6" fmla="*/ 111 w 111"/>
                  <a:gd name="T7" fmla="*/ 70 h 149"/>
                  <a:gd name="T8" fmla="*/ 108 w 111"/>
                  <a:gd name="T9" fmla="*/ 76 h 149"/>
                  <a:gd name="T10" fmla="*/ 101 w 111"/>
                  <a:gd name="T11" fmla="*/ 76 h 149"/>
                  <a:gd name="T12" fmla="*/ 101 w 111"/>
                  <a:gd name="T13" fmla="*/ 89 h 149"/>
                  <a:gd name="T14" fmla="*/ 95 w 111"/>
                  <a:gd name="T15" fmla="*/ 89 h 149"/>
                  <a:gd name="T16" fmla="*/ 98 w 111"/>
                  <a:gd name="T17" fmla="*/ 92 h 149"/>
                  <a:gd name="T18" fmla="*/ 98 w 111"/>
                  <a:gd name="T19" fmla="*/ 92 h 149"/>
                  <a:gd name="T20" fmla="*/ 95 w 111"/>
                  <a:gd name="T21" fmla="*/ 105 h 149"/>
                  <a:gd name="T22" fmla="*/ 92 w 111"/>
                  <a:gd name="T23" fmla="*/ 114 h 149"/>
                  <a:gd name="T24" fmla="*/ 86 w 111"/>
                  <a:gd name="T25" fmla="*/ 117 h 149"/>
                  <a:gd name="T26" fmla="*/ 76 w 111"/>
                  <a:gd name="T27" fmla="*/ 117 h 149"/>
                  <a:gd name="T28" fmla="*/ 63 w 111"/>
                  <a:gd name="T29" fmla="*/ 127 h 149"/>
                  <a:gd name="T30" fmla="*/ 51 w 111"/>
                  <a:gd name="T31" fmla="*/ 149 h 149"/>
                  <a:gd name="T32" fmla="*/ 0 w 111"/>
                  <a:gd name="T33" fmla="*/ 105 h 149"/>
                  <a:gd name="T34" fmla="*/ 26 w 111"/>
                  <a:gd name="T35" fmla="*/ 0 h 149"/>
                  <a:gd name="T36" fmla="*/ 101 w 111"/>
                  <a:gd name="T37" fmla="*/ 13 h 14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1" h="149">
                    <a:moveTo>
                      <a:pt x="101" y="13"/>
                    </a:moveTo>
                    <a:lnTo>
                      <a:pt x="101" y="41"/>
                    </a:lnTo>
                    <a:lnTo>
                      <a:pt x="101" y="48"/>
                    </a:lnTo>
                    <a:lnTo>
                      <a:pt x="111" y="70"/>
                    </a:lnTo>
                    <a:lnTo>
                      <a:pt x="108" y="76"/>
                    </a:lnTo>
                    <a:lnTo>
                      <a:pt x="101" y="76"/>
                    </a:lnTo>
                    <a:lnTo>
                      <a:pt x="101" y="89"/>
                    </a:lnTo>
                    <a:lnTo>
                      <a:pt x="95" y="89"/>
                    </a:lnTo>
                    <a:lnTo>
                      <a:pt x="98" y="92"/>
                    </a:lnTo>
                    <a:lnTo>
                      <a:pt x="95" y="105"/>
                    </a:lnTo>
                    <a:lnTo>
                      <a:pt x="92" y="114"/>
                    </a:lnTo>
                    <a:lnTo>
                      <a:pt x="86" y="117"/>
                    </a:lnTo>
                    <a:lnTo>
                      <a:pt x="76" y="117"/>
                    </a:lnTo>
                    <a:lnTo>
                      <a:pt x="63" y="127"/>
                    </a:lnTo>
                    <a:lnTo>
                      <a:pt x="51" y="149"/>
                    </a:lnTo>
                    <a:lnTo>
                      <a:pt x="0" y="105"/>
                    </a:lnTo>
                    <a:lnTo>
                      <a:pt x="26" y="0"/>
                    </a:lnTo>
                    <a:lnTo>
                      <a:pt x="101" y="13"/>
                    </a:lnTo>
                    <a:close/>
                  </a:path>
                </a:pathLst>
              </a:custGeom>
              <a:solidFill>
                <a:srgbClr val="FFA3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6662" name="Freeform 131">
                <a:extLst>
                  <a:ext uri="{FF2B5EF4-FFF2-40B4-BE49-F238E27FC236}">
                    <a16:creationId xmlns:a16="http://schemas.microsoft.com/office/drawing/2014/main" id="{8ACE5857-CE5D-330E-8ADF-ADE4B09B6F12}"/>
                  </a:ext>
                </a:extLst>
              </p:cNvPr>
              <p:cNvSpPr>
                <a:spLocks/>
              </p:cNvSpPr>
              <p:nvPr/>
            </p:nvSpPr>
            <p:spPr bwMode="auto">
              <a:xfrm>
                <a:off x="590" y="1417"/>
                <a:ext cx="111" cy="149"/>
              </a:xfrm>
              <a:custGeom>
                <a:avLst/>
                <a:gdLst>
                  <a:gd name="T0" fmla="*/ 101 w 111"/>
                  <a:gd name="T1" fmla="*/ 13 h 149"/>
                  <a:gd name="T2" fmla="*/ 101 w 111"/>
                  <a:gd name="T3" fmla="*/ 41 h 149"/>
                  <a:gd name="T4" fmla="*/ 101 w 111"/>
                  <a:gd name="T5" fmla="*/ 48 h 149"/>
                  <a:gd name="T6" fmla="*/ 111 w 111"/>
                  <a:gd name="T7" fmla="*/ 70 h 149"/>
                  <a:gd name="T8" fmla="*/ 108 w 111"/>
                  <a:gd name="T9" fmla="*/ 76 h 149"/>
                  <a:gd name="T10" fmla="*/ 101 w 111"/>
                  <a:gd name="T11" fmla="*/ 76 h 149"/>
                  <a:gd name="T12" fmla="*/ 101 w 111"/>
                  <a:gd name="T13" fmla="*/ 89 h 149"/>
                  <a:gd name="T14" fmla="*/ 95 w 111"/>
                  <a:gd name="T15" fmla="*/ 89 h 149"/>
                  <a:gd name="T16" fmla="*/ 98 w 111"/>
                  <a:gd name="T17" fmla="*/ 92 h 149"/>
                  <a:gd name="T18" fmla="*/ 95 w 111"/>
                  <a:gd name="T19" fmla="*/ 105 h 149"/>
                  <a:gd name="T20" fmla="*/ 92 w 111"/>
                  <a:gd name="T21" fmla="*/ 114 h 149"/>
                  <a:gd name="T22" fmla="*/ 86 w 111"/>
                  <a:gd name="T23" fmla="*/ 117 h 149"/>
                  <a:gd name="T24" fmla="*/ 76 w 111"/>
                  <a:gd name="T25" fmla="*/ 117 h 149"/>
                  <a:gd name="T26" fmla="*/ 63 w 111"/>
                  <a:gd name="T27" fmla="*/ 127 h 149"/>
                  <a:gd name="T28" fmla="*/ 51 w 111"/>
                  <a:gd name="T29" fmla="*/ 149 h 149"/>
                  <a:gd name="T30" fmla="*/ 0 w 111"/>
                  <a:gd name="T31" fmla="*/ 105 h 149"/>
                  <a:gd name="T32" fmla="*/ 26 w 111"/>
                  <a:gd name="T33" fmla="*/ 0 h 149"/>
                  <a:gd name="T34" fmla="*/ 101 w 111"/>
                  <a:gd name="T35" fmla="*/ 13 h 14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11" h="149">
                    <a:moveTo>
                      <a:pt x="101" y="13"/>
                    </a:moveTo>
                    <a:lnTo>
                      <a:pt x="101" y="41"/>
                    </a:lnTo>
                    <a:lnTo>
                      <a:pt x="101" y="48"/>
                    </a:lnTo>
                    <a:lnTo>
                      <a:pt x="111" y="70"/>
                    </a:lnTo>
                    <a:lnTo>
                      <a:pt x="108" y="76"/>
                    </a:lnTo>
                    <a:lnTo>
                      <a:pt x="101" y="76"/>
                    </a:lnTo>
                    <a:lnTo>
                      <a:pt x="101" y="89"/>
                    </a:lnTo>
                    <a:lnTo>
                      <a:pt x="95" y="89"/>
                    </a:lnTo>
                    <a:lnTo>
                      <a:pt x="98" y="92"/>
                    </a:lnTo>
                    <a:lnTo>
                      <a:pt x="95" y="105"/>
                    </a:lnTo>
                    <a:lnTo>
                      <a:pt x="92" y="114"/>
                    </a:lnTo>
                    <a:lnTo>
                      <a:pt x="86" y="117"/>
                    </a:lnTo>
                    <a:lnTo>
                      <a:pt x="76" y="117"/>
                    </a:lnTo>
                    <a:lnTo>
                      <a:pt x="63" y="127"/>
                    </a:lnTo>
                    <a:lnTo>
                      <a:pt x="51" y="149"/>
                    </a:lnTo>
                    <a:lnTo>
                      <a:pt x="0" y="105"/>
                    </a:lnTo>
                    <a:lnTo>
                      <a:pt x="26" y="0"/>
                    </a:lnTo>
                    <a:lnTo>
                      <a:pt x="101" y="13"/>
                    </a:lnTo>
                    <a:close/>
                  </a:path>
                </a:pathLst>
              </a:custGeom>
              <a:solidFill>
                <a:srgbClr val="FFA380"/>
              </a:solidFill>
              <a:ln w="4763">
                <a:solidFill>
                  <a:srgbClr val="000000"/>
                </a:solidFill>
                <a:prstDash val="solid"/>
                <a:round/>
                <a:headEnd/>
                <a:tailEnd/>
              </a:ln>
            </p:spPr>
            <p:txBody>
              <a:bodyPr/>
              <a:lstStyle/>
              <a:p>
                <a:endParaRPr lang="zh-CN" altLang="en-US" sz="1400" b="1">
                  <a:solidFill>
                    <a:srgbClr val="000099"/>
                  </a:solidFill>
                  <a:latin typeface="微软雅黑" pitchFamily="34" charset="-122"/>
                  <a:ea typeface="微软雅黑" pitchFamily="34" charset="-122"/>
                </a:endParaRPr>
              </a:p>
            </p:txBody>
          </p:sp>
          <p:sp>
            <p:nvSpPr>
              <p:cNvPr id="26663" name="Freeform 132">
                <a:extLst>
                  <a:ext uri="{FF2B5EF4-FFF2-40B4-BE49-F238E27FC236}">
                    <a16:creationId xmlns:a16="http://schemas.microsoft.com/office/drawing/2014/main" id="{2C148A08-08BF-6871-809B-A78CC2EA425A}"/>
                  </a:ext>
                </a:extLst>
              </p:cNvPr>
              <p:cNvSpPr>
                <a:spLocks/>
              </p:cNvSpPr>
              <p:nvPr/>
            </p:nvSpPr>
            <p:spPr bwMode="auto">
              <a:xfrm>
                <a:off x="568" y="1395"/>
                <a:ext cx="133" cy="124"/>
              </a:xfrm>
              <a:custGeom>
                <a:avLst/>
                <a:gdLst>
                  <a:gd name="T0" fmla="*/ 76 w 133"/>
                  <a:gd name="T1" fmla="*/ 86 h 124"/>
                  <a:gd name="T2" fmla="*/ 67 w 133"/>
                  <a:gd name="T3" fmla="*/ 95 h 124"/>
                  <a:gd name="T4" fmla="*/ 57 w 133"/>
                  <a:gd name="T5" fmla="*/ 120 h 124"/>
                  <a:gd name="T6" fmla="*/ 29 w 133"/>
                  <a:gd name="T7" fmla="*/ 124 h 124"/>
                  <a:gd name="T8" fmla="*/ 16 w 133"/>
                  <a:gd name="T9" fmla="*/ 120 h 124"/>
                  <a:gd name="T10" fmla="*/ 0 w 133"/>
                  <a:gd name="T11" fmla="*/ 63 h 124"/>
                  <a:gd name="T12" fmla="*/ 0 w 133"/>
                  <a:gd name="T13" fmla="*/ 44 h 124"/>
                  <a:gd name="T14" fmla="*/ 16 w 133"/>
                  <a:gd name="T15" fmla="*/ 16 h 124"/>
                  <a:gd name="T16" fmla="*/ 38 w 133"/>
                  <a:gd name="T17" fmla="*/ 0 h 124"/>
                  <a:gd name="T18" fmla="*/ 73 w 133"/>
                  <a:gd name="T19" fmla="*/ 0 h 124"/>
                  <a:gd name="T20" fmla="*/ 108 w 133"/>
                  <a:gd name="T21" fmla="*/ 10 h 124"/>
                  <a:gd name="T22" fmla="*/ 111 w 133"/>
                  <a:gd name="T23" fmla="*/ 19 h 124"/>
                  <a:gd name="T24" fmla="*/ 133 w 133"/>
                  <a:gd name="T25" fmla="*/ 32 h 124"/>
                  <a:gd name="T26" fmla="*/ 133 w 133"/>
                  <a:gd name="T27" fmla="*/ 41 h 124"/>
                  <a:gd name="T28" fmla="*/ 120 w 133"/>
                  <a:gd name="T29" fmla="*/ 51 h 124"/>
                  <a:gd name="T30" fmla="*/ 108 w 133"/>
                  <a:gd name="T31" fmla="*/ 54 h 124"/>
                  <a:gd name="T32" fmla="*/ 98 w 133"/>
                  <a:gd name="T33" fmla="*/ 63 h 124"/>
                  <a:gd name="T34" fmla="*/ 98 w 133"/>
                  <a:gd name="T35" fmla="*/ 86 h 124"/>
                  <a:gd name="T36" fmla="*/ 85 w 133"/>
                  <a:gd name="T37" fmla="*/ 92 h 124"/>
                  <a:gd name="T38" fmla="*/ 76 w 133"/>
                  <a:gd name="T39" fmla="*/ 86 h 12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133" h="124">
                    <a:moveTo>
                      <a:pt x="76" y="86"/>
                    </a:moveTo>
                    <a:lnTo>
                      <a:pt x="67" y="95"/>
                    </a:lnTo>
                    <a:lnTo>
                      <a:pt x="57" y="120"/>
                    </a:lnTo>
                    <a:lnTo>
                      <a:pt x="29" y="124"/>
                    </a:lnTo>
                    <a:lnTo>
                      <a:pt x="16" y="120"/>
                    </a:lnTo>
                    <a:lnTo>
                      <a:pt x="0" y="63"/>
                    </a:lnTo>
                    <a:lnTo>
                      <a:pt x="0" y="44"/>
                    </a:lnTo>
                    <a:lnTo>
                      <a:pt x="16" y="16"/>
                    </a:lnTo>
                    <a:lnTo>
                      <a:pt x="38" y="0"/>
                    </a:lnTo>
                    <a:lnTo>
                      <a:pt x="73" y="0"/>
                    </a:lnTo>
                    <a:lnTo>
                      <a:pt x="108" y="10"/>
                    </a:lnTo>
                    <a:lnTo>
                      <a:pt x="111" y="19"/>
                    </a:lnTo>
                    <a:lnTo>
                      <a:pt x="133" y="32"/>
                    </a:lnTo>
                    <a:lnTo>
                      <a:pt x="133" y="41"/>
                    </a:lnTo>
                    <a:lnTo>
                      <a:pt x="120" y="51"/>
                    </a:lnTo>
                    <a:lnTo>
                      <a:pt x="108" y="54"/>
                    </a:lnTo>
                    <a:lnTo>
                      <a:pt x="98" y="63"/>
                    </a:lnTo>
                    <a:lnTo>
                      <a:pt x="98" y="86"/>
                    </a:lnTo>
                    <a:lnTo>
                      <a:pt x="85" y="92"/>
                    </a:lnTo>
                    <a:lnTo>
                      <a:pt x="76" y="86"/>
                    </a:lnTo>
                    <a:close/>
                  </a:path>
                </a:pathLst>
              </a:custGeom>
              <a:solidFill>
                <a:srgbClr val="8F5B1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6664" name="Freeform 133">
                <a:extLst>
                  <a:ext uri="{FF2B5EF4-FFF2-40B4-BE49-F238E27FC236}">
                    <a16:creationId xmlns:a16="http://schemas.microsoft.com/office/drawing/2014/main" id="{0495C0F2-5819-9C88-4066-5FE2FE867C77}"/>
                  </a:ext>
                </a:extLst>
              </p:cNvPr>
              <p:cNvSpPr>
                <a:spLocks/>
              </p:cNvSpPr>
              <p:nvPr/>
            </p:nvSpPr>
            <p:spPr bwMode="auto">
              <a:xfrm>
                <a:off x="568" y="1395"/>
                <a:ext cx="133" cy="124"/>
              </a:xfrm>
              <a:custGeom>
                <a:avLst/>
                <a:gdLst>
                  <a:gd name="T0" fmla="*/ 76 w 133"/>
                  <a:gd name="T1" fmla="*/ 86 h 124"/>
                  <a:gd name="T2" fmla="*/ 67 w 133"/>
                  <a:gd name="T3" fmla="*/ 95 h 124"/>
                  <a:gd name="T4" fmla="*/ 57 w 133"/>
                  <a:gd name="T5" fmla="*/ 120 h 124"/>
                  <a:gd name="T6" fmla="*/ 29 w 133"/>
                  <a:gd name="T7" fmla="*/ 124 h 124"/>
                  <a:gd name="T8" fmla="*/ 16 w 133"/>
                  <a:gd name="T9" fmla="*/ 120 h 124"/>
                  <a:gd name="T10" fmla="*/ 0 w 133"/>
                  <a:gd name="T11" fmla="*/ 63 h 124"/>
                  <a:gd name="T12" fmla="*/ 0 w 133"/>
                  <a:gd name="T13" fmla="*/ 44 h 124"/>
                  <a:gd name="T14" fmla="*/ 16 w 133"/>
                  <a:gd name="T15" fmla="*/ 16 h 124"/>
                  <a:gd name="T16" fmla="*/ 38 w 133"/>
                  <a:gd name="T17" fmla="*/ 0 h 124"/>
                  <a:gd name="T18" fmla="*/ 73 w 133"/>
                  <a:gd name="T19" fmla="*/ 0 h 124"/>
                  <a:gd name="T20" fmla="*/ 108 w 133"/>
                  <a:gd name="T21" fmla="*/ 10 h 124"/>
                  <a:gd name="T22" fmla="*/ 111 w 133"/>
                  <a:gd name="T23" fmla="*/ 19 h 124"/>
                  <a:gd name="T24" fmla="*/ 133 w 133"/>
                  <a:gd name="T25" fmla="*/ 32 h 124"/>
                  <a:gd name="T26" fmla="*/ 133 w 133"/>
                  <a:gd name="T27" fmla="*/ 41 h 124"/>
                  <a:gd name="T28" fmla="*/ 120 w 133"/>
                  <a:gd name="T29" fmla="*/ 51 h 124"/>
                  <a:gd name="T30" fmla="*/ 108 w 133"/>
                  <a:gd name="T31" fmla="*/ 54 h 124"/>
                  <a:gd name="T32" fmla="*/ 98 w 133"/>
                  <a:gd name="T33" fmla="*/ 63 h 124"/>
                  <a:gd name="T34" fmla="*/ 98 w 133"/>
                  <a:gd name="T35" fmla="*/ 86 h 124"/>
                  <a:gd name="T36" fmla="*/ 85 w 133"/>
                  <a:gd name="T37" fmla="*/ 92 h 124"/>
                  <a:gd name="T38" fmla="*/ 76 w 133"/>
                  <a:gd name="T39" fmla="*/ 86 h 12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133" h="124">
                    <a:moveTo>
                      <a:pt x="76" y="86"/>
                    </a:moveTo>
                    <a:lnTo>
                      <a:pt x="67" y="95"/>
                    </a:lnTo>
                    <a:lnTo>
                      <a:pt x="57" y="120"/>
                    </a:lnTo>
                    <a:lnTo>
                      <a:pt x="29" y="124"/>
                    </a:lnTo>
                    <a:lnTo>
                      <a:pt x="16" y="120"/>
                    </a:lnTo>
                    <a:lnTo>
                      <a:pt x="0" y="63"/>
                    </a:lnTo>
                    <a:lnTo>
                      <a:pt x="0" y="44"/>
                    </a:lnTo>
                    <a:lnTo>
                      <a:pt x="16" y="16"/>
                    </a:lnTo>
                    <a:lnTo>
                      <a:pt x="38" y="0"/>
                    </a:lnTo>
                    <a:lnTo>
                      <a:pt x="73" y="0"/>
                    </a:lnTo>
                    <a:lnTo>
                      <a:pt x="108" y="10"/>
                    </a:lnTo>
                    <a:lnTo>
                      <a:pt x="111" y="19"/>
                    </a:lnTo>
                    <a:lnTo>
                      <a:pt x="133" y="32"/>
                    </a:lnTo>
                    <a:lnTo>
                      <a:pt x="133" y="41"/>
                    </a:lnTo>
                    <a:lnTo>
                      <a:pt x="120" y="51"/>
                    </a:lnTo>
                    <a:lnTo>
                      <a:pt x="108" y="54"/>
                    </a:lnTo>
                    <a:lnTo>
                      <a:pt x="98" y="63"/>
                    </a:lnTo>
                    <a:lnTo>
                      <a:pt x="98" y="86"/>
                    </a:lnTo>
                    <a:lnTo>
                      <a:pt x="85" y="92"/>
                    </a:lnTo>
                    <a:lnTo>
                      <a:pt x="76" y="86"/>
                    </a:lnTo>
                    <a:close/>
                  </a:path>
                </a:pathLst>
              </a:custGeom>
              <a:solidFill>
                <a:schemeClr val="tx1"/>
              </a:solidFill>
              <a:ln w="4763">
                <a:solidFill>
                  <a:srgbClr val="000000"/>
                </a:solidFill>
                <a:prstDash val="solid"/>
                <a:round/>
                <a:headEnd/>
                <a:tailEnd/>
              </a:ln>
            </p:spPr>
            <p:txBody>
              <a:bodyPr/>
              <a:lstStyle/>
              <a:p>
                <a:endParaRPr lang="zh-CN" altLang="en-US" sz="1400" b="1">
                  <a:solidFill>
                    <a:srgbClr val="000099"/>
                  </a:solidFill>
                  <a:latin typeface="微软雅黑" pitchFamily="34" charset="-122"/>
                  <a:ea typeface="微软雅黑" pitchFamily="34" charset="-122"/>
                </a:endParaRPr>
              </a:p>
            </p:txBody>
          </p:sp>
          <p:sp>
            <p:nvSpPr>
              <p:cNvPr id="26665" name="Freeform 134">
                <a:extLst>
                  <a:ext uri="{FF2B5EF4-FFF2-40B4-BE49-F238E27FC236}">
                    <a16:creationId xmlns:a16="http://schemas.microsoft.com/office/drawing/2014/main" id="{EABAB6EB-DA7F-BAAE-BDE3-1933E1C3034B}"/>
                  </a:ext>
                </a:extLst>
              </p:cNvPr>
              <p:cNvSpPr>
                <a:spLocks/>
              </p:cNvSpPr>
              <p:nvPr/>
            </p:nvSpPr>
            <p:spPr bwMode="auto">
              <a:xfrm>
                <a:off x="512" y="1512"/>
                <a:ext cx="327" cy="446"/>
              </a:xfrm>
              <a:custGeom>
                <a:avLst/>
                <a:gdLst>
                  <a:gd name="T0" fmla="*/ 69 w 327"/>
                  <a:gd name="T1" fmla="*/ 0 h 446"/>
                  <a:gd name="T2" fmla="*/ 88 w 327"/>
                  <a:gd name="T3" fmla="*/ 7 h 446"/>
                  <a:gd name="T4" fmla="*/ 100 w 327"/>
                  <a:gd name="T5" fmla="*/ 16 h 446"/>
                  <a:gd name="T6" fmla="*/ 138 w 327"/>
                  <a:gd name="T7" fmla="*/ 67 h 446"/>
                  <a:gd name="T8" fmla="*/ 151 w 327"/>
                  <a:gd name="T9" fmla="*/ 73 h 446"/>
                  <a:gd name="T10" fmla="*/ 157 w 327"/>
                  <a:gd name="T11" fmla="*/ 89 h 446"/>
                  <a:gd name="T12" fmla="*/ 164 w 327"/>
                  <a:gd name="T13" fmla="*/ 111 h 446"/>
                  <a:gd name="T14" fmla="*/ 211 w 327"/>
                  <a:gd name="T15" fmla="*/ 187 h 446"/>
                  <a:gd name="T16" fmla="*/ 217 w 327"/>
                  <a:gd name="T17" fmla="*/ 187 h 446"/>
                  <a:gd name="T18" fmla="*/ 223 w 327"/>
                  <a:gd name="T19" fmla="*/ 187 h 446"/>
                  <a:gd name="T20" fmla="*/ 233 w 327"/>
                  <a:gd name="T21" fmla="*/ 196 h 446"/>
                  <a:gd name="T22" fmla="*/ 296 w 327"/>
                  <a:gd name="T23" fmla="*/ 177 h 446"/>
                  <a:gd name="T24" fmla="*/ 318 w 327"/>
                  <a:gd name="T25" fmla="*/ 196 h 446"/>
                  <a:gd name="T26" fmla="*/ 327 w 327"/>
                  <a:gd name="T27" fmla="*/ 209 h 446"/>
                  <a:gd name="T28" fmla="*/ 264 w 327"/>
                  <a:gd name="T29" fmla="*/ 247 h 446"/>
                  <a:gd name="T30" fmla="*/ 239 w 327"/>
                  <a:gd name="T31" fmla="*/ 256 h 446"/>
                  <a:gd name="T32" fmla="*/ 214 w 327"/>
                  <a:gd name="T33" fmla="*/ 253 h 446"/>
                  <a:gd name="T34" fmla="*/ 217 w 327"/>
                  <a:gd name="T35" fmla="*/ 307 h 446"/>
                  <a:gd name="T36" fmla="*/ 205 w 327"/>
                  <a:gd name="T37" fmla="*/ 358 h 446"/>
                  <a:gd name="T38" fmla="*/ 192 w 327"/>
                  <a:gd name="T39" fmla="*/ 412 h 446"/>
                  <a:gd name="T40" fmla="*/ 170 w 327"/>
                  <a:gd name="T41" fmla="*/ 437 h 446"/>
                  <a:gd name="T42" fmla="*/ 132 w 327"/>
                  <a:gd name="T43" fmla="*/ 446 h 446"/>
                  <a:gd name="T44" fmla="*/ 72 w 327"/>
                  <a:gd name="T45" fmla="*/ 424 h 446"/>
                  <a:gd name="T46" fmla="*/ 72 w 327"/>
                  <a:gd name="T47" fmla="*/ 304 h 446"/>
                  <a:gd name="T48" fmla="*/ 31 w 327"/>
                  <a:gd name="T49" fmla="*/ 351 h 446"/>
                  <a:gd name="T50" fmla="*/ 12 w 327"/>
                  <a:gd name="T51" fmla="*/ 294 h 446"/>
                  <a:gd name="T52" fmla="*/ 3 w 327"/>
                  <a:gd name="T53" fmla="*/ 225 h 446"/>
                  <a:gd name="T54" fmla="*/ 0 w 327"/>
                  <a:gd name="T55" fmla="*/ 158 h 446"/>
                  <a:gd name="T56" fmla="*/ 0 w 327"/>
                  <a:gd name="T57" fmla="*/ 149 h 446"/>
                  <a:gd name="T58" fmla="*/ 3 w 327"/>
                  <a:gd name="T59" fmla="*/ 79 h 446"/>
                  <a:gd name="T60" fmla="*/ 15 w 327"/>
                  <a:gd name="T61" fmla="*/ 38 h 446"/>
                  <a:gd name="T62" fmla="*/ 37 w 327"/>
                  <a:gd name="T63" fmla="*/ 16 h 446"/>
                  <a:gd name="T64" fmla="*/ 56 w 327"/>
                  <a:gd name="T65" fmla="*/ 13 h 446"/>
                  <a:gd name="T66" fmla="*/ 69 w 327"/>
                  <a:gd name="T67" fmla="*/ 0 h 44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327" h="446">
                    <a:moveTo>
                      <a:pt x="69" y="0"/>
                    </a:moveTo>
                    <a:lnTo>
                      <a:pt x="88" y="7"/>
                    </a:lnTo>
                    <a:lnTo>
                      <a:pt x="100" y="16"/>
                    </a:lnTo>
                    <a:lnTo>
                      <a:pt x="138" y="67"/>
                    </a:lnTo>
                    <a:lnTo>
                      <a:pt x="151" y="73"/>
                    </a:lnTo>
                    <a:lnTo>
                      <a:pt x="157" y="89"/>
                    </a:lnTo>
                    <a:lnTo>
                      <a:pt x="164" y="111"/>
                    </a:lnTo>
                    <a:lnTo>
                      <a:pt x="211" y="187"/>
                    </a:lnTo>
                    <a:lnTo>
                      <a:pt x="217" y="187"/>
                    </a:lnTo>
                    <a:lnTo>
                      <a:pt x="223" y="187"/>
                    </a:lnTo>
                    <a:lnTo>
                      <a:pt x="233" y="196"/>
                    </a:lnTo>
                    <a:lnTo>
                      <a:pt x="296" y="177"/>
                    </a:lnTo>
                    <a:lnTo>
                      <a:pt x="318" y="196"/>
                    </a:lnTo>
                    <a:lnTo>
                      <a:pt x="327" y="209"/>
                    </a:lnTo>
                    <a:lnTo>
                      <a:pt x="264" y="247"/>
                    </a:lnTo>
                    <a:lnTo>
                      <a:pt x="239" y="256"/>
                    </a:lnTo>
                    <a:lnTo>
                      <a:pt x="214" y="253"/>
                    </a:lnTo>
                    <a:lnTo>
                      <a:pt x="217" y="307"/>
                    </a:lnTo>
                    <a:lnTo>
                      <a:pt x="205" y="358"/>
                    </a:lnTo>
                    <a:lnTo>
                      <a:pt x="192" y="412"/>
                    </a:lnTo>
                    <a:lnTo>
                      <a:pt x="170" y="437"/>
                    </a:lnTo>
                    <a:lnTo>
                      <a:pt x="132" y="446"/>
                    </a:lnTo>
                    <a:lnTo>
                      <a:pt x="72" y="424"/>
                    </a:lnTo>
                    <a:lnTo>
                      <a:pt x="72" y="304"/>
                    </a:lnTo>
                    <a:lnTo>
                      <a:pt x="31" y="351"/>
                    </a:lnTo>
                    <a:lnTo>
                      <a:pt x="12" y="294"/>
                    </a:lnTo>
                    <a:lnTo>
                      <a:pt x="3" y="225"/>
                    </a:lnTo>
                    <a:lnTo>
                      <a:pt x="0" y="158"/>
                    </a:lnTo>
                    <a:lnTo>
                      <a:pt x="0" y="149"/>
                    </a:lnTo>
                    <a:lnTo>
                      <a:pt x="3" y="79"/>
                    </a:lnTo>
                    <a:lnTo>
                      <a:pt x="15" y="38"/>
                    </a:lnTo>
                    <a:lnTo>
                      <a:pt x="37" y="16"/>
                    </a:lnTo>
                    <a:lnTo>
                      <a:pt x="56" y="13"/>
                    </a:lnTo>
                    <a:lnTo>
                      <a:pt x="69" y="0"/>
                    </a:lnTo>
                    <a:close/>
                  </a:path>
                </a:pathLst>
              </a:custGeom>
              <a:solidFill>
                <a:srgbClr val="62624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6666" name="Freeform 135">
                <a:extLst>
                  <a:ext uri="{FF2B5EF4-FFF2-40B4-BE49-F238E27FC236}">
                    <a16:creationId xmlns:a16="http://schemas.microsoft.com/office/drawing/2014/main" id="{067EADB9-03CE-3273-1F43-8D7FC3D52835}"/>
                  </a:ext>
                </a:extLst>
              </p:cNvPr>
              <p:cNvSpPr>
                <a:spLocks/>
              </p:cNvSpPr>
              <p:nvPr/>
            </p:nvSpPr>
            <p:spPr bwMode="auto">
              <a:xfrm>
                <a:off x="512" y="1512"/>
                <a:ext cx="327" cy="446"/>
              </a:xfrm>
              <a:custGeom>
                <a:avLst/>
                <a:gdLst>
                  <a:gd name="T0" fmla="*/ 69 w 327"/>
                  <a:gd name="T1" fmla="*/ 0 h 446"/>
                  <a:gd name="T2" fmla="*/ 88 w 327"/>
                  <a:gd name="T3" fmla="*/ 7 h 446"/>
                  <a:gd name="T4" fmla="*/ 100 w 327"/>
                  <a:gd name="T5" fmla="*/ 16 h 446"/>
                  <a:gd name="T6" fmla="*/ 138 w 327"/>
                  <a:gd name="T7" fmla="*/ 67 h 446"/>
                  <a:gd name="T8" fmla="*/ 151 w 327"/>
                  <a:gd name="T9" fmla="*/ 73 h 446"/>
                  <a:gd name="T10" fmla="*/ 157 w 327"/>
                  <a:gd name="T11" fmla="*/ 89 h 446"/>
                  <a:gd name="T12" fmla="*/ 164 w 327"/>
                  <a:gd name="T13" fmla="*/ 111 h 446"/>
                  <a:gd name="T14" fmla="*/ 211 w 327"/>
                  <a:gd name="T15" fmla="*/ 187 h 446"/>
                  <a:gd name="T16" fmla="*/ 217 w 327"/>
                  <a:gd name="T17" fmla="*/ 187 h 446"/>
                  <a:gd name="T18" fmla="*/ 223 w 327"/>
                  <a:gd name="T19" fmla="*/ 187 h 446"/>
                  <a:gd name="T20" fmla="*/ 233 w 327"/>
                  <a:gd name="T21" fmla="*/ 196 h 446"/>
                  <a:gd name="T22" fmla="*/ 296 w 327"/>
                  <a:gd name="T23" fmla="*/ 177 h 446"/>
                  <a:gd name="T24" fmla="*/ 318 w 327"/>
                  <a:gd name="T25" fmla="*/ 196 h 446"/>
                  <a:gd name="T26" fmla="*/ 327 w 327"/>
                  <a:gd name="T27" fmla="*/ 209 h 446"/>
                  <a:gd name="T28" fmla="*/ 264 w 327"/>
                  <a:gd name="T29" fmla="*/ 247 h 446"/>
                  <a:gd name="T30" fmla="*/ 239 w 327"/>
                  <a:gd name="T31" fmla="*/ 256 h 446"/>
                  <a:gd name="T32" fmla="*/ 214 w 327"/>
                  <a:gd name="T33" fmla="*/ 253 h 446"/>
                  <a:gd name="T34" fmla="*/ 217 w 327"/>
                  <a:gd name="T35" fmla="*/ 307 h 446"/>
                  <a:gd name="T36" fmla="*/ 205 w 327"/>
                  <a:gd name="T37" fmla="*/ 358 h 446"/>
                  <a:gd name="T38" fmla="*/ 192 w 327"/>
                  <a:gd name="T39" fmla="*/ 412 h 446"/>
                  <a:gd name="T40" fmla="*/ 170 w 327"/>
                  <a:gd name="T41" fmla="*/ 437 h 446"/>
                  <a:gd name="T42" fmla="*/ 132 w 327"/>
                  <a:gd name="T43" fmla="*/ 446 h 446"/>
                  <a:gd name="T44" fmla="*/ 72 w 327"/>
                  <a:gd name="T45" fmla="*/ 424 h 446"/>
                  <a:gd name="T46" fmla="*/ 72 w 327"/>
                  <a:gd name="T47" fmla="*/ 304 h 446"/>
                  <a:gd name="T48" fmla="*/ 31 w 327"/>
                  <a:gd name="T49" fmla="*/ 351 h 446"/>
                  <a:gd name="T50" fmla="*/ 12 w 327"/>
                  <a:gd name="T51" fmla="*/ 294 h 446"/>
                  <a:gd name="T52" fmla="*/ 3 w 327"/>
                  <a:gd name="T53" fmla="*/ 225 h 446"/>
                  <a:gd name="T54" fmla="*/ 0 w 327"/>
                  <a:gd name="T55" fmla="*/ 158 h 446"/>
                  <a:gd name="T56" fmla="*/ 0 w 327"/>
                  <a:gd name="T57" fmla="*/ 149 h 446"/>
                  <a:gd name="T58" fmla="*/ 3 w 327"/>
                  <a:gd name="T59" fmla="*/ 79 h 446"/>
                  <a:gd name="T60" fmla="*/ 15 w 327"/>
                  <a:gd name="T61" fmla="*/ 38 h 446"/>
                  <a:gd name="T62" fmla="*/ 37 w 327"/>
                  <a:gd name="T63" fmla="*/ 16 h 446"/>
                  <a:gd name="T64" fmla="*/ 56 w 327"/>
                  <a:gd name="T65" fmla="*/ 13 h 446"/>
                  <a:gd name="T66" fmla="*/ 69 w 327"/>
                  <a:gd name="T67" fmla="*/ 0 h 44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327" h="446">
                    <a:moveTo>
                      <a:pt x="69" y="0"/>
                    </a:moveTo>
                    <a:lnTo>
                      <a:pt x="88" y="7"/>
                    </a:lnTo>
                    <a:lnTo>
                      <a:pt x="100" y="16"/>
                    </a:lnTo>
                    <a:lnTo>
                      <a:pt x="138" y="67"/>
                    </a:lnTo>
                    <a:lnTo>
                      <a:pt x="151" y="73"/>
                    </a:lnTo>
                    <a:lnTo>
                      <a:pt x="157" y="89"/>
                    </a:lnTo>
                    <a:lnTo>
                      <a:pt x="164" y="111"/>
                    </a:lnTo>
                    <a:lnTo>
                      <a:pt x="211" y="187"/>
                    </a:lnTo>
                    <a:lnTo>
                      <a:pt x="217" y="187"/>
                    </a:lnTo>
                    <a:lnTo>
                      <a:pt x="223" y="187"/>
                    </a:lnTo>
                    <a:lnTo>
                      <a:pt x="233" y="196"/>
                    </a:lnTo>
                    <a:lnTo>
                      <a:pt x="296" y="177"/>
                    </a:lnTo>
                    <a:lnTo>
                      <a:pt x="318" y="196"/>
                    </a:lnTo>
                    <a:lnTo>
                      <a:pt x="327" y="209"/>
                    </a:lnTo>
                    <a:lnTo>
                      <a:pt x="264" y="247"/>
                    </a:lnTo>
                    <a:lnTo>
                      <a:pt x="239" y="256"/>
                    </a:lnTo>
                    <a:lnTo>
                      <a:pt x="214" y="253"/>
                    </a:lnTo>
                    <a:lnTo>
                      <a:pt x="217" y="307"/>
                    </a:lnTo>
                    <a:lnTo>
                      <a:pt x="205" y="358"/>
                    </a:lnTo>
                    <a:lnTo>
                      <a:pt x="192" y="412"/>
                    </a:lnTo>
                    <a:lnTo>
                      <a:pt x="170" y="437"/>
                    </a:lnTo>
                    <a:lnTo>
                      <a:pt x="132" y="446"/>
                    </a:lnTo>
                    <a:lnTo>
                      <a:pt x="72" y="424"/>
                    </a:lnTo>
                    <a:lnTo>
                      <a:pt x="72" y="304"/>
                    </a:lnTo>
                    <a:lnTo>
                      <a:pt x="31" y="351"/>
                    </a:lnTo>
                    <a:lnTo>
                      <a:pt x="12" y="294"/>
                    </a:lnTo>
                    <a:lnTo>
                      <a:pt x="3" y="225"/>
                    </a:lnTo>
                    <a:lnTo>
                      <a:pt x="0" y="158"/>
                    </a:lnTo>
                    <a:lnTo>
                      <a:pt x="0" y="149"/>
                    </a:lnTo>
                    <a:lnTo>
                      <a:pt x="3" y="79"/>
                    </a:lnTo>
                    <a:lnTo>
                      <a:pt x="15" y="38"/>
                    </a:lnTo>
                    <a:lnTo>
                      <a:pt x="37" y="16"/>
                    </a:lnTo>
                    <a:lnTo>
                      <a:pt x="56" y="13"/>
                    </a:lnTo>
                    <a:lnTo>
                      <a:pt x="69" y="0"/>
                    </a:lnTo>
                    <a:close/>
                  </a:path>
                </a:pathLst>
              </a:custGeom>
              <a:solidFill>
                <a:srgbClr val="626248"/>
              </a:solidFill>
              <a:ln w="4763">
                <a:solidFill>
                  <a:srgbClr val="000000"/>
                </a:solidFill>
                <a:prstDash val="solid"/>
                <a:round/>
                <a:headEnd/>
                <a:tailEnd/>
              </a:ln>
            </p:spPr>
            <p:txBody>
              <a:bodyPr/>
              <a:lstStyle/>
              <a:p>
                <a:endParaRPr lang="zh-CN" altLang="en-US" sz="1400" b="1">
                  <a:solidFill>
                    <a:srgbClr val="000099"/>
                  </a:solidFill>
                  <a:latin typeface="微软雅黑" pitchFamily="34" charset="-122"/>
                  <a:ea typeface="微软雅黑" pitchFamily="34" charset="-122"/>
                </a:endParaRPr>
              </a:p>
            </p:txBody>
          </p:sp>
          <p:sp>
            <p:nvSpPr>
              <p:cNvPr id="26667" name="Freeform 136">
                <a:extLst>
                  <a:ext uri="{FF2B5EF4-FFF2-40B4-BE49-F238E27FC236}">
                    <a16:creationId xmlns:a16="http://schemas.microsoft.com/office/drawing/2014/main" id="{6522F6C8-EF8D-CAE6-D126-C58268A9EBEE}"/>
                  </a:ext>
                </a:extLst>
              </p:cNvPr>
              <p:cNvSpPr>
                <a:spLocks/>
              </p:cNvSpPr>
              <p:nvPr/>
            </p:nvSpPr>
            <p:spPr bwMode="auto">
              <a:xfrm>
                <a:off x="480" y="1712"/>
                <a:ext cx="136" cy="243"/>
              </a:xfrm>
              <a:custGeom>
                <a:avLst/>
                <a:gdLst>
                  <a:gd name="T0" fmla="*/ 104 w 136"/>
                  <a:gd name="T1" fmla="*/ 104 h 243"/>
                  <a:gd name="T2" fmla="*/ 88 w 136"/>
                  <a:gd name="T3" fmla="*/ 66 h 243"/>
                  <a:gd name="T4" fmla="*/ 79 w 136"/>
                  <a:gd name="T5" fmla="*/ 44 h 243"/>
                  <a:gd name="T6" fmla="*/ 35 w 136"/>
                  <a:gd name="T7" fmla="*/ 19 h 243"/>
                  <a:gd name="T8" fmla="*/ 16 w 136"/>
                  <a:gd name="T9" fmla="*/ 0 h 243"/>
                  <a:gd name="T10" fmla="*/ 3 w 136"/>
                  <a:gd name="T11" fmla="*/ 3 h 243"/>
                  <a:gd name="T12" fmla="*/ 0 w 136"/>
                  <a:gd name="T13" fmla="*/ 6 h 243"/>
                  <a:gd name="T14" fmla="*/ 22 w 136"/>
                  <a:gd name="T15" fmla="*/ 63 h 243"/>
                  <a:gd name="T16" fmla="*/ 76 w 136"/>
                  <a:gd name="T17" fmla="*/ 218 h 243"/>
                  <a:gd name="T18" fmla="*/ 136 w 136"/>
                  <a:gd name="T19" fmla="*/ 243 h 243"/>
                  <a:gd name="T20" fmla="*/ 132 w 136"/>
                  <a:gd name="T21" fmla="*/ 174 h 243"/>
                  <a:gd name="T22" fmla="*/ 104 w 136"/>
                  <a:gd name="T23" fmla="*/ 104 h 24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6" h="243">
                    <a:moveTo>
                      <a:pt x="104" y="104"/>
                    </a:moveTo>
                    <a:lnTo>
                      <a:pt x="88" y="66"/>
                    </a:lnTo>
                    <a:lnTo>
                      <a:pt x="79" y="44"/>
                    </a:lnTo>
                    <a:lnTo>
                      <a:pt x="35" y="19"/>
                    </a:lnTo>
                    <a:lnTo>
                      <a:pt x="16" y="0"/>
                    </a:lnTo>
                    <a:lnTo>
                      <a:pt x="3" y="3"/>
                    </a:lnTo>
                    <a:lnTo>
                      <a:pt x="0" y="6"/>
                    </a:lnTo>
                    <a:lnTo>
                      <a:pt x="22" y="63"/>
                    </a:lnTo>
                    <a:lnTo>
                      <a:pt x="76" y="218"/>
                    </a:lnTo>
                    <a:lnTo>
                      <a:pt x="136" y="243"/>
                    </a:lnTo>
                    <a:lnTo>
                      <a:pt x="132" y="174"/>
                    </a:lnTo>
                    <a:lnTo>
                      <a:pt x="104" y="104"/>
                    </a:lnTo>
                    <a:close/>
                  </a:path>
                </a:pathLst>
              </a:custGeom>
              <a:solidFill>
                <a:srgbClr val="004E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6668" name="Freeform 137">
                <a:extLst>
                  <a:ext uri="{FF2B5EF4-FFF2-40B4-BE49-F238E27FC236}">
                    <a16:creationId xmlns:a16="http://schemas.microsoft.com/office/drawing/2014/main" id="{96492F93-CE02-C553-AD79-143233740F9F}"/>
                  </a:ext>
                </a:extLst>
              </p:cNvPr>
              <p:cNvSpPr>
                <a:spLocks/>
              </p:cNvSpPr>
              <p:nvPr/>
            </p:nvSpPr>
            <p:spPr bwMode="auto">
              <a:xfrm>
                <a:off x="480" y="1712"/>
                <a:ext cx="136" cy="243"/>
              </a:xfrm>
              <a:custGeom>
                <a:avLst/>
                <a:gdLst>
                  <a:gd name="T0" fmla="*/ 104 w 136"/>
                  <a:gd name="T1" fmla="*/ 104 h 243"/>
                  <a:gd name="T2" fmla="*/ 88 w 136"/>
                  <a:gd name="T3" fmla="*/ 66 h 243"/>
                  <a:gd name="T4" fmla="*/ 79 w 136"/>
                  <a:gd name="T5" fmla="*/ 44 h 243"/>
                  <a:gd name="T6" fmla="*/ 35 w 136"/>
                  <a:gd name="T7" fmla="*/ 19 h 243"/>
                  <a:gd name="T8" fmla="*/ 16 w 136"/>
                  <a:gd name="T9" fmla="*/ 0 h 243"/>
                  <a:gd name="T10" fmla="*/ 3 w 136"/>
                  <a:gd name="T11" fmla="*/ 3 h 243"/>
                  <a:gd name="T12" fmla="*/ 0 w 136"/>
                  <a:gd name="T13" fmla="*/ 6 h 243"/>
                  <a:gd name="T14" fmla="*/ 22 w 136"/>
                  <a:gd name="T15" fmla="*/ 63 h 243"/>
                  <a:gd name="T16" fmla="*/ 76 w 136"/>
                  <a:gd name="T17" fmla="*/ 218 h 243"/>
                  <a:gd name="T18" fmla="*/ 136 w 136"/>
                  <a:gd name="T19" fmla="*/ 243 h 243"/>
                  <a:gd name="T20" fmla="*/ 132 w 136"/>
                  <a:gd name="T21" fmla="*/ 174 h 243"/>
                  <a:gd name="T22" fmla="*/ 104 w 136"/>
                  <a:gd name="T23" fmla="*/ 104 h 24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6" h="243">
                    <a:moveTo>
                      <a:pt x="104" y="104"/>
                    </a:moveTo>
                    <a:lnTo>
                      <a:pt x="88" y="66"/>
                    </a:lnTo>
                    <a:lnTo>
                      <a:pt x="79" y="44"/>
                    </a:lnTo>
                    <a:lnTo>
                      <a:pt x="35" y="19"/>
                    </a:lnTo>
                    <a:lnTo>
                      <a:pt x="16" y="0"/>
                    </a:lnTo>
                    <a:lnTo>
                      <a:pt x="3" y="3"/>
                    </a:lnTo>
                    <a:lnTo>
                      <a:pt x="0" y="6"/>
                    </a:lnTo>
                    <a:lnTo>
                      <a:pt x="22" y="63"/>
                    </a:lnTo>
                    <a:lnTo>
                      <a:pt x="76" y="218"/>
                    </a:lnTo>
                    <a:lnTo>
                      <a:pt x="136" y="243"/>
                    </a:lnTo>
                    <a:lnTo>
                      <a:pt x="132" y="174"/>
                    </a:lnTo>
                    <a:lnTo>
                      <a:pt x="104" y="104"/>
                    </a:lnTo>
                    <a:close/>
                  </a:path>
                </a:pathLst>
              </a:custGeom>
              <a:solidFill>
                <a:srgbClr val="004EFF"/>
              </a:solidFill>
              <a:ln w="4763">
                <a:solidFill>
                  <a:srgbClr val="000000"/>
                </a:solidFill>
                <a:prstDash val="solid"/>
                <a:round/>
                <a:headEnd/>
                <a:tailEnd/>
              </a:ln>
            </p:spPr>
            <p:txBody>
              <a:bodyPr/>
              <a:lstStyle/>
              <a:p>
                <a:endParaRPr lang="zh-CN" altLang="en-US" sz="1400" b="1">
                  <a:solidFill>
                    <a:srgbClr val="000099"/>
                  </a:solidFill>
                  <a:latin typeface="微软雅黑" pitchFamily="34" charset="-122"/>
                  <a:ea typeface="微软雅黑" pitchFamily="34" charset="-122"/>
                </a:endParaRPr>
              </a:p>
            </p:txBody>
          </p:sp>
        </p:grpSp>
        <p:sp>
          <p:nvSpPr>
            <p:cNvPr id="10" name="Rectangle 138">
              <a:extLst>
                <a:ext uri="{FF2B5EF4-FFF2-40B4-BE49-F238E27FC236}">
                  <a16:creationId xmlns:a16="http://schemas.microsoft.com/office/drawing/2014/main" id="{62DF157D-A118-8295-B413-CF06C7101D87}"/>
                </a:ext>
              </a:extLst>
            </p:cNvPr>
            <p:cNvSpPr>
              <a:spLocks noChangeArrowheads="1"/>
            </p:cNvSpPr>
            <p:nvPr/>
          </p:nvSpPr>
          <p:spPr bwMode="auto">
            <a:xfrm>
              <a:off x="1593270" y="1916832"/>
              <a:ext cx="1640681" cy="2409825"/>
            </a:xfrm>
            <a:prstGeom prst="rect">
              <a:avLst/>
            </a:prstGeom>
            <a:solidFill>
              <a:srgbClr val="0000FF"/>
            </a:solidFill>
            <a:ln w="9525">
              <a:noFill/>
              <a:prstDash val="sysDot"/>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1400" b="1">
                <a:solidFill>
                  <a:srgbClr val="000099"/>
                </a:solidFill>
                <a:latin typeface="微软雅黑" pitchFamily="34" charset="-122"/>
                <a:ea typeface="微软雅黑" pitchFamily="34" charset="-122"/>
              </a:endParaRPr>
            </a:p>
          </p:txBody>
        </p:sp>
        <p:sp>
          <p:nvSpPr>
            <p:cNvPr id="11" name="Line 139">
              <a:extLst>
                <a:ext uri="{FF2B5EF4-FFF2-40B4-BE49-F238E27FC236}">
                  <a16:creationId xmlns:a16="http://schemas.microsoft.com/office/drawing/2014/main" id="{5F21A48F-E6B5-2CDB-1152-E09E79E041E5}"/>
                </a:ext>
              </a:extLst>
            </p:cNvPr>
            <p:cNvSpPr>
              <a:spLocks noChangeShapeType="1"/>
            </p:cNvSpPr>
            <p:nvPr/>
          </p:nvSpPr>
          <p:spPr bwMode="auto">
            <a:xfrm>
              <a:off x="1046376" y="2288306"/>
              <a:ext cx="638043" cy="0"/>
            </a:xfrm>
            <a:prstGeom prst="line">
              <a:avLst/>
            </a:prstGeom>
            <a:noFill/>
            <a:ln w="12700">
              <a:solidFill>
                <a:srgbClr val="CC00CC"/>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2" name="Text Box 140">
              <a:extLst>
                <a:ext uri="{FF2B5EF4-FFF2-40B4-BE49-F238E27FC236}">
                  <a16:creationId xmlns:a16="http://schemas.microsoft.com/office/drawing/2014/main" id="{73141D72-66B7-188A-6409-B60253035CA1}"/>
                </a:ext>
              </a:extLst>
            </p:cNvPr>
            <p:cNvSpPr txBox="1">
              <a:spLocks noChangeArrowheads="1"/>
            </p:cNvSpPr>
            <p:nvPr/>
          </p:nvSpPr>
          <p:spPr bwMode="auto">
            <a:xfrm>
              <a:off x="1678699" y="4337766"/>
              <a:ext cx="1391913" cy="3858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algn="ctr" eaLnBrk="1" hangingPunct="1"/>
              <a:r>
                <a:rPr kumimoji="1" lang="en-US" altLang="zh-CN" sz="1400" b="1" dirty="0">
                  <a:latin typeface="微软雅黑" pitchFamily="34" charset="-122"/>
                  <a:ea typeface="微软雅黑" pitchFamily="34" charset="-122"/>
                </a:rPr>
                <a:t>FTP </a:t>
              </a:r>
              <a:r>
                <a:rPr kumimoji="1" lang="zh-CN" altLang="en-US" sz="1400" b="1" dirty="0">
                  <a:latin typeface="微软雅黑" pitchFamily="34" charset="-122"/>
                  <a:ea typeface="微软雅黑" pitchFamily="34" charset="-122"/>
                </a:rPr>
                <a:t>客户端</a:t>
              </a:r>
            </a:p>
          </p:txBody>
        </p:sp>
        <p:sp>
          <p:nvSpPr>
            <p:cNvPr id="13" name="Text Box 141">
              <a:extLst>
                <a:ext uri="{FF2B5EF4-FFF2-40B4-BE49-F238E27FC236}">
                  <a16:creationId xmlns:a16="http://schemas.microsoft.com/office/drawing/2014/main" id="{006545F9-7195-A41E-93C6-58BB059B40BB}"/>
                </a:ext>
              </a:extLst>
            </p:cNvPr>
            <p:cNvSpPr txBox="1">
              <a:spLocks noChangeArrowheads="1"/>
            </p:cNvSpPr>
            <p:nvPr/>
          </p:nvSpPr>
          <p:spPr bwMode="auto">
            <a:xfrm>
              <a:off x="6927924" y="4337766"/>
              <a:ext cx="1616985" cy="3858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algn="ctr" eaLnBrk="1" hangingPunct="1"/>
              <a:r>
                <a:rPr kumimoji="1" lang="en-US" altLang="zh-CN" sz="1400" b="1" dirty="0">
                  <a:latin typeface="微软雅黑" pitchFamily="34" charset="-122"/>
                  <a:ea typeface="微软雅黑" pitchFamily="34" charset="-122"/>
                </a:rPr>
                <a:t>FTP </a:t>
              </a:r>
              <a:r>
                <a:rPr kumimoji="1" lang="zh-CN" altLang="en-US" sz="1400" b="1" dirty="0">
                  <a:latin typeface="微软雅黑" pitchFamily="34" charset="-122"/>
                  <a:ea typeface="微软雅黑" pitchFamily="34" charset="-122"/>
                </a:rPr>
                <a:t>服务器端</a:t>
              </a:r>
            </a:p>
          </p:txBody>
        </p:sp>
        <p:sp>
          <p:nvSpPr>
            <p:cNvPr id="14" name="AutoShape 142">
              <a:extLst>
                <a:ext uri="{FF2B5EF4-FFF2-40B4-BE49-F238E27FC236}">
                  <a16:creationId xmlns:a16="http://schemas.microsoft.com/office/drawing/2014/main" id="{F2933410-128A-12B7-0F1F-8ADF03104F2C}"/>
                </a:ext>
              </a:extLst>
            </p:cNvPr>
            <p:cNvSpPr>
              <a:spLocks noChangeArrowheads="1"/>
            </p:cNvSpPr>
            <p:nvPr/>
          </p:nvSpPr>
          <p:spPr bwMode="auto">
            <a:xfrm>
              <a:off x="408334" y="3399557"/>
              <a:ext cx="638042" cy="835025"/>
            </a:xfrm>
            <a:prstGeom prst="can">
              <a:avLst>
                <a:gd name="adj" fmla="val 35445"/>
              </a:avLst>
            </a:prstGeom>
            <a:gradFill rotWithShape="1">
              <a:gsLst>
                <a:gs pos="0">
                  <a:srgbClr val="0070C0"/>
                </a:gs>
                <a:gs pos="50000">
                  <a:srgbClr val="00FFCC"/>
                </a:gs>
                <a:gs pos="100000">
                  <a:srgbClr val="0070C0"/>
                </a:gs>
              </a:gsLst>
              <a:lin ang="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1400" b="1">
                <a:solidFill>
                  <a:srgbClr val="000099"/>
                </a:solidFill>
                <a:latin typeface="微软雅黑" pitchFamily="34" charset="-122"/>
                <a:ea typeface="微软雅黑" pitchFamily="34" charset="-122"/>
              </a:endParaRPr>
            </a:p>
          </p:txBody>
        </p:sp>
        <p:sp>
          <p:nvSpPr>
            <p:cNvPr id="15" name="Line 143">
              <a:extLst>
                <a:ext uri="{FF2B5EF4-FFF2-40B4-BE49-F238E27FC236}">
                  <a16:creationId xmlns:a16="http://schemas.microsoft.com/office/drawing/2014/main" id="{FCC47ACE-515C-6AA1-FB90-F9E4CF5AD62A}"/>
                </a:ext>
              </a:extLst>
            </p:cNvPr>
            <p:cNvSpPr>
              <a:spLocks noChangeShapeType="1"/>
            </p:cNvSpPr>
            <p:nvPr/>
          </p:nvSpPr>
          <p:spPr bwMode="auto">
            <a:xfrm>
              <a:off x="1046376" y="3817068"/>
              <a:ext cx="638043" cy="0"/>
            </a:xfrm>
            <a:prstGeom prst="line">
              <a:avLst/>
            </a:prstGeom>
            <a:noFill/>
            <a:ln w="12700">
              <a:solidFill>
                <a:srgbClr val="CC00CC"/>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6" name="Line 144">
              <a:extLst>
                <a:ext uri="{FF2B5EF4-FFF2-40B4-BE49-F238E27FC236}">
                  <a16:creationId xmlns:a16="http://schemas.microsoft.com/office/drawing/2014/main" id="{72280FB5-28A9-58ED-0DCE-876F0F94A8A9}"/>
                </a:ext>
              </a:extLst>
            </p:cNvPr>
            <p:cNvSpPr>
              <a:spLocks noChangeShapeType="1"/>
            </p:cNvSpPr>
            <p:nvPr/>
          </p:nvSpPr>
          <p:spPr bwMode="auto">
            <a:xfrm>
              <a:off x="8429442" y="3817068"/>
              <a:ext cx="638042" cy="0"/>
            </a:xfrm>
            <a:prstGeom prst="line">
              <a:avLst/>
            </a:prstGeom>
            <a:noFill/>
            <a:ln w="12700">
              <a:solidFill>
                <a:srgbClr val="CC00CC"/>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7" name="AutoShape 145">
              <a:extLst>
                <a:ext uri="{FF2B5EF4-FFF2-40B4-BE49-F238E27FC236}">
                  <a16:creationId xmlns:a16="http://schemas.microsoft.com/office/drawing/2014/main" id="{625B5300-975E-31BA-C370-C1C76403102C}"/>
                </a:ext>
              </a:extLst>
            </p:cNvPr>
            <p:cNvSpPr>
              <a:spLocks noChangeArrowheads="1"/>
            </p:cNvSpPr>
            <p:nvPr/>
          </p:nvSpPr>
          <p:spPr bwMode="auto">
            <a:xfrm>
              <a:off x="9067485" y="3399557"/>
              <a:ext cx="638043" cy="835025"/>
            </a:xfrm>
            <a:prstGeom prst="can">
              <a:avLst>
                <a:gd name="adj" fmla="val 35445"/>
              </a:avLst>
            </a:prstGeom>
            <a:gradFill rotWithShape="1">
              <a:gsLst>
                <a:gs pos="0">
                  <a:srgbClr val="0070C0"/>
                </a:gs>
                <a:gs pos="50000">
                  <a:srgbClr val="00FFCC"/>
                </a:gs>
                <a:gs pos="100000">
                  <a:srgbClr val="0070C0"/>
                </a:gs>
              </a:gsLst>
              <a:lin ang="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1400" b="1">
                <a:solidFill>
                  <a:srgbClr val="000099"/>
                </a:solidFill>
                <a:latin typeface="微软雅黑" pitchFamily="34" charset="-122"/>
                <a:ea typeface="微软雅黑" pitchFamily="34" charset="-122"/>
              </a:endParaRPr>
            </a:p>
          </p:txBody>
        </p:sp>
        <p:sp>
          <p:nvSpPr>
            <p:cNvPr id="18" name="Line 146">
              <a:extLst>
                <a:ext uri="{FF2B5EF4-FFF2-40B4-BE49-F238E27FC236}">
                  <a16:creationId xmlns:a16="http://schemas.microsoft.com/office/drawing/2014/main" id="{1EA488ED-5F8A-4DBD-CB0C-5D3B021AE44C}"/>
                </a:ext>
              </a:extLst>
            </p:cNvPr>
            <p:cNvSpPr>
              <a:spLocks noChangeShapeType="1"/>
            </p:cNvSpPr>
            <p:nvPr/>
          </p:nvSpPr>
          <p:spPr bwMode="auto">
            <a:xfrm>
              <a:off x="3051653" y="3863106"/>
              <a:ext cx="4010554" cy="0"/>
            </a:xfrm>
            <a:prstGeom prst="line">
              <a:avLst/>
            </a:prstGeom>
            <a:noFill/>
            <a:ln w="38100">
              <a:solidFill>
                <a:srgbClr val="CC00CC"/>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9" name="Line 147">
              <a:extLst>
                <a:ext uri="{FF2B5EF4-FFF2-40B4-BE49-F238E27FC236}">
                  <a16:creationId xmlns:a16="http://schemas.microsoft.com/office/drawing/2014/main" id="{24BC06DF-1181-8ECE-5F0D-36AF8752B2C8}"/>
                </a:ext>
              </a:extLst>
            </p:cNvPr>
            <p:cNvSpPr>
              <a:spLocks noChangeShapeType="1"/>
            </p:cNvSpPr>
            <p:nvPr/>
          </p:nvSpPr>
          <p:spPr bwMode="auto">
            <a:xfrm>
              <a:off x="3051653" y="3029668"/>
              <a:ext cx="4010554" cy="0"/>
            </a:xfrm>
            <a:prstGeom prst="line">
              <a:avLst/>
            </a:prstGeom>
            <a:noFill/>
            <a:ln w="38100">
              <a:solidFill>
                <a:srgbClr val="FF6600"/>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graphicFrame>
          <p:nvGraphicFramePr>
            <p:cNvPr id="20" name="Object 148">
              <a:extLst>
                <a:ext uri="{FF2B5EF4-FFF2-40B4-BE49-F238E27FC236}">
                  <a16:creationId xmlns:a16="http://schemas.microsoft.com/office/drawing/2014/main" id="{6E906594-C77B-2BC8-31DA-6029936B420C}"/>
                </a:ext>
              </a:extLst>
            </p:cNvPr>
            <p:cNvGraphicFramePr>
              <a:graphicFrameLocks noChangeAspect="1"/>
            </p:cNvGraphicFramePr>
            <p:nvPr>
              <p:extLst>
                <p:ext uri="{D42A27DB-BD31-4B8C-83A1-F6EECF244321}">
                  <p14:modId xmlns:p14="http://schemas.microsoft.com/office/powerpoint/2010/main" val="2813462229"/>
                </p:ext>
              </p:extLst>
            </p:nvPr>
          </p:nvGraphicFramePr>
          <p:xfrm>
            <a:off x="3871995" y="2658193"/>
            <a:ext cx="2369873" cy="1746250"/>
          </p:xfrm>
          <a:graphic>
            <a:graphicData uri="http://schemas.openxmlformats.org/presentationml/2006/ole">
              <mc:AlternateContent xmlns:mc="http://schemas.openxmlformats.org/markup-compatibility/2006">
                <mc:Choice xmlns:v="urn:schemas-microsoft-com:vml" Requires="v">
                  <p:oleObj spid="_x0000_s2053" name="VISIO" r:id="rId3" imgW="1687068" imgH="964692" progId="">
                    <p:embed/>
                  </p:oleObj>
                </mc:Choice>
                <mc:Fallback>
                  <p:oleObj name="VISIO" r:id="rId3" imgW="1687068" imgH="964692" progId="">
                    <p:embed/>
                    <p:pic>
                      <p:nvPicPr>
                        <p:cNvPr id="126" name="Object 14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71995" y="2658193"/>
                          <a:ext cx="2369873" cy="1746250"/>
                        </a:xfrm>
                        <a:prstGeom prst="rect">
                          <a:avLst/>
                        </a:prstGeom>
                        <a:noFill/>
                        <a:ln>
                          <a:noFill/>
                        </a:ln>
                        <a:effectLst>
                          <a:outerShdw dist="25400" dir="54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21" name="Text Box 149">
              <a:extLst>
                <a:ext uri="{FF2B5EF4-FFF2-40B4-BE49-F238E27FC236}">
                  <a16:creationId xmlns:a16="http://schemas.microsoft.com/office/drawing/2014/main" id="{B8FDE70F-FCC0-A93D-F706-A202D70B5EBF}"/>
                </a:ext>
              </a:extLst>
            </p:cNvPr>
            <p:cNvSpPr txBox="1">
              <a:spLocks noChangeArrowheads="1"/>
            </p:cNvSpPr>
            <p:nvPr/>
          </p:nvSpPr>
          <p:spPr bwMode="auto">
            <a:xfrm>
              <a:off x="4611580" y="3310268"/>
              <a:ext cx="810261" cy="3472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algn="ctr" eaLnBrk="1" hangingPunct="1"/>
              <a:r>
                <a:rPr kumimoji="1" lang="zh-CN" altLang="en-US" sz="1200" b="1" dirty="0">
                  <a:solidFill>
                    <a:srgbClr val="0000FF"/>
                  </a:solidFill>
                  <a:latin typeface="微软雅黑" pitchFamily="34" charset="-122"/>
                  <a:ea typeface="微软雅黑" pitchFamily="34" charset="-122"/>
                </a:rPr>
                <a:t>互联网</a:t>
              </a:r>
            </a:p>
          </p:txBody>
        </p:sp>
        <p:sp>
          <p:nvSpPr>
            <p:cNvPr id="22" name="Text Box 150">
              <a:extLst>
                <a:ext uri="{FF2B5EF4-FFF2-40B4-BE49-F238E27FC236}">
                  <a16:creationId xmlns:a16="http://schemas.microsoft.com/office/drawing/2014/main" id="{670FE443-A6A5-6E62-820F-4550123A8838}"/>
                </a:ext>
              </a:extLst>
            </p:cNvPr>
            <p:cNvSpPr txBox="1">
              <a:spLocks noChangeArrowheads="1"/>
            </p:cNvSpPr>
            <p:nvPr/>
          </p:nvSpPr>
          <p:spPr bwMode="auto">
            <a:xfrm>
              <a:off x="4113857" y="2020018"/>
              <a:ext cx="1629443" cy="3858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algn="ctr" eaLnBrk="1" hangingPunct="1"/>
              <a:r>
                <a:rPr kumimoji="1" lang="en-US" altLang="zh-CN" sz="1400" b="1" dirty="0">
                  <a:solidFill>
                    <a:srgbClr val="0000FF"/>
                  </a:solidFill>
                  <a:latin typeface="微软雅黑" pitchFamily="34" charset="-122"/>
                  <a:ea typeface="微软雅黑" pitchFamily="34" charset="-122"/>
                </a:rPr>
                <a:t>TCP </a:t>
              </a:r>
              <a:r>
                <a:rPr kumimoji="1" lang="zh-CN" altLang="en-US" sz="1400" b="1" dirty="0">
                  <a:solidFill>
                    <a:srgbClr val="0000FF"/>
                  </a:solidFill>
                  <a:latin typeface="微软雅黑" pitchFamily="34" charset="-122"/>
                  <a:ea typeface="微软雅黑" pitchFamily="34" charset="-122"/>
                </a:rPr>
                <a:t>控制连接</a:t>
              </a:r>
            </a:p>
          </p:txBody>
        </p:sp>
        <p:sp>
          <p:nvSpPr>
            <p:cNvPr id="23" name="Text Box 151">
              <a:extLst>
                <a:ext uri="{FF2B5EF4-FFF2-40B4-BE49-F238E27FC236}">
                  <a16:creationId xmlns:a16="http://schemas.microsoft.com/office/drawing/2014/main" id="{B24594DB-6E25-5F8F-D229-456C9EB5B947}"/>
                </a:ext>
              </a:extLst>
            </p:cNvPr>
            <p:cNvSpPr txBox="1">
              <a:spLocks noChangeArrowheads="1"/>
            </p:cNvSpPr>
            <p:nvPr/>
          </p:nvSpPr>
          <p:spPr bwMode="auto">
            <a:xfrm>
              <a:off x="4209227" y="4593355"/>
              <a:ext cx="1629443" cy="3858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algn="ctr" eaLnBrk="1" hangingPunct="1"/>
              <a:r>
                <a:rPr kumimoji="1" lang="en-US" altLang="zh-CN" sz="1400" b="1" dirty="0">
                  <a:solidFill>
                    <a:srgbClr val="CC00CC"/>
                  </a:solidFill>
                  <a:latin typeface="微软雅黑" pitchFamily="34" charset="-122"/>
                  <a:ea typeface="微软雅黑" pitchFamily="34" charset="-122"/>
                </a:rPr>
                <a:t>TCP </a:t>
              </a:r>
              <a:r>
                <a:rPr kumimoji="1" lang="zh-CN" altLang="en-US" sz="1400" b="1" dirty="0">
                  <a:solidFill>
                    <a:srgbClr val="CC00CC"/>
                  </a:solidFill>
                  <a:latin typeface="微软雅黑" pitchFamily="34" charset="-122"/>
                  <a:ea typeface="微软雅黑" pitchFamily="34" charset="-122"/>
                </a:rPr>
                <a:t>数据连接</a:t>
              </a:r>
            </a:p>
          </p:txBody>
        </p:sp>
        <p:sp>
          <p:nvSpPr>
            <p:cNvPr id="24" name="Line 152">
              <a:extLst>
                <a:ext uri="{FF2B5EF4-FFF2-40B4-BE49-F238E27FC236}">
                  <a16:creationId xmlns:a16="http://schemas.microsoft.com/office/drawing/2014/main" id="{D249E5F5-E907-609C-B0DC-1BDE189E592F}"/>
                </a:ext>
              </a:extLst>
            </p:cNvPr>
            <p:cNvSpPr>
              <a:spLocks noChangeShapeType="1"/>
            </p:cNvSpPr>
            <p:nvPr/>
          </p:nvSpPr>
          <p:spPr bwMode="auto">
            <a:xfrm flipH="1" flipV="1">
              <a:off x="3689696" y="3863107"/>
              <a:ext cx="1002638" cy="649287"/>
            </a:xfrm>
            <a:prstGeom prst="line">
              <a:avLst/>
            </a:prstGeom>
            <a:noFill/>
            <a:ln w="12700">
              <a:solidFill>
                <a:srgbClr val="0000FF"/>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5" name="Line 153">
              <a:extLst>
                <a:ext uri="{FF2B5EF4-FFF2-40B4-BE49-F238E27FC236}">
                  <a16:creationId xmlns:a16="http://schemas.microsoft.com/office/drawing/2014/main" id="{46FC5D92-0CB4-83E1-AC2B-BDC02EA0ED74}"/>
                </a:ext>
              </a:extLst>
            </p:cNvPr>
            <p:cNvSpPr>
              <a:spLocks noChangeShapeType="1"/>
            </p:cNvSpPr>
            <p:nvPr/>
          </p:nvSpPr>
          <p:spPr bwMode="auto">
            <a:xfrm flipV="1">
              <a:off x="5330377" y="3863107"/>
              <a:ext cx="1093788" cy="649287"/>
            </a:xfrm>
            <a:prstGeom prst="line">
              <a:avLst/>
            </a:prstGeom>
            <a:noFill/>
            <a:ln w="12700">
              <a:solidFill>
                <a:srgbClr val="0000FF"/>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6" name="Line 154">
              <a:extLst>
                <a:ext uri="{FF2B5EF4-FFF2-40B4-BE49-F238E27FC236}">
                  <a16:creationId xmlns:a16="http://schemas.microsoft.com/office/drawing/2014/main" id="{0EF84B65-DC48-C4AD-E0EA-1A6D4558F76E}"/>
                </a:ext>
              </a:extLst>
            </p:cNvPr>
            <p:cNvSpPr>
              <a:spLocks noChangeShapeType="1"/>
            </p:cNvSpPr>
            <p:nvPr/>
          </p:nvSpPr>
          <p:spPr bwMode="auto">
            <a:xfrm>
              <a:off x="5239228" y="2472456"/>
              <a:ext cx="1184937" cy="557212"/>
            </a:xfrm>
            <a:prstGeom prst="line">
              <a:avLst/>
            </a:prstGeom>
            <a:noFill/>
            <a:ln w="12700">
              <a:solidFill>
                <a:srgbClr val="0000FF"/>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7" name="Line 155">
              <a:extLst>
                <a:ext uri="{FF2B5EF4-FFF2-40B4-BE49-F238E27FC236}">
                  <a16:creationId xmlns:a16="http://schemas.microsoft.com/office/drawing/2014/main" id="{7A472463-B4C7-413B-9C6B-177C46ADB711}"/>
                </a:ext>
              </a:extLst>
            </p:cNvPr>
            <p:cNvSpPr>
              <a:spLocks noChangeShapeType="1"/>
            </p:cNvSpPr>
            <p:nvPr/>
          </p:nvSpPr>
          <p:spPr bwMode="auto">
            <a:xfrm flipH="1">
              <a:off x="3598546" y="2472456"/>
              <a:ext cx="1093788" cy="557212"/>
            </a:xfrm>
            <a:prstGeom prst="line">
              <a:avLst/>
            </a:prstGeom>
            <a:noFill/>
            <a:ln w="12700">
              <a:solidFill>
                <a:srgbClr val="0000FF"/>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8" name="Oval 156">
              <a:extLst>
                <a:ext uri="{FF2B5EF4-FFF2-40B4-BE49-F238E27FC236}">
                  <a16:creationId xmlns:a16="http://schemas.microsoft.com/office/drawing/2014/main" id="{CF1CB1B3-4E8E-CFA4-8756-3C6B9EB3D1F0}"/>
                </a:ext>
              </a:extLst>
            </p:cNvPr>
            <p:cNvSpPr>
              <a:spLocks noChangeArrowheads="1"/>
            </p:cNvSpPr>
            <p:nvPr/>
          </p:nvSpPr>
          <p:spPr bwMode="auto">
            <a:xfrm>
              <a:off x="1684419" y="2008906"/>
              <a:ext cx="1367234" cy="557212"/>
            </a:xfrm>
            <a:prstGeom prst="ellipse">
              <a:avLst/>
            </a:prstGeom>
            <a:solidFill>
              <a:srgbClr val="00FFCC"/>
            </a:solidFill>
            <a:ln w="9525">
              <a:noFill/>
              <a:round/>
              <a:headEnd/>
              <a:tailEnd/>
            </a:ln>
            <a:effectLst/>
          </p:spPr>
          <p:txBody>
            <a:bodyPr wrap="none" anchor="ctr"/>
            <a:lstStyle/>
            <a:p>
              <a:pPr algn="ctr" eaLnBrk="1" hangingPunct="1"/>
              <a:r>
                <a:rPr kumimoji="1" lang="zh-CN" altLang="en-US" sz="1200" b="1" dirty="0">
                  <a:latin typeface="微软雅黑" pitchFamily="34" charset="-122"/>
                  <a:ea typeface="微软雅黑" pitchFamily="34" charset="-122"/>
                </a:rPr>
                <a:t>用户界面</a:t>
              </a:r>
            </a:p>
          </p:txBody>
        </p:sp>
        <p:sp>
          <p:nvSpPr>
            <p:cNvPr id="29" name="Line 157">
              <a:extLst>
                <a:ext uri="{FF2B5EF4-FFF2-40B4-BE49-F238E27FC236}">
                  <a16:creationId xmlns:a16="http://schemas.microsoft.com/office/drawing/2014/main" id="{AEB1CF66-BD0C-D1EA-7808-1C32F25FD324}"/>
                </a:ext>
              </a:extLst>
            </p:cNvPr>
            <p:cNvSpPr>
              <a:spLocks noChangeShapeType="1"/>
            </p:cNvSpPr>
            <p:nvPr/>
          </p:nvSpPr>
          <p:spPr bwMode="auto">
            <a:xfrm>
              <a:off x="2413611" y="3307481"/>
              <a:ext cx="0" cy="277812"/>
            </a:xfrm>
            <a:prstGeom prst="line">
              <a:avLst/>
            </a:prstGeom>
            <a:noFill/>
            <a:ln w="38100">
              <a:solidFill>
                <a:srgbClr val="00B0F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0" name="Oval 158">
              <a:extLst>
                <a:ext uri="{FF2B5EF4-FFF2-40B4-BE49-F238E27FC236}">
                  <a16:creationId xmlns:a16="http://schemas.microsoft.com/office/drawing/2014/main" id="{7860573F-E22C-E8D1-4989-28660B15806B}"/>
                </a:ext>
              </a:extLst>
            </p:cNvPr>
            <p:cNvSpPr>
              <a:spLocks noChangeArrowheads="1"/>
            </p:cNvSpPr>
            <p:nvPr/>
          </p:nvSpPr>
          <p:spPr bwMode="auto">
            <a:xfrm>
              <a:off x="1684419" y="2750269"/>
              <a:ext cx="1367234" cy="557213"/>
            </a:xfrm>
            <a:prstGeom prst="ellipse">
              <a:avLst/>
            </a:prstGeom>
            <a:solidFill>
              <a:srgbClr val="99FFCC"/>
            </a:solidFill>
            <a:ln w="9525">
              <a:noFill/>
              <a:round/>
              <a:headEnd/>
              <a:tailEnd/>
            </a:ln>
            <a:effectLst/>
          </p:spPr>
          <p:txBody>
            <a:bodyPr wrap="none" anchor="ctr"/>
            <a:lstStyle/>
            <a:p>
              <a:pPr algn="ctr" eaLnBrk="1" hangingPunct="1"/>
              <a:r>
                <a:rPr kumimoji="1" lang="zh-CN" altLang="en-US" sz="1200" b="1">
                  <a:latin typeface="微软雅黑" pitchFamily="34" charset="-122"/>
                  <a:ea typeface="微软雅黑" pitchFamily="34" charset="-122"/>
                </a:rPr>
                <a:t>控制进程</a:t>
              </a:r>
            </a:p>
          </p:txBody>
        </p:sp>
        <p:sp>
          <p:nvSpPr>
            <p:cNvPr id="31" name="Oval 159">
              <a:extLst>
                <a:ext uri="{FF2B5EF4-FFF2-40B4-BE49-F238E27FC236}">
                  <a16:creationId xmlns:a16="http://schemas.microsoft.com/office/drawing/2014/main" id="{AF324851-B6E3-448D-DD57-EF5BA8811232}"/>
                </a:ext>
              </a:extLst>
            </p:cNvPr>
            <p:cNvSpPr>
              <a:spLocks noChangeArrowheads="1"/>
            </p:cNvSpPr>
            <p:nvPr/>
          </p:nvSpPr>
          <p:spPr bwMode="auto">
            <a:xfrm>
              <a:off x="1684419" y="3493219"/>
              <a:ext cx="1367234" cy="741363"/>
            </a:xfrm>
            <a:prstGeom prst="ellipse">
              <a:avLst/>
            </a:prstGeom>
            <a:solidFill>
              <a:srgbClr val="66FF66"/>
            </a:solidFill>
            <a:ln w="9525">
              <a:noFill/>
              <a:round/>
              <a:headEnd/>
              <a:tailEnd/>
            </a:ln>
            <a:effectLst/>
          </p:spPr>
          <p:txBody>
            <a:bodyPr wrap="none" anchor="ctr"/>
            <a:lstStyle/>
            <a:p>
              <a:pPr algn="ctr" eaLnBrk="1" hangingPunct="1"/>
              <a:r>
                <a:rPr kumimoji="1" lang="zh-CN" altLang="en-US" sz="1200" b="1">
                  <a:latin typeface="微软雅黑" pitchFamily="34" charset="-122"/>
                  <a:ea typeface="微软雅黑" pitchFamily="34" charset="-122"/>
                </a:rPr>
                <a:t>数据传送</a:t>
              </a:r>
            </a:p>
            <a:p>
              <a:pPr algn="ctr" eaLnBrk="1" hangingPunct="1"/>
              <a:r>
                <a:rPr kumimoji="1" lang="zh-CN" altLang="en-US" sz="1200" b="1">
                  <a:latin typeface="微软雅黑" pitchFamily="34" charset="-122"/>
                  <a:ea typeface="微软雅黑" pitchFamily="34" charset="-122"/>
                </a:rPr>
                <a:t>进程</a:t>
              </a:r>
            </a:p>
          </p:txBody>
        </p:sp>
        <p:sp>
          <p:nvSpPr>
            <p:cNvPr id="32" name="Line 160">
              <a:extLst>
                <a:ext uri="{FF2B5EF4-FFF2-40B4-BE49-F238E27FC236}">
                  <a16:creationId xmlns:a16="http://schemas.microsoft.com/office/drawing/2014/main" id="{C42A871F-8DBF-D4DC-F860-B913B37E7BF6}"/>
                </a:ext>
              </a:extLst>
            </p:cNvPr>
            <p:cNvSpPr>
              <a:spLocks noChangeShapeType="1"/>
            </p:cNvSpPr>
            <p:nvPr/>
          </p:nvSpPr>
          <p:spPr bwMode="auto">
            <a:xfrm>
              <a:off x="7791399" y="3307481"/>
              <a:ext cx="0" cy="277812"/>
            </a:xfrm>
            <a:prstGeom prst="line">
              <a:avLst/>
            </a:prstGeom>
            <a:noFill/>
            <a:ln w="38100">
              <a:solidFill>
                <a:srgbClr val="00B0F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3" name="Oval 161">
              <a:extLst>
                <a:ext uri="{FF2B5EF4-FFF2-40B4-BE49-F238E27FC236}">
                  <a16:creationId xmlns:a16="http://schemas.microsoft.com/office/drawing/2014/main" id="{75A0DFBA-233C-5990-3263-2B1F18803EC0}"/>
                </a:ext>
              </a:extLst>
            </p:cNvPr>
            <p:cNvSpPr>
              <a:spLocks noChangeArrowheads="1"/>
            </p:cNvSpPr>
            <p:nvPr/>
          </p:nvSpPr>
          <p:spPr bwMode="auto">
            <a:xfrm>
              <a:off x="7062207" y="3493219"/>
              <a:ext cx="1367235" cy="741363"/>
            </a:xfrm>
            <a:prstGeom prst="ellipse">
              <a:avLst/>
            </a:prstGeom>
            <a:solidFill>
              <a:srgbClr val="66FF66"/>
            </a:solidFill>
            <a:ln w="9525" algn="ctr">
              <a:noFill/>
              <a:round/>
              <a:headEnd/>
              <a:tailEnd/>
            </a:ln>
            <a:effectLst/>
          </p:spPr>
          <p:txBody>
            <a:bodyPr wrap="none" anchor="ctr"/>
            <a:lstStyle/>
            <a:p>
              <a:pPr algn="ctr" eaLnBrk="1" hangingPunct="1"/>
              <a:r>
                <a:rPr kumimoji="1" lang="zh-CN" altLang="en-US" sz="1200" b="1" dirty="0">
                  <a:latin typeface="微软雅黑" pitchFamily="34" charset="-122"/>
                  <a:ea typeface="微软雅黑" pitchFamily="34" charset="-122"/>
                </a:rPr>
                <a:t>数据传送</a:t>
              </a:r>
            </a:p>
            <a:p>
              <a:pPr algn="ctr" eaLnBrk="1" hangingPunct="1"/>
              <a:r>
                <a:rPr kumimoji="1" lang="zh-CN" altLang="en-US" sz="1200" b="1" dirty="0">
                  <a:latin typeface="微软雅黑" pitchFamily="34" charset="-122"/>
                  <a:ea typeface="微软雅黑" pitchFamily="34" charset="-122"/>
                </a:rPr>
                <a:t>进程</a:t>
              </a:r>
            </a:p>
          </p:txBody>
        </p:sp>
        <p:sp>
          <p:nvSpPr>
            <p:cNvPr id="34" name="Oval 161">
              <a:extLst>
                <a:ext uri="{FF2B5EF4-FFF2-40B4-BE49-F238E27FC236}">
                  <a16:creationId xmlns:a16="http://schemas.microsoft.com/office/drawing/2014/main" id="{A3D482F5-D5F5-2A49-E3CE-86D4AEE96D43}"/>
                </a:ext>
              </a:extLst>
            </p:cNvPr>
            <p:cNvSpPr>
              <a:spLocks noChangeArrowheads="1"/>
            </p:cNvSpPr>
            <p:nvPr/>
          </p:nvSpPr>
          <p:spPr bwMode="auto">
            <a:xfrm>
              <a:off x="8167270" y="3344333"/>
              <a:ext cx="377639" cy="286999"/>
            </a:xfrm>
            <a:prstGeom prst="ellipse">
              <a:avLst/>
            </a:prstGeom>
            <a:solidFill>
              <a:srgbClr val="66FF66"/>
            </a:solidFill>
            <a:ln w="9525" algn="ctr">
              <a:noFill/>
              <a:round/>
              <a:headEnd/>
              <a:tailEnd/>
            </a:ln>
            <a:effectLst/>
          </p:spPr>
          <p:txBody>
            <a:bodyPr wrap="none" anchor="ctr"/>
            <a:lstStyle/>
            <a:p>
              <a:pPr algn="ctr" eaLnBrk="1" hangingPunct="1"/>
              <a:endParaRPr kumimoji="1" lang="zh-CN" altLang="en-US" sz="1200" b="1" dirty="0">
                <a:latin typeface="微软雅黑" pitchFamily="34" charset="-122"/>
                <a:ea typeface="微软雅黑" pitchFamily="34" charset="-122"/>
              </a:endParaRPr>
            </a:p>
          </p:txBody>
        </p:sp>
        <p:sp>
          <p:nvSpPr>
            <p:cNvPr id="35" name="Oval 161">
              <a:extLst>
                <a:ext uri="{FF2B5EF4-FFF2-40B4-BE49-F238E27FC236}">
                  <a16:creationId xmlns:a16="http://schemas.microsoft.com/office/drawing/2014/main" id="{57B7C121-8657-5FC7-F64C-8E447F1D068F}"/>
                </a:ext>
              </a:extLst>
            </p:cNvPr>
            <p:cNvSpPr>
              <a:spLocks noChangeArrowheads="1"/>
            </p:cNvSpPr>
            <p:nvPr/>
          </p:nvSpPr>
          <p:spPr bwMode="auto">
            <a:xfrm>
              <a:off x="8234101" y="4022938"/>
              <a:ext cx="377639" cy="286999"/>
            </a:xfrm>
            <a:prstGeom prst="ellipse">
              <a:avLst/>
            </a:prstGeom>
            <a:solidFill>
              <a:srgbClr val="66FF66"/>
            </a:solidFill>
            <a:ln w="9525" algn="ctr">
              <a:noFill/>
              <a:round/>
              <a:headEnd/>
              <a:tailEnd/>
            </a:ln>
            <a:effectLst/>
          </p:spPr>
          <p:txBody>
            <a:bodyPr wrap="none" anchor="ctr"/>
            <a:lstStyle/>
            <a:p>
              <a:pPr algn="ctr" eaLnBrk="1" hangingPunct="1"/>
              <a:endParaRPr kumimoji="1" lang="zh-CN" altLang="en-US" sz="1200" b="1" dirty="0">
                <a:latin typeface="微软雅黑" pitchFamily="34" charset="-122"/>
                <a:ea typeface="微软雅黑" pitchFamily="34" charset="-122"/>
              </a:endParaRPr>
            </a:p>
          </p:txBody>
        </p:sp>
      </p:grpSp>
      <p:sp>
        <p:nvSpPr>
          <p:cNvPr id="26697" name="矩形 26696">
            <a:extLst>
              <a:ext uri="{FF2B5EF4-FFF2-40B4-BE49-F238E27FC236}">
                <a16:creationId xmlns:a16="http://schemas.microsoft.com/office/drawing/2014/main" id="{344FDA4A-1C39-6CC8-23F4-48CC186A932E}"/>
              </a:ext>
            </a:extLst>
          </p:cNvPr>
          <p:cNvSpPr/>
          <p:nvPr/>
        </p:nvSpPr>
        <p:spPr>
          <a:xfrm>
            <a:off x="6265903" y="3331167"/>
            <a:ext cx="437940" cy="338554"/>
          </a:xfrm>
          <a:prstGeom prst="rect">
            <a:avLst/>
          </a:prstGeom>
        </p:spPr>
        <p:txBody>
          <a:bodyPr wrap="none">
            <a:spAutoFit/>
          </a:bodyPr>
          <a:lstStyle/>
          <a:p>
            <a:r>
              <a:rPr lang="en-US" altLang="zh-CN" sz="1600" b="1" dirty="0">
                <a:solidFill>
                  <a:srgbClr val="C00000"/>
                </a:solidFill>
                <a:latin typeface="微软雅黑" pitchFamily="34" charset="-122"/>
                <a:ea typeface="微软雅黑" pitchFamily="34" charset="-122"/>
              </a:rPr>
              <a:t>21</a:t>
            </a:r>
            <a:endParaRPr lang="zh-CN" altLang="en-US" sz="1600" dirty="0">
              <a:solidFill>
                <a:srgbClr val="C00000"/>
              </a:solidFill>
            </a:endParaRPr>
          </a:p>
        </p:txBody>
      </p:sp>
      <p:sp>
        <p:nvSpPr>
          <p:cNvPr id="26698" name="矩形 26697">
            <a:extLst>
              <a:ext uri="{FF2B5EF4-FFF2-40B4-BE49-F238E27FC236}">
                <a16:creationId xmlns:a16="http://schemas.microsoft.com/office/drawing/2014/main" id="{D44E55E8-92FD-B6DA-FA93-F1FAB104201B}"/>
              </a:ext>
            </a:extLst>
          </p:cNvPr>
          <p:cNvSpPr/>
          <p:nvPr/>
        </p:nvSpPr>
        <p:spPr>
          <a:xfrm>
            <a:off x="6265903" y="3988102"/>
            <a:ext cx="437940" cy="338554"/>
          </a:xfrm>
          <a:prstGeom prst="rect">
            <a:avLst/>
          </a:prstGeom>
        </p:spPr>
        <p:txBody>
          <a:bodyPr wrap="none">
            <a:spAutoFit/>
          </a:bodyPr>
          <a:lstStyle/>
          <a:p>
            <a:r>
              <a:rPr lang="en-US" altLang="zh-CN" sz="1600" b="1" dirty="0">
                <a:solidFill>
                  <a:srgbClr val="C00000"/>
                </a:solidFill>
                <a:latin typeface="微软雅黑" pitchFamily="34" charset="-122"/>
                <a:ea typeface="微软雅黑" pitchFamily="34" charset="-122"/>
              </a:rPr>
              <a:t>20</a:t>
            </a:r>
            <a:endParaRPr lang="zh-CN" altLang="en-US" sz="1600" dirty="0">
              <a:solidFill>
                <a:srgbClr val="C00000"/>
              </a:solidFill>
            </a:endParaRPr>
          </a:p>
        </p:txBody>
      </p:sp>
      <p:grpSp>
        <p:nvGrpSpPr>
          <p:cNvPr id="26699" name="组合 26698">
            <a:extLst>
              <a:ext uri="{FF2B5EF4-FFF2-40B4-BE49-F238E27FC236}">
                <a16:creationId xmlns:a16="http://schemas.microsoft.com/office/drawing/2014/main" id="{BE0C8744-ED4F-985F-553B-6EE9AE05986D}"/>
              </a:ext>
            </a:extLst>
          </p:cNvPr>
          <p:cNvGrpSpPr/>
          <p:nvPr/>
        </p:nvGrpSpPr>
        <p:grpSpPr>
          <a:xfrm>
            <a:off x="5233229" y="2260825"/>
            <a:ext cx="2391084" cy="1344396"/>
            <a:chOff x="4725624" y="1040988"/>
            <a:chExt cx="2391084" cy="1344396"/>
          </a:xfrm>
        </p:grpSpPr>
        <p:sp>
          <p:nvSpPr>
            <p:cNvPr id="26700" name="矩形 26699">
              <a:extLst>
                <a:ext uri="{FF2B5EF4-FFF2-40B4-BE49-F238E27FC236}">
                  <a16:creationId xmlns:a16="http://schemas.microsoft.com/office/drawing/2014/main" id="{91B9CFBA-C7F3-1A7A-8684-E83F961F9A26}"/>
                </a:ext>
              </a:extLst>
            </p:cNvPr>
            <p:cNvSpPr/>
            <p:nvPr/>
          </p:nvSpPr>
          <p:spPr>
            <a:xfrm>
              <a:off x="4725624" y="1040988"/>
              <a:ext cx="2391084" cy="461665"/>
            </a:xfrm>
            <a:prstGeom prst="rect">
              <a:avLst/>
            </a:prstGeom>
          </p:spPr>
          <p:txBody>
            <a:bodyPr wrap="square">
              <a:spAutoFit/>
            </a:bodyPr>
            <a:lstStyle/>
            <a:p>
              <a:r>
                <a:rPr lang="zh-CN" altLang="en-US" sz="1200" b="1" dirty="0">
                  <a:latin typeface="微软雅黑" panose="020B0503020204020204" pitchFamily="34" charset="-122"/>
                  <a:ea typeface="微软雅黑" panose="020B0503020204020204" pitchFamily="34" charset="-122"/>
                </a:rPr>
                <a:t>在整个会话期间一直保持打开。</a:t>
              </a:r>
              <a:endParaRPr lang="en-US" altLang="zh-CN" sz="1200" b="1" dirty="0">
                <a:latin typeface="微软雅黑" panose="020B0503020204020204" pitchFamily="34" charset="-122"/>
                <a:ea typeface="微软雅黑" panose="020B0503020204020204" pitchFamily="34" charset="-122"/>
              </a:endParaRPr>
            </a:p>
            <a:p>
              <a:r>
                <a:rPr lang="zh-CN" altLang="en-US" sz="1200" b="1" dirty="0">
                  <a:latin typeface="微软雅黑" panose="020B0503020204020204" pitchFamily="34" charset="-122"/>
                  <a:ea typeface="微软雅黑" panose="020B0503020204020204" pitchFamily="34" charset="-122"/>
                </a:rPr>
                <a:t>传输 </a:t>
              </a:r>
              <a:r>
                <a:rPr lang="en-US" altLang="zh-CN" sz="1200" b="1" dirty="0">
                  <a:latin typeface="微软雅黑" panose="020B0503020204020204" pitchFamily="34" charset="-122"/>
                  <a:ea typeface="微软雅黑" panose="020B0503020204020204" pitchFamily="34" charset="-122"/>
                </a:rPr>
                <a:t>FTP </a:t>
              </a:r>
              <a:r>
                <a:rPr lang="zh-CN" altLang="en-US" sz="1200" b="1" dirty="0">
                  <a:latin typeface="微软雅黑" panose="020B0503020204020204" pitchFamily="34" charset="-122"/>
                  <a:ea typeface="微软雅黑" panose="020B0503020204020204" pitchFamily="34" charset="-122"/>
                </a:rPr>
                <a:t>客户发出的传送请求。</a:t>
              </a:r>
            </a:p>
          </p:txBody>
        </p:sp>
        <p:cxnSp>
          <p:nvCxnSpPr>
            <p:cNvPr id="26701" name="直接箭头连接符 26700">
              <a:extLst>
                <a:ext uri="{FF2B5EF4-FFF2-40B4-BE49-F238E27FC236}">
                  <a16:creationId xmlns:a16="http://schemas.microsoft.com/office/drawing/2014/main" id="{78EC49CA-C480-1AE3-247F-8489051F6A8C}"/>
                </a:ext>
              </a:extLst>
            </p:cNvPr>
            <p:cNvCxnSpPr/>
            <p:nvPr/>
          </p:nvCxnSpPr>
          <p:spPr>
            <a:xfrm>
              <a:off x="5463220" y="1491442"/>
              <a:ext cx="327934" cy="893942"/>
            </a:xfrm>
            <a:prstGeom prst="straightConnector1">
              <a:avLst/>
            </a:prstGeom>
            <a:ln w="9525">
              <a:tailEnd type="triangle"/>
            </a:ln>
          </p:spPr>
          <p:style>
            <a:lnRef idx="1">
              <a:schemeClr val="dk1"/>
            </a:lnRef>
            <a:fillRef idx="0">
              <a:schemeClr val="dk1"/>
            </a:fillRef>
            <a:effectRef idx="0">
              <a:schemeClr val="dk1"/>
            </a:effectRef>
            <a:fontRef idx="minor">
              <a:schemeClr val="tx1"/>
            </a:fontRef>
          </p:style>
        </p:cxnSp>
      </p:grpSp>
      <p:grpSp>
        <p:nvGrpSpPr>
          <p:cNvPr id="26702" name="组合 26701">
            <a:extLst>
              <a:ext uri="{FF2B5EF4-FFF2-40B4-BE49-F238E27FC236}">
                <a16:creationId xmlns:a16="http://schemas.microsoft.com/office/drawing/2014/main" id="{03CCCC4C-90D5-770C-0C5F-5BBCFBAFED5B}"/>
              </a:ext>
            </a:extLst>
          </p:cNvPr>
          <p:cNvGrpSpPr/>
          <p:nvPr/>
        </p:nvGrpSpPr>
        <p:grpSpPr>
          <a:xfrm>
            <a:off x="6371599" y="2808600"/>
            <a:ext cx="2600659" cy="722473"/>
            <a:chOff x="5863994" y="1588763"/>
            <a:chExt cx="2600659" cy="722473"/>
          </a:xfrm>
        </p:grpSpPr>
        <p:sp>
          <p:nvSpPr>
            <p:cNvPr id="26703" name="矩形 26702">
              <a:extLst>
                <a:ext uri="{FF2B5EF4-FFF2-40B4-BE49-F238E27FC236}">
                  <a16:creationId xmlns:a16="http://schemas.microsoft.com/office/drawing/2014/main" id="{69E4975E-4E55-6866-5615-E2C0686573E3}"/>
                </a:ext>
              </a:extLst>
            </p:cNvPr>
            <p:cNvSpPr/>
            <p:nvPr/>
          </p:nvSpPr>
          <p:spPr>
            <a:xfrm>
              <a:off x="5863994" y="1588763"/>
              <a:ext cx="2600659" cy="276999"/>
            </a:xfrm>
            <a:prstGeom prst="rect">
              <a:avLst/>
            </a:prstGeom>
          </p:spPr>
          <p:txBody>
            <a:bodyPr wrap="square">
              <a:spAutoFit/>
            </a:bodyPr>
            <a:lstStyle/>
            <a:p>
              <a:r>
                <a:rPr lang="zh-CN" altLang="en-US" sz="1200" b="1" dirty="0">
                  <a:latin typeface="微软雅黑" panose="020B0503020204020204" pitchFamily="34" charset="-122"/>
                  <a:ea typeface="微软雅黑" panose="020B0503020204020204" pitchFamily="34" charset="-122"/>
                </a:rPr>
                <a:t>收到客户连接请求后有主进程创建。</a:t>
              </a:r>
            </a:p>
          </p:txBody>
        </p:sp>
        <p:cxnSp>
          <p:nvCxnSpPr>
            <p:cNvPr id="26704" name="直接箭头连接符 26703">
              <a:extLst>
                <a:ext uri="{FF2B5EF4-FFF2-40B4-BE49-F238E27FC236}">
                  <a16:creationId xmlns:a16="http://schemas.microsoft.com/office/drawing/2014/main" id="{DCA7A2D4-EC7F-C247-8752-BE51F7F65002}"/>
                </a:ext>
              </a:extLst>
            </p:cNvPr>
            <p:cNvCxnSpPr/>
            <p:nvPr/>
          </p:nvCxnSpPr>
          <p:spPr>
            <a:xfrm flipH="1">
              <a:off x="6916110" y="1849446"/>
              <a:ext cx="70444" cy="461790"/>
            </a:xfrm>
            <a:prstGeom prst="straightConnector1">
              <a:avLst/>
            </a:prstGeom>
            <a:ln w="9525">
              <a:tailEnd type="triangle"/>
            </a:ln>
          </p:spPr>
          <p:style>
            <a:lnRef idx="1">
              <a:schemeClr val="dk1"/>
            </a:lnRef>
            <a:fillRef idx="0">
              <a:schemeClr val="dk1"/>
            </a:fillRef>
            <a:effectRef idx="0">
              <a:schemeClr val="dk1"/>
            </a:effectRef>
            <a:fontRef idx="minor">
              <a:schemeClr val="tx1"/>
            </a:fontRef>
          </p:style>
        </p:cxnSp>
      </p:grpSp>
      <p:grpSp>
        <p:nvGrpSpPr>
          <p:cNvPr id="26705" name="组合 26704">
            <a:extLst>
              <a:ext uri="{FF2B5EF4-FFF2-40B4-BE49-F238E27FC236}">
                <a16:creationId xmlns:a16="http://schemas.microsoft.com/office/drawing/2014/main" id="{A17467CC-96F0-DB5F-FB3A-0F6530634B32}"/>
              </a:ext>
            </a:extLst>
          </p:cNvPr>
          <p:cNvGrpSpPr/>
          <p:nvPr/>
        </p:nvGrpSpPr>
        <p:grpSpPr>
          <a:xfrm>
            <a:off x="5354672" y="4387927"/>
            <a:ext cx="3688804" cy="1224795"/>
            <a:chOff x="4847067" y="3168090"/>
            <a:chExt cx="3688804" cy="1224795"/>
          </a:xfrm>
        </p:grpSpPr>
        <p:sp>
          <p:nvSpPr>
            <p:cNvPr id="26706" name="矩形 26705">
              <a:extLst>
                <a:ext uri="{FF2B5EF4-FFF2-40B4-BE49-F238E27FC236}">
                  <a16:creationId xmlns:a16="http://schemas.microsoft.com/office/drawing/2014/main" id="{18AE68D8-EF8B-876A-A5B0-2F51C8E86BEF}"/>
                </a:ext>
              </a:extLst>
            </p:cNvPr>
            <p:cNvSpPr/>
            <p:nvPr/>
          </p:nvSpPr>
          <p:spPr>
            <a:xfrm>
              <a:off x="4847067" y="3931220"/>
              <a:ext cx="3688804" cy="461665"/>
            </a:xfrm>
            <a:prstGeom prst="rect">
              <a:avLst/>
            </a:prstGeom>
          </p:spPr>
          <p:txBody>
            <a:bodyPr wrap="square">
              <a:spAutoFit/>
            </a:bodyPr>
            <a:lstStyle/>
            <a:p>
              <a:r>
                <a:rPr lang="zh-CN" altLang="en-US" sz="1200" b="1" dirty="0">
                  <a:latin typeface="微软雅黑" panose="020B0503020204020204" pitchFamily="34" charset="-122"/>
                  <a:ea typeface="微软雅黑" panose="020B0503020204020204" pitchFamily="34" charset="-122"/>
                </a:rPr>
                <a:t>收到客户发送来的文件传输请求后由控制进程创建。</a:t>
              </a:r>
              <a:endParaRPr lang="en-US" altLang="zh-CN" sz="1200" b="1" dirty="0">
                <a:latin typeface="微软雅黑" panose="020B0503020204020204" pitchFamily="34" charset="-122"/>
                <a:ea typeface="微软雅黑" panose="020B0503020204020204" pitchFamily="34" charset="-122"/>
              </a:endParaRPr>
            </a:p>
            <a:p>
              <a:r>
                <a:rPr lang="zh-CN" altLang="en-US" sz="1200" b="1" dirty="0">
                  <a:latin typeface="微软雅黑" panose="020B0503020204020204" pitchFamily="34" charset="-122"/>
                  <a:ea typeface="微软雅黑" panose="020B0503020204020204" pitchFamily="34" charset="-122"/>
                </a:rPr>
                <a:t>实际完成文件的传送。传送完毕后关闭。</a:t>
              </a:r>
            </a:p>
          </p:txBody>
        </p:sp>
        <p:cxnSp>
          <p:nvCxnSpPr>
            <p:cNvPr id="26707" name="直接箭头连接符 26706">
              <a:extLst>
                <a:ext uri="{FF2B5EF4-FFF2-40B4-BE49-F238E27FC236}">
                  <a16:creationId xmlns:a16="http://schemas.microsoft.com/office/drawing/2014/main" id="{A10F1045-9A65-1E8D-B238-F68C08DD273A}"/>
                </a:ext>
              </a:extLst>
            </p:cNvPr>
            <p:cNvCxnSpPr/>
            <p:nvPr/>
          </p:nvCxnSpPr>
          <p:spPr>
            <a:xfrm flipV="1">
              <a:off x="5690124" y="3168090"/>
              <a:ext cx="703584" cy="794398"/>
            </a:xfrm>
            <a:prstGeom prst="straightConnector1">
              <a:avLst/>
            </a:prstGeom>
            <a:ln w="9525">
              <a:tailEnd type="triangle"/>
            </a:ln>
          </p:spPr>
          <p:style>
            <a:lnRef idx="1">
              <a:schemeClr val="dk1"/>
            </a:lnRef>
            <a:fillRef idx="0">
              <a:schemeClr val="dk1"/>
            </a:fillRef>
            <a:effectRef idx="0">
              <a:schemeClr val="dk1"/>
            </a:effectRef>
            <a:fontRef idx="minor">
              <a:schemeClr val="tx1"/>
            </a:fontRef>
          </p:style>
        </p:cxnSp>
      </p:grpSp>
      <p:grpSp>
        <p:nvGrpSpPr>
          <p:cNvPr id="26708" name="组合 26707">
            <a:extLst>
              <a:ext uri="{FF2B5EF4-FFF2-40B4-BE49-F238E27FC236}">
                <a16:creationId xmlns:a16="http://schemas.microsoft.com/office/drawing/2014/main" id="{9AE03044-A664-91E7-4587-0A09636394BA}"/>
              </a:ext>
            </a:extLst>
          </p:cNvPr>
          <p:cNvGrpSpPr/>
          <p:nvPr/>
        </p:nvGrpSpPr>
        <p:grpSpPr>
          <a:xfrm>
            <a:off x="1760119" y="4337572"/>
            <a:ext cx="2886864" cy="1145709"/>
            <a:chOff x="1252514" y="3117735"/>
            <a:chExt cx="2886864" cy="1145709"/>
          </a:xfrm>
        </p:grpSpPr>
        <p:sp>
          <p:nvSpPr>
            <p:cNvPr id="26709" name="矩形 26708">
              <a:extLst>
                <a:ext uri="{FF2B5EF4-FFF2-40B4-BE49-F238E27FC236}">
                  <a16:creationId xmlns:a16="http://schemas.microsoft.com/office/drawing/2014/main" id="{182817F6-9DC1-81F5-046E-D8CFF358D7E9}"/>
                </a:ext>
              </a:extLst>
            </p:cNvPr>
            <p:cNvSpPr/>
            <p:nvPr/>
          </p:nvSpPr>
          <p:spPr>
            <a:xfrm>
              <a:off x="1252514" y="3986445"/>
              <a:ext cx="2886864" cy="276999"/>
            </a:xfrm>
            <a:prstGeom prst="rect">
              <a:avLst/>
            </a:prstGeom>
          </p:spPr>
          <p:txBody>
            <a:bodyPr wrap="square">
              <a:spAutoFit/>
            </a:bodyPr>
            <a:lstStyle/>
            <a:p>
              <a:r>
                <a:rPr lang="zh-CN" altLang="en-US" sz="1200" b="1" dirty="0">
                  <a:latin typeface="微软雅黑" panose="020B0503020204020204" pitchFamily="34" charset="-122"/>
                  <a:ea typeface="微软雅黑" panose="020B0503020204020204" pitchFamily="34" charset="-122"/>
                </a:rPr>
                <a:t>动态创建。传输文件。传送完毕后释放。</a:t>
              </a:r>
              <a:endParaRPr lang="en-US" altLang="zh-CN" sz="1200" b="1" dirty="0">
                <a:latin typeface="微软雅黑" panose="020B0503020204020204" pitchFamily="34" charset="-122"/>
                <a:ea typeface="微软雅黑" panose="020B0503020204020204" pitchFamily="34" charset="-122"/>
              </a:endParaRPr>
            </a:p>
          </p:txBody>
        </p:sp>
        <p:cxnSp>
          <p:nvCxnSpPr>
            <p:cNvPr id="26710" name="直接箭头连接符 26709">
              <a:extLst>
                <a:ext uri="{FF2B5EF4-FFF2-40B4-BE49-F238E27FC236}">
                  <a16:creationId xmlns:a16="http://schemas.microsoft.com/office/drawing/2014/main" id="{BD5D8640-E460-1CD2-9CDB-EEAC19B4EC1C}"/>
                </a:ext>
              </a:extLst>
            </p:cNvPr>
            <p:cNvCxnSpPr/>
            <p:nvPr/>
          </p:nvCxnSpPr>
          <p:spPr>
            <a:xfrm flipV="1">
              <a:off x="3223892" y="3117735"/>
              <a:ext cx="241530" cy="868710"/>
            </a:xfrm>
            <a:prstGeom prst="straightConnector1">
              <a:avLst/>
            </a:prstGeom>
            <a:ln w="9525">
              <a:tailEnd type="triangle"/>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4227950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0" nodeType="afterEffect">
                                  <p:stCondLst>
                                    <p:cond delay="0"/>
                                  </p:stCondLst>
                                  <p:childTnLst>
                                    <p:anim calcmode="discrete" valueType="str">
                                      <p:cBhvr>
                                        <p:cTn id="6" dur="1000" fill="hold"/>
                                        <p:tgtEl>
                                          <p:spTgt spid="26697"/>
                                        </p:tgtEl>
                                        <p:attrNameLst>
                                          <p:attrName>style.visibility</p:attrName>
                                        </p:attrNameLst>
                                      </p:cBhvr>
                                      <p:tavLst>
                                        <p:tav tm="0">
                                          <p:val>
                                            <p:strVal val="hidden"/>
                                          </p:val>
                                        </p:tav>
                                        <p:tav tm="50000">
                                          <p:val>
                                            <p:strVal val="visible"/>
                                          </p:val>
                                        </p:tav>
                                      </p:tavLst>
                                    </p:anim>
                                  </p:childTnLst>
                                </p:cTn>
                              </p:par>
                              <p:par>
                                <p:cTn id="7" presetID="35" presetClass="emph" presetSubtype="0" repeatCount="3000" fill="hold" grpId="0" nodeType="withEffect">
                                  <p:stCondLst>
                                    <p:cond delay="0"/>
                                  </p:stCondLst>
                                  <p:childTnLst>
                                    <p:anim calcmode="discrete" valueType="str">
                                      <p:cBhvr>
                                        <p:cTn id="8" dur="1000" fill="hold"/>
                                        <p:tgtEl>
                                          <p:spTgt spid="26698"/>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97" grpId="0"/>
      <p:bldP spid="26698"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Rectangle 2">
            <a:extLst>
              <a:ext uri="{FF2B5EF4-FFF2-40B4-BE49-F238E27FC236}">
                <a16:creationId xmlns:a16="http://schemas.microsoft.com/office/drawing/2014/main" id="{2BF677AB-89CB-7044-1C80-1F5BAAD7B269}"/>
              </a:ext>
            </a:extLst>
          </p:cNvPr>
          <p:cNvSpPr txBox="1">
            <a:spLocks noChangeArrowheads="1"/>
          </p:cNvSpPr>
          <p:nvPr/>
        </p:nvSpPr>
        <p:spPr bwMode="auto">
          <a:xfrm>
            <a:off x="272480" y="258887"/>
            <a:ext cx="8514465" cy="627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rtl="0" eaLnBrk="1" fontAlgn="base" hangingPunct="1">
              <a:spcBef>
                <a:spcPct val="0"/>
              </a:spcBef>
              <a:spcAft>
                <a:spcPct val="0"/>
              </a:spcAft>
              <a:defRPr sz="4400" b="1">
                <a:solidFill>
                  <a:srgbClr val="333399"/>
                </a:solidFill>
                <a:latin typeface="+mn-lt"/>
                <a:ea typeface="黑体" panose="02010609060101010101" pitchFamily="2" charset="-122"/>
                <a:cs typeface="+mj-cs"/>
              </a:defRPr>
            </a:lvl1pPr>
            <a:lvl2pPr algn="l" rtl="0" eaLnBrk="1" fontAlgn="base" hangingPunct="1">
              <a:spcBef>
                <a:spcPct val="0"/>
              </a:spcBef>
              <a:spcAft>
                <a:spcPct val="0"/>
              </a:spcAft>
              <a:defRPr sz="4400">
                <a:solidFill>
                  <a:schemeClr val="tx2"/>
                </a:solidFill>
                <a:latin typeface="Times New Roman" panose="02020603050405020304" pitchFamily="18" charset="0"/>
              </a:defRPr>
            </a:lvl2pPr>
            <a:lvl3pPr algn="l" rtl="0" eaLnBrk="1" fontAlgn="base" hangingPunct="1">
              <a:spcBef>
                <a:spcPct val="0"/>
              </a:spcBef>
              <a:spcAft>
                <a:spcPct val="0"/>
              </a:spcAft>
              <a:defRPr sz="4400">
                <a:solidFill>
                  <a:schemeClr val="tx2"/>
                </a:solidFill>
                <a:latin typeface="Times New Roman" panose="02020603050405020304" pitchFamily="18" charset="0"/>
              </a:defRPr>
            </a:lvl3pPr>
            <a:lvl4pPr algn="l" rtl="0" eaLnBrk="1" fontAlgn="base" hangingPunct="1">
              <a:spcBef>
                <a:spcPct val="0"/>
              </a:spcBef>
              <a:spcAft>
                <a:spcPct val="0"/>
              </a:spcAft>
              <a:defRPr sz="4400">
                <a:solidFill>
                  <a:schemeClr val="tx2"/>
                </a:solidFill>
                <a:latin typeface="Times New Roman" panose="02020603050405020304" pitchFamily="18" charset="0"/>
              </a:defRPr>
            </a:lvl4pPr>
            <a:lvl5pPr algn="l" rtl="0" eaLnBrk="1" fontAlgn="base" hangingPunct="1">
              <a:spcBef>
                <a:spcPct val="0"/>
              </a:spcBef>
              <a:spcAft>
                <a:spcPct val="0"/>
              </a:spcAft>
              <a:defRPr sz="4400">
                <a:solidFill>
                  <a:schemeClr val="tx2"/>
                </a:solidFill>
                <a:latin typeface="Times New Roman" panose="02020603050405020304" pitchFamily="18" charset="0"/>
              </a:defRPr>
            </a:lvl5pPr>
            <a:lvl6pPr marL="457200" algn="l" rtl="0" eaLnBrk="1" fontAlgn="base" hangingPunct="1">
              <a:spcBef>
                <a:spcPct val="0"/>
              </a:spcBef>
              <a:spcAft>
                <a:spcPct val="0"/>
              </a:spcAft>
              <a:defRPr sz="4400">
                <a:solidFill>
                  <a:schemeClr val="tx2"/>
                </a:solidFill>
                <a:latin typeface="Times New Roman" panose="02020603050405020304" pitchFamily="18" charset="0"/>
              </a:defRPr>
            </a:lvl6pPr>
            <a:lvl7pPr marL="914400" algn="l" rtl="0" eaLnBrk="1" fontAlgn="base" hangingPunct="1">
              <a:spcBef>
                <a:spcPct val="0"/>
              </a:spcBef>
              <a:spcAft>
                <a:spcPct val="0"/>
              </a:spcAft>
              <a:defRPr sz="4400">
                <a:solidFill>
                  <a:schemeClr val="tx2"/>
                </a:solidFill>
                <a:latin typeface="Times New Roman" panose="02020603050405020304" pitchFamily="18" charset="0"/>
              </a:defRPr>
            </a:lvl7pPr>
            <a:lvl8pPr marL="1371600" algn="l" rtl="0" eaLnBrk="1" fontAlgn="base" hangingPunct="1">
              <a:spcBef>
                <a:spcPct val="0"/>
              </a:spcBef>
              <a:spcAft>
                <a:spcPct val="0"/>
              </a:spcAft>
              <a:defRPr sz="4400">
                <a:solidFill>
                  <a:schemeClr val="tx2"/>
                </a:solidFill>
                <a:latin typeface="Times New Roman" panose="02020603050405020304" pitchFamily="18" charset="0"/>
              </a:defRPr>
            </a:lvl8pPr>
            <a:lvl9pPr marL="1828800" algn="l" rtl="0" eaLnBrk="1" fontAlgn="base" hangingPunct="1">
              <a:spcBef>
                <a:spcPct val="0"/>
              </a:spcBef>
              <a:spcAft>
                <a:spcPct val="0"/>
              </a:spcAft>
              <a:defRPr sz="4400">
                <a:solidFill>
                  <a:schemeClr val="tx2"/>
                </a:solidFill>
                <a:latin typeface="Times New Roman" panose="02020603050405020304" pitchFamily="18" charset="0"/>
              </a:defRPr>
            </a:lvl9pPr>
          </a:lstStyle>
          <a:p>
            <a:pPr algn="ctr">
              <a:lnSpc>
                <a:spcPct val="80000"/>
              </a:lnSpc>
            </a:pPr>
            <a:r>
              <a:rPr lang="zh-CN" altLang="en-US" kern="0" dirty="0">
                <a:ea typeface="黑体" pitchFamily="49" charset="-122"/>
              </a:rPr>
              <a:t>第</a:t>
            </a:r>
            <a:r>
              <a:rPr lang="en-US" altLang="zh-CN" kern="0" dirty="0">
                <a:ea typeface="黑体" pitchFamily="49" charset="-122"/>
              </a:rPr>
              <a:t>6</a:t>
            </a:r>
            <a:r>
              <a:rPr lang="zh-CN" altLang="en-US" kern="0" dirty="0">
                <a:ea typeface="黑体" pitchFamily="49" charset="-122"/>
              </a:rPr>
              <a:t>章 万维网的工作过程 </a:t>
            </a:r>
          </a:p>
        </p:txBody>
      </p:sp>
      <p:graphicFrame>
        <p:nvGraphicFramePr>
          <p:cNvPr id="58" name="Object 66">
            <a:extLst>
              <a:ext uri="{FF2B5EF4-FFF2-40B4-BE49-F238E27FC236}">
                <a16:creationId xmlns:a16="http://schemas.microsoft.com/office/drawing/2014/main" id="{6F2CDBE0-1C00-2521-0A80-2886C94FFD2A}"/>
              </a:ext>
            </a:extLst>
          </p:cNvPr>
          <p:cNvGraphicFramePr>
            <a:graphicFrameLocks noChangeAspect="1"/>
          </p:cNvGraphicFramePr>
          <p:nvPr>
            <p:extLst>
              <p:ext uri="{D42A27DB-BD31-4B8C-83A1-F6EECF244321}">
                <p14:modId xmlns:p14="http://schemas.microsoft.com/office/powerpoint/2010/main" val="2819739734"/>
              </p:ext>
            </p:extLst>
          </p:nvPr>
        </p:nvGraphicFramePr>
        <p:xfrm>
          <a:off x="2590454" y="2822526"/>
          <a:ext cx="4165335" cy="1528133"/>
        </p:xfrm>
        <a:graphic>
          <a:graphicData uri="http://schemas.openxmlformats.org/presentationml/2006/ole">
            <mc:AlternateContent xmlns:mc="http://schemas.openxmlformats.org/markup-compatibility/2006">
              <mc:Choice xmlns:v="urn:schemas-microsoft-com:vml" Requires="v">
                <p:oleObj spid="_x0000_s3077" name="VISIO" r:id="rId3" imgW="1687068" imgH="964692" progId="Visio.Drawing.6">
                  <p:embed/>
                </p:oleObj>
              </mc:Choice>
              <mc:Fallback>
                <p:oleObj name="VISIO" r:id="rId3" imgW="1687068" imgH="964692" progId="Visio.Drawing.6">
                  <p:embed/>
                  <p:pic>
                    <p:nvPicPr>
                      <p:cNvPr id="135171" name="Object 6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0454" y="2822526"/>
                        <a:ext cx="4165335" cy="1528133"/>
                      </a:xfrm>
                      <a:prstGeom prst="rect">
                        <a:avLst/>
                      </a:prstGeom>
                      <a:noFill/>
                      <a:ln>
                        <a:noFill/>
                      </a:ln>
                      <a:effectLst>
                        <a:outerShdw dist="25400" dir="5400000" algn="ctr" rotWithShape="0">
                          <a:schemeClr val="bg2"/>
                        </a:outerShdw>
                      </a:effectLst>
                    </p:spPr>
                  </p:pic>
                </p:oleObj>
              </mc:Fallback>
            </mc:AlternateContent>
          </a:graphicData>
        </a:graphic>
      </p:graphicFrame>
      <p:pic>
        <p:nvPicPr>
          <p:cNvPr id="59" name="Picture 67">
            <a:extLst>
              <a:ext uri="{FF2B5EF4-FFF2-40B4-BE49-F238E27FC236}">
                <a16:creationId xmlns:a16="http://schemas.microsoft.com/office/drawing/2014/main" id="{B97056D9-563B-4172-79E9-481486EA11E6}"/>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27057" y="1336627"/>
            <a:ext cx="1804061" cy="2181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0" name="Freeform 68">
            <a:extLst>
              <a:ext uri="{FF2B5EF4-FFF2-40B4-BE49-F238E27FC236}">
                <a16:creationId xmlns:a16="http://schemas.microsoft.com/office/drawing/2014/main" id="{8A0FEAEE-FBA2-848C-2B78-C95F33A6DB62}"/>
              </a:ext>
            </a:extLst>
          </p:cNvPr>
          <p:cNvSpPr>
            <a:spLocks/>
          </p:cNvSpPr>
          <p:nvPr/>
        </p:nvSpPr>
        <p:spPr bwMode="auto">
          <a:xfrm>
            <a:off x="3771950" y="3149550"/>
            <a:ext cx="486701" cy="240831"/>
          </a:xfrm>
          <a:custGeom>
            <a:avLst/>
            <a:gdLst>
              <a:gd name="T0" fmla="*/ 2147483646 w 117"/>
              <a:gd name="T1" fmla="*/ 2147483646 h 118"/>
              <a:gd name="T2" fmla="*/ 0 w 117"/>
              <a:gd name="T3" fmla="*/ 2147483646 h 118"/>
              <a:gd name="T4" fmla="*/ 0 w 117"/>
              <a:gd name="T5" fmla="*/ 2147483646 h 118"/>
              <a:gd name="T6" fmla="*/ 2147483646 w 117"/>
              <a:gd name="T7" fmla="*/ 2147483646 h 118"/>
              <a:gd name="T8" fmla="*/ 2147483646 w 117"/>
              <a:gd name="T9" fmla="*/ 2147483646 h 118"/>
              <a:gd name="T10" fmla="*/ 2147483646 w 117"/>
              <a:gd name="T11" fmla="*/ 0 h 118"/>
              <a:gd name="T12" fmla="*/ 2147483646 w 117"/>
              <a:gd name="T13" fmla="*/ 0 h 118"/>
              <a:gd name="T14" fmla="*/ 2147483646 w 117"/>
              <a:gd name="T15" fmla="*/ 0 h 118"/>
              <a:gd name="T16" fmla="*/ 2147483646 w 117"/>
              <a:gd name="T17" fmla="*/ 2147483646 h 118"/>
              <a:gd name="T18" fmla="*/ 2147483646 w 117"/>
              <a:gd name="T19" fmla="*/ 2147483646 h 118"/>
              <a:gd name="T20" fmla="*/ 2147483646 w 117"/>
              <a:gd name="T21" fmla="*/ 2147483646 h 118"/>
              <a:gd name="T22" fmla="*/ 2147483646 w 117"/>
              <a:gd name="T23" fmla="*/ 2147483646 h 118"/>
              <a:gd name="T24" fmla="*/ 2147483646 w 117"/>
              <a:gd name="T25" fmla="*/ 2147483646 h 118"/>
              <a:gd name="T26" fmla="*/ 2147483646 w 117"/>
              <a:gd name="T27" fmla="*/ 2147483646 h 118"/>
              <a:gd name="T28" fmla="*/ 2147483646 w 117"/>
              <a:gd name="T29" fmla="*/ 2147483646 h 118"/>
              <a:gd name="T30" fmla="*/ 2147483646 w 117"/>
              <a:gd name="T31" fmla="*/ 2147483646 h 118"/>
              <a:gd name="T32" fmla="*/ 2147483646 w 117"/>
              <a:gd name="T33" fmla="*/ 2147483646 h 118"/>
              <a:gd name="T34" fmla="*/ 2147483646 w 117"/>
              <a:gd name="T35" fmla="*/ 2147483646 h 118"/>
              <a:gd name="T36" fmla="*/ 2147483646 w 117"/>
              <a:gd name="T37" fmla="*/ 2147483646 h 118"/>
              <a:gd name="T38" fmla="*/ 2147483646 w 117"/>
              <a:gd name="T39" fmla="*/ 2147483646 h 118"/>
              <a:gd name="T40" fmla="*/ 2147483646 w 117"/>
              <a:gd name="T41" fmla="*/ 2147483646 h 118"/>
              <a:gd name="T42" fmla="*/ 2147483646 w 117"/>
              <a:gd name="T43" fmla="*/ 2147483646 h 118"/>
              <a:gd name="T44" fmla="*/ 2147483646 w 117"/>
              <a:gd name="T45" fmla="*/ 2147483646 h 118"/>
              <a:gd name="T46" fmla="*/ 2147483646 w 117"/>
              <a:gd name="T47" fmla="*/ 214748364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61" name="Freeform 69">
            <a:extLst>
              <a:ext uri="{FF2B5EF4-FFF2-40B4-BE49-F238E27FC236}">
                <a16:creationId xmlns:a16="http://schemas.microsoft.com/office/drawing/2014/main" id="{E9C59D24-C503-7AF1-A012-A813D46724E6}"/>
              </a:ext>
            </a:extLst>
          </p:cNvPr>
          <p:cNvSpPr>
            <a:spLocks/>
          </p:cNvSpPr>
          <p:nvPr/>
        </p:nvSpPr>
        <p:spPr bwMode="auto">
          <a:xfrm>
            <a:off x="4917331" y="3079700"/>
            <a:ext cx="342238" cy="177757"/>
          </a:xfrm>
          <a:custGeom>
            <a:avLst/>
            <a:gdLst>
              <a:gd name="T0" fmla="*/ 0 w 82"/>
              <a:gd name="T1" fmla="*/ 0 h 87"/>
              <a:gd name="T2" fmla="*/ 2147483646 w 82"/>
              <a:gd name="T3" fmla="*/ 2147483646 h 87"/>
              <a:gd name="T4" fmla="*/ 2147483646 w 82"/>
              <a:gd name="T5" fmla="*/ 2147483646 h 87"/>
              <a:gd name="T6" fmla="*/ 2147483646 w 82"/>
              <a:gd name="T7" fmla="*/ 2147483646 h 87"/>
              <a:gd name="T8" fmla="*/ 2147483646 w 82"/>
              <a:gd name="T9" fmla="*/ 2147483646 h 87"/>
              <a:gd name="T10" fmla="*/ 2147483646 w 82"/>
              <a:gd name="T11" fmla="*/ 2147483646 h 87"/>
              <a:gd name="T12" fmla="*/ 2147483646 w 82"/>
              <a:gd name="T13" fmla="*/ 2147483646 h 87"/>
              <a:gd name="T14" fmla="*/ 2147483646 w 82"/>
              <a:gd name="T15" fmla="*/ 2147483646 h 87"/>
              <a:gd name="T16" fmla="*/ 2147483646 w 82"/>
              <a:gd name="T17" fmla="*/ 2147483646 h 87"/>
              <a:gd name="T18" fmla="*/ 2147483646 w 82"/>
              <a:gd name="T19" fmla="*/ 2147483646 h 87"/>
              <a:gd name="T20" fmla="*/ 2147483646 w 82"/>
              <a:gd name="T21" fmla="*/ 2147483646 h 87"/>
              <a:gd name="T22" fmla="*/ 2147483646 w 82"/>
              <a:gd name="T23" fmla="*/ 2147483646 h 87"/>
              <a:gd name="T24" fmla="*/ 2147483646 w 82"/>
              <a:gd name="T25" fmla="*/ 2147483646 h 87"/>
              <a:gd name="T26" fmla="*/ 0 w 82"/>
              <a:gd name="T27" fmla="*/ 2147483646 h 87"/>
              <a:gd name="T28" fmla="*/ 0 w 82"/>
              <a:gd name="T29" fmla="*/ 2147483646 h 87"/>
              <a:gd name="T30" fmla="*/ 2147483646 w 82"/>
              <a:gd name="T31" fmla="*/ 2147483646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62" name="Freeform 70">
            <a:extLst>
              <a:ext uri="{FF2B5EF4-FFF2-40B4-BE49-F238E27FC236}">
                <a16:creationId xmlns:a16="http://schemas.microsoft.com/office/drawing/2014/main" id="{28AB99B9-2966-45C0-5272-DB6B60899A3F}"/>
              </a:ext>
            </a:extLst>
          </p:cNvPr>
          <p:cNvSpPr>
            <a:spLocks/>
          </p:cNvSpPr>
          <p:nvPr/>
        </p:nvSpPr>
        <p:spPr bwMode="auto">
          <a:xfrm>
            <a:off x="6265648" y="3179712"/>
            <a:ext cx="1100667" cy="672321"/>
          </a:xfrm>
          <a:custGeom>
            <a:avLst/>
            <a:gdLst>
              <a:gd name="T0" fmla="*/ 2147483646 w 567"/>
              <a:gd name="T1" fmla="*/ 0 h 371"/>
              <a:gd name="T2" fmla="*/ 2147483646 w 567"/>
              <a:gd name="T3" fmla="*/ 2147483646 h 371"/>
              <a:gd name="T4" fmla="*/ 2147483646 w 567"/>
              <a:gd name="T5" fmla="*/ 2147483646 h 371"/>
              <a:gd name="T6" fmla="*/ 2147483646 w 567"/>
              <a:gd name="T7" fmla="*/ 2147483646 h 371"/>
              <a:gd name="T8" fmla="*/ 0 w 567"/>
              <a:gd name="T9" fmla="*/ 2147483646 h 37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67" h="371">
                <a:moveTo>
                  <a:pt x="567" y="0"/>
                </a:moveTo>
                <a:cubicBezTo>
                  <a:pt x="561" y="28"/>
                  <a:pt x="553" y="122"/>
                  <a:pt x="530" y="168"/>
                </a:cubicBezTo>
                <a:cubicBezTo>
                  <a:pt x="516" y="193"/>
                  <a:pt x="460" y="266"/>
                  <a:pt x="428" y="280"/>
                </a:cubicBezTo>
                <a:cubicBezTo>
                  <a:pt x="395" y="294"/>
                  <a:pt x="356" y="316"/>
                  <a:pt x="314" y="328"/>
                </a:cubicBezTo>
                <a:cubicBezTo>
                  <a:pt x="241" y="341"/>
                  <a:pt x="52" y="364"/>
                  <a:pt x="0" y="371"/>
                </a:cubicBezTo>
              </a:path>
            </a:pathLst>
          </a:custGeom>
          <a:noFill/>
          <a:ln w="38100" cmpd="sng">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63" name="Freeform 71">
            <a:extLst>
              <a:ext uri="{FF2B5EF4-FFF2-40B4-BE49-F238E27FC236}">
                <a16:creationId xmlns:a16="http://schemas.microsoft.com/office/drawing/2014/main" id="{22306D4B-499D-5F56-978B-12CFD6CD238E}"/>
              </a:ext>
            </a:extLst>
          </p:cNvPr>
          <p:cNvSpPr>
            <a:spLocks/>
          </p:cNvSpPr>
          <p:nvPr/>
        </p:nvSpPr>
        <p:spPr bwMode="auto">
          <a:xfrm>
            <a:off x="1923173" y="2828876"/>
            <a:ext cx="1135063" cy="976227"/>
          </a:xfrm>
          <a:custGeom>
            <a:avLst/>
            <a:gdLst>
              <a:gd name="T0" fmla="*/ 2147483646 w 759"/>
              <a:gd name="T1" fmla="*/ 0 h 664"/>
              <a:gd name="T2" fmla="*/ 2147483646 w 759"/>
              <a:gd name="T3" fmla="*/ 2147483646 h 664"/>
              <a:gd name="T4" fmla="*/ 2147483646 w 759"/>
              <a:gd name="T5" fmla="*/ 2147483646 h 664"/>
              <a:gd name="T6" fmla="*/ 2147483646 w 759"/>
              <a:gd name="T7" fmla="*/ 2147483646 h 664"/>
              <a:gd name="T8" fmla="*/ 2147483646 w 759"/>
              <a:gd name="T9" fmla="*/ 2147483646 h 664"/>
              <a:gd name="T10" fmla="*/ 2147483646 w 759"/>
              <a:gd name="T11" fmla="*/ 2147483646 h 664"/>
              <a:gd name="T12" fmla="*/ 2147483646 w 759"/>
              <a:gd name="T13" fmla="*/ 2147483646 h 664"/>
              <a:gd name="T14" fmla="*/ 2147483646 w 759"/>
              <a:gd name="T15" fmla="*/ 2147483646 h 6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59" h="664">
                <a:moveTo>
                  <a:pt x="7" y="0"/>
                </a:moveTo>
                <a:cubicBezTo>
                  <a:pt x="8" y="71"/>
                  <a:pt x="0" y="333"/>
                  <a:pt x="15" y="424"/>
                </a:cubicBezTo>
                <a:cubicBezTo>
                  <a:pt x="30" y="515"/>
                  <a:pt x="77" y="520"/>
                  <a:pt x="100" y="545"/>
                </a:cubicBezTo>
                <a:lnTo>
                  <a:pt x="154" y="571"/>
                </a:lnTo>
                <a:lnTo>
                  <a:pt x="190" y="591"/>
                </a:lnTo>
                <a:lnTo>
                  <a:pt x="351" y="633"/>
                </a:lnTo>
                <a:lnTo>
                  <a:pt x="583" y="664"/>
                </a:lnTo>
                <a:lnTo>
                  <a:pt x="759" y="664"/>
                </a:lnTo>
              </a:path>
            </a:pathLst>
          </a:custGeom>
          <a:noFill/>
          <a:ln w="38100"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26624" name="Rectangle 72">
            <a:extLst>
              <a:ext uri="{FF2B5EF4-FFF2-40B4-BE49-F238E27FC236}">
                <a16:creationId xmlns:a16="http://schemas.microsoft.com/office/drawing/2014/main" id="{68F41DAD-B72E-C3EA-5B83-D18D05533BD9}"/>
              </a:ext>
            </a:extLst>
          </p:cNvPr>
          <p:cNvSpPr>
            <a:spLocks noChangeArrowheads="1"/>
          </p:cNvSpPr>
          <p:nvPr/>
        </p:nvSpPr>
        <p:spPr bwMode="auto">
          <a:xfrm>
            <a:off x="4188140" y="3762326"/>
            <a:ext cx="952185"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kumimoji="1" lang="zh-CN" altLang="en-US" sz="2000" b="1">
                <a:solidFill>
                  <a:srgbClr val="000099"/>
                </a:solidFill>
                <a:latin typeface="Arial" charset="0"/>
                <a:ea typeface="黑体" pitchFamily="49" charset="-122"/>
              </a:rPr>
              <a:t>互联网</a:t>
            </a:r>
          </a:p>
        </p:txBody>
      </p:sp>
      <p:sp>
        <p:nvSpPr>
          <p:cNvPr id="26625" name="Rectangle 73">
            <a:extLst>
              <a:ext uri="{FF2B5EF4-FFF2-40B4-BE49-F238E27FC236}">
                <a16:creationId xmlns:a16="http://schemas.microsoft.com/office/drawing/2014/main" id="{73DB7D9B-6BCC-5151-F4DE-6205B55C95B2}"/>
              </a:ext>
            </a:extLst>
          </p:cNvPr>
          <p:cNvSpPr>
            <a:spLocks noChangeArrowheads="1"/>
          </p:cNvSpPr>
          <p:nvPr/>
        </p:nvSpPr>
        <p:spPr bwMode="auto">
          <a:xfrm>
            <a:off x="6077466" y="834975"/>
            <a:ext cx="3329246" cy="6806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lnSpc>
                <a:spcPct val="80000"/>
              </a:lnSpc>
            </a:pPr>
            <a:r>
              <a:rPr kumimoji="1" lang="zh-CN" altLang="en-US" sz="2400" b="1" dirty="0">
                <a:solidFill>
                  <a:srgbClr val="000099"/>
                </a:solidFill>
                <a:latin typeface="Arial" charset="0"/>
                <a:ea typeface="黑体" pitchFamily="49" charset="-122"/>
              </a:rPr>
              <a:t>服务器</a:t>
            </a:r>
          </a:p>
          <a:p>
            <a:pPr algn="ctr">
              <a:lnSpc>
                <a:spcPct val="80000"/>
              </a:lnSpc>
            </a:pPr>
            <a:r>
              <a:rPr kumimoji="1" lang="en-US" altLang="zh-CN" sz="2400" b="1" dirty="0" err="1">
                <a:solidFill>
                  <a:srgbClr val="000099"/>
                </a:solidFill>
                <a:latin typeface="Arial" charset="0"/>
                <a:ea typeface="黑体" pitchFamily="49" charset="-122"/>
              </a:rPr>
              <a:t>www.tsinghua.edu.cn</a:t>
            </a:r>
            <a:endParaRPr kumimoji="1" lang="en-US" altLang="zh-CN" sz="2400" b="1" dirty="0">
              <a:solidFill>
                <a:srgbClr val="000099"/>
              </a:solidFill>
              <a:latin typeface="Arial" charset="0"/>
              <a:ea typeface="黑体" pitchFamily="49" charset="-122"/>
            </a:endParaRPr>
          </a:p>
        </p:txBody>
      </p:sp>
      <p:sp>
        <p:nvSpPr>
          <p:cNvPr id="26628" name="Rectangle 74">
            <a:extLst>
              <a:ext uri="{FF2B5EF4-FFF2-40B4-BE49-F238E27FC236}">
                <a16:creationId xmlns:a16="http://schemas.microsoft.com/office/drawing/2014/main" id="{E4584C1A-80C5-A98D-AAE3-1902AB58FAAB}"/>
              </a:ext>
            </a:extLst>
          </p:cNvPr>
          <p:cNvSpPr>
            <a:spLocks noChangeArrowheads="1"/>
          </p:cNvSpPr>
          <p:nvPr/>
        </p:nvSpPr>
        <p:spPr bwMode="auto">
          <a:xfrm>
            <a:off x="3249133" y="1050876"/>
            <a:ext cx="2646559"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kumimoji="1" lang="zh-CN" altLang="zh-CN" sz="2400" b="1">
                <a:solidFill>
                  <a:srgbClr val="000099"/>
                </a:solidFill>
                <a:latin typeface="Arial" charset="0"/>
                <a:ea typeface="黑体" pitchFamily="49" charset="-122"/>
              </a:rPr>
              <a:t>链接到</a:t>
            </a:r>
            <a:r>
              <a:rPr kumimoji="1" lang="en-US" altLang="zh-CN" sz="2400" b="1">
                <a:solidFill>
                  <a:srgbClr val="000099"/>
                </a:solidFill>
                <a:latin typeface="Arial" charset="0"/>
                <a:ea typeface="黑体" pitchFamily="49" charset="-122"/>
              </a:rPr>
              <a:t>URL</a:t>
            </a:r>
            <a:r>
              <a:rPr kumimoji="1" lang="zh-CN" altLang="en-US" sz="2400" b="1">
                <a:solidFill>
                  <a:srgbClr val="000099"/>
                </a:solidFill>
                <a:latin typeface="Arial" charset="0"/>
                <a:ea typeface="黑体" pitchFamily="49" charset="-122"/>
              </a:rPr>
              <a:t>的超链</a:t>
            </a:r>
          </a:p>
        </p:txBody>
      </p:sp>
      <p:sp>
        <p:nvSpPr>
          <p:cNvPr id="26629" name="Rectangle 75">
            <a:extLst>
              <a:ext uri="{FF2B5EF4-FFF2-40B4-BE49-F238E27FC236}">
                <a16:creationId xmlns:a16="http://schemas.microsoft.com/office/drawing/2014/main" id="{2698A5FE-D15E-522A-BE80-0E76498EFD97}"/>
              </a:ext>
            </a:extLst>
          </p:cNvPr>
          <p:cNvSpPr>
            <a:spLocks noChangeArrowheads="1"/>
          </p:cNvSpPr>
          <p:nvPr/>
        </p:nvSpPr>
        <p:spPr bwMode="auto">
          <a:xfrm>
            <a:off x="3185501" y="3235275"/>
            <a:ext cx="2849114" cy="397545"/>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kumimoji="1" lang="en-US" altLang="zh-CN" sz="2000" b="1">
                <a:solidFill>
                  <a:srgbClr val="000099"/>
                </a:solidFill>
                <a:latin typeface="Arial" charset="0"/>
                <a:ea typeface="黑体" pitchFamily="49" charset="-122"/>
              </a:rPr>
              <a:t>HTTP </a:t>
            </a:r>
            <a:r>
              <a:rPr kumimoji="1" lang="zh-CN" altLang="en-US" sz="2000" b="1">
                <a:solidFill>
                  <a:srgbClr val="000099"/>
                </a:solidFill>
                <a:latin typeface="Arial" charset="0"/>
                <a:ea typeface="黑体" pitchFamily="49" charset="-122"/>
              </a:rPr>
              <a:t>使用此 </a:t>
            </a:r>
            <a:r>
              <a:rPr kumimoji="1" lang="en-US" altLang="zh-CN" sz="2000" b="1">
                <a:solidFill>
                  <a:srgbClr val="000099"/>
                </a:solidFill>
                <a:latin typeface="Arial" charset="0"/>
                <a:ea typeface="黑体" pitchFamily="49" charset="-122"/>
              </a:rPr>
              <a:t>TCP </a:t>
            </a:r>
            <a:r>
              <a:rPr kumimoji="1" lang="zh-CN" altLang="en-US" sz="2000" b="1">
                <a:solidFill>
                  <a:srgbClr val="000099"/>
                </a:solidFill>
                <a:latin typeface="Arial" charset="0"/>
                <a:ea typeface="黑体" pitchFamily="49" charset="-122"/>
              </a:rPr>
              <a:t>连接</a:t>
            </a:r>
          </a:p>
        </p:txBody>
      </p:sp>
      <p:sp>
        <p:nvSpPr>
          <p:cNvPr id="26630" name="Rectangle 76">
            <a:extLst>
              <a:ext uri="{FF2B5EF4-FFF2-40B4-BE49-F238E27FC236}">
                <a16:creationId xmlns:a16="http://schemas.microsoft.com/office/drawing/2014/main" id="{D8D8F6F4-6F98-DC44-B1B5-FADCD5C301AE}"/>
              </a:ext>
            </a:extLst>
          </p:cNvPr>
          <p:cNvSpPr>
            <a:spLocks noChangeArrowheads="1"/>
          </p:cNvSpPr>
          <p:nvPr/>
        </p:nvSpPr>
        <p:spPr bwMode="auto">
          <a:xfrm>
            <a:off x="2752114" y="1971626"/>
            <a:ext cx="952185"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nSpc>
                <a:spcPct val="90000"/>
              </a:lnSpc>
            </a:pPr>
            <a:r>
              <a:rPr kumimoji="1" lang="zh-CN" altLang="en-US" sz="2000" b="1">
                <a:solidFill>
                  <a:srgbClr val="000099"/>
                </a:solidFill>
                <a:latin typeface="Arial" charset="0"/>
                <a:ea typeface="黑体" pitchFamily="49" charset="-122"/>
              </a:rPr>
              <a:t>浏览器</a:t>
            </a:r>
          </a:p>
          <a:p>
            <a:pPr>
              <a:lnSpc>
                <a:spcPct val="90000"/>
              </a:lnSpc>
            </a:pPr>
            <a:r>
              <a:rPr kumimoji="1" lang="zh-CN" altLang="en-US" sz="2000" b="1">
                <a:solidFill>
                  <a:srgbClr val="000099"/>
                </a:solidFill>
                <a:latin typeface="Arial" charset="0"/>
                <a:ea typeface="黑体" pitchFamily="49" charset="-122"/>
              </a:rPr>
              <a:t> 程序</a:t>
            </a:r>
          </a:p>
        </p:txBody>
      </p:sp>
      <p:sp>
        <p:nvSpPr>
          <p:cNvPr id="26631" name="Rectangle 77">
            <a:extLst>
              <a:ext uri="{FF2B5EF4-FFF2-40B4-BE49-F238E27FC236}">
                <a16:creationId xmlns:a16="http://schemas.microsoft.com/office/drawing/2014/main" id="{66AF2DB8-2848-E7D1-8A62-154EDBF4BFCC}"/>
              </a:ext>
            </a:extLst>
          </p:cNvPr>
          <p:cNvSpPr>
            <a:spLocks noChangeArrowheads="1"/>
          </p:cNvSpPr>
          <p:nvPr/>
        </p:nvSpPr>
        <p:spPr bwMode="auto">
          <a:xfrm>
            <a:off x="5328361" y="1971626"/>
            <a:ext cx="952185"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nSpc>
                <a:spcPct val="90000"/>
              </a:lnSpc>
            </a:pPr>
            <a:r>
              <a:rPr kumimoji="1" lang="zh-CN" altLang="en-US" sz="2000" b="1">
                <a:solidFill>
                  <a:srgbClr val="000099"/>
                </a:solidFill>
                <a:latin typeface="Arial" charset="0"/>
                <a:ea typeface="黑体" pitchFamily="49" charset="-122"/>
              </a:rPr>
              <a:t>服务器</a:t>
            </a:r>
          </a:p>
          <a:p>
            <a:pPr>
              <a:lnSpc>
                <a:spcPct val="90000"/>
              </a:lnSpc>
            </a:pPr>
            <a:r>
              <a:rPr kumimoji="1" lang="zh-CN" altLang="en-US" sz="2000" b="1">
                <a:solidFill>
                  <a:srgbClr val="000099"/>
                </a:solidFill>
                <a:latin typeface="Arial" charset="0"/>
                <a:ea typeface="黑体" pitchFamily="49" charset="-122"/>
              </a:rPr>
              <a:t> 程序</a:t>
            </a:r>
          </a:p>
        </p:txBody>
      </p:sp>
      <p:sp>
        <p:nvSpPr>
          <p:cNvPr id="26632" name="Rectangle 78">
            <a:extLst>
              <a:ext uri="{FF2B5EF4-FFF2-40B4-BE49-F238E27FC236}">
                <a16:creationId xmlns:a16="http://schemas.microsoft.com/office/drawing/2014/main" id="{BF9AAB9D-1490-26FE-788C-AFB71E98AD97}"/>
              </a:ext>
            </a:extLst>
          </p:cNvPr>
          <p:cNvSpPr>
            <a:spLocks noChangeArrowheads="1"/>
          </p:cNvSpPr>
          <p:nvPr/>
        </p:nvSpPr>
        <p:spPr bwMode="auto">
          <a:xfrm>
            <a:off x="4131386" y="2344687"/>
            <a:ext cx="854402"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kumimoji="1" lang="en-US" altLang="zh-CN" sz="2000" b="1">
                <a:solidFill>
                  <a:srgbClr val="000099"/>
                </a:solidFill>
                <a:latin typeface="Arial" charset="0"/>
                <a:ea typeface="黑体" pitchFamily="49" charset="-122"/>
              </a:rPr>
              <a:t>HTTP</a:t>
            </a:r>
          </a:p>
        </p:txBody>
      </p:sp>
      <p:sp>
        <p:nvSpPr>
          <p:cNvPr id="26633" name="Rectangle 79">
            <a:extLst>
              <a:ext uri="{FF2B5EF4-FFF2-40B4-BE49-F238E27FC236}">
                <a16:creationId xmlns:a16="http://schemas.microsoft.com/office/drawing/2014/main" id="{EDD02819-6108-0DF8-CD35-586C66273BF5}"/>
              </a:ext>
            </a:extLst>
          </p:cNvPr>
          <p:cNvSpPr>
            <a:spLocks noChangeArrowheads="1"/>
          </p:cNvSpPr>
          <p:nvPr/>
        </p:nvSpPr>
        <p:spPr bwMode="auto">
          <a:xfrm>
            <a:off x="1376281" y="1266776"/>
            <a:ext cx="798296"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kumimoji="1" lang="zh-CN" altLang="en-US" sz="2400" b="1">
                <a:solidFill>
                  <a:srgbClr val="000099"/>
                </a:solidFill>
                <a:latin typeface="Arial" charset="0"/>
                <a:ea typeface="黑体" pitchFamily="49" charset="-122"/>
              </a:rPr>
              <a:t>客户</a:t>
            </a:r>
          </a:p>
        </p:txBody>
      </p:sp>
      <p:pic>
        <p:nvPicPr>
          <p:cNvPr id="26634" name="Picture 80">
            <a:extLst>
              <a:ext uri="{FF2B5EF4-FFF2-40B4-BE49-F238E27FC236}">
                <a16:creationId xmlns:a16="http://schemas.microsoft.com/office/drawing/2014/main" id="{5BF7916B-3EEB-3FF1-7F9C-A9CB6D02507F}"/>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95955" y="1717625"/>
            <a:ext cx="1551252" cy="12944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6635" name="Freeform 81">
            <a:extLst>
              <a:ext uri="{FF2B5EF4-FFF2-40B4-BE49-F238E27FC236}">
                <a16:creationId xmlns:a16="http://schemas.microsoft.com/office/drawing/2014/main" id="{767FB6EA-DEC0-A2F7-30AC-DDF2C993531F}"/>
              </a:ext>
            </a:extLst>
          </p:cNvPr>
          <p:cNvSpPr>
            <a:spLocks/>
          </p:cNvSpPr>
          <p:nvPr/>
        </p:nvSpPr>
        <p:spPr bwMode="auto">
          <a:xfrm>
            <a:off x="1463990" y="1949401"/>
            <a:ext cx="803142" cy="501732"/>
          </a:xfrm>
          <a:custGeom>
            <a:avLst/>
            <a:gdLst>
              <a:gd name="T0" fmla="*/ 2147483646 w 463"/>
              <a:gd name="T1" fmla="*/ 0 h 322"/>
              <a:gd name="T2" fmla="*/ 2147483646 w 463"/>
              <a:gd name="T3" fmla="*/ 0 h 322"/>
              <a:gd name="T4" fmla="*/ 2147483646 w 463"/>
              <a:gd name="T5" fmla="*/ 2147483646 h 322"/>
              <a:gd name="T6" fmla="*/ 0 w 463"/>
              <a:gd name="T7" fmla="*/ 2147483646 h 322"/>
              <a:gd name="T8" fmla="*/ 2147483646 w 463"/>
              <a:gd name="T9" fmla="*/ 0 h 32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3" h="322">
                <a:moveTo>
                  <a:pt x="17" y="0"/>
                </a:moveTo>
                <a:lnTo>
                  <a:pt x="462" y="0"/>
                </a:lnTo>
                <a:lnTo>
                  <a:pt x="443" y="321"/>
                </a:lnTo>
                <a:lnTo>
                  <a:pt x="0" y="304"/>
                </a:lnTo>
                <a:lnTo>
                  <a:pt x="17" y="0"/>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26636" name="Rectangle 82">
            <a:extLst>
              <a:ext uri="{FF2B5EF4-FFF2-40B4-BE49-F238E27FC236}">
                <a16:creationId xmlns:a16="http://schemas.microsoft.com/office/drawing/2014/main" id="{CADE2317-A0AE-846E-8160-E9346594D690}"/>
              </a:ext>
            </a:extLst>
          </p:cNvPr>
          <p:cNvSpPr>
            <a:spLocks noChangeArrowheads="1"/>
          </p:cNvSpPr>
          <p:nvPr/>
        </p:nvSpPr>
        <p:spPr bwMode="auto">
          <a:xfrm>
            <a:off x="1386599" y="1843037"/>
            <a:ext cx="900889" cy="520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kumimoji="1" lang="zh-CN" altLang="en-US" sz="1400" b="1">
                <a:solidFill>
                  <a:srgbClr val="000099"/>
                </a:solidFill>
                <a:latin typeface="Arial" charset="0"/>
                <a:ea typeface="黑体" pitchFamily="49" charset="-122"/>
              </a:rPr>
              <a:t>清华大学</a:t>
            </a:r>
          </a:p>
          <a:p>
            <a:r>
              <a:rPr kumimoji="1" lang="zh-CN" altLang="en-US" sz="1400" b="1">
                <a:solidFill>
                  <a:srgbClr val="000099"/>
                </a:solidFill>
                <a:latin typeface="Arial" charset="0"/>
                <a:ea typeface="黑体" pitchFamily="49" charset="-122"/>
              </a:rPr>
              <a:t>院系设置</a:t>
            </a:r>
          </a:p>
        </p:txBody>
      </p:sp>
      <p:sp>
        <p:nvSpPr>
          <p:cNvPr id="26637" name="Line 83">
            <a:extLst>
              <a:ext uri="{FF2B5EF4-FFF2-40B4-BE49-F238E27FC236}">
                <a16:creationId xmlns:a16="http://schemas.microsoft.com/office/drawing/2014/main" id="{F526ECAE-744F-ABC7-72C0-88B79EA439E7}"/>
              </a:ext>
            </a:extLst>
          </p:cNvPr>
          <p:cNvSpPr>
            <a:spLocks noChangeShapeType="1"/>
          </p:cNvSpPr>
          <p:nvPr/>
        </p:nvSpPr>
        <p:spPr bwMode="auto">
          <a:xfrm>
            <a:off x="1534501" y="2308175"/>
            <a:ext cx="634604"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6638" name="Oval 84">
            <a:extLst>
              <a:ext uri="{FF2B5EF4-FFF2-40B4-BE49-F238E27FC236}">
                <a16:creationId xmlns:a16="http://schemas.microsoft.com/office/drawing/2014/main" id="{2C2A0636-C77E-315A-9735-F26D133086BB}"/>
              </a:ext>
            </a:extLst>
          </p:cNvPr>
          <p:cNvSpPr>
            <a:spLocks noChangeArrowheads="1"/>
          </p:cNvSpPr>
          <p:nvPr/>
        </p:nvSpPr>
        <p:spPr bwMode="auto">
          <a:xfrm>
            <a:off x="1832026" y="2646314"/>
            <a:ext cx="643202" cy="227930"/>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sp>
        <p:nvSpPr>
          <p:cNvPr id="26639" name="Line 85">
            <a:extLst>
              <a:ext uri="{FF2B5EF4-FFF2-40B4-BE49-F238E27FC236}">
                <a16:creationId xmlns:a16="http://schemas.microsoft.com/office/drawing/2014/main" id="{623CD702-80B3-12E9-6575-69232BD38022}"/>
              </a:ext>
            </a:extLst>
          </p:cNvPr>
          <p:cNvSpPr>
            <a:spLocks noChangeShapeType="1"/>
          </p:cNvSpPr>
          <p:nvPr/>
        </p:nvSpPr>
        <p:spPr bwMode="auto">
          <a:xfrm>
            <a:off x="6155582" y="2476450"/>
            <a:ext cx="552053" cy="229363"/>
          </a:xfrm>
          <a:prstGeom prst="line">
            <a:avLst/>
          </a:prstGeom>
          <a:noFill/>
          <a:ln w="28575">
            <a:solidFill>
              <a:srgbClr val="333399"/>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6640" name="Line 86">
            <a:extLst>
              <a:ext uri="{FF2B5EF4-FFF2-40B4-BE49-F238E27FC236}">
                <a16:creationId xmlns:a16="http://schemas.microsoft.com/office/drawing/2014/main" id="{A8AF8016-0D69-B66C-CDA8-FCE5F201023F}"/>
              </a:ext>
            </a:extLst>
          </p:cNvPr>
          <p:cNvSpPr>
            <a:spLocks noChangeShapeType="1"/>
          </p:cNvSpPr>
          <p:nvPr/>
        </p:nvSpPr>
        <p:spPr bwMode="auto">
          <a:xfrm flipH="1">
            <a:off x="2384078" y="2392312"/>
            <a:ext cx="552054" cy="305340"/>
          </a:xfrm>
          <a:prstGeom prst="line">
            <a:avLst/>
          </a:prstGeom>
          <a:noFill/>
          <a:ln w="28575">
            <a:solidFill>
              <a:srgbClr val="333399"/>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6641" name="Oval 87">
            <a:extLst>
              <a:ext uri="{FF2B5EF4-FFF2-40B4-BE49-F238E27FC236}">
                <a16:creationId xmlns:a16="http://schemas.microsoft.com/office/drawing/2014/main" id="{0634E260-1DD8-3D61-862F-446EBC46C275}"/>
              </a:ext>
            </a:extLst>
          </p:cNvPr>
          <p:cNvSpPr>
            <a:spLocks noChangeArrowheads="1"/>
          </p:cNvSpPr>
          <p:nvPr/>
        </p:nvSpPr>
        <p:spPr bwMode="auto">
          <a:xfrm>
            <a:off x="6614766" y="2646314"/>
            <a:ext cx="644922" cy="227930"/>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sp>
        <p:nvSpPr>
          <p:cNvPr id="26642" name="Freeform 88">
            <a:extLst>
              <a:ext uri="{FF2B5EF4-FFF2-40B4-BE49-F238E27FC236}">
                <a16:creationId xmlns:a16="http://schemas.microsoft.com/office/drawing/2014/main" id="{C9572344-301D-702C-04C8-14810043D2BB}"/>
              </a:ext>
            </a:extLst>
          </p:cNvPr>
          <p:cNvSpPr>
            <a:spLocks/>
          </p:cNvSpPr>
          <p:nvPr/>
        </p:nvSpPr>
        <p:spPr bwMode="auto">
          <a:xfrm>
            <a:off x="2200060" y="2836812"/>
            <a:ext cx="4691592" cy="741130"/>
          </a:xfrm>
          <a:custGeom>
            <a:avLst/>
            <a:gdLst>
              <a:gd name="T0" fmla="*/ 0 w 2448"/>
              <a:gd name="T1" fmla="*/ 0 h 852"/>
              <a:gd name="T2" fmla="*/ 0 w 2448"/>
              <a:gd name="T3" fmla="*/ 2147483646 h 852"/>
              <a:gd name="T4" fmla="*/ 2147483646 w 2448"/>
              <a:gd name="T5" fmla="*/ 2147483646 h 852"/>
              <a:gd name="T6" fmla="*/ 2147483646 w 2448"/>
              <a:gd name="T7" fmla="*/ 2147483646 h 852"/>
              <a:gd name="T8" fmla="*/ 2147483646 w 2448"/>
              <a:gd name="T9" fmla="*/ 2147483646 h 852"/>
              <a:gd name="T10" fmla="*/ 2147483646 w 2448"/>
              <a:gd name="T11" fmla="*/ 2147483646 h 852"/>
              <a:gd name="T12" fmla="*/ 2147483646 w 2448"/>
              <a:gd name="T13" fmla="*/ 2147483646 h 852"/>
              <a:gd name="T14" fmla="*/ 2147483646 w 2448"/>
              <a:gd name="T15" fmla="*/ 2147483646 h 852"/>
              <a:gd name="T16" fmla="*/ 2147483646 w 2448"/>
              <a:gd name="T17" fmla="*/ 2147483646 h 852"/>
              <a:gd name="T18" fmla="*/ 2147483646 w 2448"/>
              <a:gd name="T19" fmla="*/ 2147483646 h 852"/>
              <a:gd name="T20" fmla="*/ 2147483646 w 2448"/>
              <a:gd name="T21" fmla="*/ 2147483646 h 852"/>
              <a:gd name="T22" fmla="*/ 2147483646 w 2448"/>
              <a:gd name="T23" fmla="*/ 2147483646 h 852"/>
              <a:gd name="T24" fmla="*/ 2147483646 w 2448"/>
              <a:gd name="T25" fmla="*/ 2147483646 h 852"/>
              <a:gd name="T26" fmla="*/ 2147483646 w 2448"/>
              <a:gd name="T27" fmla="*/ 2147483646 h 852"/>
              <a:gd name="T28" fmla="*/ 2147483646 w 2448"/>
              <a:gd name="T29" fmla="*/ 2147483646 h 852"/>
              <a:gd name="T30" fmla="*/ 2147483646 w 2448"/>
              <a:gd name="T31" fmla="*/ 2147483646 h 85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448" h="852">
                <a:moveTo>
                  <a:pt x="0" y="0"/>
                </a:moveTo>
                <a:lnTo>
                  <a:pt x="0" y="608"/>
                </a:lnTo>
                <a:lnTo>
                  <a:pt x="6" y="651"/>
                </a:lnTo>
                <a:lnTo>
                  <a:pt x="24" y="699"/>
                </a:lnTo>
                <a:lnTo>
                  <a:pt x="66" y="750"/>
                </a:lnTo>
                <a:lnTo>
                  <a:pt x="144" y="793"/>
                </a:lnTo>
                <a:lnTo>
                  <a:pt x="282" y="830"/>
                </a:lnTo>
                <a:lnTo>
                  <a:pt x="432" y="852"/>
                </a:lnTo>
                <a:lnTo>
                  <a:pt x="816" y="852"/>
                </a:lnTo>
                <a:lnTo>
                  <a:pt x="2135" y="852"/>
                </a:lnTo>
                <a:lnTo>
                  <a:pt x="2250" y="837"/>
                </a:lnTo>
                <a:lnTo>
                  <a:pt x="2315" y="815"/>
                </a:lnTo>
                <a:lnTo>
                  <a:pt x="2394" y="757"/>
                </a:lnTo>
                <a:lnTo>
                  <a:pt x="2436" y="680"/>
                </a:lnTo>
                <a:lnTo>
                  <a:pt x="2448" y="615"/>
                </a:lnTo>
                <a:lnTo>
                  <a:pt x="2448" y="18"/>
                </a:lnTo>
              </a:path>
            </a:pathLst>
          </a:custGeom>
          <a:noFill/>
          <a:ln w="38100" cap="flat" cmpd="sng">
            <a:solidFill>
              <a:srgbClr val="333399"/>
            </a:solidFill>
            <a:prstDash val="sysDot"/>
            <a:round/>
            <a:headEnd type="triangle" w="sm" len="lg"/>
            <a:tailEnd type="triangl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6643" name="Line 89">
            <a:extLst>
              <a:ext uri="{FF2B5EF4-FFF2-40B4-BE49-F238E27FC236}">
                <a16:creationId xmlns:a16="http://schemas.microsoft.com/office/drawing/2014/main" id="{552FF9AF-AA87-9734-B579-A7B962170DA4}"/>
              </a:ext>
            </a:extLst>
          </p:cNvPr>
          <p:cNvSpPr>
            <a:spLocks noChangeShapeType="1"/>
          </p:cNvSpPr>
          <p:nvPr/>
        </p:nvSpPr>
        <p:spPr bwMode="auto">
          <a:xfrm flipV="1">
            <a:off x="2475228" y="2786012"/>
            <a:ext cx="4232407" cy="0"/>
          </a:xfrm>
          <a:prstGeom prst="line">
            <a:avLst/>
          </a:prstGeom>
          <a:noFill/>
          <a:ln w="76200">
            <a:solidFill>
              <a:srgbClr val="333399"/>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6644" name="Line 90">
            <a:extLst>
              <a:ext uri="{FF2B5EF4-FFF2-40B4-BE49-F238E27FC236}">
                <a16:creationId xmlns:a16="http://schemas.microsoft.com/office/drawing/2014/main" id="{85E55E7D-811B-103E-9D56-7999BD482F08}"/>
              </a:ext>
            </a:extLst>
          </p:cNvPr>
          <p:cNvSpPr>
            <a:spLocks noChangeShapeType="1"/>
          </p:cNvSpPr>
          <p:nvPr/>
        </p:nvSpPr>
        <p:spPr bwMode="auto">
          <a:xfrm rot="16200000" flipH="1">
            <a:off x="7168793" y="2816319"/>
            <a:ext cx="260901" cy="209815"/>
          </a:xfrm>
          <a:prstGeom prst="line">
            <a:avLst/>
          </a:prstGeom>
          <a:noFill/>
          <a:ln w="2857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6645" name="Freeform 91">
            <a:extLst>
              <a:ext uri="{FF2B5EF4-FFF2-40B4-BE49-F238E27FC236}">
                <a16:creationId xmlns:a16="http://schemas.microsoft.com/office/drawing/2014/main" id="{05BA8A30-A1E0-29E3-1CDD-5338DA79DC24}"/>
              </a:ext>
            </a:extLst>
          </p:cNvPr>
          <p:cNvSpPr>
            <a:spLocks/>
          </p:cNvSpPr>
          <p:nvPr/>
        </p:nvSpPr>
        <p:spPr bwMode="auto">
          <a:xfrm>
            <a:off x="1883619" y="1465212"/>
            <a:ext cx="5376069" cy="602078"/>
          </a:xfrm>
          <a:custGeom>
            <a:avLst/>
            <a:gdLst>
              <a:gd name="T0" fmla="*/ 0 w 2454"/>
              <a:gd name="T1" fmla="*/ 2147483646 h 332"/>
              <a:gd name="T2" fmla="*/ 2147483646 w 2454"/>
              <a:gd name="T3" fmla="*/ 2147483646 h 332"/>
              <a:gd name="T4" fmla="*/ 2147483646 w 2454"/>
              <a:gd name="T5" fmla="*/ 2147483646 h 332"/>
              <a:gd name="T6" fmla="*/ 2147483646 w 2454"/>
              <a:gd name="T7" fmla="*/ 2147483646 h 332"/>
              <a:gd name="T8" fmla="*/ 2147483646 w 2454"/>
              <a:gd name="T9" fmla="*/ 2147483646 h 332"/>
              <a:gd name="T10" fmla="*/ 2147483646 w 2454"/>
              <a:gd name="T11" fmla="*/ 2147483646 h 332"/>
              <a:gd name="T12" fmla="*/ 2147483646 w 2454"/>
              <a:gd name="T13" fmla="*/ 2147483646 h 33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454" h="332">
                <a:moveTo>
                  <a:pt x="0" y="332"/>
                </a:moveTo>
                <a:cubicBezTo>
                  <a:pt x="56" y="300"/>
                  <a:pt x="211" y="189"/>
                  <a:pt x="336" y="140"/>
                </a:cubicBezTo>
                <a:cubicBezTo>
                  <a:pt x="461" y="91"/>
                  <a:pt x="595" y="61"/>
                  <a:pt x="753" y="38"/>
                </a:cubicBezTo>
                <a:cubicBezTo>
                  <a:pt x="911" y="15"/>
                  <a:pt x="1120" y="0"/>
                  <a:pt x="1287" y="2"/>
                </a:cubicBezTo>
                <a:cubicBezTo>
                  <a:pt x="1454" y="4"/>
                  <a:pt x="1606" y="28"/>
                  <a:pt x="1756" y="50"/>
                </a:cubicBezTo>
                <a:cubicBezTo>
                  <a:pt x="1907" y="71"/>
                  <a:pt x="2075" y="102"/>
                  <a:pt x="2191" y="129"/>
                </a:cubicBezTo>
                <a:cubicBezTo>
                  <a:pt x="2307" y="156"/>
                  <a:pt x="2400" y="194"/>
                  <a:pt x="2454" y="212"/>
                </a:cubicBezTo>
              </a:path>
            </a:pathLst>
          </a:custGeom>
          <a:noFill/>
          <a:ln w="76200" cmpd="sng">
            <a:solidFill>
              <a:srgbClr val="FF0000"/>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6646" name="Line 92">
            <a:extLst>
              <a:ext uri="{FF2B5EF4-FFF2-40B4-BE49-F238E27FC236}">
                <a16:creationId xmlns:a16="http://schemas.microsoft.com/office/drawing/2014/main" id="{D7439FDE-796B-D95C-911B-B47BA44834F7}"/>
              </a:ext>
            </a:extLst>
          </p:cNvPr>
          <p:cNvSpPr>
            <a:spLocks noChangeShapeType="1"/>
          </p:cNvSpPr>
          <p:nvPr/>
        </p:nvSpPr>
        <p:spPr bwMode="auto">
          <a:xfrm>
            <a:off x="1832025" y="4043312"/>
            <a:ext cx="0" cy="2696452"/>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26647" name="Line 93">
            <a:extLst>
              <a:ext uri="{FF2B5EF4-FFF2-40B4-BE49-F238E27FC236}">
                <a16:creationId xmlns:a16="http://schemas.microsoft.com/office/drawing/2014/main" id="{69D8D442-761F-8145-8720-C65CAD1B9001}"/>
              </a:ext>
            </a:extLst>
          </p:cNvPr>
          <p:cNvSpPr>
            <a:spLocks noChangeShapeType="1"/>
          </p:cNvSpPr>
          <p:nvPr/>
        </p:nvSpPr>
        <p:spPr bwMode="auto">
          <a:xfrm>
            <a:off x="7404150" y="4043312"/>
            <a:ext cx="0" cy="2696452"/>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grpSp>
        <p:nvGrpSpPr>
          <p:cNvPr id="26648" name="Group 116">
            <a:extLst>
              <a:ext uri="{FF2B5EF4-FFF2-40B4-BE49-F238E27FC236}">
                <a16:creationId xmlns:a16="http://schemas.microsoft.com/office/drawing/2014/main" id="{77718439-E7E3-AFD0-639F-445C820DE52F}"/>
              </a:ext>
            </a:extLst>
          </p:cNvPr>
          <p:cNvGrpSpPr>
            <a:grpSpLocks/>
          </p:cNvGrpSpPr>
          <p:nvPr/>
        </p:nvGrpSpPr>
        <p:grpSpPr bwMode="auto">
          <a:xfrm>
            <a:off x="1832025" y="4506863"/>
            <a:ext cx="5572125" cy="361247"/>
            <a:chOff x="1149" y="2704"/>
            <a:chExt cx="3240" cy="252"/>
          </a:xfrm>
        </p:grpSpPr>
        <p:sp>
          <p:nvSpPr>
            <p:cNvPr id="26649" name="Line 103">
              <a:extLst>
                <a:ext uri="{FF2B5EF4-FFF2-40B4-BE49-F238E27FC236}">
                  <a16:creationId xmlns:a16="http://schemas.microsoft.com/office/drawing/2014/main" id="{6139DE51-6445-08AA-7F83-54E84E462673}"/>
                </a:ext>
              </a:extLst>
            </p:cNvPr>
            <p:cNvSpPr>
              <a:spLocks noChangeShapeType="1"/>
            </p:cNvSpPr>
            <p:nvPr/>
          </p:nvSpPr>
          <p:spPr bwMode="auto">
            <a:xfrm>
              <a:off x="1149" y="2836"/>
              <a:ext cx="3240" cy="0"/>
            </a:xfrm>
            <a:prstGeom prst="line">
              <a:avLst/>
            </a:prstGeom>
            <a:noFill/>
            <a:ln w="38100">
              <a:solidFill>
                <a:srgbClr val="333399"/>
              </a:solidFill>
              <a:prstDash val="sysDot"/>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26650" name="Text Box 104">
              <a:extLst>
                <a:ext uri="{FF2B5EF4-FFF2-40B4-BE49-F238E27FC236}">
                  <a16:creationId xmlns:a16="http://schemas.microsoft.com/office/drawing/2014/main" id="{950FBA47-9124-3A41-065F-82836E374424}"/>
                </a:ext>
              </a:extLst>
            </p:cNvPr>
            <p:cNvSpPr txBox="1">
              <a:spLocks noChangeArrowheads="1"/>
            </p:cNvSpPr>
            <p:nvPr/>
          </p:nvSpPr>
          <p:spPr bwMode="auto">
            <a:xfrm>
              <a:off x="2176" y="2704"/>
              <a:ext cx="1080" cy="25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a:solidFill>
                    <a:srgbClr val="000099"/>
                  </a:solidFill>
                  <a:latin typeface="Arial" charset="0"/>
                  <a:ea typeface="黑体" pitchFamily="49" charset="-122"/>
                </a:rPr>
                <a:t>建立 </a:t>
              </a:r>
              <a:r>
                <a:rPr kumimoji="1" lang="en-US" altLang="zh-CN" sz="2000" b="1">
                  <a:solidFill>
                    <a:srgbClr val="000099"/>
                  </a:solidFill>
                  <a:latin typeface="Arial" charset="0"/>
                  <a:ea typeface="黑体" pitchFamily="49" charset="-122"/>
                </a:rPr>
                <a:t>TCP </a:t>
              </a:r>
              <a:r>
                <a:rPr kumimoji="1" lang="zh-CN" altLang="en-US" sz="2000" b="1">
                  <a:solidFill>
                    <a:srgbClr val="000099"/>
                  </a:solidFill>
                  <a:latin typeface="Arial" charset="0"/>
                  <a:ea typeface="黑体" pitchFamily="49" charset="-122"/>
                </a:rPr>
                <a:t>连接</a:t>
              </a:r>
            </a:p>
          </p:txBody>
        </p:sp>
      </p:grpSp>
      <p:sp>
        <p:nvSpPr>
          <p:cNvPr id="26651" name="Line 108">
            <a:extLst>
              <a:ext uri="{FF2B5EF4-FFF2-40B4-BE49-F238E27FC236}">
                <a16:creationId xmlns:a16="http://schemas.microsoft.com/office/drawing/2014/main" id="{E49B6B4C-9EA1-CFCD-DCDE-84FADDDEA688}"/>
              </a:ext>
            </a:extLst>
          </p:cNvPr>
          <p:cNvSpPr>
            <a:spLocks noChangeShapeType="1"/>
          </p:cNvSpPr>
          <p:nvPr/>
        </p:nvSpPr>
        <p:spPr bwMode="auto">
          <a:xfrm>
            <a:off x="7667278" y="3209876"/>
            <a:ext cx="560652" cy="144785"/>
          </a:xfrm>
          <a:prstGeom prst="line">
            <a:avLst/>
          </a:prstGeom>
          <a:noFill/>
          <a:ln w="28575">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26652" name="Text Box 110">
            <a:extLst>
              <a:ext uri="{FF2B5EF4-FFF2-40B4-BE49-F238E27FC236}">
                <a16:creationId xmlns:a16="http://schemas.microsoft.com/office/drawing/2014/main" id="{CD348F97-29B4-1C3E-CA0D-F9D38F3E028A}"/>
              </a:ext>
            </a:extLst>
          </p:cNvPr>
          <p:cNvSpPr txBox="1">
            <a:spLocks noChangeArrowheads="1"/>
          </p:cNvSpPr>
          <p:nvPr/>
        </p:nvSpPr>
        <p:spPr bwMode="auto">
          <a:xfrm>
            <a:off x="7976840" y="2439937"/>
            <a:ext cx="1135247" cy="1723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10600" b="1">
                <a:solidFill>
                  <a:srgbClr val="000099"/>
                </a:solidFill>
                <a:latin typeface="Arial" charset="0"/>
                <a:ea typeface="黑体" pitchFamily="49" charset="-122"/>
                <a:sym typeface="Wingdings" pitchFamily="2" charset="2"/>
              </a:rPr>
              <a:t></a:t>
            </a:r>
            <a:endParaRPr kumimoji="1" lang="en-US" altLang="zh-CN" sz="10600" b="1">
              <a:solidFill>
                <a:srgbClr val="000099"/>
              </a:solidFill>
              <a:latin typeface="Arial" charset="0"/>
              <a:ea typeface="黑体" pitchFamily="49" charset="-122"/>
            </a:endParaRPr>
          </a:p>
        </p:txBody>
      </p:sp>
      <p:sp>
        <p:nvSpPr>
          <p:cNvPr id="26653" name="AutoShape 111">
            <a:extLst>
              <a:ext uri="{FF2B5EF4-FFF2-40B4-BE49-F238E27FC236}">
                <a16:creationId xmlns:a16="http://schemas.microsoft.com/office/drawing/2014/main" id="{2384CDB3-CFA9-B0B5-722F-6D73BA5C912B}"/>
              </a:ext>
            </a:extLst>
          </p:cNvPr>
          <p:cNvSpPr>
            <a:spLocks noChangeArrowheads="1"/>
          </p:cNvSpPr>
          <p:nvPr/>
        </p:nvSpPr>
        <p:spPr bwMode="auto">
          <a:xfrm>
            <a:off x="7087709" y="3019375"/>
            <a:ext cx="644921" cy="227929"/>
          </a:xfrm>
          <a:prstGeom prst="can">
            <a:avLst>
              <a:gd name="adj" fmla="val 39583"/>
            </a:avLst>
          </a:prstGeom>
          <a:solidFill>
            <a:srgbClr val="99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sp>
        <p:nvSpPr>
          <p:cNvPr id="26654" name="Rectangle 112">
            <a:extLst>
              <a:ext uri="{FF2B5EF4-FFF2-40B4-BE49-F238E27FC236}">
                <a16:creationId xmlns:a16="http://schemas.microsoft.com/office/drawing/2014/main" id="{0FBBC547-BC5C-24A7-4D9E-CFE2EEE8A656}"/>
              </a:ext>
            </a:extLst>
          </p:cNvPr>
          <p:cNvSpPr>
            <a:spLocks noChangeArrowheads="1"/>
          </p:cNvSpPr>
          <p:nvPr/>
        </p:nvSpPr>
        <p:spPr bwMode="auto">
          <a:xfrm>
            <a:off x="6036915" y="6065788"/>
            <a:ext cx="840979" cy="159121"/>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grpSp>
        <p:nvGrpSpPr>
          <p:cNvPr id="26655" name="Group 117">
            <a:extLst>
              <a:ext uri="{FF2B5EF4-FFF2-40B4-BE49-F238E27FC236}">
                <a16:creationId xmlns:a16="http://schemas.microsoft.com/office/drawing/2014/main" id="{04487C65-8B43-673B-664B-20AAC7B4DFA5}"/>
              </a:ext>
            </a:extLst>
          </p:cNvPr>
          <p:cNvGrpSpPr>
            <a:grpSpLocks/>
          </p:cNvGrpSpPr>
          <p:nvPr/>
        </p:nvGrpSpPr>
        <p:grpSpPr bwMode="auto">
          <a:xfrm>
            <a:off x="495750" y="4991056"/>
            <a:ext cx="6908398" cy="639350"/>
            <a:chOff x="372" y="3009"/>
            <a:chExt cx="4017" cy="446"/>
          </a:xfrm>
        </p:grpSpPr>
        <p:sp>
          <p:nvSpPr>
            <p:cNvPr id="26656" name="Line 94">
              <a:extLst>
                <a:ext uri="{FF2B5EF4-FFF2-40B4-BE49-F238E27FC236}">
                  <a16:creationId xmlns:a16="http://schemas.microsoft.com/office/drawing/2014/main" id="{67B99556-9692-F50E-BDD7-B4044569A5A1}"/>
                </a:ext>
              </a:extLst>
            </p:cNvPr>
            <p:cNvSpPr>
              <a:spLocks noChangeShapeType="1"/>
            </p:cNvSpPr>
            <p:nvPr/>
          </p:nvSpPr>
          <p:spPr bwMode="auto">
            <a:xfrm>
              <a:off x="1149" y="3218"/>
              <a:ext cx="3240" cy="0"/>
            </a:xfrm>
            <a:prstGeom prst="line">
              <a:avLst/>
            </a:prstGeom>
            <a:noFill/>
            <a:ln w="38100">
              <a:solidFill>
                <a:srgbClr val="333399"/>
              </a:solidFill>
              <a:prstDash val="dash"/>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grpSp>
          <p:nvGrpSpPr>
            <p:cNvPr id="26657" name="Group 95">
              <a:extLst>
                <a:ext uri="{FF2B5EF4-FFF2-40B4-BE49-F238E27FC236}">
                  <a16:creationId xmlns:a16="http://schemas.microsoft.com/office/drawing/2014/main" id="{1D3B65E3-75E4-E2F9-A6C5-16603D0F4193}"/>
                </a:ext>
              </a:extLst>
            </p:cNvPr>
            <p:cNvGrpSpPr>
              <a:grpSpLocks/>
            </p:cNvGrpSpPr>
            <p:nvPr/>
          </p:nvGrpSpPr>
          <p:grpSpPr bwMode="auto">
            <a:xfrm>
              <a:off x="1373" y="3067"/>
              <a:ext cx="1651" cy="303"/>
              <a:chOff x="513" y="1824"/>
              <a:chExt cx="1296" cy="240"/>
            </a:xfrm>
          </p:grpSpPr>
          <p:sp>
            <p:nvSpPr>
              <p:cNvPr id="26659" name="AutoShape 96">
                <a:extLst>
                  <a:ext uri="{FF2B5EF4-FFF2-40B4-BE49-F238E27FC236}">
                    <a16:creationId xmlns:a16="http://schemas.microsoft.com/office/drawing/2014/main" id="{728FBF4F-57D8-F97B-3DB5-E0CFD23047D3}"/>
                  </a:ext>
                </a:extLst>
              </p:cNvPr>
              <p:cNvSpPr>
                <a:spLocks noChangeArrowheads="1"/>
              </p:cNvSpPr>
              <p:nvPr/>
            </p:nvSpPr>
            <p:spPr bwMode="auto">
              <a:xfrm>
                <a:off x="1521" y="1872"/>
                <a:ext cx="288" cy="144"/>
              </a:xfrm>
              <a:prstGeom prst="rightArrow">
                <a:avLst>
                  <a:gd name="adj1" fmla="val 50000"/>
                  <a:gd name="adj2" fmla="val 50000"/>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sp>
            <p:nvSpPr>
              <p:cNvPr id="26660" name="Rectangle 97">
                <a:extLst>
                  <a:ext uri="{FF2B5EF4-FFF2-40B4-BE49-F238E27FC236}">
                    <a16:creationId xmlns:a16="http://schemas.microsoft.com/office/drawing/2014/main" id="{6857B1AD-D973-0663-AA68-DB674F79834A}"/>
                  </a:ext>
                </a:extLst>
              </p:cNvPr>
              <p:cNvSpPr>
                <a:spLocks noChangeArrowheads="1"/>
              </p:cNvSpPr>
              <p:nvPr/>
            </p:nvSpPr>
            <p:spPr bwMode="auto">
              <a:xfrm>
                <a:off x="513" y="1824"/>
                <a:ext cx="1008" cy="24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a:solidFill>
                      <a:srgbClr val="000099"/>
                    </a:solidFill>
                    <a:latin typeface="Arial" charset="0"/>
                    <a:ea typeface="黑体" pitchFamily="49" charset="-122"/>
                  </a:rPr>
                  <a:t>HTTP </a:t>
                </a:r>
                <a:r>
                  <a:rPr kumimoji="1" lang="zh-CN" altLang="en-US" sz="2000" b="1">
                    <a:solidFill>
                      <a:srgbClr val="000099"/>
                    </a:solidFill>
                    <a:latin typeface="Arial" charset="0"/>
                    <a:ea typeface="黑体" pitchFamily="49" charset="-122"/>
                  </a:rPr>
                  <a:t>请求报文</a:t>
                </a:r>
              </a:p>
            </p:txBody>
          </p:sp>
        </p:grpSp>
        <p:sp>
          <p:nvSpPr>
            <p:cNvPr id="26658" name="Text Box 114">
              <a:extLst>
                <a:ext uri="{FF2B5EF4-FFF2-40B4-BE49-F238E27FC236}">
                  <a16:creationId xmlns:a16="http://schemas.microsoft.com/office/drawing/2014/main" id="{81BAD1E4-8B8C-368A-FACB-DAE8584344BB}"/>
                </a:ext>
              </a:extLst>
            </p:cNvPr>
            <p:cNvSpPr txBox="1">
              <a:spLocks noChangeArrowheads="1"/>
            </p:cNvSpPr>
            <p:nvPr/>
          </p:nvSpPr>
          <p:spPr bwMode="auto">
            <a:xfrm>
              <a:off x="372" y="3009"/>
              <a:ext cx="708" cy="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algn="ctr" eaLnBrk="1" hangingPunct="1"/>
              <a:r>
                <a:rPr kumimoji="1" lang="zh-CN" altLang="en-US" sz="2000" b="1" dirty="0">
                  <a:solidFill>
                    <a:srgbClr val="000099"/>
                  </a:solidFill>
                  <a:latin typeface="Arial" charset="0"/>
                  <a:ea typeface="黑体" pitchFamily="49" charset="-122"/>
                  <a:sym typeface="Wingdings" pitchFamily="2" charset="2"/>
                </a:rPr>
                <a:t>浏览器</a:t>
              </a:r>
              <a:endParaRPr kumimoji="1" lang="en-US" altLang="zh-CN" sz="2000" b="1" dirty="0">
                <a:solidFill>
                  <a:srgbClr val="000099"/>
                </a:solidFill>
                <a:latin typeface="Arial" charset="0"/>
                <a:ea typeface="黑体" pitchFamily="49" charset="-122"/>
                <a:sym typeface="Wingdings" pitchFamily="2" charset="2"/>
              </a:endParaRPr>
            </a:p>
            <a:p>
              <a:pPr algn="ctr" eaLnBrk="1" hangingPunct="1"/>
              <a:r>
                <a:rPr kumimoji="1" lang="zh-CN" altLang="en-US" sz="2000" b="1" dirty="0">
                  <a:solidFill>
                    <a:srgbClr val="000099"/>
                  </a:solidFill>
                  <a:latin typeface="Arial" charset="0"/>
                  <a:ea typeface="黑体" pitchFamily="49" charset="-122"/>
                  <a:sym typeface="Wingdings" pitchFamily="2" charset="2"/>
                </a:rPr>
                <a:t>发出</a:t>
              </a:r>
              <a:r>
                <a:rPr kumimoji="1" lang="zh-CN" altLang="en-US" sz="2000" b="1" dirty="0">
                  <a:solidFill>
                    <a:srgbClr val="000099"/>
                  </a:solidFill>
                  <a:latin typeface="Arial" charset="0"/>
                  <a:ea typeface="黑体" pitchFamily="49" charset="-122"/>
                </a:rPr>
                <a:t>请求</a:t>
              </a:r>
            </a:p>
          </p:txBody>
        </p:sp>
      </p:grpSp>
      <p:grpSp>
        <p:nvGrpSpPr>
          <p:cNvPr id="26661" name="Group 120">
            <a:extLst>
              <a:ext uri="{FF2B5EF4-FFF2-40B4-BE49-F238E27FC236}">
                <a16:creationId xmlns:a16="http://schemas.microsoft.com/office/drawing/2014/main" id="{0C133EB2-422C-4B70-66C7-3584B673F791}"/>
              </a:ext>
            </a:extLst>
          </p:cNvPr>
          <p:cNvGrpSpPr>
            <a:grpSpLocks/>
          </p:cNvGrpSpPr>
          <p:nvPr/>
        </p:nvGrpSpPr>
        <p:grpSpPr bwMode="auto">
          <a:xfrm>
            <a:off x="1832025" y="6380121"/>
            <a:ext cx="5572125" cy="361248"/>
            <a:chOff x="1149" y="3884"/>
            <a:chExt cx="3240" cy="252"/>
          </a:xfrm>
        </p:grpSpPr>
        <p:sp>
          <p:nvSpPr>
            <p:cNvPr id="26662" name="Line 106">
              <a:extLst>
                <a:ext uri="{FF2B5EF4-FFF2-40B4-BE49-F238E27FC236}">
                  <a16:creationId xmlns:a16="http://schemas.microsoft.com/office/drawing/2014/main" id="{C529D580-02E0-9DC4-E06D-44BDEE3C1D90}"/>
                </a:ext>
              </a:extLst>
            </p:cNvPr>
            <p:cNvSpPr>
              <a:spLocks noChangeShapeType="1"/>
            </p:cNvSpPr>
            <p:nvPr/>
          </p:nvSpPr>
          <p:spPr bwMode="auto">
            <a:xfrm>
              <a:off x="1149" y="4012"/>
              <a:ext cx="3240" cy="0"/>
            </a:xfrm>
            <a:prstGeom prst="line">
              <a:avLst/>
            </a:prstGeom>
            <a:noFill/>
            <a:ln w="38100">
              <a:solidFill>
                <a:srgbClr val="333399"/>
              </a:solidFill>
              <a:prstDash val="sysDot"/>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26663" name="Text Box 107">
              <a:extLst>
                <a:ext uri="{FF2B5EF4-FFF2-40B4-BE49-F238E27FC236}">
                  <a16:creationId xmlns:a16="http://schemas.microsoft.com/office/drawing/2014/main" id="{54BABA42-285A-C073-3C91-E951C2E2C76B}"/>
                </a:ext>
              </a:extLst>
            </p:cNvPr>
            <p:cNvSpPr txBox="1">
              <a:spLocks noChangeArrowheads="1"/>
            </p:cNvSpPr>
            <p:nvPr/>
          </p:nvSpPr>
          <p:spPr bwMode="auto">
            <a:xfrm>
              <a:off x="2176" y="3884"/>
              <a:ext cx="1080" cy="25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a:solidFill>
                    <a:srgbClr val="000099"/>
                  </a:solidFill>
                  <a:latin typeface="Arial" charset="0"/>
                  <a:ea typeface="黑体" pitchFamily="49" charset="-122"/>
                </a:rPr>
                <a:t>释放 </a:t>
              </a:r>
              <a:r>
                <a:rPr kumimoji="1" lang="en-US" altLang="zh-CN" sz="2000" b="1">
                  <a:solidFill>
                    <a:srgbClr val="000099"/>
                  </a:solidFill>
                  <a:latin typeface="Arial" charset="0"/>
                  <a:ea typeface="黑体" pitchFamily="49" charset="-122"/>
                </a:rPr>
                <a:t>TCP </a:t>
              </a:r>
              <a:r>
                <a:rPr kumimoji="1" lang="zh-CN" altLang="en-US" sz="2000" b="1">
                  <a:solidFill>
                    <a:srgbClr val="000099"/>
                  </a:solidFill>
                  <a:latin typeface="Arial" charset="0"/>
                  <a:ea typeface="黑体" pitchFamily="49" charset="-122"/>
                </a:rPr>
                <a:t>连接</a:t>
              </a:r>
            </a:p>
          </p:txBody>
        </p:sp>
      </p:grpSp>
      <p:grpSp>
        <p:nvGrpSpPr>
          <p:cNvPr id="26664" name="组合 26663">
            <a:extLst>
              <a:ext uri="{FF2B5EF4-FFF2-40B4-BE49-F238E27FC236}">
                <a16:creationId xmlns:a16="http://schemas.microsoft.com/office/drawing/2014/main" id="{6921DCFF-7931-B784-E245-A27CE37EF8E1}"/>
              </a:ext>
            </a:extLst>
          </p:cNvPr>
          <p:cNvGrpSpPr/>
          <p:nvPr/>
        </p:nvGrpSpPr>
        <p:grpSpPr>
          <a:xfrm>
            <a:off x="1856656" y="5371454"/>
            <a:ext cx="6816700" cy="1083903"/>
            <a:chOff x="2000672" y="5157192"/>
            <a:chExt cx="6816700" cy="1200329"/>
          </a:xfrm>
        </p:grpSpPr>
        <p:sp>
          <p:nvSpPr>
            <p:cNvPr id="26665" name="Text Box 109">
              <a:extLst>
                <a:ext uri="{FF2B5EF4-FFF2-40B4-BE49-F238E27FC236}">
                  <a16:creationId xmlns:a16="http://schemas.microsoft.com/office/drawing/2014/main" id="{EEC9E475-CB9C-B516-24DF-429D3288F95D}"/>
                </a:ext>
              </a:extLst>
            </p:cNvPr>
            <p:cNvSpPr txBox="1">
              <a:spLocks noChangeArrowheads="1"/>
            </p:cNvSpPr>
            <p:nvPr/>
          </p:nvSpPr>
          <p:spPr bwMode="auto">
            <a:xfrm>
              <a:off x="7599760" y="5497514"/>
              <a:ext cx="1217612" cy="708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algn="ctr" eaLnBrk="1" hangingPunct="1"/>
              <a:r>
                <a:rPr kumimoji="1" lang="zh-CN" altLang="en-US" sz="2000" b="1" dirty="0">
                  <a:solidFill>
                    <a:srgbClr val="000099"/>
                  </a:solidFill>
                  <a:latin typeface="Arial" charset="0"/>
                  <a:ea typeface="黑体" pitchFamily="49" charset="-122"/>
                  <a:sym typeface="Wingdings" pitchFamily="2" charset="2"/>
                </a:rPr>
                <a:t>服务器</a:t>
              </a:r>
              <a:endParaRPr kumimoji="1" lang="en-US" altLang="zh-CN" sz="2000" b="1" dirty="0">
                <a:solidFill>
                  <a:srgbClr val="000099"/>
                </a:solidFill>
                <a:latin typeface="Arial" charset="0"/>
                <a:ea typeface="黑体" pitchFamily="49" charset="-122"/>
                <a:sym typeface="Wingdings" pitchFamily="2" charset="2"/>
              </a:endParaRPr>
            </a:p>
            <a:p>
              <a:pPr algn="ctr" eaLnBrk="1" hangingPunct="1"/>
              <a:r>
                <a:rPr kumimoji="1" lang="zh-CN" altLang="en-US" sz="2000" b="1" dirty="0">
                  <a:solidFill>
                    <a:srgbClr val="000099"/>
                  </a:solidFill>
                  <a:latin typeface="Arial" charset="0"/>
                  <a:ea typeface="黑体" pitchFamily="49" charset="-122"/>
                  <a:sym typeface="Wingdings" pitchFamily="2" charset="2"/>
                </a:rPr>
                <a:t>返回</a:t>
              </a:r>
              <a:r>
                <a:rPr kumimoji="1" lang="zh-CN" altLang="en-US" sz="2000" b="1" dirty="0">
                  <a:solidFill>
                    <a:srgbClr val="000099"/>
                  </a:solidFill>
                  <a:latin typeface="Arial" charset="0"/>
                  <a:ea typeface="黑体" pitchFamily="49" charset="-122"/>
                </a:rPr>
                <a:t>响应</a:t>
              </a:r>
            </a:p>
          </p:txBody>
        </p:sp>
        <p:grpSp>
          <p:nvGrpSpPr>
            <p:cNvPr id="26666" name="组合 26665">
              <a:extLst>
                <a:ext uri="{FF2B5EF4-FFF2-40B4-BE49-F238E27FC236}">
                  <a16:creationId xmlns:a16="http://schemas.microsoft.com/office/drawing/2014/main" id="{894CADB4-6854-CEF1-C568-50E2A39497E2}"/>
                </a:ext>
              </a:extLst>
            </p:cNvPr>
            <p:cNvGrpSpPr/>
            <p:nvPr/>
          </p:nvGrpSpPr>
          <p:grpSpPr>
            <a:xfrm>
              <a:off x="2000672" y="5157192"/>
              <a:ext cx="5572124" cy="1200329"/>
              <a:chOff x="2005278" y="5157192"/>
              <a:chExt cx="5572124" cy="1200329"/>
            </a:xfrm>
          </p:grpSpPr>
          <p:sp>
            <p:nvSpPr>
              <p:cNvPr id="26667" name="Line 98">
                <a:extLst>
                  <a:ext uri="{FF2B5EF4-FFF2-40B4-BE49-F238E27FC236}">
                    <a16:creationId xmlns:a16="http://schemas.microsoft.com/office/drawing/2014/main" id="{7652D873-3989-701F-E920-1EC1860AA56A}"/>
                  </a:ext>
                </a:extLst>
              </p:cNvPr>
              <p:cNvSpPr>
                <a:spLocks noChangeShapeType="1"/>
              </p:cNvSpPr>
              <p:nvPr/>
            </p:nvSpPr>
            <p:spPr bwMode="auto">
              <a:xfrm flipH="1">
                <a:off x="2005278" y="5756277"/>
                <a:ext cx="5572124" cy="0"/>
              </a:xfrm>
              <a:prstGeom prst="line">
                <a:avLst/>
              </a:prstGeom>
              <a:noFill/>
              <a:ln w="38100">
                <a:solidFill>
                  <a:schemeClr val="hlink"/>
                </a:solidFill>
                <a:prstDash val="dash"/>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26668" name="TextBox 2">
                <a:extLst>
                  <a:ext uri="{FF2B5EF4-FFF2-40B4-BE49-F238E27FC236}">
                    <a16:creationId xmlns:a16="http://schemas.microsoft.com/office/drawing/2014/main" id="{F38CD19E-25DE-58FC-0189-66E5D2A4C82B}"/>
                  </a:ext>
                </a:extLst>
              </p:cNvPr>
              <p:cNvSpPr txBox="1"/>
              <p:nvPr/>
            </p:nvSpPr>
            <p:spPr>
              <a:xfrm>
                <a:off x="6644009" y="5157192"/>
                <a:ext cx="761869" cy="1200329"/>
              </a:xfrm>
              <a:prstGeom prst="rect">
                <a:avLst/>
              </a:prstGeom>
              <a:solidFill>
                <a:schemeClr val="bg1"/>
              </a:solidFill>
            </p:spPr>
            <p:txBody>
              <a:bodyPr wrap="square" rtlCol="0" anchor="ctr">
                <a:spAutoFit/>
              </a:bodyPr>
              <a:lstStyle/>
              <a:p>
                <a:pPr algn="ctr"/>
                <a:r>
                  <a:rPr kumimoji="1" lang="en-US" altLang="zh-CN" sz="7200" b="1" dirty="0">
                    <a:solidFill>
                      <a:srgbClr val="000099"/>
                    </a:solidFill>
                    <a:latin typeface="Arial" charset="0"/>
                    <a:ea typeface="黑体" pitchFamily="49" charset="-122"/>
                    <a:sym typeface="Wingdings" pitchFamily="2" charset="2"/>
                  </a:rPr>
                  <a:t></a:t>
                </a:r>
                <a:endParaRPr lang="zh-CN" altLang="en-US" sz="1600" dirty="0"/>
              </a:p>
            </p:txBody>
          </p:sp>
          <p:grpSp>
            <p:nvGrpSpPr>
              <p:cNvPr id="26669" name="Group 99">
                <a:extLst>
                  <a:ext uri="{FF2B5EF4-FFF2-40B4-BE49-F238E27FC236}">
                    <a16:creationId xmlns:a16="http://schemas.microsoft.com/office/drawing/2014/main" id="{0E159E69-1E05-CC23-B331-0FC39C52C27E}"/>
                  </a:ext>
                </a:extLst>
              </p:cNvPr>
              <p:cNvGrpSpPr>
                <a:grpSpLocks/>
              </p:cNvGrpSpPr>
              <p:nvPr/>
            </p:nvGrpSpPr>
            <p:grpSpPr bwMode="auto">
              <a:xfrm flipH="1">
                <a:off x="3893940" y="5516564"/>
                <a:ext cx="2863885" cy="481013"/>
                <a:chOff x="903" y="1824"/>
                <a:chExt cx="1308" cy="240"/>
              </a:xfrm>
            </p:grpSpPr>
            <p:sp>
              <p:nvSpPr>
                <p:cNvPr id="26670" name="AutoShape 100">
                  <a:extLst>
                    <a:ext uri="{FF2B5EF4-FFF2-40B4-BE49-F238E27FC236}">
                      <a16:creationId xmlns:a16="http://schemas.microsoft.com/office/drawing/2014/main" id="{B3F7252A-504E-39EC-6643-D40BA168126D}"/>
                    </a:ext>
                  </a:extLst>
                </p:cNvPr>
                <p:cNvSpPr>
                  <a:spLocks noChangeArrowheads="1"/>
                </p:cNvSpPr>
                <p:nvPr/>
              </p:nvSpPr>
              <p:spPr bwMode="auto">
                <a:xfrm>
                  <a:off x="1923" y="1872"/>
                  <a:ext cx="288" cy="144"/>
                </a:xfrm>
                <a:prstGeom prst="rightArrow">
                  <a:avLst>
                    <a:gd name="adj1" fmla="val 50000"/>
                    <a:gd name="adj2" fmla="val 50000"/>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sp>
              <p:nvSpPr>
                <p:cNvPr id="26671" name="Rectangle 101">
                  <a:extLst>
                    <a:ext uri="{FF2B5EF4-FFF2-40B4-BE49-F238E27FC236}">
                      <a16:creationId xmlns:a16="http://schemas.microsoft.com/office/drawing/2014/main" id="{64421282-66EF-CE3F-EC13-A44B96B6F18B}"/>
                    </a:ext>
                  </a:extLst>
                </p:cNvPr>
                <p:cNvSpPr>
                  <a:spLocks noChangeArrowheads="1"/>
                </p:cNvSpPr>
                <p:nvPr/>
              </p:nvSpPr>
              <p:spPr bwMode="auto">
                <a:xfrm>
                  <a:off x="903" y="1824"/>
                  <a:ext cx="1008" cy="240"/>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b="1" dirty="0">
                      <a:solidFill>
                        <a:srgbClr val="000099"/>
                      </a:solidFill>
                      <a:latin typeface="Arial" charset="0"/>
                      <a:ea typeface="黑体" pitchFamily="49" charset="-122"/>
                    </a:rPr>
                    <a:t>HTTP </a:t>
                  </a:r>
                  <a:r>
                    <a:rPr kumimoji="1" lang="zh-CN" altLang="en-US" sz="2000" b="1" dirty="0">
                      <a:solidFill>
                        <a:srgbClr val="000099"/>
                      </a:solidFill>
                      <a:latin typeface="Arial" charset="0"/>
                      <a:ea typeface="黑体" pitchFamily="49" charset="-122"/>
                    </a:rPr>
                    <a:t>响应报文</a:t>
                  </a:r>
                </a:p>
              </p:txBody>
            </p:sp>
          </p:grpSp>
        </p:grpSp>
      </p:grpSp>
    </p:spTree>
    <p:extLst>
      <p:ext uri="{BB962C8B-B14F-4D97-AF65-F5344CB8AC3E}">
        <p14:creationId xmlns:p14="http://schemas.microsoft.com/office/powerpoint/2010/main" val="4073981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2664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664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6648"/>
                                        </p:tgtEl>
                                        <p:attrNameLst>
                                          <p:attrName>style.visibility</p:attrName>
                                        </p:attrNameLst>
                                      </p:cBhvr>
                                      <p:to>
                                        <p:strVal val="visible"/>
                                      </p:to>
                                    </p:set>
                                  </p:childTnLst>
                                </p:cTn>
                              </p:par>
                            </p:childTnLst>
                          </p:cTn>
                        </p:par>
                        <p:par>
                          <p:cTn id="11" fill="hold">
                            <p:stCondLst>
                              <p:cond delay="0"/>
                            </p:stCondLst>
                            <p:childTnLst>
                              <p:par>
                                <p:cTn id="12" presetID="35" presetClass="emph" presetSubtype="0" repeatCount="3000" fill="hold" nodeType="afterEffect">
                                  <p:stCondLst>
                                    <p:cond delay="500"/>
                                  </p:stCondLst>
                                  <p:childTnLst>
                                    <p:anim calcmode="discrete" valueType="str">
                                      <p:cBhvr>
                                        <p:cTn id="13" dur="1000" fill="hold"/>
                                        <p:tgtEl>
                                          <p:spTgt spid="26648"/>
                                        </p:tgtEl>
                                        <p:attrNameLst>
                                          <p:attrName>style.visibility</p:attrName>
                                        </p:attrNameLst>
                                      </p:cBhvr>
                                      <p:tavLst>
                                        <p:tav tm="0">
                                          <p:val>
                                            <p:strVal val="hidden"/>
                                          </p:val>
                                        </p:tav>
                                        <p:tav tm="50000">
                                          <p:val>
                                            <p:strVal val="visible"/>
                                          </p:val>
                                        </p:tav>
                                      </p:tavLst>
                                    </p:anim>
                                  </p:childTnLst>
                                </p:cTn>
                              </p:par>
                            </p:childTnLst>
                          </p:cTn>
                        </p:par>
                        <p:par>
                          <p:cTn id="14" fill="hold">
                            <p:stCondLst>
                              <p:cond delay="3500"/>
                            </p:stCondLst>
                            <p:childTnLst>
                              <p:par>
                                <p:cTn id="15" presetID="22" presetClass="entr" presetSubtype="8" fill="hold" nodeType="afterEffect">
                                  <p:stCondLst>
                                    <p:cond delay="500"/>
                                  </p:stCondLst>
                                  <p:childTnLst>
                                    <p:set>
                                      <p:cBhvr>
                                        <p:cTn id="16" dur="1" fill="hold">
                                          <p:stCondLst>
                                            <p:cond delay="0"/>
                                          </p:stCondLst>
                                        </p:cTn>
                                        <p:tgtEl>
                                          <p:spTgt spid="26655"/>
                                        </p:tgtEl>
                                        <p:attrNameLst>
                                          <p:attrName>style.visibility</p:attrName>
                                        </p:attrNameLst>
                                      </p:cBhvr>
                                      <p:to>
                                        <p:strVal val="visible"/>
                                      </p:to>
                                    </p:set>
                                    <p:animEffect transition="in" filter="wipe(left)">
                                      <p:cBhvr>
                                        <p:cTn id="17" dur="1000"/>
                                        <p:tgtEl>
                                          <p:spTgt spid="26655"/>
                                        </p:tgtEl>
                                      </p:cBhvr>
                                    </p:animEffect>
                                  </p:childTnLst>
                                </p:cTn>
                              </p:par>
                            </p:childTnLst>
                          </p:cTn>
                        </p:par>
                        <p:par>
                          <p:cTn id="18" fill="hold">
                            <p:stCondLst>
                              <p:cond delay="5000"/>
                            </p:stCondLst>
                            <p:childTnLst>
                              <p:par>
                                <p:cTn id="19" presetID="22" presetClass="entr" presetSubtype="2" fill="hold" nodeType="afterEffect">
                                  <p:stCondLst>
                                    <p:cond delay="500"/>
                                  </p:stCondLst>
                                  <p:childTnLst>
                                    <p:set>
                                      <p:cBhvr>
                                        <p:cTn id="20" dur="1" fill="hold">
                                          <p:stCondLst>
                                            <p:cond delay="0"/>
                                          </p:stCondLst>
                                        </p:cTn>
                                        <p:tgtEl>
                                          <p:spTgt spid="26664"/>
                                        </p:tgtEl>
                                        <p:attrNameLst>
                                          <p:attrName>style.visibility</p:attrName>
                                        </p:attrNameLst>
                                      </p:cBhvr>
                                      <p:to>
                                        <p:strVal val="visible"/>
                                      </p:to>
                                    </p:set>
                                    <p:animEffect transition="in" filter="wipe(right)">
                                      <p:cBhvr>
                                        <p:cTn id="21" dur="1000"/>
                                        <p:tgtEl>
                                          <p:spTgt spid="26664"/>
                                        </p:tgtEl>
                                      </p:cBhvr>
                                    </p:animEffect>
                                  </p:childTnLst>
                                </p:cTn>
                              </p:par>
                            </p:childTnLst>
                          </p:cTn>
                        </p:par>
                        <p:par>
                          <p:cTn id="22" fill="hold">
                            <p:stCondLst>
                              <p:cond delay="6500"/>
                            </p:stCondLst>
                            <p:childTnLst>
                              <p:par>
                                <p:cTn id="23" presetID="1" presetClass="entr" presetSubtype="0" fill="hold" nodeType="afterEffect">
                                  <p:stCondLst>
                                    <p:cond delay="500"/>
                                  </p:stCondLst>
                                  <p:childTnLst>
                                    <p:set>
                                      <p:cBhvr>
                                        <p:cTn id="24" dur="1" fill="hold">
                                          <p:stCondLst>
                                            <p:cond delay="0"/>
                                          </p:stCondLst>
                                        </p:cTn>
                                        <p:tgtEl>
                                          <p:spTgt spid="26661"/>
                                        </p:tgtEl>
                                        <p:attrNameLst>
                                          <p:attrName>style.visibility</p:attrName>
                                        </p:attrNameLst>
                                      </p:cBhvr>
                                      <p:to>
                                        <p:strVal val="visible"/>
                                      </p:to>
                                    </p:set>
                                  </p:childTnLst>
                                </p:cTn>
                              </p:par>
                            </p:childTnLst>
                          </p:cTn>
                        </p:par>
                        <p:par>
                          <p:cTn id="25" fill="hold">
                            <p:stCondLst>
                              <p:cond delay="7000"/>
                            </p:stCondLst>
                            <p:childTnLst>
                              <p:par>
                                <p:cTn id="26" presetID="35" presetClass="emph" presetSubtype="0" repeatCount="3000" fill="hold" nodeType="afterEffect">
                                  <p:stCondLst>
                                    <p:cond delay="500"/>
                                  </p:stCondLst>
                                  <p:childTnLst>
                                    <p:anim calcmode="discrete" valueType="str">
                                      <p:cBhvr>
                                        <p:cTn id="27" dur="1000" fill="hold"/>
                                        <p:tgtEl>
                                          <p:spTgt spid="26661"/>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46" grpId="0" animBg="1"/>
      <p:bldP spid="26647"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383">
            <a:extLst>
              <a:ext uri="{FF2B5EF4-FFF2-40B4-BE49-F238E27FC236}">
                <a16:creationId xmlns:a16="http://schemas.microsoft.com/office/drawing/2014/main" id="{A5436B2F-E0F3-26DD-93F1-870120F59E61}"/>
              </a:ext>
            </a:extLst>
          </p:cNvPr>
          <p:cNvGraphicFramePr>
            <a:graphicFrameLocks noChangeAspect="1"/>
          </p:cNvGraphicFramePr>
          <p:nvPr>
            <p:extLst>
              <p:ext uri="{D42A27DB-BD31-4B8C-83A1-F6EECF244321}">
                <p14:modId xmlns:p14="http://schemas.microsoft.com/office/powerpoint/2010/main" val="1873565753"/>
              </p:ext>
            </p:extLst>
          </p:nvPr>
        </p:nvGraphicFramePr>
        <p:xfrm>
          <a:off x="3855060" y="4498604"/>
          <a:ext cx="2729310" cy="1439863"/>
        </p:xfrm>
        <a:graphic>
          <a:graphicData uri="http://schemas.openxmlformats.org/presentationml/2006/ole">
            <mc:AlternateContent xmlns:mc="http://schemas.openxmlformats.org/markup-compatibility/2006">
              <mc:Choice xmlns:v="urn:schemas-microsoft-com:vml" Requires="v">
                <p:oleObj spid="_x0000_s4104" name="VISIO" r:id="rId3" imgW="1687068" imgH="964692" progId="Visio.Drawing.6">
                  <p:embed/>
                </p:oleObj>
              </mc:Choice>
              <mc:Fallback>
                <p:oleObj name="VISIO" r:id="rId3" imgW="1687068" imgH="964692" progId="Visio.Drawing.6">
                  <p:embed/>
                  <p:pic>
                    <p:nvPicPr>
                      <p:cNvPr id="244738" name="Object 38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55060" y="4498604"/>
                        <a:ext cx="2729310" cy="1439863"/>
                      </a:xfrm>
                      <a:prstGeom prst="rect">
                        <a:avLst/>
                      </a:prstGeom>
                      <a:noFill/>
                      <a:ln>
                        <a:noFill/>
                      </a:ln>
                      <a:effectLst>
                        <a:outerShdw dist="25400" dir="54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4" name="Object 383">
            <a:extLst>
              <a:ext uri="{FF2B5EF4-FFF2-40B4-BE49-F238E27FC236}">
                <a16:creationId xmlns:a16="http://schemas.microsoft.com/office/drawing/2014/main" id="{9B695581-2F87-E12C-9232-3FF64E63318C}"/>
              </a:ext>
            </a:extLst>
          </p:cNvPr>
          <p:cNvGraphicFramePr>
            <a:graphicFrameLocks noChangeAspect="1"/>
          </p:cNvGraphicFramePr>
          <p:nvPr>
            <p:extLst>
              <p:ext uri="{D42A27DB-BD31-4B8C-83A1-F6EECF244321}">
                <p14:modId xmlns:p14="http://schemas.microsoft.com/office/powerpoint/2010/main" val="430016321"/>
              </p:ext>
            </p:extLst>
          </p:nvPr>
        </p:nvGraphicFramePr>
        <p:xfrm>
          <a:off x="7248606" y="4498603"/>
          <a:ext cx="2728912" cy="1439863"/>
        </p:xfrm>
        <a:graphic>
          <a:graphicData uri="http://schemas.openxmlformats.org/presentationml/2006/ole">
            <mc:AlternateContent xmlns:mc="http://schemas.openxmlformats.org/markup-compatibility/2006">
              <mc:Choice xmlns:v="urn:schemas-microsoft-com:vml" Requires="v">
                <p:oleObj spid="_x0000_s4105" name="VISIO" r:id="rId5" imgW="1687068" imgH="964692" progId="Visio.Drawing.6">
                  <p:embed/>
                </p:oleObj>
              </mc:Choice>
              <mc:Fallback>
                <p:oleObj name="VISIO" r:id="rId5" imgW="1687068" imgH="964692" progId="Visio.Drawing.6">
                  <p:embed/>
                  <p:pic>
                    <p:nvPicPr>
                      <p:cNvPr id="244739" name="Object 38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48606" y="4498603"/>
                        <a:ext cx="2728912" cy="1439863"/>
                      </a:xfrm>
                      <a:prstGeom prst="rect">
                        <a:avLst/>
                      </a:prstGeom>
                      <a:noFill/>
                      <a:ln>
                        <a:noFill/>
                      </a:ln>
                      <a:effectLst>
                        <a:outerShdw dist="25400" dir="54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5" name="Rectangle 2">
            <a:extLst>
              <a:ext uri="{FF2B5EF4-FFF2-40B4-BE49-F238E27FC236}">
                <a16:creationId xmlns:a16="http://schemas.microsoft.com/office/drawing/2014/main" id="{A701382C-1606-69E1-F8C8-A62A1E230F87}"/>
              </a:ext>
            </a:extLst>
          </p:cNvPr>
          <p:cNvSpPr txBox="1">
            <a:spLocks noChangeArrowheads="1"/>
          </p:cNvSpPr>
          <p:nvPr/>
        </p:nvSpPr>
        <p:spPr bwMode="auto">
          <a:xfrm>
            <a:off x="343245" y="116632"/>
            <a:ext cx="9352227" cy="768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rtl="0" eaLnBrk="1" fontAlgn="base" hangingPunct="1">
              <a:spcBef>
                <a:spcPct val="0"/>
              </a:spcBef>
              <a:spcAft>
                <a:spcPct val="0"/>
              </a:spcAft>
              <a:defRPr sz="4400" b="1">
                <a:solidFill>
                  <a:srgbClr val="333399"/>
                </a:solidFill>
                <a:latin typeface="+mn-lt"/>
                <a:ea typeface="黑体" panose="02010609060101010101" pitchFamily="2" charset="-122"/>
                <a:cs typeface="+mj-cs"/>
              </a:defRPr>
            </a:lvl1pPr>
            <a:lvl2pPr algn="l" rtl="0" eaLnBrk="1" fontAlgn="base" hangingPunct="1">
              <a:spcBef>
                <a:spcPct val="0"/>
              </a:spcBef>
              <a:spcAft>
                <a:spcPct val="0"/>
              </a:spcAft>
              <a:defRPr sz="4400">
                <a:solidFill>
                  <a:schemeClr val="tx2"/>
                </a:solidFill>
                <a:latin typeface="Times New Roman" panose="02020603050405020304" pitchFamily="18" charset="0"/>
              </a:defRPr>
            </a:lvl2pPr>
            <a:lvl3pPr algn="l" rtl="0" eaLnBrk="1" fontAlgn="base" hangingPunct="1">
              <a:spcBef>
                <a:spcPct val="0"/>
              </a:spcBef>
              <a:spcAft>
                <a:spcPct val="0"/>
              </a:spcAft>
              <a:defRPr sz="4400">
                <a:solidFill>
                  <a:schemeClr val="tx2"/>
                </a:solidFill>
                <a:latin typeface="Times New Roman" panose="02020603050405020304" pitchFamily="18" charset="0"/>
              </a:defRPr>
            </a:lvl3pPr>
            <a:lvl4pPr algn="l" rtl="0" eaLnBrk="1" fontAlgn="base" hangingPunct="1">
              <a:spcBef>
                <a:spcPct val="0"/>
              </a:spcBef>
              <a:spcAft>
                <a:spcPct val="0"/>
              </a:spcAft>
              <a:defRPr sz="4400">
                <a:solidFill>
                  <a:schemeClr val="tx2"/>
                </a:solidFill>
                <a:latin typeface="Times New Roman" panose="02020603050405020304" pitchFamily="18" charset="0"/>
              </a:defRPr>
            </a:lvl4pPr>
            <a:lvl5pPr algn="l" rtl="0" eaLnBrk="1" fontAlgn="base" hangingPunct="1">
              <a:spcBef>
                <a:spcPct val="0"/>
              </a:spcBef>
              <a:spcAft>
                <a:spcPct val="0"/>
              </a:spcAft>
              <a:defRPr sz="4400">
                <a:solidFill>
                  <a:schemeClr val="tx2"/>
                </a:solidFill>
                <a:latin typeface="Times New Roman" panose="02020603050405020304" pitchFamily="18" charset="0"/>
              </a:defRPr>
            </a:lvl5pPr>
            <a:lvl6pPr marL="457200" algn="l" rtl="0" eaLnBrk="1" fontAlgn="base" hangingPunct="1">
              <a:spcBef>
                <a:spcPct val="0"/>
              </a:spcBef>
              <a:spcAft>
                <a:spcPct val="0"/>
              </a:spcAft>
              <a:defRPr sz="4400">
                <a:solidFill>
                  <a:schemeClr val="tx2"/>
                </a:solidFill>
                <a:latin typeface="Times New Roman" panose="02020603050405020304" pitchFamily="18" charset="0"/>
              </a:defRPr>
            </a:lvl6pPr>
            <a:lvl7pPr marL="914400" algn="l" rtl="0" eaLnBrk="1" fontAlgn="base" hangingPunct="1">
              <a:spcBef>
                <a:spcPct val="0"/>
              </a:spcBef>
              <a:spcAft>
                <a:spcPct val="0"/>
              </a:spcAft>
              <a:defRPr sz="4400">
                <a:solidFill>
                  <a:schemeClr val="tx2"/>
                </a:solidFill>
                <a:latin typeface="Times New Roman" panose="02020603050405020304" pitchFamily="18" charset="0"/>
              </a:defRPr>
            </a:lvl7pPr>
            <a:lvl8pPr marL="1371600" algn="l" rtl="0" eaLnBrk="1" fontAlgn="base" hangingPunct="1">
              <a:spcBef>
                <a:spcPct val="0"/>
              </a:spcBef>
              <a:spcAft>
                <a:spcPct val="0"/>
              </a:spcAft>
              <a:defRPr sz="4400">
                <a:solidFill>
                  <a:schemeClr val="tx2"/>
                </a:solidFill>
                <a:latin typeface="Times New Roman" panose="02020603050405020304" pitchFamily="18" charset="0"/>
              </a:defRPr>
            </a:lvl8pPr>
            <a:lvl9pPr marL="1828800" algn="l" rtl="0" eaLnBrk="1" fontAlgn="base" hangingPunct="1">
              <a:spcBef>
                <a:spcPct val="0"/>
              </a:spcBef>
              <a:spcAft>
                <a:spcPct val="0"/>
              </a:spcAft>
              <a:defRPr sz="4400">
                <a:solidFill>
                  <a:schemeClr val="tx2"/>
                </a:solidFill>
                <a:latin typeface="Times New Roman" panose="02020603050405020304" pitchFamily="18" charset="0"/>
              </a:defRPr>
            </a:lvl9pPr>
          </a:lstStyle>
          <a:p>
            <a:pPr algn="ctr"/>
            <a:r>
              <a:rPr lang="zh-CN" altLang="en-US" kern="0" dirty="0"/>
              <a:t>第</a:t>
            </a:r>
            <a:r>
              <a:rPr lang="en-US" altLang="zh-CN" kern="0" dirty="0"/>
              <a:t>6 </a:t>
            </a:r>
            <a:r>
              <a:rPr lang="zh-CN" altLang="en-US" kern="0" dirty="0"/>
              <a:t>章 电子邮件的组成构件 </a:t>
            </a:r>
          </a:p>
        </p:txBody>
      </p:sp>
      <p:sp>
        <p:nvSpPr>
          <p:cNvPr id="6" name="Line 3">
            <a:extLst>
              <a:ext uri="{FF2B5EF4-FFF2-40B4-BE49-F238E27FC236}">
                <a16:creationId xmlns:a16="http://schemas.microsoft.com/office/drawing/2014/main" id="{EBD592E4-7C4C-6B6F-FD29-C8A2BCD99780}"/>
              </a:ext>
            </a:extLst>
          </p:cNvPr>
          <p:cNvSpPr>
            <a:spLocks noChangeShapeType="1"/>
          </p:cNvSpPr>
          <p:nvPr/>
        </p:nvSpPr>
        <p:spPr bwMode="auto">
          <a:xfrm flipH="1" flipV="1">
            <a:off x="1261614" y="5006603"/>
            <a:ext cx="825500" cy="76200"/>
          </a:xfrm>
          <a:prstGeom prst="line">
            <a:avLst/>
          </a:prstGeom>
          <a:noFill/>
          <a:ln w="38100">
            <a:solidFill>
              <a:srgbClr val="333399"/>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7" name="Freeform 4">
            <a:extLst>
              <a:ext uri="{FF2B5EF4-FFF2-40B4-BE49-F238E27FC236}">
                <a16:creationId xmlns:a16="http://schemas.microsoft.com/office/drawing/2014/main" id="{D8FB54ED-EFA3-2CCA-FEDB-2D813D52D2D3}"/>
              </a:ext>
            </a:extLst>
          </p:cNvPr>
          <p:cNvSpPr>
            <a:spLocks/>
          </p:cNvSpPr>
          <p:nvPr/>
        </p:nvSpPr>
        <p:spPr bwMode="auto">
          <a:xfrm>
            <a:off x="8175176" y="4941517"/>
            <a:ext cx="825500" cy="142875"/>
          </a:xfrm>
          <a:custGeom>
            <a:avLst/>
            <a:gdLst>
              <a:gd name="T0" fmla="*/ 2147483646 w 480"/>
              <a:gd name="T1" fmla="*/ 0 h 90"/>
              <a:gd name="T2" fmla="*/ 0 w 480"/>
              <a:gd name="T3" fmla="*/ 2147483646 h 90"/>
              <a:gd name="T4" fmla="*/ 0 60000 65536"/>
              <a:gd name="T5" fmla="*/ 0 60000 65536"/>
            </a:gdLst>
            <a:ahLst/>
            <a:cxnLst>
              <a:cxn ang="T4">
                <a:pos x="T0" y="T1"/>
              </a:cxn>
              <a:cxn ang="T5">
                <a:pos x="T2" y="T3"/>
              </a:cxn>
            </a:cxnLst>
            <a:rect l="0" t="0" r="r" b="b"/>
            <a:pathLst>
              <a:path w="480" h="90">
                <a:moveTo>
                  <a:pt x="480" y="0"/>
                </a:moveTo>
                <a:lnTo>
                  <a:pt x="0" y="90"/>
                </a:lnTo>
              </a:path>
            </a:pathLst>
          </a:custGeom>
          <a:noFill/>
          <a:ln w="38100" cmpd="sng">
            <a:solidFill>
              <a:srgbClr val="333399"/>
            </a:solidFill>
            <a:round/>
            <a:headEnd type="none" w="med" len="med"/>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8" name="Line 5">
            <a:extLst>
              <a:ext uri="{FF2B5EF4-FFF2-40B4-BE49-F238E27FC236}">
                <a16:creationId xmlns:a16="http://schemas.microsoft.com/office/drawing/2014/main" id="{303B27CE-B0DB-4C16-6E0A-D78164DD8B2C}"/>
              </a:ext>
            </a:extLst>
          </p:cNvPr>
          <p:cNvSpPr>
            <a:spLocks noChangeShapeType="1"/>
          </p:cNvSpPr>
          <p:nvPr/>
        </p:nvSpPr>
        <p:spPr bwMode="auto">
          <a:xfrm flipH="1" flipV="1">
            <a:off x="6441626" y="5159003"/>
            <a:ext cx="846138" cy="0"/>
          </a:xfrm>
          <a:prstGeom prst="line">
            <a:avLst/>
          </a:prstGeom>
          <a:noFill/>
          <a:ln w="38100">
            <a:solidFill>
              <a:srgbClr val="333399"/>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9" name="Line 6">
            <a:extLst>
              <a:ext uri="{FF2B5EF4-FFF2-40B4-BE49-F238E27FC236}">
                <a16:creationId xmlns:a16="http://schemas.microsoft.com/office/drawing/2014/main" id="{69697FAB-5AC8-2E18-57E1-A3132A2D89DA}"/>
              </a:ext>
            </a:extLst>
          </p:cNvPr>
          <p:cNvSpPr>
            <a:spLocks noChangeShapeType="1"/>
          </p:cNvSpPr>
          <p:nvPr/>
        </p:nvSpPr>
        <p:spPr bwMode="auto">
          <a:xfrm flipH="1" flipV="1">
            <a:off x="3160264" y="5146303"/>
            <a:ext cx="846138" cy="0"/>
          </a:xfrm>
          <a:prstGeom prst="line">
            <a:avLst/>
          </a:prstGeom>
          <a:noFill/>
          <a:ln w="38100">
            <a:solidFill>
              <a:srgbClr val="333399"/>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10" name="Text Box 8">
            <a:extLst>
              <a:ext uri="{FF2B5EF4-FFF2-40B4-BE49-F238E27FC236}">
                <a16:creationId xmlns:a16="http://schemas.microsoft.com/office/drawing/2014/main" id="{CF46416B-4904-04DA-68F5-32B8ED0F10DD}"/>
              </a:ext>
            </a:extLst>
          </p:cNvPr>
          <p:cNvSpPr txBox="1">
            <a:spLocks noChangeArrowheads="1"/>
          </p:cNvSpPr>
          <p:nvPr/>
        </p:nvSpPr>
        <p:spPr bwMode="auto">
          <a:xfrm>
            <a:off x="1254735" y="6046416"/>
            <a:ext cx="110799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1800" b="1">
                <a:solidFill>
                  <a:srgbClr val="000099"/>
                </a:solidFill>
                <a:latin typeface="Arial" charset="0"/>
                <a:ea typeface="黑体" pitchFamily="49" charset="-122"/>
              </a:rPr>
              <a:t>邮件缓存</a:t>
            </a:r>
          </a:p>
        </p:txBody>
      </p:sp>
      <p:sp>
        <p:nvSpPr>
          <p:cNvPr id="11" name="Text Box 9">
            <a:extLst>
              <a:ext uri="{FF2B5EF4-FFF2-40B4-BE49-F238E27FC236}">
                <a16:creationId xmlns:a16="http://schemas.microsoft.com/office/drawing/2014/main" id="{FDD8D322-D91E-C946-B006-533C65009A71}"/>
              </a:ext>
            </a:extLst>
          </p:cNvPr>
          <p:cNvSpPr txBox="1">
            <a:spLocks noChangeArrowheads="1"/>
          </p:cNvSpPr>
          <p:nvPr/>
        </p:nvSpPr>
        <p:spPr bwMode="auto">
          <a:xfrm>
            <a:off x="6049514" y="6076578"/>
            <a:ext cx="133882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1800" b="1">
                <a:solidFill>
                  <a:srgbClr val="000099"/>
                </a:solidFill>
                <a:latin typeface="Arial" charset="0"/>
                <a:ea typeface="黑体" pitchFamily="49" charset="-122"/>
              </a:rPr>
              <a:t>   </a:t>
            </a:r>
            <a:r>
              <a:rPr kumimoji="1" lang="zh-CN" altLang="en-US" sz="1800" b="1">
                <a:solidFill>
                  <a:srgbClr val="000099"/>
                </a:solidFill>
                <a:latin typeface="Arial" charset="0"/>
                <a:ea typeface="黑体" pitchFamily="49" charset="-122"/>
              </a:rPr>
              <a:t>接收方</a:t>
            </a:r>
          </a:p>
          <a:p>
            <a:pPr eaLnBrk="1" hangingPunct="1"/>
            <a:r>
              <a:rPr kumimoji="1" lang="zh-CN" altLang="en-US" sz="1800" b="1">
                <a:solidFill>
                  <a:srgbClr val="000099"/>
                </a:solidFill>
                <a:latin typeface="Arial" charset="0"/>
                <a:ea typeface="黑体" pitchFamily="49" charset="-122"/>
              </a:rPr>
              <a:t>邮件服务器</a:t>
            </a:r>
          </a:p>
        </p:txBody>
      </p:sp>
      <p:sp>
        <p:nvSpPr>
          <p:cNvPr id="12" name="Oval 10">
            <a:extLst>
              <a:ext uri="{FF2B5EF4-FFF2-40B4-BE49-F238E27FC236}">
                <a16:creationId xmlns:a16="http://schemas.microsoft.com/office/drawing/2014/main" id="{DAD7905F-7CA8-6A1B-B34E-4197E47EC9F0}"/>
              </a:ext>
            </a:extLst>
          </p:cNvPr>
          <p:cNvSpPr>
            <a:spLocks noChangeArrowheads="1"/>
          </p:cNvSpPr>
          <p:nvPr/>
        </p:nvSpPr>
        <p:spPr bwMode="auto">
          <a:xfrm>
            <a:off x="6957564" y="4471617"/>
            <a:ext cx="1405070" cy="1296987"/>
          </a:xfrm>
          <a:prstGeom prst="ellipse">
            <a:avLst/>
          </a:prstGeom>
          <a:solidFill>
            <a:srgbClr val="66FF66"/>
          </a:solidFill>
          <a:ln w="19050">
            <a:solidFill>
              <a:schemeClr val="folHlink"/>
            </a:solidFill>
            <a:round/>
            <a:headEnd/>
            <a:tailEnd/>
          </a:ln>
          <a:effectLst>
            <a:outerShdw dist="35921" dir="2700000" algn="ctr" rotWithShape="0">
              <a:schemeClr val="bg2"/>
            </a:outerShdw>
          </a:effectLst>
        </p:spPr>
        <p:txBody>
          <a:bodyPr wrap="none" anchor="ctr"/>
          <a:lstStyle/>
          <a:p>
            <a:pPr eaLnBrk="1" hangingPunct="1"/>
            <a:endParaRPr lang="zh-CN" altLang="en-US" b="1">
              <a:solidFill>
                <a:srgbClr val="000099"/>
              </a:solidFill>
            </a:endParaRPr>
          </a:p>
        </p:txBody>
      </p:sp>
      <p:grpSp>
        <p:nvGrpSpPr>
          <p:cNvPr id="13" name="Group 11">
            <a:extLst>
              <a:ext uri="{FF2B5EF4-FFF2-40B4-BE49-F238E27FC236}">
                <a16:creationId xmlns:a16="http://schemas.microsoft.com/office/drawing/2014/main" id="{9402E8A0-5128-D0D5-7CFA-5A4F260C80DC}"/>
              </a:ext>
            </a:extLst>
          </p:cNvPr>
          <p:cNvGrpSpPr>
            <a:grpSpLocks/>
          </p:cNvGrpSpPr>
          <p:nvPr/>
        </p:nvGrpSpPr>
        <p:grpSpPr bwMode="auto">
          <a:xfrm>
            <a:off x="7372034" y="4581153"/>
            <a:ext cx="495300" cy="457200"/>
            <a:chOff x="2351" y="2975"/>
            <a:chExt cx="481" cy="433"/>
          </a:xfrm>
        </p:grpSpPr>
        <p:sp>
          <p:nvSpPr>
            <p:cNvPr id="14" name="Rectangle 12">
              <a:extLst>
                <a:ext uri="{FF2B5EF4-FFF2-40B4-BE49-F238E27FC236}">
                  <a16:creationId xmlns:a16="http://schemas.microsoft.com/office/drawing/2014/main" id="{023E2890-3B7B-2574-F968-C5274951DB2D}"/>
                </a:ext>
              </a:extLst>
            </p:cNvPr>
            <p:cNvSpPr>
              <a:spLocks noChangeArrowheads="1"/>
            </p:cNvSpPr>
            <p:nvPr/>
          </p:nvSpPr>
          <p:spPr bwMode="auto">
            <a:xfrm rot="-5400000">
              <a:off x="2376" y="2952"/>
              <a:ext cx="432" cy="480"/>
            </a:xfrm>
            <a:prstGeom prst="rect">
              <a:avLst/>
            </a:prstGeom>
            <a:solidFill>
              <a:srgbClr val="CCECFF"/>
            </a:solidFill>
            <a:ln w="19050">
              <a:solidFill>
                <a:schemeClr val="tx1"/>
              </a:solidFill>
              <a:miter lim="800000"/>
              <a:headEnd/>
              <a:tailEnd/>
            </a:ln>
            <a:effectLst>
              <a:outerShdw dist="35921" dir="2700000" algn="ctr" rotWithShape="0">
                <a:schemeClr val="bg2"/>
              </a:outerShdw>
            </a:effectLst>
          </p:spPr>
          <p:txBody>
            <a:bodyPr wrap="none" anchor="ctr"/>
            <a:lstStyle/>
            <a:p>
              <a:pPr eaLnBrk="1" hangingPunct="1"/>
              <a:endParaRPr lang="zh-CN" altLang="en-US" b="1">
                <a:solidFill>
                  <a:srgbClr val="000099"/>
                </a:solidFill>
              </a:endParaRPr>
            </a:p>
          </p:txBody>
        </p:sp>
        <p:sp>
          <p:nvSpPr>
            <p:cNvPr id="15" name="Line 13">
              <a:extLst>
                <a:ext uri="{FF2B5EF4-FFF2-40B4-BE49-F238E27FC236}">
                  <a16:creationId xmlns:a16="http://schemas.microsoft.com/office/drawing/2014/main" id="{DC42AF6F-0924-BADE-6DD9-1BB754EB956C}"/>
                </a:ext>
              </a:extLst>
            </p:cNvPr>
            <p:cNvSpPr>
              <a:spLocks noChangeShapeType="1"/>
            </p:cNvSpPr>
            <p:nvPr/>
          </p:nvSpPr>
          <p:spPr bwMode="auto">
            <a:xfrm rot="10800000">
              <a:off x="2351" y="3321"/>
              <a:ext cx="48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16" name="Line 14">
              <a:extLst>
                <a:ext uri="{FF2B5EF4-FFF2-40B4-BE49-F238E27FC236}">
                  <a16:creationId xmlns:a16="http://schemas.microsoft.com/office/drawing/2014/main" id="{9E647B86-09D1-8076-A3AA-297682709839}"/>
                </a:ext>
              </a:extLst>
            </p:cNvPr>
            <p:cNvSpPr>
              <a:spLocks noChangeShapeType="1"/>
            </p:cNvSpPr>
            <p:nvPr/>
          </p:nvSpPr>
          <p:spPr bwMode="auto">
            <a:xfrm rot="10800000">
              <a:off x="2351" y="3234"/>
              <a:ext cx="48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17" name="Line 15">
              <a:extLst>
                <a:ext uri="{FF2B5EF4-FFF2-40B4-BE49-F238E27FC236}">
                  <a16:creationId xmlns:a16="http://schemas.microsoft.com/office/drawing/2014/main" id="{E1C5C394-7AA3-4511-C361-627B61B8805F}"/>
                </a:ext>
              </a:extLst>
            </p:cNvPr>
            <p:cNvSpPr>
              <a:spLocks noChangeShapeType="1"/>
            </p:cNvSpPr>
            <p:nvPr/>
          </p:nvSpPr>
          <p:spPr bwMode="auto">
            <a:xfrm rot="10800000">
              <a:off x="2351" y="3148"/>
              <a:ext cx="48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18" name="Line 16">
              <a:extLst>
                <a:ext uri="{FF2B5EF4-FFF2-40B4-BE49-F238E27FC236}">
                  <a16:creationId xmlns:a16="http://schemas.microsoft.com/office/drawing/2014/main" id="{029EFE82-9C6A-A345-CFC9-7B54730097E2}"/>
                </a:ext>
              </a:extLst>
            </p:cNvPr>
            <p:cNvSpPr>
              <a:spLocks noChangeShapeType="1"/>
            </p:cNvSpPr>
            <p:nvPr/>
          </p:nvSpPr>
          <p:spPr bwMode="auto">
            <a:xfrm rot="10800000">
              <a:off x="2351" y="3061"/>
              <a:ext cx="48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19" name="Line 17">
              <a:extLst>
                <a:ext uri="{FF2B5EF4-FFF2-40B4-BE49-F238E27FC236}">
                  <a16:creationId xmlns:a16="http://schemas.microsoft.com/office/drawing/2014/main" id="{A462B46C-31EB-767A-065E-02771C3E1C0E}"/>
                </a:ext>
              </a:extLst>
            </p:cNvPr>
            <p:cNvSpPr>
              <a:spLocks noChangeShapeType="1"/>
            </p:cNvSpPr>
            <p:nvPr/>
          </p:nvSpPr>
          <p:spPr bwMode="auto">
            <a:xfrm rot="5400000">
              <a:off x="2519" y="3191"/>
              <a:ext cx="43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0" name="Line 18">
              <a:extLst>
                <a:ext uri="{FF2B5EF4-FFF2-40B4-BE49-F238E27FC236}">
                  <a16:creationId xmlns:a16="http://schemas.microsoft.com/office/drawing/2014/main" id="{0B5984CB-5041-4F0F-E36A-D692F38242EE}"/>
                </a:ext>
              </a:extLst>
            </p:cNvPr>
            <p:cNvSpPr>
              <a:spLocks noChangeShapeType="1"/>
            </p:cNvSpPr>
            <p:nvPr/>
          </p:nvSpPr>
          <p:spPr bwMode="auto">
            <a:xfrm rot="5400000">
              <a:off x="2423" y="3191"/>
              <a:ext cx="43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1" name="Line 19">
              <a:extLst>
                <a:ext uri="{FF2B5EF4-FFF2-40B4-BE49-F238E27FC236}">
                  <a16:creationId xmlns:a16="http://schemas.microsoft.com/office/drawing/2014/main" id="{A59DBA2B-DDA6-E6BF-405B-E9FBB503B791}"/>
                </a:ext>
              </a:extLst>
            </p:cNvPr>
            <p:cNvSpPr>
              <a:spLocks noChangeShapeType="1"/>
            </p:cNvSpPr>
            <p:nvPr/>
          </p:nvSpPr>
          <p:spPr bwMode="auto">
            <a:xfrm rot="5400000">
              <a:off x="2327" y="3191"/>
              <a:ext cx="43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2" name="Line 20">
              <a:extLst>
                <a:ext uri="{FF2B5EF4-FFF2-40B4-BE49-F238E27FC236}">
                  <a16:creationId xmlns:a16="http://schemas.microsoft.com/office/drawing/2014/main" id="{471ABF6E-C187-012B-354B-420CACA0D2FD}"/>
                </a:ext>
              </a:extLst>
            </p:cNvPr>
            <p:cNvSpPr>
              <a:spLocks noChangeShapeType="1"/>
            </p:cNvSpPr>
            <p:nvPr/>
          </p:nvSpPr>
          <p:spPr bwMode="auto">
            <a:xfrm rot="5400000">
              <a:off x="2231" y="3191"/>
              <a:ext cx="43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grpSp>
      <p:grpSp>
        <p:nvGrpSpPr>
          <p:cNvPr id="23" name="Group 21">
            <a:extLst>
              <a:ext uri="{FF2B5EF4-FFF2-40B4-BE49-F238E27FC236}">
                <a16:creationId xmlns:a16="http://schemas.microsoft.com/office/drawing/2014/main" id="{95440715-DF4F-71D7-DA51-E206F4EA305E}"/>
              </a:ext>
            </a:extLst>
          </p:cNvPr>
          <p:cNvGrpSpPr>
            <a:grpSpLocks/>
          </p:cNvGrpSpPr>
          <p:nvPr/>
        </p:nvGrpSpPr>
        <p:grpSpPr bwMode="auto">
          <a:xfrm>
            <a:off x="7258528" y="5133603"/>
            <a:ext cx="791104" cy="457200"/>
            <a:chOff x="1296" y="768"/>
            <a:chExt cx="556" cy="336"/>
          </a:xfrm>
        </p:grpSpPr>
        <p:sp>
          <p:nvSpPr>
            <p:cNvPr id="24" name="Rectangle 22">
              <a:extLst>
                <a:ext uri="{FF2B5EF4-FFF2-40B4-BE49-F238E27FC236}">
                  <a16:creationId xmlns:a16="http://schemas.microsoft.com/office/drawing/2014/main" id="{C940A3C3-CC00-295A-4316-56B0D5F165FA}"/>
                </a:ext>
              </a:extLst>
            </p:cNvPr>
            <p:cNvSpPr>
              <a:spLocks noChangeArrowheads="1"/>
            </p:cNvSpPr>
            <p:nvPr/>
          </p:nvSpPr>
          <p:spPr bwMode="auto">
            <a:xfrm>
              <a:off x="1296" y="768"/>
              <a:ext cx="556" cy="336"/>
            </a:xfrm>
            <a:prstGeom prst="rect">
              <a:avLst/>
            </a:prstGeom>
            <a:solidFill>
              <a:srgbClr val="FFFF99"/>
            </a:solidFill>
            <a:ln w="12700">
              <a:solidFill>
                <a:schemeClr val="tx1"/>
              </a:solidFill>
              <a:miter lim="800000"/>
              <a:headEnd/>
              <a:tailEnd/>
            </a:ln>
            <a:effectLst>
              <a:outerShdw dist="35921" dir="2700000" algn="ctr" rotWithShape="0">
                <a:schemeClr val="bg2"/>
              </a:outerShdw>
            </a:effectLst>
          </p:spPr>
          <p:txBody>
            <a:bodyPr wrap="none" anchor="ctr"/>
            <a:lstStyle/>
            <a:p>
              <a:pPr algn="ctr" eaLnBrk="1" hangingPunct="1"/>
              <a:endParaRPr kumimoji="1" lang="zh-CN" altLang="zh-CN" sz="1800" b="1">
                <a:solidFill>
                  <a:srgbClr val="000099"/>
                </a:solidFill>
                <a:latin typeface="Arial" charset="0"/>
                <a:ea typeface="黑体" pitchFamily="49" charset="-122"/>
              </a:endParaRPr>
            </a:p>
          </p:txBody>
        </p:sp>
        <p:grpSp>
          <p:nvGrpSpPr>
            <p:cNvPr id="25" name="Group 23">
              <a:extLst>
                <a:ext uri="{FF2B5EF4-FFF2-40B4-BE49-F238E27FC236}">
                  <a16:creationId xmlns:a16="http://schemas.microsoft.com/office/drawing/2014/main" id="{427ABCF4-EA03-2FFB-AF34-3C7E48FA39BB}"/>
                </a:ext>
              </a:extLst>
            </p:cNvPr>
            <p:cNvGrpSpPr>
              <a:grpSpLocks/>
            </p:cNvGrpSpPr>
            <p:nvPr/>
          </p:nvGrpSpPr>
          <p:grpSpPr bwMode="auto">
            <a:xfrm>
              <a:off x="1367" y="829"/>
              <a:ext cx="393" cy="214"/>
              <a:chOff x="2928" y="3744"/>
              <a:chExt cx="528" cy="336"/>
            </a:xfrm>
          </p:grpSpPr>
          <p:grpSp>
            <p:nvGrpSpPr>
              <p:cNvPr id="26" name="Group 24">
                <a:extLst>
                  <a:ext uri="{FF2B5EF4-FFF2-40B4-BE49-F238E27FC236}">
                    <a16:creationId xmlns:a16="http://schemas.microsoft.com/office/drawing/2014/main" id="{DEF27B4B-00E0-23C2-B681-F6FD90F150FD}"/>
                  </a:ext>
                </a:extLst>
              </p:cNvPr>
              <p:cNvGrpSpPr>
                <a:grpSpLocks/>
              </p:cNvGrpSpPr>
              <p:nvPr/>
            </p:nvGrpSpPr>
            <p:grpSpPr bwMode="auto">
              <a:xfrm>
                <a:off x="3024" y="3744"/>
                <a:ext cx="432" cy="240"/>
                <a:chOff x="2736" y="3648"/>
                <a:chExt cx="432" cy="240"/>
              </a:xfrm>
            </p:grpSpPr>
            <p:grpSp>
              <p:nvGrpSpPr>
                <p:cNvPr id="41" name="Group 25">
                  <a:extLst>
                    <a:ext uri="{FF2B5EF4-FFF2-40B4-BE49-F238E27FC236}">
                      <a16:creationId xmlns:a16="http://schemas.microsoft.com/office/drawing/2014/main" id="{3BF6FA07-A023-8280-9507-269329C9955E}"/>
                    </a:ext>
                  </a:extLst>
                </p:cNvPr>
                <p:cNvGrpSpPr>
                  <a:grpSpLocks/>
                </p:cNvGrpSpPr>
                <p:nvPr/>
              </p:nvGrpSpPr>
              <p:grpSpPr bwMode="auto">
                <a:xfrm>
                  <a:off x="2736" y="3648"/>
                  <a:ext cx="432" cy="240"/>
                  <a:chOff x="2592" y="3504"/>
                  <a:chExt cx="576" cy="384"/>
                </a:xfrm>
              </p:grpSpPr>
              <p:sp>
                <p:nvSpPr>
                  <p:cNvPr id="43" name="Rectangle 26">
                    <a:extLst>
                      <a:ext uri="{FF2B5EF4-FFF2-40B4-BE49-F238E27FC236}">
                        <a16:creationId xmlns:a16="http://schemas.microsoft.com/office/drawing/2014/main" id="{2988AFCB-7CE1-230A-6D13-ADA7CA436F3B}"/>
                      </a:ext>
                    </a:extLst>
                  </p:cNvPr>
                  <p:cNvSpPr>
                    <a:spLocks noChangeArrowheads="1"/>
                  </p:cNvSpPr>
                  <p:nvPr/>
                </p:nvSpPr>
                <p:spPr bwMode="auto">
                  <a:xfrm>
                    <a:off x="2592" y="3504"/>
                    <a:ext cx="576" cy="384"/>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sp>
                <p:nvSpPr>
                  <p:cNvPr id="44" name="Freeform 27">
                    <a:extLst>
                      <a:ext uri="{FF2B5EF4-FFF2-40B4-BE49-F238E27FC236}">
                        <a16:creationId xmlns:a16="http://schemas.microsoft.com/office/drawing/2014/main" id="{2AE9409E-B7A9-42E6-96D9-876103D7AAF0}"/>
                      </a:ext>
                    </a:extLst>
                  </p:cNvPr>
                  <p:cNvSpPr>
                    <a:spLocks/>
                  </p:cNvSpPr>
                  <p:nvPr/>
                </p:nvSpPr>
                <p:spPr bwMode="auto">
                  <a:xfrm>
                    <a:off x="2592" y="3504"/>
                    <a:ext cx="576" cy="240"/>
                  </a:xfrm>
                  <a:custGeom>
                    <a:avLst/>
                    <a:gdLst>
                      <a:gd name="T0" fmla="*/ 0 w 576"/>
                      <a:gd name="T1" fmla="*/ 0 h 240"/>
                      <a:gd name="T2" fmla="*/ 288 w 576"/>
                      <a:gd name="T3" fmla="*/ 240 h 240"/>
                      <a:gd name="T4" fmla="*/ 576 w 576"/>
                      <a:gd name="T5" fmla="*/ 0 h 240"/>
                      <a:gd name="T6" fmla="*/ 0 60000 65536"/>
                      <a:gd name="T7" fmla="*/ 0 60000 65536"/>
                      <a:gd name="T8" fmla="*/ 0 60000 65536"/>
                    </a:gdLst>
                    <a:ahLst/>
                    <a:cxnLst>
                      <a:cxn ang="T6">
                        <a:pos x="T0" y="T1"/>
                      </a:cxn>
                      <a:cxn ang="T7">
                        <a:pos x="T2" y="T3"/>
                      </a:cxn>
                      <a:cxn ang="T8">
                        <a:pos x="T4" y="T5"/>
                      </a:cxn>
                    </a:cxnLst>
                    <a:rect l="0" t="0" r="r" b="b"/>
                    <a:pathLst>
                      <a:path w="576" h="240">
                        <a:moveTo>
                          <a:pt x="0" y="0"/>
                        </a:moveTo>
                        <a:lnTo>
                          <a:pt x="288" y="240"/>
                        </a:lnTo>
                        <a:lnTo>
                          <a:pt x="576" y="0"/>
                        </a:lnTo>
                      </a:path>
                    </a:pathLst>
                  </a:cu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45" name="Line 28">
                    <a:extLst>
                      <a:ext uri="{FF2B5EF4-FFF2-40B4-BE49-F238E27FC236}">
                        <a16:creationId xmlns:a16="http://schemas.microsoft.com/office/drawing/2014/main" id="{10E633BC-5CD6-4255-A085-B9436483A8D1}"/>
                      </a:ext>
                    </a:extLst>
                  </p:cNvPr>
                  <p:cNvSpPr>
                    <a:spLocks noChangeShapeType="1"/>
                  </p:cNvSpPr>
                  <p:nvPr/>
                </p:nvSpPr>
                <p:spPr bwMode="auto">
                  <a:xfrm flipV="1">
                    <a:off x="2592" y="3704"/>
                    <a:ext cx="232" cy="1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46" name="Line 29">
                    <a:extLst>
                      <a:ext uri="{FF2B5EF4-FFF2-40B4-BE49-F238E27FC236}">
                        <a16:creationId xmlns:a16="http://schemas.microsoft.com/office/drawing/2014/main" id="{76CDF39D-7A1A-D1D1-CB71-8931322CD9E7}"/>
                      </a:ext>
                    </a:extLst>
                  </p:cNvPr>
                  <p:cNvSpPr>
                    <a:spLocks noChangeShapeType="1"/>
                  </p:cNvSpPr>
                  <p:nvPr/>
                </p:nvSpPr>
                <p:spPr bwMode="auto">
                  <a:xfrm flipH="1" flipV="1">
                    <a:off x="2936" y="3704"/>
                    <a:ext cx="232" cy="1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grpSp>
            <p:sp>
              <p:nvSpPr>
                <p:cNvPr id="42" name="Line 30">
                  <a:extLst>
                    <a:ext uri="{FF2B5EF4-FFF2-40B4-BE49-F238E27FC236}">
                      <a16:creationId xmlns:a16="http://schemas.microsoft.com/office/drawing/2014/main" id="{0E5B590A-112F-D46E-0105-9A39B0F21702}"/>
                    </a:ext>
                  </a:extLst>
                </p:cNvPr>
                <p:cNvSpPr>
                  <a:spLocks noChangeShapeType="1"/>
                </p:cNvSpPr>
                <p:nvPr/>
              </p:nvSpPr>
              <p:spPr bwMode="auto">
                <a:xfrm>
                  <a:off x="2736" y="3648"/>
                  <a:ext cx="42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grpSp>
          <p:grpSp>
            <p:nvGrpSpPr>
              <p:cNvPr id="27" name="Group 31">
                <a:extLst>
                  <a:ext uri="{FF2B5EF4-FFF2-40B4-BE49-F238E27FC236}">
                    <a16:creationId xmlns:a16="http://schemas.microsoft.com/office/drawing/2014/main" id="{EB696A48-807C-4A20-8B82-93E18B3A83C3}"/>
                  </a:ext>
                </a:extLst>
              </p:cNvPr>
              <p:cNvGrpSpPr>
                <a:grpSpLocks/>
              </p:cNvGrpSpPr>
              <p:nvPr/>
            </p:nvGrpSpPr>
            <p:grpSpPr bwMode="auto">
              <a:xfrm>
                <a:off x="2976" y="3792"/>
                <a:ext cx="432" cy="240"/>
                <a:chOff x="2736" y="3648"/>
                <a:chExt cx="432" cy="240"/>
              </a:xfrm>
            </p:grpSpPr>
            <p:grpSp>
              <p:nvGrpSpPr>
                <p:cNvPr id="35" name="Group 32">
                  <a:extLst>
                    <a:ext uri="{FF2B5EF4-FFF2-40B4-BE49-F238E27FC236}">
                      <a16:creationId xmlns:a16="http://schemas.microsoft.com/office/drawing/2014/main" id="{C1C7B14D-0C8C-4A91-7CDD-BAA2AD5C77C6}"/>
                    </a:ext>
                  </a:extLst>
                </p:cNvPr>
                <p:cNvGrpSpPr>
                  <a:grpSpLocks/>
                </p:cNvGrpSpPr>
                <p:nvPr/>
              </p:nvGrpSpPr>
              <p:grpSpPr bwMode="auto">
                <a:xfrm>
                  <a:off x="2736" y="3648"/>
                  <a:ext cx="432" cy="240"/>
                  <a:chOff x="2592" y="3504"/>
                  <a:chExt cx="576" cy="384"/>
                </a:xfrm>
              </p:grpSpPr>
              <p:sp>
                <p:nvSpPr>
                  <p:cNvPr id="37" name="Rectangle 33">
                    <a:extLst>
                      <a:ext uri="{FF2B5EF4-FFF2-40B4-BE49-F238E27FC236}">
                        <a16:creationId xmlns:a16="http://schemas.microsoft.com/office/drawing/2014/main" id="{366930B2-96B5-0F91-95C4-3CE6115E5965}"/>
                      </a:ext>
                    </a:extLst>
                  </p:cNvPr>
                  <p:cNvSpPr>
                    <a:spLocks noChangeArrowheads="1"/>
                  </p:cNvSpPr>
                  <p:nvPr/>
                </p:nvSpPr>
                <p:spPr bwMode="auto">
                  <a:xfrm>
                    <a:off x="2592" y="3504"/>
                    <a:ext cx="576" cy="384"/>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sp>
                <p:nvSpPr>
                  <p:cNvPr id="38" name="Freeform 34">
                    <a:extLst>
                      <a:ext uri="{FF2B5EF4-FFF2-40B4-BE49-F238E27FC236}">
                        <a16:creationId xmlns:a16="http://schemas.microsoft.com/office/drawing/2014/main" id="{4C5D55CA-1ECA-58CB-B3B5-9166CFCA1ECD}"/>
                      </a:ext>
                    </a:extLst>
                  </p:cNvPr>
                  <p:cNvSpPr>
                    <a:spLocks/>
                  </p:cNvSpPr>
                  <p:nvPr/>
                </p:nvSpPr>
                <p:spPr bwMode="auto">
                  <a:xfrm>
                    <a:off x="2592" y="3504"/>
                    <a:ext cx="576" cy="240"/>
                  </a:xfrm>
                  <a:custGeom>
                    <a:avLst/>
                    <a:gdLst>
                      <a:gd name="T0" fmla="*/ 0 w 576"/>
                      <a:gd name="T1" fmla="*/ 0 h 240"/>
                      <a:gd name="T2" fmla="*/ 288 w 576"/>
                      <a:gd name="T3" fmla="*/ 240 h 240"/>
                      <a:gd name="T4" fmla="*/ 576 w 576"/>
                      <a:gd name="T5" fmla="*/ 0 h 240"/>
                      <a:gd name="T6" fmla="*/ 0 60000 65536"/>
                      <a:gd name="T7" fmla="*/ 0 60000 65536"/>
                      <a:gd name="T8" fmla="*/ 0 60000 65536"/>
                    </a:gdLst>
                    <a:ahLst/>
                    <a:cxnLst>
                      <a:cxn ang="T6">
                        <a:pos x="T0" y="T1"/>
                      </a:cxn>
                      <a:cxn ang="T7">
                        <a:pos x="T2" y="T3"/>
                      </a:cxn>
                      <a:cxn ang="T8">
                        <a:pos x="T4" y="T5"/>
                      </a:cxn>
                    </a:cxnLst>
                    <a:rect l="0" t="0" r="r" b="b"/>
                    <a:pathLst>
                      <a:path w="576" h="240">
                        <a:moveTo>
                          <a:pt x="0" y="0"/>
                        </a:moveTo>
                        <a:lnTo>
                          <a:pt x="288" y="240"/>
                        </a:lnTo>
                        <a:lnTo>
                          <a:pt x="576" y="0"/>
                        </a:lnTo>
                      </a:path>
                    </a:pathLst>
                  </a:cu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9" name="Line 35">
                    <a:extLst>
                      <a:ext uri="{FF2B5EF4-FFF2-40B4-BE49-F238E27FC236}">
                        <a16:creationId xmlns:a16="http://schemas.microsoft.com/office/drawing/2014/main" id="{16D13ED7-F59D-01AD-0587-E7D52AEC3A69}"/>
                      </a:ext>
                    </a:extLst>
                  </p:cNvPr>
                  <p:cNvSpPr>
                    <a:spLocks noChangeShapeType="1"/>
                  </p:cNvSpPr>
                  <p:nvPr/>
                </p:nvSpPr>
                <p:spPr bwMode="auto">
                  <a:xfrm flipV="1">
                    <a:off x="2592" y="3704"/>
                    <a:ext cx="232" cy="1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40" name="Line 36">
                    <a:extLst>
                      <a:ext uri="{FF2B5EF4-FFF2-40B4-BE49-F238E27FC236}">
                        <a16:creationId xmlns:a16="http://schemas.microsoft.com/office/drawing/2014/main" id="{1F21F4E3-A31E-CB50-21E3-8857B5B61667}"/>
                      </a:ext>
                    </a:extLst>
                  </p:cNvPr>
                  <p:cNvSpPr>
                    <a:spLocks noChangeShapeType="1"/>
                  </p:cNvSpPr>
                  <p:nvPr/>
                </p:nvSpPr>
                <p:spPr bwMode="auto">
                  <a:xfrm flipH="1" flipV="1">
                    <a:off x="2936" y="3704"/>
                    <a:ext cx="232" cy="1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grpSp>
            <p:sp>
              <p:nvSpPr>
                <p:cNvPr id="36" name="Line 37">
                  <a:extLst>
                    <a:ext uri="{FF2B5EF4-FFF2-40B4-BE49-F238E27FC236}">
                      <a16:creationId xmlns:a16="http://schemas.microsoft.com/office/drawing/2014/main" id="{B79A5343-4E7B-0A51-C4FC-72D25480DAEE}"/>
                    </a:ext>
                  </a:extLst>
                </p:cNvPr>
                <p:cNvSpPr>
                  <a:spLocks noChangeShapeType="1"/>
                </p:cNvSpPr>
                <p:nvPr/>
              </p:nvSpPr>
              <p:spPr bwMode="auto">
                <a:xfrm>
                  <a:off x="2736" y="3648"/>
                  <a:ext cx="42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grpSp>
          <p:grpSp>
            <p:nvGrpSpPr>
              <p:cNvPr id="28" name="Group 38">
                <a:extLst>
                  <a:ext uri="{FF2B5EF4-FFF2-40B4-BE49-F238E27FC236}">
                    <a16:creationId xmlns:a16="http://schemas.microsoft.com/office/drawing/2014/main" id="{5FFBA747-F29E-E482-00D7-4AA4BEFD8053}"/>
                  </a:ext>
                </a:extLst>
              </p:cNvPr>
              <p:cNvGrpSpPr>
                <a:grpSpLocks/>
              </p:cNvGrpSpPr>
              <p:nvPr/>
            </p:nvGrpSpPr>
            <p:grpSpPr bwMode="auto">
              <a:xfrm>
                <a:off x="2928" y="3840"/>
                <a:ext cx="432" cy="240"/>
                <a:chOff x="2736" y="3648"/>
                <a:chExt cx="432" cy="240"/>
              </a:xfrm>
            </p:grpSpPr>
            <p:grpSp>
              <p:nvGrpSpPr>
                <p:cNvPr id="29" name="Group 39">
                  <a:extLst>
                    <a:ext uri="{FF2B5EF4-FFF2-40B4-BE49-F238E27FC236}">
                      <a16:creationId xmlns:a16="http://schemas.microsoft.com/office/drawing/2014/main" id="{CAC08B9F-BB2A-3C88-D470-84053EB011C9}"/>
                    </a:ext>
                  </a:extLst>
                </p:cNvPr>
                <p:cNvGrpSpPr>
                  <a:grpSpLocks/>
                </p:cNvGrpSpPr>
                <p:nvPr/>
              </p:nvGrpSpPr>
              <p:grpSpPr bwMode="auto">
                <a:xfrm>
                  <a:off x="2736" y="3648"/>
                  <a:ext cx="432" cy="240"/>
                  <a:chOff x="2592" y="3504"/>
                  <a:chExt cx="576" cy="384"/>
                </a:xfrm>
              </p:grpSpPr>
              <p:sp>
                <p:nvSpPr>
                  <p:cNvPr id="31" name="Rectangle 40">
                    <a:extLst>
                      <a:ext uri="{FF2B5EF4-FFF2-40B4-BE49-F238E27FC236}">
                        <a16:creationId xmlns:a16="http://schemas.microsoft.com/office/drawing/2014/main" id="{BA38E7FF-B2D3-4349-18B8-D73EC8C08C7F}"/>
                      </a:ext>
                    </a:extLst>
                  </p:cNvPr>
                  <p:cNvSpPr>
                    <a:spLocks noChangeArrowheads="1"/>
                  </p:cNvSpPr>
                  <p:nvPr/>
                </p:nvSpPr>
                <p:spPr bwMode="auto">
                  <a:xfrm>
                    <a:off x="2592" y="3504"/>
                    <a:ext cx="576" cy="384"/>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sp>
                <p:nvSpPr>
                  <p:cNvPr id="32" name="Freeform 41">
                    <a:extLst>
                      <a:ext uri="{FF2B5EF4-FFF2-40B4-BE49-F238E27FC236}">
                        <a16:creationId xmlns:a16="http://schemas.microsoft.com/office/drawing/2014/main" id="{1E72CA1C-B94F-2782-2967-F78D75F93683}"/>
                      </a:ext>
                    </a:extLst>
                  </p:cNvPr>
                  <p:cNvSpPr>
                    <a:spLocks/>
                  </p:cNvSpPr>
                  <p:nvPr/>
                </p:nvSpPr>
                <p:spPr bwMode="auto">
                  <a:xfrm>
                    <a:off x="2592" y="3504"/>
                    <a:ext cx="576" cy="240"/>
                  </a:xfrm>
                  <a:custGeom>
                    <a:avLst/>
                    <a:gdLst>
                      <a:gd name="T0" fmla="*/ 0 w 576"/>
                      <a:gd name="T1" fmla="*/ 0 h 240"/>
                      <a:gd name="T2" fmla="*/ 288 w 576"/>
                      <a:gd name="T3" fmla="*/ 240 h 240"/>
                      <a:gd name="T4" fmla="*/ 576 w 576"/>
                      <a:gd name="T5" fmla="*/ 0 h 240"/>
                      <a:gd name="T6" fmla="*/ 0 60000 65536"/>
                      <a:gd name="T7" fmla="*/ 0 60000 65536"/>
                      <a:gd name="T8" fmla="*/ 0 60000 65536"/>
                    </a:gdLst>
                    <a:ahLst/>
                    <a:cxnLst>
                      <a:cxn ang="T6">
                        <a:pos x="T0" y="T1"/>
                      </a:cxn>
                      <a:cxn ang="T7">
                        <a:pos x="T2" y="T3"/>
                      </a:cxn>
                      <a:cxn ang="T8">
                        <a:pos x="T4" y="T5"/>
                      </a:cxn>
                    </a:cxnLst>
                    <a:rect l="0" t="0" r="r" b="b"/>
                    <a:pathLst>
                      <a:path w="576" h="240">
                        <a:moveTo>
                          <a:pt x="0" y="0"/>
                        </a:moveTo>
                        <a:lnTo>
                          <a:pt x="288" y="240"/>
                        </a:lnTo>
                        <a:lnTo>
                          <a:pt x="576" y="0"/>
                        </a:lnTo>
                      </a:path>
                    </a:pathLst>
                  </a:cu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3" name="Line 42">
                    <a:extLst>
                      <a:ext uri="{FF2B5EF4-FFF2-40B4-BE49-F238E27FC236}">
                        <a16:creationId xmlns:a16="http://schemas.microsoft.com/office/drawing/2014/main" id="{176424C2-CFCF-8623-77FD-A5DD5433EA98}"/>
                      </a:ext>
                    </a:extLst>
                  </p:cNvPr>
                  <p:cNvSpPr>
                    <a:spLocks noChangeShapeType="1"/>
                  </p:cNvSpPr>
                  <p:nvPr/>
                </p:nvSpPr>
                <p:spPr bwMode="auto">
                  <a:xfrm flipV="1">
                    <a:off x="2592" y="3704"/>
                    <a:ext cx="232" cy="1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4" name="Line 43">
                    <a:extLst>
                      <a:ext uri="{FF2B5EF4-FFF2-40B4-BE49-F238E27FC236}">
                        <a16:creationId xmlns:a16="http://schemas.microsoft.com/office/drawing/2014/main" id="{0ABC7A3C-61A4-C3F6-AA9D-0AFD776C236C}"/>
                      </a:ext>
                    </a:extLst>
                  </p:cNvPr>
                  <p:cNvSpPr>
                    <a:spLocks noChangeShapeType="1"/>
                  </p:cNvSpPr>
                  <p:nvPr/>
                </p:nvSpPr>
                <p:spPr bwMode="auto">
                  <a:xfrm flipH="1" flipV="1">
                    <a:off x="2936" y="3704"/>
                    <a:ext cx="232" cy="1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grpSp>
            <p:sp>
              <p:nvSpPr>
                <p:cNvPr id="30" name="Line 44">
                  <a:extLst>
                    <a:ext uri="{FF2B5EF4-FFF2-40B4-BE49-F238E27FC236}">
                      <a16:creationId xmlns:a16="http://schemas.microsoft.com/office/drawing/2014/main" id="{158EA92B-0A06-7828-2D12-BD419678E46A}"/>
                    </a:ext>
                  </a:extLst>
                </p:cNvPr>
                <p:cNvSpPr>
                  <a:spLocks noChangeShapeType="1"/>
                </p:cNvSpPr>
                <p:nvPr/>
              </p:nvSpPr>
              <p:spPr bwMode="auto">
                <a:xfrm>
                  <a:off x="2736" y="3648"/>
                  <a:ext cx="42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grpSp>
        </p:grpSp>
      </p:grpSp>
      <p:grpSp>
        <p:nvGrpSpPr>
          <p:cNvPr id="47" name="Group 45">
            <a:extLst>
              <a:ext uri="{FF2B5EF4-FFF2-40B4-BE49-F238E27FC236}">
                <a16:creationId xmlns:a16="http://schemas.microsoft.com/office/drawing/2014/main" id="{3ABB46D6-FB00-2DD0-0130-58EB248708A8}"/>
              </a:ext>
            </a:extLst>
          </p:cNvPr>
          <p:cNvGrpSpPr>
            <a:grpSpLocks/>
          </p:cNvGrpSpPr>
          <p:nvPr/>
        </p:nvGrpSpPr>
        <p:grpSpPr bwMode="auto">
          <a:xfrm>
            <a:off x="528982" y="4687516"/>
            <a:ext cx="957925" cy="1014412"/>
            <a:chOff x="246" y="1767"/>
            <a:chExt cx="557" cy="639"/>
          </a:xfrm>
        </p:grpSpPr>
        <p:grpSp>
          <p:nvGrpSpPr>
            <p:cNvPr id="48" name="Group 46">
              <a:extLst>
                <a:ext uri="{FF2B5EF4-FFF2-40B4-BE49-F238E27FC236}">
                  <a16:creationId xmlns:a16="http://schemas.microsoft.com/office/drawing/2014/main" id="{449C2583-1786-316D-368A-300FD08CBF82}"/>
                </a:ext>
              </a:extLst>
            </p:cNvPr>
            <p:cNvGrpSpPr>
              <a:grpSpLocks/>
            </p:cNvGrpSpPr>
            <p:nvPr/>
          </p:nvGrpSpPr>
          <p:grpSpPr bwMode="auto">
            <a:xfrm>
              <a:off x="246" y="1943"/>
              <a:ext cx="557" cy="463"/>
              <a:chOff x="246" y="1943"/>
              <a:chExt cx="557" cy="463"/>
            </a:xfrm>
          </p:grpSpPr>
          <p:sp>
            <p:nvSpPr>
              <p:cNvPr id="26663" name="Freeform 47">
                <a:extLst>
                  <a:ext uri="{FF2B5EF4-FFF2-40B4-BE49-F238E27FC236}">
                    <a16:creationId xmlns:a16="http://schemas.microsoft.com/office/drawing/2014/main" id="{6D1D3FE4-D116-B24B-CE9A-C88F61F1A8B5}"/>
                  </a:ext>
                </a:extLst>
              </p:cNvPr>
              <p:cNvSpPr>
                <a:spLocks/>
              </p:cNvSpPr>
              <p:nvPr/>
            </p:nvSpPr>
            <p:spPr bwMode="auto">
              <a:xfrm>
                <a:off x="373" y="2005"/>
                <a:ext cx="196" cy="295"/>
              </a:xfrm>
              <a:custGeom>
                <a:avLst/>
                <a:gdLst>
                  <a:gd name="T0" fmla="*/ 0 w 982"/>
                  <a:gd name="T1" fmla="*/ 0 h 1477"/>
                  <a:gd name="T2" fmla="*/ 0 w 982"/>
                  <a:gd name="T3" fmla="*/ 0 h 1477"/>
                  <a:gd name="T4" fmla="*/ 0 w 982"/>
                  <a:gd name="T5" fmla="*/ 0 h 1477"/>
                  <a:gd name="T6" fmla="*/ 0 w 982"/>
                  <a:gd name="T7" fmla="*/ 0 h 147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82" h="1477">
                    <a:moveTo>
                      <a:pt x="652" y="26"/>
                    </a:moveTo>
                    <a:lnTo>
                      <a:pt x="982" y="1347"/>
                    </a:lnTo>
                    <a:lnTo>
                      <a:pt x="0" y="1477"/>
                    </a:lnTo>
                    <a:lnTo>
                      <a:pt x="252" y="0"/>
                    </a:lnTo>
                  </a:path>
                </a:pathLst>
              </a:custGeom>
              <a:noFill/>
              <a:ln w="1746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b="1">
                  <a:solidFill>
                    <a:srgbClr val="000099"/>
                  </a:solidFill>
                </a:endParaRPr>
              </a:p>
            </p:txBody>
          </p:sp>
          <p:grpSp>
            <p:nvGrpSpPr>
              <p:cNvPr id="26664" name="Group 48">
                <a:extLst>
                  <a:ext uri="{FF2B5EF4-FFF2-40B4-BE49-F238E27FC236}">
                    <a16:creationId xmlns:a16="http://schemas.microsoft.com/office/drawing/2014/main" id="{9DF582EB-09DC-1E75-2B21-20AC7C832385}"/>
                  </a:ext>
                </a:extLst>
              </p:cNvPr>
              <p:cNvGrpSpPr>
                <a:grpSpLocks/>
              </p:cNvGrpSpPr>
              <p:nvPr/>
            </p:nvGrpSpPr>
            <p:grpSpPr bwMode="auto">
              <a:xfrm>
                <a:off x="246" y="1943"/>
                <a:ext cx="551" cy="121"/>
                <a:chOff x="246" y="1943"/>
                <a:chExt cx="551" cy="121"/>
              </a:xfrm>
            </p:grpSpPr>
            <p:sp>
              <p:nvSpPr>
                <p:cNvPr id="26666" name="Freeform 49">
                  <a:extLst>
                    <a:ext uri="{FF2B5EF4-FFF2-40B4-BE49-F238E27FC236}">
                      <a16:creationId xmlns:a16="http://schemas.microsoft.com/office/drawing/2014/main" id="{02F02FF8-971D-998D-3199-B52A52A78943}"/>
                    </a:ext>
                  </a:extLst>
                </p:cNvPr>
                <p:cNvSpPr>
                  <a:spLocks/>
                </p:cNvSpPr>
                <p:nvPr/>
              </p:nvSpPr>
              <p:spPr bwMode="auto">
                <a:xfrm>
                  <a:off x="246" y="1943"/>
                  <a:ext cx="551" cy="104"/>
                </a:xfrm>
                <a:custGeom>
                  <a:avLst/>
                  <a:gdLst>
                    <a:gd name="T0" fmla="*/ 0 w 2751"/>
                    <a:gd name="T1" fmla="*/ 0 h 522"/>
                    <a:gd name="T2" fmla="*/ 0 w 2751"/>
                    <a:gd name="T3" fmla="*/ 0 h 522"/>
                    <a:gd name="T4" fmla="*/ 0 w 2751"/>
                    <a:gd name="T5" fmla="*/ 0 h 522"/>
                    <a:gd name="T6" fmla="*/ 0 w 2751"/>
                    <a:gd name="T7" fmla="*/ 0 h 522"/>
                    <a:gd name="T8" fmla="*/ 0 w 2751"/>
                    <a:gd name="T9" fmla="*/ 0 h 52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1" h="522">
                      <a:moveTo>
                        <a:pt x="2751" y="270"/>
                      </a:moveTo>
                      <a:lnTo>
                        <a:pt x="1016" y="522"/>
                      </a:lnTo>
                      <a:lnTo>
                        <a:pt x="0" y="132"/>
                      </a:lnTo>
                      <a:lnTo>
                        <a:pt x="1302" y="0"/>
                      </a:lnTo>
                      <a:lnTo>
                        <a:pt x="2751" y="270"/>
                      </a:lnTo>
                      <a:close/>
                    </a:path>
                  </a:pathLst>
                </a:custGeom>
                <a:solidFill>
                  <a:srgbClr val="FFFFFF"/>
                </a:solidFill>
                <a:ln w="3175">
                  <a:solidFill>
                    <a:srgbClr val="000000"/>
                  </a:solidFill>
                  <a:prstDash val="solid"/>
                  <a:round/>
                  <a:headEnd/>
                  <a:tailEnd/>
                </a:ln>
              </p:spPr>
              <p:txBody>
                <a:bodyPr/>
                <a:lstStyle/>
                <a:p>
                  <a:endParaRPr lang="zh-CN" altLang="en-US" b="1">
                    <a:solidFill>
                      <a:srgbClr val="000099"/>
                    </a:solidFill>
                  </a:endParaRPr>
                </a:p>
              </p:txBody>
            </p:sp>
            <p:sp>
              <p:nvSpPr>
                <p:cNvPr id="26667" name="Freeform 50">
                  <a:extLst>
                    <a:ext uri="{FF2B5EF4-FFF2-40B4-BE49-F238E27FC236}">
                      <a16:creationId xmlns:a16="http://schemas.microsoft.com/office/drawing/2014/main" id="{CF866A83-37F2-8F29-483E-B181A47550F1}"/>
                    </a:ext>
                  </a:extLst>
                </p:cNvPr>
                <p:cNvSpPr>
                  <a:spLocks/>
                </p:cNvSpPr>
                <p:nvPr/>
              </p:nvSpPr>
              <p:spPr bwMode="auto">
                <a:xfrm>
                  <a:off x="450" y="1997"/>
                  <a:ext cx="345" cy="67"/>
                </a:xfrm>
                <a:custGeom>
                  <a:avLst/>
                  <a:gdLst>
                    <a:gd name="T0" fmla="*/ 0 w 1728"/>
                    <a:gd name="T1" fmla="*/ 0 h 337"/>
                    <a:gd name="T2" fmla="*/ 0 w 1728"/>
                    <a:gd name="T3" fmla="*/ 0 h 337"/>
                    <a:gd name="T4" fmla="*/ 0 w 1728"/>
                    <a:gd name="T5" fmla="*/ 0 h 337"/>
                    <a:gd name="T6" fmla="*/ 0 w 1728"/>
                    <a:gd name="T7" fmla="*/ 0 h 337"/>
                    <a:gd name="T8" fmla="*/ 0 w 1728"/>
                    <a:gd name="T9" fmla="*/ 0 h 3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28" h="337">
                      <a:moveTo>
                        <a:pt x="1728" y="0"/>
                      </a:moveTo>
                      <a:lnTo>
                        <a:pt x="0" y="251"/>
                      </a:lnTo>
                      <a:lnTo>
                        <a:pt x="0" y="337"/>
                      </a:lnTo>
                      <a:lnTo>
                        <a:pt x="1728" y="88"/>
                      </a:lnTo>
                      <a:lnTo>
                        <a:pt x="1728" y="0"/>
                      </a:lnTo>
                      <a:close/>
                    </a:path>
                  </a:pathLst>
                </a:custGeom>
                <a:solidFill>
                  <a:srgbClr val="E0E0E0"/>
                </a:solidFill>
                <a:ln w="3175">
                  <a:solidFill>
                    <a:srgbClr val="000000"/>
                  </a:solidFill>
                  <a:prstDash val="solid"/>
                  <a:round/>
                  <a:headEnd/>
                  <a:tailEnd/>
                </a:ln>
              </p:spPr>
              <p:txBody>
                <a:bodyPr/>
                <a:lstStyle/>
                <a:p>
                  <a:endParaRPr lang="zh-CN" altLang="en-US" b="1">
                    <a:solidFill>
                      <a:srgbClr val="000099"/>
                    </a:solidFill>
                  </a:endParaRPr>
                </a:p>
              </p:txBody>
            </p:sp>
            <p:sp>
              <p:nvSpPr>
                <p:cNvPr id="26668" name="Freeform 51">
                  <a:extLst>
                    <a:ext uri="{FF2B5EF4-FFF2-40B4-BE49-F238E27FC236}">
                      <a16:creationId xmlns:a16="http://schemas.microsoft.com/office/drawing/2014/main" id="{039E797B-B4E9-C223-7D22-EBB5C95C5756}"/>
                    </a:ext>
                  </a:extLst>
                </p:cNvPr>
                <p:cNvSpPr>
                  <a:spLocks/>
                </p:cNvSpPr>
                <p:nvPr/>
              </p:nvSpPr>
              <p:spPr bwMode="auto">
                <a:xfrm>
                  <a:off x="246" y="1969"/>
                  <a:ext cx="204" cy="95"/>
                </a:xfrm>
                <a:custGeom>
                  <a:avLst/>
                  <a:gdLst>
                    <a:gd name="T0" fmla="*/ 0 w 1016"/>
                    <a:gd name="T1" fmla="*/ 0 h 476"/>
                    <a:gd name="T2" fmla="*/ 0 w 1016"/>
                    <a:gd name="T3" fmla="*/ 0 h 476"/>
                    <a:gd name="T4" fmla="*/ 0 w 1016"/>
                    <a:gd name="T5" fmla="*/ 0 h 476"/>
                    <a:gd name="T6" fmla="*/ 0 w 1016"/>
                    <a:gd name="T7" fmla="*/ 0 h 476"/>
                    <a:gd name="T8" fmla="*/ 0 w 1016"/>
                    <a:gd name="T9" fmla="*/ 0 h 47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16" h="476">
                      <a:moveTo>
                        <a:pt x="1016" y="476"/>
                      </a:moveTo>
                      <a:lnTo>
                        <a:pt x="1016" y="390"/>
                      </a:lnTo>
                      <a:lnTo>
                        <a:pt x="0" y="0"/>
                      </a:lnTo>
                      <a:lnTo>
                        <a:pt x="0" y="60"/>
                      </a:lnTo>
                      <a:lnTo>
                        <a:pt x="1016" y="476"/>
                      </a:lnTo>
                      <a:close/>
                    </a:path>
                  </a:pathLst>
                </a:custGeom>
                <a:solidFill>
                  <a:srgbClr val="C0C0C0"/>
                </a:solidFill>
                <a:ln w="3175">
                  <a:solidFill>
                    <a:srgbClr val="000000"/>
                  </a:solidFill>
                  <a:prstDash val="solid"/>
                  <a:round/>
                  <a:headEnd/>
                  <a:tailEnd/>
                </a:ln>
              </p:spPr>
              <p:txBody>
                <a:bodyPr/>
                <a:lstStyle/>
                <a:p>
                  <a:endParaRPr lang="zh-CN" altLang="en-US" b="1">
                    <a:solidFill>
                      <a:srgbClr val="000099"/>
                    </a:solidFill>
                  </a:endParaRPr>
                </a:p>
              </p:txBody>
            </p:sp>
          </p:grpSp>
          <p:sp>
            <p:nvSpPr>
              <p:cNvPr id="26665" name="Freeform 52">
                <a:extLst>
                  <a:ext uri="{FF2B5EF4-FFF2-40B4-BE49-F238E27FC236}">
                    <a16:creationId xmlns:a16="http://schemas.microsoft.com/office/drawing/2014/main" id="{573D73C5-C81E-1655-0197-F20409877DD8}"/>
                  </a:ext>
                </a:extLst>
              </p:cNvPr>
              <p:cNvSpPr>
                <a:spLocks/>
              </p:cNvSpPr>
              <p:nvPr/>
            </p:nvSpPr>
            <p:spPr bwMode="auto">
              <a:xfrm>
                <a:off x="564" y="2028"/>
                <a:ext cx="239" cy="378"/>
              </a:xfrm>
              <a:custGeom>
                <a:avLst/>
                <a:gdLst>
                  <a:gd name="T0" fmla="*/ 0 w 1195"/>
                  <a:gd name="T1" fmla="*/ 0 h 1893"/>
                  <a:gd name="T2" fmla="*/ 0 w 1195"/>
                  <a:gd name="T3" fmla="*/ 0 h 1893"/>
                  <a:gd name="T4" fmla="*/ 0 w 1195"/>
                  <a:gd name="T5" fmla="*/ 0 h 1893"/>
                  <a:gd name="T6" fmla="*/ 0 w 1195"/>
                  <a:gd name="T7" fmla="*/ 0 h 189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95" h="1893">
                    <a:moveTo>
                      <a:pt x="660" y="0"/>
                    </a:moveTo>
                    <a:lnTo>
                      <a:pt x="1195" y="1747"/>
                    </a:lnTo>
                    <a:lnTo>
                      <a:pt x="0" y="1893"/>
                    </a:lnTo>
                    <a:lnTo>
                      <a:pt x="191" y="35"/>
                    </a:lnTo>
                  </a:path>
                </a:pathLst>
              </a:custGeom>
              <a:noFill/>
              <a:ln w="1746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b="1">
                  <a:solidFill>
                    <a:srgbClr val="000099"/>
                  </a:solidFill>
                </a:endParaRPr>
              </a:p>
            </p:txBody>
          </p:sp>
        </p:grpSp>
        <p:grpSp>
          <p:nvGrpSpPr>
            <p:cNvPr id="49" name="Group 53">
              <a:extLst>
                <a:ext uri="{FF2B5EF4-FFF2-40B4-BE49-F238E27FC236}">
                  <a16:creationId xmlns:a16="http://schemas.microsoft.com/office/drawing/2014/main" id="{03C50BE9-E62F-6371-0F6E-2E8F234ACB11}"/>
                </a:ext>
              </a:extLst>
            </p:cNvPr>
            <p:cNvGrpSpPr>
              <a:grpSpLocks/>
            </p:cNvGrpSpPr>
            <p:nvPr/>
          </p:nvGrpSpPr>
          <p:grpSpPr bwMode="auto">
            <a:xfrm>
              <a:off x="325" y="1767"/>
              <a:ext cx="383" cy="268"/>
              <a:chOff x="325" y="1767"/>
              <a:chExt cx="383" cy="268"/>
            </a:xfrm>
          </p:grpSpPr>
          <p:grpSp>
            <p:nvGrpSpPr>
              <p:cNvPr id="50" name="Group 54">
                <a:extLst>
                  <a:ext uri="{FF2B5EF4-FFF2-40B4-BE49-F238E27FC236}">
                    <a16:creationId xmlns:a16="http://schemas.microsoft.com/office/drawing/2014/main" id="{1589DFC5-84A3-16D4-2EC8-3AD869ECD859}"/>
                  </a:ext>
                </a:extLst>
              </p:cNvPr>
              <p:cNvGrpSpPr>
                <a:grpSpLocks/>
              </p:cNvGrpSpPr>
              <p:nvPr/>
            </p:nvGrpSpPr>
            <p:grpSpPr bwMode="auto">
              <a:xfrm>
                <a:off x="412" y="1767"/>
                <a:ext cx="296" cy="243"/>
                <a:chOff x="412" y="1767"/>
                <a:chExt cx="296" cy="243"/>
              </a:xfrm>
            </p:grpSpPr>
            <p:grpSp>
              <p:nvGrpSpPr>
                <p:cNvPr id="26645" name="Group 55">
                  <a:extLst>
                    <a:ext uri="{FF2B5EF4-FFF2-40B4-BE49-F238E27FC236}">
                      <a16:creationId xmlns:a16="http://schemas.microsoft.com/office/drawing/2014/main" id="{51A50093-AFE3-AFD5-465B-261685A62409}"/>
                    </a:ext>
                  </a:extLst>
                </p:cNvPr>
                <p:cNvGrpSpPr>
                  <a:grpSpLocks/>
                </p:cNvGrpSpPr>
                <p:nvPr/>
              </p:nvGrpSpPr>
              <p:grpSpPr bwMode="auto">
                <a:xfrm>
                  <a:off x="412" y="1767"/>
                  <a:ext cx="296" cy="243"/>
                  <a:chOff x="412" y="1767"/>
                  <a:chExt cx="296" cy="243"/>
                </a:xfrm>
              </p:grpSpPr>
              <p:grpSp>
                <p:nvGrpSpPr>
                  <p:cNvPr id="26654" name="Group 56">
                    <a:extLst>
                      <a:ext uri="{FF2B5EF4-FFF2-40B4-BE49-F238E27FC236}">
                        <a16:creationId xmlns:a16="http://schemas.microsoft.com/office/drawing/2014/main" id="{B4F2699B-6CF0-BD8D-E28C-10885DFEFB7F}"/>
                      </a:ext>
                    </a:extLst>
                  </p:cNvPr>
                  <p:cNvGrpSpPr>
                    <a:grpSpLocks/>
                  </p:cNvGrpSpPr>
                  <p:nvPr/>
                </p:nvGrpSpPr>
                <p:grpSpPr bwMode="auto">
                  <a:xfrm>
                    <a:off x="412" y="1904"/>
                    <a:ext cx="296" cy="106"/>
                    <a:chOff x="412" y="1904"/>
                    <a:chExt cx="296" cy="106"/>
                  </a:xfrm>
                </p:grpSpPr>
                <p:sp>
                  <p:nvSpPr>
                    <p:cNvPr id="26660" name="Freeform 57">
                      <a:extLst>
                        <a:ext uri="{FF2B5EF4-FFF2-40B4-BE49-F238E27FC236}">
                          <a16:creationId xmlns:a16="http://schemas.microsoft.com/office/drawing/2014/main" id="{5A872CD4-FF91-07CA-3584-41AB2F24F92D}"/>
                        </a:ext>
                      </a:extLst>
                    </p:cNvPr>
                    <p:cNvSpPr>
                      <a:spLocks/>
                    </p:cNvSpPr>
                    <p:nvPr/>
                  </p:nvSpPr>
                  <p:spPr bwMode="auto">
                    <a:xfrm>
                      <a:off x="412" y="1904"/>
                      <a:ext cx="170" cy="106"/>
                    </a:xfrm>
                    <a:custGeom>
                      <a:avLst/>
                      <a:gdLst>
                        <a:gd name="T0" fmla="*/ 0 w 848"/>
                        <a:gd name="T1" fmla="*/ 0 h 530"/>
                        <a:gd name="T2" fmla="*/ 0 w 848"/>
                        <a:gd name="T3" fmla="*/ 0 h 530"/>
                        <a:gd name="T4" fmla="*/ 0 w 848"/>
                        <a:gd name="T5" fmla="*/ 0 h 530"/>
                        <a:gd name="T6" fmla="*/ 0 w 848"/>
                        <a:gd name="T7" fmla="*/ 0 h 530"/>
                        <a:gd name="T8" fmla="*/ 0 w 848"/>
                        <a:gd name="T9" fmla="*/ 0 h 5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48" h="530">
                          <a:moveTo>
                            <a:pt x="848" y="162"/>
                          </a:moveTo>
                          <a:lnTo>
                            <a:pt x="848" y="530"/>
                          </a:lnTo>
                          <a:lnTo>
                            <a:pt x="0" y="258"/>
                          </a:lnTo>
                          <a:lnTo>
                            <a:pt x="0" y="0"/>
                          </a:lnTo>
                          <a:lnTo>
                            <a:pt x="848" y="162"/>
                          </a:lnTo>
                          <a:close/>
                        </a:path>
                      </a:pathLst>
                    </a:custGeom>
                    <a:solidFill>
                      <a:srgbClr val="A0A0A0"/>
                    </a:solidFill>
                    <a:ln w="3175">
                      <a:solidFill>
                        <a:srgbClr val="000000"/>
                      </a:solidFill>
                      <a:prstDash val="solid"/>
                      <a:round/>
                      <a:headEnd/>
                      <a:tailEnd/>
                    </a:ln>
                  </p:spPr>
                  <p:txBody>
                    <a:bodyPr/>
                    <a:lstStyle/>
                    <a:p>
                      <a:endParaRPr lang="zh-CN" altLang="en-US" b="1">
                        <a:solidFill>
                          <a:srgbClr val="000099"/>
                        </a:solidFill>
                      </a:endParaRPr>
                    </a:p>
                  </p:txBody>
                </p:sp>
                <p:sp>
                  <p:nvSpPr>
                    <p:cNvPr id="26661" name="Freeform 58">
                      <a:extLst>
                        <a:ext uri="{FF2B5EF4-FFF2-40B4-BE49-F238E27FC236}">
                          <a16:creationId xmlns:a16="http://schemas.microsoft.com/office/drawing/2014/main" id="{85007F17-1447-7B02-F1F4-6CA5C1089C12}"/>
                        </a:ext>
                      </a:extLst>
                    </p:cNvPr>
                    <p:cNvSpPr>
                      <a:spLocks/>
                    </p:cNvSpPr>
                    <p:nvPr/>
                  </p:nvSpPr>
                  <p:spPr bwMode="auto">
                    <a:xfrm>
                      <a:off x="582" y="1929"/>
                      <a:ext cx="126" cy="81"/>
                    </a:xfrm>
                    <a:custGeom>
                      <a:avLst/>
                      <a:gdLst>
                        <a:gd name="T0" fmla="*/ 0 w 631"/>
                        <a:gd name="T1" fmla="*/ 0 h 404"/>
                        <a:gd name="T2" fmla="*/ 0 w 631"/>
                        <a:gd name="T3" fmla="*/ 0 h 404"/>
                        <a:gd name="T4" fmla="*/ 0 w 631"/>
                        <a:gd name="T5" fmla="*/ 0 h 404"/>
                        <a:gd name="T6" fmla="*/ 0 w 631"/>
                        <a:gd name="T7" fmla="*/ 0 h 404"/>
                        <a:gd name="T8" fmla="*/ 0 w 631"/>
                        <a:gd name="T9" fmla="*/ 0 h 40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1" h="404">
                          <a:moveTo>
                            <a:pt x="0" y="36"/>
                          </a:moveTo>
                          <a:lnTo>
                            <a:pt x="0" y="404"/>
                          </a:lnTo>
                          <a:lnTo>
                            <a:pt x="631" y="312"/>
                          </a:lnTo>
                          <a:lnTo>
                            <a:pt x="631" y="0"/>
                          </a:lnTo>
                          <a:lnTo>
                            <a:pt x="0" y="36"/>
                          </a:lnTo>
                          <a:close/>
                        </a:path>
                      </a:pathLst>
                    </a:custGeom>
                    <a:solidFill>
                      <a:srgbClr val="808080"/>
                    </a:solidFill>
                    <a:ln w="3175">
                      <a:solidFill>
                        <a:srgbClr val="000000"/>
                      </a:solidFill>
                      <a:prstDash val="solid"/>
                      <a:round/>
                      <a:headEnd/>
                      <a:tailEnd/>
                    </a:ln>
                  </p:spPr>
                  <p:txBody>
                    <a:bodyPr/>
                    <a:lstStyle/>
                    <a:p>
                      <a:endParaRPr lang="zh-CN" altLang="en-US" b="1">
                        <a:solidFill>
                          <a:srgbClr val="000099"/>
                        </a:solidFill>
                      </a:endParaRPr>
                    </a:p>
                  </p:txBody>
                </p:sp>
                <p:sp>
                  <p:nvSpPr>
                    <p:cNvPr id="26662" name="Freeform 59">
                      <a:extLst>
                        <a:ext uri="{FF2B5EF4-FFF2-40B4-BE49-F238E27FC236}">
                          <a16:creationId xmlns:a16="http://schemas.microsoft.com/office/drawing/2014/main" id="{0B71F846-8DD5-107C-3AA4-42DCC4F882E7}"/>
                        </a:ext>
                      </a:extLst>
                    </p:cNvPr>
                    <p:cNvSpPr>
                      <a:spLocks/>
                    </p:cNvSpPr>
                    <p:nvPr/>
                  </p:nvSpPr>
                  <p:spPr bwMode="auto">
                    <a:xfrm>
                      <a:off x="412" y="1904"/>
                      <a:ext cx="296" cy="32"/>
                    </a:xfrm>
                    <a:custGeom>
                      <a:avLst/>
                      <a:gdLst>
                        <a:gd name="T0" fmla="*/ 0 w 1479"/>
                        <a:gd name="T1" fmla="*/ 0 h 162"/>
                        <a:gd name="T2" fmla="*/ 0 w 1479"/>
                        <a:gd name="T3" fmla="*/ 0 h 162"/>
                        <a:gd name="T4" fmla="*/ 0 w 1479"/>
                        <a:gd name="T5" fmla="*/ 0 h 162"/>
                        <a:gd name="T6" fmla="*/ 0 w 1479"/>
                        <a:gd name="T7" fmla="*/ 0 h 162"/>
                        <a:gd name="T8" fmla="*/ 0 w 1479"/>
                        <a:gd name="T9" fmla="*/ 0 h 1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79" h="162">
                          <a:moveTo>
                            <a:pt x="1479" y="126"/>
                          </a:moveTo>
                          <a:lnTo>
                            <a:pt x="842" y="162"/>
                          </a:lnTo>
                          <a:lnTo>
                            <a:pt x="0" y="0"/>
                          </a:lnTo>
                          <a:lnTo>
                            <a:pt x="619" y="0"/>
                          </a:lnTo>
                          <a:lnTo>
                            <a:pt x="1479" y="126"/>
                          </a:lnTo>
                          <a:close/>
                        </a:path>
                      </a:pathLst>
                    </a:custGeom>
                    <a:solidFill>
                      <a:srgbClr val="C0C0C0"/>
                    </a:solidFill>
                    <a:ln w="3175">
                      <a:solidFill>
                        <a:srgbClr val="000000"/>
                      </a:solidFill>
                      <a:prstDash val="solid"/>
                      <a:round/>
                      <a:headEnd/>
                      <a:tailEnd/>
                    </a:ln>
                  </p:spPr>
                  <p:txBody>
                    <a:bodyPr/>
                    <a:lstStyle/>
                    <a:p>
                      <a:endParaRPr lang="zh-CN" altLang="en-US" b="1">
                        <a:solidFill>
                          <a:srgbClr val="000099"/>
                        </a:solidFill>
                      </a:endParaRPr>
                    </a:p>
                  </p:txBody>
                </p:sp>
              </p:grpSp>
              <p:sp>
                <p:nvSpPr>
                  <p:cNvPr id="26655" name="Freeform 60">
                    <a:extLst>
                      <a:ext uri="{FF2B5EF4-FFF2-40B4-BE49-F238E27FC236}">
                        <a16:creationId xmlns:a16="http://schemas.microsoft.com/office/drawing/2014/main" id="{C683A4E6-ABBF-2BBD-D127-3F2449C30422}"/>
                      </a:ext>
                    </a:extLst>
                  </p:cNvPr>
                  <p:cNvSpPr>
                    <a:spLocks/>
                  </p:cNvSpPr>
                  <p:nvPr/>
                </p:nvSpPr>
                <p:spPr bwMode="auto">
                  <a:xfrm>
                    <a:off x="504" y="1895"/>
                    <a:ext cx="108" cy="30"/>
                  </a:xfrm>
                  <a:custGeom>
                    <a:avLst/>
                    <a:gdLst>
                      <a:gd name="T0" fmla="*/ 0 w 538"/>
                      <a:gd name="T1" fmla="*/ 0 h 151"/>
                      <a:gd name="T2" fmla="*/ 0 w 538"/>
                      <a:gd name="T3" fmla="*/ 0 h 151"/>
                      <a:gd name="T4" fmla="*/ 0 w 538"/>
                      <a:gd name="T5" fmla="*/ 0 h 151"/>
                      <a:gd name="T6" fmla="*/ 0 w 538"/>
                      <a:gd name="T7" fmla="*/ 0 h 151"/>
                      <a:gd name="T8" fmla="*/ 0 w 538"/>
                      <a:gd name="T9" fmla="*/ 0 h 151"/>
                      <a:gd name="T10" fmla="*/ 0 w 538"/>
                      <a:gd name="T11" fmla="*/ 0 h 15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38" h="151">
                        <a:moveTo>
                          <a:pt x="538" y="86"/>
                        </a:moveTo>
                        <a:lnTo>
                          <a:pt x="538" y="135"/>
                        </a:lnTo>
                        <a:lnTo>
                          <a:pt x="287" y="151"/>
                        </a:lnTo>
                        <a:lnTo>
                          <a:pt x="0" y="97"/>
                        </a:lnTo>
                        <a:lnTo>
                          <a:pt x="0" y="0"/>
                        </a:lnTo>
                        <a:lnTo>
                          <a:pt x="538" y="86"/>
                        </a:lnTo>
                        <a:close/>
                      </a:path>
                    </a:pathLst>
                  </a:custGeom>
                  <a:solidFill>
                    <a:srgbClr val="606060"/>
                  </a:solidFill>
                  <a:ln w="3175">
                    <a:solidFill>
                      <a:srgbClr val="000000"/>
                    </a:solidFill>
                    <a:prstDash val="solid"/>
                    <a:round/>
                    <a:headEnd/>
                    <a:tailEnd/>
                  </a:ln>
                </p:spPr>
                <p:txBody>
                  <a:bodyPr/>
                  <a:lstStyle/>
                  <a:p>
                    <a:endParaRPr lang="zh-CN" altLang="en-US" b="1">
                      <a:solidFill>
                        <a:srgbClr val="000099"/>
                      </a:solidFill>
                    </a:endParaRPr>
                  </a:p>
                </p:txBody>
              </p:sp>
              <p:grpSp>
                <p:nvGrpSpPr>
                  <p:cNvPr id="26656" name="Group 61">
                    <a:extLst>
                      <a:ext uri="{FF2B5EF4-FFF2-40B4-BE49-F238E27FC236}">
                        <a16:creationId xmlns:a16="http://schemas.microsoft.com/office/drawing/2014/main" id="{7199CFB0-E0DF-08AE-8D3D-457F5BBA57AD}"/>
                      </a:ext>
                    </a:extLst>
                  </p:cNvPr>
                  <p:cNvGrpSpPr>
                    <a:grpSpLocks/>
                  </p:cNvGrpSpPr>
                  <p:nvPr/>
                </p:nvGrpSpPr>
                <p:grpSpPr bwMode="auto">
                  <a:xfrm>
                    <a:off x="446" y="1767"/>
                    <a:ext cx="239" cy="151"/>
                    <a:chOff x="446" y="1767"/>
                    <a:chExt cx="239" cy="151"/>
                  </a:xfrm>
                </p:grpSpPr>
                <p:sp>
                  <p:nvSpPr>
                    <p:cNvPr id="26657" name="Freeform 62">
                      <a:extLst>
                        <a:ext uri="{FF2B5EF4-FFF2-40B4-BE49-F238E27FC236}">
                          <a16:creationId xmlns:a16="http://schemas.microsoft.com/office/drawing/2014/main" id="{0CDBD406-6D40-093F-D97B-0EAE158329E9}"/>
                        </a:ext>
                      </a:extLst>
                    </p:cNvPr>
                    <p:cNvSpPr>
                      <a:spLocks/>
                    </p:cNvSpPr>
                    <p:nvPr/>
                  </p:nvSpPr>
                  <p:spPr bwMode="auto">
                    <a:xfrm>
                      <a:off x="446" y="1767"/>
                      <a:ext cx="137" cy="148"/>
                    </a:xfrm>
                    <a:custGeom>
                      <a:avLst/>
                      <a:gdLst>
                        <a:gd name="T0" fmla="*/ 0 w 686"/>
                        <a:gd name="T1" fmla="*/ 0 h 740"/>
                        <a:gd name="T2" fmla="*/ 0 w 686"/>
                        <a:gd name="T3" fmla="*/ 0 h 740"/>
                        <a:gd name="T4" fmla="*/ 0 w 686"/>
                        <a:gd name="T5" fmla="*/ 0 h 740"/>
                        <a:gd name="T6" fmla="*/ 0 w 686"/>
                        <a:gd name="T7" fmla="*/ 0 h 740"/>
                        <a:gd name="T8" fmla="*/ 0 w 686"/>
                        <a:gd name="T9" fmla="*/ 0 h 7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6" h="740">
                          <a:moveTo>
                            <a:pt x="589" y="740"/>
                          </a:moveTo>
                          <a:lnTo>
                            <a:pt x="686" y="24"/>
                          </a:lnTo>
                          <a:lnTo>
                            <a:pt x="95" y="0"/>
                          </a:lnTo>
                          <a:lnTo>
                            <a:pt x="0" y="638"/>
                          </a:lnTo>
                          <a:lnTo>
                            <a:pt x="589" y="740"/>
                          </a:lnTo>
                          <a:close/>
                        </a:path>
                      </a:pathLst>
                    </a:custGeom>
                    <a:solidFill>
                      <a:srgbClr val="A0A0A0"/>
                    </a:solidFill>
                    <a:ln w="3175">
                      <a:solidFill>
                        <a:srgbClr val="000000"/>
                      </a:solidFill>
                      <a:prstDash val="solid"/>
                      <a:round/>
                      <a:headEnd/>
                      <a:tailEnd/>
                    </a:ln>
                  </p:spPr>
                  <p:txBody>
                    <a:bodyPr/>
                    <a:lstStyle/>
                    <a:p>
                      <a:endParaRPr lang="zh-CN" altLang="en-US" b="1">
                        <a:solidFill>
                          <a:srgbClr val="000099"/>
                        </a:solidFill>
                      </a:endParaRPr>
                    </a:p>
                  </p:txBody>
                </p:sp>
                <p:sp>
                  <p:nvSpPr>
                    <p:cNvPr id="26658" name="Freeform 63">
                      <a:extLst>
                        <a:ext uri="{FF2B5EF4-FFF2-40B4-BE49-F238E27FC236}">
                          <a16:creationId xmlns:a16="http://schemas.microsoft.com/office/drawing/2014/main" id="{CA6348AE-43C2-4A33-220F-49F314D299A0}"/>
                        </a:ext>
                      </a:extLst>
                    </p:cNvPr>
                    <p:cNvSpPr>
                      <a:spLocks/>
                    </p:cNvSpPr>
                    <p:nvPr/>
                  </p:nvSpPr>
                  <p:spPr bwMode="auto">
                    <a:xfrm>
                      <a:off x="564" y="1771"/>
                      <a:ext cx="121" cy="147"/>
                    </a:xfrm>
                    <a:custGeom>
                      <a:avLst/>
                      <a:gdLst>
                        <a:gd name="T0" fmla="*/ 0 w 608"/>
                        <a:gd name="T1" fmla="*/ 0 h 735"/>
                        <a:gd name="T2" fmla="*/ 0 w 608"/>
                        <a:gd name="T3" fmla="*/ 0 h 735"/>
                        <a:gd name="T4" fmla="*/ 0 w 608"/>
                        <a:gd name="T5" fmla="*/ 0 h 735"/>
                        <a:gd name="T6" fmla="*/ 0 w 608"/>
                        <a:gd name="T7" fmla="*/ 0 h 735"/>
                        <a:gd name="T8" fmla="*/ 0 w 608"/>
                        <a:gd name="T9" fmla="*/ 0 h 7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8" h="735">
                          <a:moveTo>
                            <a:pt x="97" y="0"/>
                          </a:moveTo>
                          <a:lnTo>
                            <a:pt x="608" y="163"/>
                          </a:lnTo>
                          <a:lnTo>
                            <a:pt x="536" y="735"/>
                          </a:lnTo>
                          <a:lnTo>
                            <a:pt x="0" y="717"/>
                          </a:lnTo>
                          <a:lnTo>
                            <a:pt x="97" y="0"/>
                          </a:lnTo>
                          <a:close/>
                        </a:path>
                      </a:pathLst>
                    </a:custGeom>
                    <a:solidFill>
                      <a:srgbClr val="808080"/>
                    </a:solidFill>
                    <a:ln w="3175">
                      <a:solidFill>
                        <a:srgbClr val="000000"/>
                      </a:solidFill>
                      <a:prstDash val="solid"/>
                      <a:round/>
                      <a:headEnd/>
                      <a:tailEnd/>
                    </a:ln>
                  </p:spPr>
                  <p:txBody>
                    <a:bodyPr/>
                    <a:lstStyle/>
                    <a:p>
                      <a:endParaRPr lang="zh-CN" altLang="en-US" b="1">
                        <a:solidFill>
                          <a:srgbClr val="000099"/>
                        </a:solidFill>
                      </a:endParaRPr>
                    </a:p>
                  </p:txBody>
                </p:sp>
                <p:sp>
                  <p:nvSpPr>
                    <p:cNvPr id="26659" name="Freeform 64">
                      <a:extLst>
                        <a:ext uri="{FF2B5EF4-FFF2-40B4-BE49-F238E27FC236}">
                          <a16:creationId xmlns:a16="http://schemas.microsoft.com/office/drawing/2014/main" id="{E323B9EB-F5F2-7012-DA1E-899407B1C1DC}"/>
                        </a:ext>
                      </a:extLst>
                    </p:cNvPr>
                    <p:cNvSpPr>
                      <a:spLocks/>
                    </p:cNvSpPr>
                    <p:nvPr/>
                  </p:nvSpPr>
                  <p:spPr bwMode="auto">
                    <a:xfrm>
                      <a:off x="462" y="1781"/>
                      <a:ext cx="98" cy="112"/>
                    </a:xfrm>
                    <a:custGeom>
                      <a:avLst/>
                      <a:gdLst>
                        <a:gd name="T0" fmla="*/ 0 w 493"/>
                        <a:gd name="T1" fmla="*/ 0 h 557"/>
                        <a:gd name="T2" fmla="*/ 0 w 493"/>
                        <a:gd name="T3" fmla="*/ 0 h 557"/>
                        <a:gd name="T4" fmla="*/ 0 w 493"/>
                        <a:gd name="T5" fmla="*/ 0 h 557"/>
                        <a:gd name="T6" fmla="*/ 0 w 493"/>
                        <a:gd name="T7" fmla="*/ 0 h 557"/>
                        <a:gd name="T8" fmla="*/ 0 w 493"/>
                        <a:gd name="T9" fmla="*/ 0 h 5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3" h="557">
                          <a:moveTo>
                            <a:pt x="493" y="25"/>
                          </a:moveTo>
                          <a:lnTo>
                            <a:pt x="423" y="557"/>
                          </a:lnTo>
                          <a:lnTo>
                            <a:pt x="0" y="494"/>
                          </a:lnTo>
                          <a:lnTo>
                            <a:pt x="73" y="0"/>
                          </a:lnTo>
                          <a:lnTo>
                            <a:pt x="493" y="25"/>
                          </a:lnTo>
                          <a:close/>
                        </a:path>
                      </a:pathLst>
                    </a:custGeom>
                    <a:solidFill>
                      <a:srgbClr val="00C0C0"/>
                    </a:solidFill>
                    <a:ln w="3175">
                      <a:solidFill>
                        <a:srgbClr val="000000"/>
                      </a:solidFill>
                      <a:prstDash val="solid"/>
                      <a:round/>
                      <a:headEnd/>
                      <a:tailEnd/>
                    </a:ln>
                  </p:spPr>
                  <p:txBody>
                    <a:bodyPr/>
                    <a:lstStyle/>
                    <a:p>
                      <a:endParaRPr lang="zh-CN" altLang="en-US" b="1">
                        <a:solidFill>
                          <a:srgbClr val="000099"/>
                        </a:solidFill>
                      </a:endParaRPr>
                    </a:p>
                  </p:txBody>
                </p:sp>
              </p:grpSp>
            </p:grpSp>
            <p:grpSp>
              <p:nvGrpSpPr>
                <p:cNvPr id="26646" name="Group 65">
                  <a:extLst>
                    <a:ext uri="{FF2B5EF4-FFF2-40B4-BE49-F238E27FC236}">
                      <a16:creationId xmlns:a16="http://schemas.microsoft.com/office/drawing/2014/main" id="{E1972084-C6D7-CDED-93A5-0BB5AB420FC1}"/>
                    </a:ext>
                  </a:extLst>
                </p:cNvPr>
                <p:cNvGrpSpPr>
                  <a:grpSpLocks/>
                </p:cNvGrpSpPr>
                <p:nvPr/>
              </p:nvGrpSpPr>
              <p:grpSpPr bwMode="auto">
                <a:xfrm>
                  <a:off x="424" y="1915"/>
                  <a:ext cx="97" cy="69"/>
                  <a:chOff x="424" y="1915"/>
                  <a:chExt cx="97" cy="69"/>
                </a:xfrm>
              </p:grpSpPr>
              <p:sp>
                <p:nvSpPr>
                  <p:cNvPr id="26647" name="Freeform 66">
                    <a:extLst>
                      <a:ext uri="{FF2B5EF4-FFF2-40B4-BE49-F238E27FC236}">
                        <a16:creationId xmlns:a16="http://schemas.microsoft.com/office/drawing/2014/main" id="{FE613ACA-647A-5891-0591-0892C4B7D696}"/>
                      </a:ext>
                    </a:extLst>
                  </p:cNvPr>
                  <p:cNvSpPr>
                    <a:spLocks/>
                  </p:cNvSpPr>
                  <p:nvPr/>
                </p:nvSpPr>
                <p:spPr bwMode="auto">
                  <a:xfrm>
                    <a:off x="424" y="1915"/>
                    <a:ext cx="97" cy="69"/>
                  </a:xfrm>
                  <a:custGeom>
                    <a:avLst/>
                    <a:gdLst>
                      <a:gd name="T0" fmla="*/ 0 w 483"/>
                      <a:gd name="T1" fmla="*/ 0 h 346"/>
                      <a:gd name="T2" fmla="*/ 0 w 483"/>
                      <a:gd name="T3" fmla="*/ 0 h 346"/>
                      <a:gd name="T4" fmla="*/ 0 w 483"/>
                      <a:gd name="T5" fmla="*/ 0 h 346"/>
                      <a:gd name="T6" fmla="*/ 0 w 483"/>
                      <a:gd name="T7" fmla="*/ 0 h 346"/>
                      <a:gd name="T8" fmla="*/ 0 w 483"/>
                      <a:gd name="T9" fmla="*/ 0 h 34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83" h="346">
                        <a:moveTo>
                          <a:pt x="0" y="0"/>
                        </a:moveTo>
                        <a:lnTo>
                          <a:pt x="483" y="104"/>
                        </a:lnTo>
                        <a:lnTo>
                          <a:pt x="483" y="346"/>
                        </a:lnTo>
                        <a:lnTo>
                          <a:pt x="0" y="195"/>
                        </a:lnTo>
                        <a:lnTo>
                          <a:pt x="0" y="0"/>
                        </a:lnTo>
                        <a:close/>
                      </a:path>
                    </a:pathLst>
                  </a:custGeom>
                  <a:solidFill>
                    <a:srgbClr val="404040"/>
                  </a:solidFill>
                  <a:ln w="3175">
                    <a:solidFill>
                      <a:srgbClr val="000000"/>
                    </a:solidFill>
                    <a:prstDash val="solid"/>
                    <a:round/>
                    <a:headEnd/>
                    <a:tailEnd/>
                  </a:ln>
                </p:spPr>
                <p:txBody>
                  <a:bodyPr/>
                  <a:lstStyle/>
                  <a:p>
                    <a:endParaRPr lang="zh-CN" altLang="en-US" b="1">
                      <a:solidFill>
                        <a:srgbClr val="000099"/>
                      </a:solidFill>
                    </a:endParaRPr>
                  </a:p>
                </p:txBody>
              </p:sp>
              <p:sp>
                <p:nvSpPr>
                  <p:cNvPr id="26648" name="Line 67">
                    <a:extLst>
                      <a:ext uri="{FF2B5EF4-FFF2-40B4-BE49-F238E27FC236}">
                        <a16:creationId xmlns:a16="http://schemas.microsoft.com/office/drawing/2014/main" id="{CB8E1C7D-86B1-C072-344B-B791324AE47D}"/>
                      </a:ext>
                    </a:extLst>
                  </p:cNvPr>
                  <p:cNvSpPr>
                    <a:spLocks noChangeShapeType="1"/>
                  </p:cNvSpPr>
                  <p:nvPr/>
                </p:nvSpPr>
                <p:spPr bwMode="auto">
                  <a:xfrm flipH="1" flipV="1">
                    <a:off x="433" y="1933"/>
                    <a:ext cx="26" cy="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6649" name="Line 68">
                    <a:extLst>
                      <a:ext uri="{FF2B5EF4-FFF2-40B4-BE49-F238E27FC236}">
                        <a16:creationId xmlns:a16="http://schemas.microsoft.com/office/drawing/2014/main" id="{428ACD1C-12A7-17EF-EE8C-3EA15506CD39}"/>
                      </a:ext>
                    </a:extLst>
                  </p:cNvPr>
                  <p:cNvSpPr>
                    <a:spLocks noChangeShapeType="1"/>
                  </p:cNvSpPr>
                  <p:nvPr/>
                </p:nvSpPr>
                <p:spPr bwMode="auto">
                  <a:xfrm>
                    <a:off x="472" y="1941"/>
                    <a:ext cx="34" cy="7"/>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6650" name="Line 69">
                    <a:extLst>
                      <a:ext uri="{FF2B5EF4-FFF2-40B4-BE49-F238E27FC236}">
                        <a16:creationId xmlns:a16="http://schemas.microsoft.com/office/drawing/2014/main" id="{F629E96E-4C04-79E4-DDAC-1ACB3B14185D}"/>
                      </a:ext>
                    </a:extLst>
                  </p:cNvPr>
                  <p:cNvSpPr>
                    <a:spLocks noChangeShapeType="1"/>
                  </p:cNvSpPr>
                  <p:nvPr/>
                </p:nvSpPr>
                <p:spPr bwMode="auto">
                  <a:xfrm>
                    <a:off x="465" y="1924"/>
                    <a:ext cx="1" cy="45"/>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6651" name="Line 70">
                    <a:extLst>
                      <a:ext uri="{FF2B5EF4-FFF2-40B4-BE49-F238E27FC236}">
                        <a16:creationId xmlns:a16="http://schemas.microsoft.com/office/drawing/2014/main" id="{98302F90-4E1D-4700-2BC6-9CE5FD970FC5}"/>
                      </a:ext>
                    </a:extLst>
                  </p:cNvPr>
                  <p:cNvSpPr>
                    <a:spLocks noChangeShapeType="1"/>
                  </p:cNvSpPr>
                  <p:nvPr/>
                </p:nvSpPr>
                <p:spPr bwMode="auto">
                  <a:xfrm>
                    <a:off x="511" y="1934"/>
                    <a:ext cx="1" cy="49"/>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6652" name="Line 71">
                    <a:extLst>
                      <a:ext uri="{FF2B5EF4-FFF2-40B4-BE49-F238E27FC236}">
                        <a16:creationId xmlns:a16="http://schemas.microsoft.com/office/drawing/2014/main" id="{94E97963-64FB-5EA9-55CA-EC96C905C3E5}"/>
                      </a:ext>
                    </a:extLst>
                  </p:cNvPr>
                  <p:cNvSpPr>
                    <a:spLocks noChangeShapeType="1"/>
                  </p:cNvSpPr>
                  <p:nvPr/>
                </p:nvSpPr>
                <p:spPr bwMode="auto">
                  <a:xfrm>
                    <a:off x="425" y="1933"/>
                    <a:ext cx="88" cy="22"/>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6653" name="Line 72">
                    <a:extLst>
                      <a:ext uri="{FF2B5EF4-FFF2-40B4-BE49-F238E27FC236}">
                        <a16:creationId xmlns:a16="http://schemas.microsoft.com/office/drawing/2014/main" id="{AD0DAD20-AEB2-7BF1-76F6-091C881758C1}"/>
                      </a:ext>
                    </a:extLst>
                  </p:cNvPr>
                  <p:cNvSpPr>
                    <a:spLocks noChangeShapeType="1"/>
                  </p:cNvSpPr>
                  <p:nvPr/>
                </p:nvSpPr>
                <p:spPr bwMode="auto">
                  <a:xfrm flipH="1" flipV="1">
                    <a:off x="424" y="1926"/>
                    <a:ext cx="89" cy="2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grpSp>
            <p:nvGrpSpPr>
              <p:cNvPr id="51" name="Group 73">
                <a:extLst>
                  <a:ext uri="{FF2B5EF4-FFF2-40B4-BE49-F238E27FC236}">
                    <a16:creationId xmlns:a16="http://schemas.microsoft.com/office/drawing/2014/main" id="{A0E7D3FD-843E-F210-0045-72080475FEC9}"/>
                  </a:ext>
                </a:extLst>
              </p:cNvPr>
              <p:cNvGrpSpPr>
                <a:grpSpLocks/>
              </p:cNvGrpSpPr>
              <p:nvPr/>
            </p:nvGrpSpPr>
            <p:grpSpPr bwMode="auto">
              <a:xfrm>
                <a:off x="325" y="1917"/>
                <a:ext cx="231" cy="118"/>
                <a:chOff x="325" y="1917"/>
                <a:chExt cx="231" cy="118"/>
              </a:xfrm>
            </p:grpSpPr>
            <p:grpSp>
              <p:nvGrpSpPr>
                <p:cNvPr id="52" name="Group 74">
                  <a:extLst>
                    <a:ext uri="{FF2B5EF4-FFF2-40B4-BE49-F238E27FC236}">
                      <a16:creationId xmlns:a16="http://schemas.microsoft.com/office/drawing/2014/main" id="{7C815F82-E088-12F8-67BD-1CA0F610B68B}"/>
                    </a:ext>
                  </a:extLst>
                </p:cNvPr>
                <p:cNvGrpSpPr>
                  <a:grpSpLocks/>
                </p:cNvGrpSpPr>
                <p:nvPr/>
              </p:nvGrpSpPr>
              <p:grpSpPr bwMode="auto">
                <a:xfrm>
                  <a:off x="504" y="1981"/>
                  <a:ext cx="37" cy="28"/>
                  <a:chOff x="504" y="1981"/>
                  <a:chExt cx="37" cy="28"/>
                </a:xfrm>
              </p:grpSpPr>
              <p:sp>
                <p:nvSpPr>
                  <p:cNvPr id="26643" name="Freeform 75">
                    <a:extLst>
                      <a:ext uri="{FF2B5EF4-FFF2-40B4-BE49-F238E27FC236}">
                        <a16:creationId xmlns:a16="http://schemas.microsoft.com/office/drawing/2014/main" id="{776AC19F-1119-B22E-353D-456F39EB41B7}"/>
                      </a:ext>
                    </a:extLst>
                  </p:cNvPr>
                  <p:cNvSpPr>
                    <a:spLocks/>
                  </p:cNvSpPr>
                  <p:nvPr/>
                </p:nvSpPr>
                <p:spPr bwMode="auto">
                  <a:xfrm>
                    <a:off x="531" y="1981"/>
                    <a:ext cx="10" cy="28"/>
                  </a:xfrm>
                  <a:custGeom>
                    <a:avLst/>
                    <a:gdLst>
                      <a:gd name="T0" fmla="*/ 0 w 53"/>
                      <a:gd name="T1" fmla="*/ 0 h 140"/>
                      <a:gd name="T2" fmla="*/ 0 w 53"/>
                      <a:gd name="T3" fmla="*/ 0 h 140"/>
                      <a:gd name="T4" fmla="*/ 0 w 53"/>
                      <a:gd name="T5" fmla="*/ 0 h 140"/>
                      <a:gd name="T6" fmla="*/ 0 w 53"/>
                      <a:gd name="T7" fmla="*/ 0 h 140"/>
                      <a:gd name="T8" fmla="*/ 0 w 53"/>
                      <a:gd name="T9" fmla="*/ 0 h 1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40">
                        <a:moveTo>
                          <a:pt x="37" y="0"/>
                        </a:moveTo>
                        <a:lnTo>
                          <a:pt x="53" y="131"/>
                        </a:lnTo>
                        <a:lnTo>
                          <a:pt x="14" y="140"/>
                        </a:lnTo>
                        <a:lnTo>
                          <a:pt x="0" y="6"/>
                        </a:lnTo>
                        <a:lnTo>
                          <a:pt x="37" y="0"/>
                        </a:lnTo>
                        <a:close/>
                      </a:path>
                    </a:pathLst>
                  </a:custGeom>
                  <a:solidFill>
                    <a:srgbClr val="606060"/>
                  </a:solidFill>
                  <a:ln w="3175">
                    <a:solidFill>
                      <a:srgbClr val="000000"/>
                    </a:solidFill>
                    <a:prstDash val="solid"/>
                    <a:round/>
                    <a:headEnd/>
                    <a:tailEnd/>
                  </a:ln>
                </p:spPr>
                <p:txBody>
                  <a:bodyPr/>
                  <a:lstStyle/>
                  <a:p>
                    <a:endParaRPr lang="zh-CN" altLang="en-US" b="1">
                      <a:solidFill>
                        <a:srgbClr val="000099"/>
                      </a:solidFill>
                    </a:endParaRPr>
                  </a:p>
                </p:txBody>
              </p:sp>
              <p:sp>
                <p:nvSpPr>
                  <p:cNvPr id="26644" name="Freeform 76">
                    <a:extLst>
                      <a:ext uri="{FF2B5EF4-FFF2-40B4-BE49-F238E27FC236}">
                        <a16:creationId xmlns:a16="http://schemas.microsoft.com/office/drawing/2014/main" id="{FB9B2055-3A8B-8C00-B632-8B7825127E20}"/>
                      </a:ext>
                    </a:extLst>
                  </p:cNvPr>
                  <p:cNvSpPr>
                    <a:spLocks/>
                  </p:cNvSpPr>
                  <p:nvPr/>
                </p:nvSpPr>
                <p:spPr bwMode="auto">
                  <a:xfrm>
                    <a:off x="504" y="1985"/>
                    <a:ext cx="29" cy="24"/>
                  </a:xfrm>
                  <a:custGeom>
                    <a:avLst/>
                    <a:gdLst>
                      <a:gd name="T0" fmla="*/ 0 w 148"/>
                      <a:gd name="T1" fmla="*/ 0 h 122"/>
                      <a:gd name="T2" fmla="*/ 0 w 148"/>
                      <a:gd name="T3" fmla="*/ 0 h 122"/>
                      <a:gd name="T4" fmla="*/ 0 w 148"/>
                      <a:gd name="T5" fmla="*/ 0 h 122"/>
                      <a:gd name="T6" fmla="*/ 0 w 148"/>
                      <a:gd name="T7" fmla="*/ 0 h 122"/>
                      <a:gd name="T8" fmla="*/ 0 w 148"/>
                      <a:gd name="T9" fmla="*/ 0 h 122"/>
                      <a:gd name="T10" fmla="*/ 0 w 148"/>
                      <a:gd name="T11" fmla="*/ 0 h 122"/>
                      <a:gd name="T12" fmla="*/ 0 w 148"/>
                      <a:gd name="T13" fmla="*/ 0 h 12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48" h="122">
                        <a:moveTo>
                          <a:pt x="136" y="5"/>
                        </a:moveTo>
                        <a:lnTo>
                          <a:pt x="148" y="122"/>
                        </a:lnTo>
                        <a:lnTo>
                          <a:pt x="0" y="61"/>
                        </a:lnTo>
                        <a:lnTo>
                          <a:pt x="58" y="43"/>
                        </a:lnTo>
                        <a:lnTo>
                          <a:pt x="111" y="70"/>
                        </a:lnTo>
                        <a:lnTo>
                          <a:pt x="94" y="0"/>
                        </a:lnTo>
                        <a:lnTo>
                          <a:pt x="136" y="5"/>
                        </a:lnTo>
                        <a:close/>
                      </a:path>
                    </a:pathLst>
                  </a:custGeom>
                  <a:solidFill>
                    <a:srgbClr val="404040"/>
                  </a:solidFill>
                  <a:ln w="3175">
                    <a:solidFill>
                      <a:srgbClr val="000000"/>
                    </a:solidFill>
                    <a:prstDash val="solid"/>
                    <a:round/>
                    <a:headEnd/>
                    <a:tailEnd/>
                  </a:ln>
                </p:spPr>
                <p:txBody>
                  <a:bodyPr/>
                  <a:lstStyle/>
                  <a:p>
                    <a:endParaRPr lang="zh-CN" altLang="en-US" b="1">
                      <a:solidFill>
                        <a:srgbClr val="000099"/>
                      </a:solidFill>
                    </a:endParaRPr>
                  </a:p>
                </p:txBody>
              </p:sp>
            </p:grpSp>
            <p:grpSp>
              <p:nvGrpSpPr>
                <p:cNvPr id="53" name="Group 77">
                  <a:extLst>
                    <a:ext uri="{FF2B5EF4-FFF2-40B4-BE49-F238E27FC236}">
                      <a16:creationId xmlns:a16="http://schemas.microsoft.com/office/drawing/2014/main" id="{66A1FD5B-F480-8EDB-AF9A-C6447D37FE9E}"/>
                    </a:ext>
                  </a:extLst>
                </p:cNvPr>
                <p:cNvGrpSpPr>
                  <a:grpSpLocks/>
                </p:cNvGrpSpPr>
                <p:nvPr/>
              </p:nvGrpSpPr>
              <p:grpSpPr bwMode="auto">
                <a:xfrm>
                  <a:off x="325" y="1917"/>
                  <a:ext cx="231" cy="118"/>
                  <a:chOff x="325" y="1917"/>
                  <a:chExt cx="231" cy="118"/>
                </a:xfrm>
              </p:grpSpPr>
              <p:sp>
                <p:nvSpPr>
                  <p:cNvPr id="54" name="Freeform 78">
                    <a:extLst>
                      <a:ext uri="{FF2B5EF4-FFF2-40B4-BE49-F238E27FC236}">
                        <a16:creationId xmlns:a16="http://schemas.microsoft.com/office/drawing/2014/main" id="{6B321772-E63F-4844-1A57-CDBCCD1E9083}"/>
                      </a:ext>
                    </a:extLst>
                  </p:cNvPr>
                  <p:cNvSpPr>
                    <a:spLocks/>
                  </p:cNvSpPr>
                  <p:nvPr/>
                </p:nvSpPr>
                <p:spPr bwMode="auto">
                  <a:xfrm>
                    <a:off x="326" y="1917"/>
                    <a:ext cx="226" cy="105"/>
                  </a:xfrm>
                  <a:custGeom>
                    <a:avLst/>
                    <a:gdLst>
                      <a:gd name="T0" fmla="*/ 0 w 1132"/>
                      <a:gd name="T1" fmla="*/ 0 h 525"/>
                      <a:gd name="T2" fmla="*/ 0 w 1132"/>
                      <a:gd name="T3" fmla="*/ 0 h 525"/>
                      <a:gd name="T4" fmla="*/ 0 w 1132"/>
                      <a:gd name="T5" fmla="*/ 0 h 525"/>
                      <a:gd name="T6" fmla="*/ 0 w 1132"/>
                      <a:gd name="T7" fmla="*/ 0 h 525"/>
                      <a:gd name="T8" fmla="*/ 0 w 1132"/>
                      <a:gd name="T9" fmla="*/ 0 h 5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32" h="525">
                        <a:moveTo>
                          <a:pt x="1132" y="223"/>
                        </a:moveTo>
                        <a:lnTo>
                          <a:pt x="589" y="525"/>
                        </a:lnTo>
                        <a:lnTo>
                          <a:pt x="0" y="230"/>
                        </a:lnTo>
                        <a:lnTo>
                          <a:pt x="452" y="0"/>
                        </a:lnTo>
                        <a:lnTo>
                          <a:pt x="1132" y="223"/>
                        </a:lnTo>
                        <a:close/>
                      </a:path>
                    </a:pathLst>
                  </a:custGeom>
                  <a:solidFill>
                    <a:srgbClr val="808080"/>
                  </a:solidFill>
                  <a:ln w="3175">
                    <a:solidFill>
                      <a:srgbClr val="000000"/>
                    </a:solidFill>
                    <a:prstDash val="solid"/>
                    <a:round/>
                    <a:headEnd/>
                    <a:tailEnd/>
                  </a:ln>
                </p:spPr>
                <p:txBody>
                  <a:bodyPr/>
                  <a:lstStyle/>
                  <a:p>
                    <a:endParaRPr lang="zh-CN" altLang="en-US" b="1">
                      <a:solidFill>
                        <a:srgbClr val="000099"/>
                      </a:solidFill>
                    </a:endParaRPr>
                  </a:p>
                </p:txBody>
              </p:sp>
              <p:sp>
                <p:nvSpPr>
                  <p:cNvPr id="55" name="Freeform 79">
                    <a:extLst>
                      <a:ext uri="{FF2B5EF4-FFF2-40B4-BE49-F238E27FC236}">
                        <a16:creationId xmlns:a16="http://schemas.microsoft.com/office/drawing/2014/main" id="{82E75CA6-48CF-7514-F9AD-CD316BC83746}"/>
                      </a:ext>
                    </a:extLst>
                  </p:cNvPr>
                  <p:cNvSpPr>
                    <a:spLocks/>
                  </p:cNvSpPr>
                  <p:nvPr/>
                </p:nvSpPr>
                <p:spPr bwMode="auto">
                  <a:xfrm>
                    <a:off x="443" y="1961"/>
                    <a:ext cx="113" cy="74"/>
                  </a:xfrm>
                  <a:custGeom>
                    <a:avLst/>
                    <a:gdLst>
                      <a:gd name="T0" fmla="*/ 0 w 566"/>
                      <a:gd name="T1" fmla="*/ 0 h 371"/>
                      <a:gd name="T2" fmla="*/ 0 w 566"/>
                      <a:gd name="T3" fmla="*/ 0 h 371"/>
                      <a:gd name="T4" fmla="*/ 0 w 566"/>
                      <a:gd name="T5" fmla="*/ 0 h 371"/>
                      <a:gd name="T6" fmla="*/ 0 w 566"/>
                      <a:gd name="T7" fmla="*/ 0 h 371"/>
                      <a:gd name="T8" fmla="*/ 0 w 566"/>
                      <a:gd name="T9" fmla="*/ 0 h 37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66" h="371">
                        <a:moveTo>
                          <a:pt x="547" y="0"/>
                        </a:moveTo>
                        <a:lnTo>
                          <a:pt x="0" y="307"/>
                        </a:lnTo>
                        <a:lnTo>
                          <a:pt x="16" y="371"/>
                        </a:lnTo>
                        <a:lnTo>
                          <a:pt x="566" y="60"/>
                        </a:lnTo>
                        <a:lnTo>
                          <a:pt x="547" y="0"/>
                        </a:lnTo>
                        <a:close/>
                      </a:path>
                    </a:pathLst>
                  </a:custGeom>
                  <a:solidFill>
                    <a:srgbClr val="606060"/>
                  </a:solidFill>
                  <a:ln w="3175">
                    <a:solidFill>
                      <a:srgbClr val="000000"/>
                    </a:solidFill>
                    <a:prstDash val="solid"/>
                    <a:round/>
                    <a:headEnd/>
                    <a:tailEnd/>
                  </a:ln>
                </p:spPr>
                <p:txBody>
                  <a:bodyPr/>
                  <a:lstStyle/>
                  <a:p>
                    <a:endParaRPr lang="zh-CN" altLang="en-US" b="1">
                      <a:solidFill>
                        <a:srgbClr val="000099"/>
                      </a:solidFill>
                    </a:endParaRPr>
                  </a:p>
                </p:txBody>
              </p:sp>
              <p:sp>
                <p:nvSpPr>
                  <p:cNvPr id="56" name="Freeform 80">
                    <a:extLst>
                      <a:ext uri="{FF2B5EF4-FFF2-40B4-BE49-F238E27FC236}">
                        <a16:creationId xmlns:a16="http://schemas.microsoft.com/office/drawing/2014/main" id="{820B047C-934E-D830-5D90-391CE8E4709D}"/>
                      </a:ext>
                    </a:extLst>
                  </p:cNvPr>
                  <p:cNvSpPr>
                    <a:spLocks/>
                  </p:cNvSpPr>
                  <p:nvPr/>
                </p:nvSpPr>
                <p:spPr bwMode="auto">
                  <a:xfrm>
                    <a:off x="325" y="1963"/>
                    <a:ext cx="121" cy="72"/>
                  </a:xfrm>
                  <a:custGeom>
                    <a:avLst/>
                    <a:gdLst>
                      <a:gd name="T0" fmla="*/ 0 w 605"/>
                      <a:gd name="T1" fmla="*/ 0 h 363"/>
                      <a:gd name="T2" fmla="*/ 0 w 605"/>
                      <a:gd name="T3" fmla="*/ 0 h 363"/>
                      <a:gd name="T4" fmla="*/ 0 w 605"/>
                      <a:gd name="T5" fmla="*/ 0 h 363"/>
                      <a:gd name="T6" fmla="*/ 0 w 605"/>
                      <a:gd name="T7" fmla="*/ 0 h 363"/>
                      <a:gd name="T8" fmla="*/ 0 w 605"/>
                      <a:gd name="T9" fmla="*/ 0 h 3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5" h="363">
                        <a:moveTo>
                          <a:pt x="605" y="363"/>
                        </a:moveTo>
                        <a:lnTo>
                          <a:pt x="587" y="295"/>
                        </a:lnTo>
                        <a:lnTo>
                          <a:pt x="0" y="0"/>
                        </a:lnTo>
                        <a:lnTo>
                          <a:pt x="21" y="53"/>
                        </a:lnTo>
                        <a:lnTo>
                          <a:pt x="605" y="363"/>
                        </a:lnTo>
                        <a:close/>
                      </a:path>
                    </a:pathLst>
                  </a:custGeom>
                  <a:solidFill>
                    <a:srgbClr val="404040"/>
                  </a:solidFill>
                  <a:ln w="3175">
                    <a:solidFill>
                      <a:srgbClr val="000000"/>
                    </a:solidFill>
                    <a:prstDash val="solid"/>
                    <a:round/>
                    <a:headEnd/>
                    <a:tailEnd/>
                  </a:ln>
                </p:spPr>
                <p:txBody>
                  <a:bodyPr/>
                  <a:lstStyle/>
                  <a:p>
                    <a:endParaRPr lang="zh-CN" altLang="en-US" b="1">
                      <a:solidFill>
                        <a:srgbClr val="000099"/>
                      </a:solidFill>
                    </a:endParaRPr>
                  </a:p>
                </p:txBody>
              </p:sp>
              <p:sp>
                <p:nvSpPr>
                  <p:cNvPr id="57" name="Freeform 81">
                    <a:extLst>
                      <a:ext uri="{FF2B5EF4-FFF2-40B4-BE49-F238E27FC236}">
                        <a16:creationId xmlns:a16="http://schemas.microsoft.com/office/drawing/2014/main" id="{F7D7AB45-F53B-0D22-A90F-E34D994005CF}"/>
                      </a:ext>
                    </a:extLst>
                  </p:cNvPr>
                  <p:cNvSpPr>
                    <a:spLocks/>
                  </p:cNvSpPr>
                  <p:nvPr/>
                </p:nvSpPr>
                <p:spPr bwMode="auto">
                  <a:xfrm>
                    <a:off x="417" y="1966"/>
                    <a:ext cx="90" cy="46"/>
                  </a:xfrm>
                  <a:custGeom>
                    <a:avLst/>
                    <a:gdLst>
                      <a:gd name="T0" fmla="*/ 0 w 454"/>
                      <a:gd name="T1" fmla="*/ 0 h 230"/>
                      <a:gd name="T2" fmla="*/ 0 w 454"/>
                      <a:gd name="T3" fmla="*/ 0 h 230"/>
                      <a:gd name="T4" fmla="*/ 0 w 454"/>
                      <a:gd name="T5" fmla="*/ 0 h 230"/>
                      <a:gd name="T6" fmla="*/ 0 w 454"/>
                      <a:gd name="T7" fmla="*/ 0 h 230"/>
                      <a:gd name="T8" fmla="*/ 0 w 454"/>
                      <a:gd name="T9" fmla="*/ 0 h 2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54" h="230">
                        <a:moveTo>
                          <a:pt x="454" y="59"/>
                        </a:moveTo>
                        <a:lnTo>
                          <a:pt x="297" y="0"/>
                        </a:lnTo>
                        <a:lnTo>
                          <a:pt x="0" y="161"/>
                        </a:lnTo>
                        <a:lnTo>
                          <a:pt x="151" y="230"/>
                        </a:lnTo>
                        <a:lnTo>
                          <a:pt x="454" y="5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58" name="Freeform 82">
                    <a:extLst>
                      <a:ext uri="{FF2B5EF4-FFF2-40B4-BE49-F238E27FC236}">
                        <a16:creationId xmlns:a16="http://schemas.microsoft.com/office/drawing/2014/main" id="{C038E970-CD86-1F84-AB51-B47AA6C561F0}"/>
                      </a:ext>
                    </a:extLst>
                  </p:cNvPr>
                  <p:cNvSpPr>
                    <a:spLocks/>
                  </p:cNvSpPr>
                  <p:nvPr/>
                </p:nvSpPr>
                <p:spPr bwMode="auto">
                  <a:xfrm>
                    <a:off x="336" y="1934"/>
                    <a:ext cx="134" cy="61"/>
                  </a:xfrm>
                  <a:custGeom>
                    <a:avLst/>
                    <a:gdLst>
                      <a:gd name="T0" fmla="*/ 0 w 669"/>
                      <a:gd name="T1" fmla="*/ 0 h 309"/>
                      <a:gd name="T2" fmla="*/ 0 w 669"/>
                      <a:gd name="T3" fmla="*/ 0 h 309"/>
                      <a:gd name="T4" fmla="*/ 0 w 669"/>
                      <a:gd name="T5" fmla="*/ 0 h 309"/>
                      <a:gd name="T6" fmla="*/ 0 w 669"/>
                      <a:gd name="T7" fmla="*/ 0 h 309"/>
                      <a:gd name="T8" fmla="*/ 0 w 669"/>
                      <a:gd name="T9" fmla="*/ 0 h 30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9" h="309">
                        <a:moveTo>
                          <a:pt x="669" y="150"/>
                        </a:moveTo>
                        <a:lnTo>
                          <a:pt x="377" y="309"/>
                        </a:lnTo>
                        <a:lnTo>
                          <a:pt x="0" y="132"/>
                        </a:lnTo>
                        <a:lnTo>
                          <a:pt x="273" y="0"/>
                        </a:lnTo>
                        <a:lnTo>
                          <a:pt x="669" y="15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59" name="Freeform 83">
                    <a:extLst>
                      <a:ext uri="{FF2B5EF4-FFF2-40B4-BE49-F238E27FC236}">
                        <a16:creationId xmlns:a16="http://schemas.microsoft.com/office/drawing/2014/main" id="{F52932FB-9727-06A1-4EC6-6F7B4ADE4266}"/>
                      </a:ext>
                    </a:extLst>
                  </p:cNvPr>
                  <p:cNvSpPr>
                    <a:spLocks/>
                  </p:cNvSpPr>
                  <p:nvPr/>
                </p:nvSpPr>
                <p:spPr bwMode="auto">
                  <a:xfrm>
                    <a:off x="393" y="1920"/>
                    <a:ext cx="148" cy="57"/>
                  </a:xfrm>
                  <a:custGeom>
                    <a:avLst/>
                    <a:gdLst>
                      <a:gd name="T0" fmla="*/ 0 w 738"/>
                      <a:gd name="T1" fmla="*/ 0 h 283"/>
                      <a:gd name="T2" fmla="*/ 0 w 738"/>
                      <a:gd name="T3" fmla="*/ 0 h 283"/>
                      <a:gd name="T4" fmla="*/ 0 w 738"/>
                      <a:gd name="T5" fmla="*/ 0 h 283"/>
                      <a:gd name="T6" fmla="*/ 0 w 738"/>
                      <a:gd name="T7" fmla="*/ 0 h 283"/>
                      <a:gd name="T8" fmla="*/ 0 w 738"/>
                      <a:gd name="T9" fmla="*/ 0 h 28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38" h="283">
                        <a:moveTo>
                          <a:pt x="584" y="283"/>
                        </a:moveTo>
                        <a:lnTo>
                          <a:pt x="738" y="205"/>
                        </a:lnTo>
                        <a:lnTo>
                          <a:pt x="118" y="0"/>
                        </a:lnTo>
                        <a:lnTo>
                          <a:pt x="0" y="60"/>
                        </a:lnTo>
                        <a:lnTo>
                          <a:pt x="584" y="283"/>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60" name="Line 84">
                    <a:extLst>
                      <a:ext uri="{FF2B5EF4-FFF2-40B4-BE49-F238E27FC236}">
                        <a16:creationId xmlns:a16="http://schemas.microsoft.com/office/drawing/2014/main" id="{B1F873C0-B8F1-7072-5208-739F0A2EEF0C}"/>
                      </a:ext>
                    </a:extLst>
                  </p:cNvPr>
                  <p:cNvSpPr>
                    <a:spLocks noChangeShapeType="1"/>
                  </p:cNvSpPr>
                  <p:nvPr/>
                </p:nvSpPr>
                <p:spPr bwMode="auto">
                  <a:xfrm flipH="1" flipV="1">
                    <a:off x="411" y="1923"/>
                    <a:ext cx="128" cy="44"/>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61" name="Line 85">
                    <a:extLst>
                      <a:ext uri="{FF2B5EF4-FFF2-40B4-BE49-F238E27FC236}">
                        <a16:creationId xmlns:a16="http://schemas.microsoft.com/office/drawing/2014/main" id="{6F549897-0A7F-7DDD-6668-12290E2287B3}"/>
                      </a:ext>
                    </a:extLst>
                  </p:cNvPr>
                  <p:cNvSpPr>
                    <a:spLocks noChangeShapeType="1"/>
                  </p:cNvSpPr>
                  <p:nvPr/>
                </p:nvSpPr>
                <p:spPr bwMode="auto">
                  <a:xfrm flipH="1" flipV="1">
                    <a:off x="404" y="1925"/>
                    <a:ext cx="124" cy="45"/>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62" name="Line 86">
                    <a:extLst>
                      <a:ext uri="{FF2B5EF4-FFF2-40B4-BE49-F238E27FC236}">
                        <a16:creationId xmlns:a16="http://schemas.microsoft.com/office/drawing/2014/main" id="{048836B9-A1F2-5004-EF42-5594272C8DF7}"/>
                      </a:ext>
                    </a:extLst>
                  </p:cNvPr>
                  <p:cNvSpPr>
                    <a:spLocks noChangeShapeType="1"/>
                  </p:cNvSpPr>
                  <p:nvPr/>
                </p:nvSpPr>
                <p:spPr bwMode="auto">
                  <a:xfrm flipH="1" flipV="1">
                    <a:off x="399" y="1930"/>
                    <a:ext cx="121" cy="46"/>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63" name="Line 87">
                    <a:extLst>
                      <a:ext uri="{FF2B5EF4-FFF2-40B4-BE49-F238E27FC236}">
                        <a16:creationId xmlns:a16="http://schemas.microsoft.com/office/drawing/2014/main" id="{C989318E-5EDA-9440-9A0B-D7FB971F756E}"/>
                      </a:ext>
                    </a:extLst>
                  </p:cNvPr>
                  <p:cNvSpPr>
                    <a:spLocks noChangeShapeType="1"/>
                  </p:cNvSpPr>
                  <p:nvPr/>
                </p:nvSpPr>
                <p:spPr bwMode="auto">
                  <a:xfrm flipH="1" flipV="1">
                    <a:off x="384" y="1937"/>
                    <a:ext cx="119" cy="48"/>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6624" name="Line 88">
                    <a:extLst>
                      <a:ext uri="{FF2B5EF4-FFF2-40B4-BE49-F238E27FC236}">
                        <a16:creationId xmlns:a16="http://schemas.microsoft.com/office/drawing/2014/main" id="{8A377DBB-D8BA-C976-E3C9-E71DD7066E06}"/>
                      </a:ext>
                    </a:extLst>
                  </p:cNvPr>
                  <p:cNvSpPr>
                    <a:spLocks noChangeShapeType="1"/>
                  </p:cNvSpPr>
                  <p:nvPr/>
                </p:nvSpPr>
                <p:spPr bwMode="auto">
                  <a:xfrm flipH="1" flipV="1">
                    <a:off x="375" y="1942"/>
                    <a:ext cx="118" cy="48"/>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6625" name="Line 89">
                    <a:extLst>
                      <a:ext uri="{FF2B5EF4-FFF2-40B4-BE49-F238E27FC236}">
                        <a16:creationId xmlns:a16="http://schemas.microsoft.com/office/drawing/2014/main" id="{C1B4B857-AAB4-CA69-D803-44BC175A32E0}"/>
                      </a:ext>
                    </a:extLst>
                  </p:cNvPr>
                  <p:cNvSpPr>
                    <a:spLocks noChangeShapeType="1"/>
                  </p:cNvSpPr>
                  <p:nvPr/>
                </p:nvSpPr>
                <p:spPr bwMode="auto">
                  <a:xfrm flipH="1" flipV="1">
                    <a:off x="365" y="1946"/>
                    <a:ext cx="119" cy="51"/>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6628" name="Line 90">
                    <a:extLst>
                      <a:ext uri="{FF2B5EF4-FFF2-40B4-BE49-F238E27FC236}">
                        <a16:creationId xmlns:a16="http://schemas.microsoft.com/office/drawing/2014/main" id="{189CAF58-B323-B2A8-8324-363B732D9433}"/>
                      </a:ext>
                    </a:extLst>
                  </p:cNvPr>
                  <p:cNvSpPr>
                    <a:spLocks noChangeShapeType="1"/>
                  </p:cNvSpPr>
                  <p:nvPr/>
                </p:nvSpPr>
                <p:spPr bwMode="auto">
                  <a:xfrm flipH="1" flipV="1">
                    <a:off x="358" y="1951"/>
                    <a:ext cx="114" cy="50"/>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6629" name="Line 91">
                    <a:extLst>
                      <a:ext uri="{FF2B5EF4-FFF2-40B4-BE49-F238E27FC236}">
                        <a16:creationId xmlns:a16="http://schemas.microsoft.com/office/drawing/2014/main" id="{A08C7305-15D0-DF2C-CC58-3A628F5E89D3}"/>
                      </a:ext>
                    </a:extLst>
                  </p:cNvPr>
                  <p:cNvSpPr>
                    <a:spLocks noChangeShapeType="1"/>
                  </p:cNvSpPr>
                  <p:nvPr/>
                </p:nvSpPr>
                <p:spPr bwMode="auto">
                  <a:xfrm flipH="1" flipV="1">
                    <a:off x="347" y="1956"/>
                    <a:ext cx="114" cy="51"/>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6630" name="Line 92">
                    <a:extLst>
                      <a:ext uri="{FF2B5EF4-FFF2-40B4-BE49-F238E27FC236}">
                        <a16:creationId xmlns:a16="http://schemas.microsoft.com/office/drawing/2014/main" id="{20CDAA2B-8E96-09ED-6F7F-50B39C6AEA32}"/>
                      </a:ext>
                    </a:extLst>
                  </p:cNvPr>
                  <p:cNvSpPr>
                    <a:spLocks noChangeShapeType="1"/>
                  </p:cNvSpPr>
                  <p:nvPr/>
                </p:nvSpPr>
                <p:spPr bwMode="auto">
                  <a:xfrm flipH="1">
                    <a:off x="437" y="1974"/>
                    <a:ext cx="61" cy="34"/>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6631" name="Line 93">
                    <a:extLst>
                      <a:ext uri="{FF2B5EF4-FFF2-40B4-BE49-F238E27FC236}">
                        <a16:creationId xmlns:a16="http://schemas.microsoft.com/office/drawing/2014/main" id="{4504AE93-D9BD-5657-EB43-77B4E5C5528F}"/>
                      </a:ext>
                    </a:extLst>
                  </p:cNvPr>
                  <p:cNvSpPr>
                    <a:spLocks noChangeShapeType="1"/>
                  </p:cNvSpPr>
                  <p:nvPr/>
                </p:nvSpPr>
                <p:spPr bwMode="auto">
                  <a:xfrm flipH="1">
                    <a:off x="426" y="1970"/>
                    <a:ext cx="58" cy="32"/>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6632" name="Line 94">
                    <a:extLst>
                      <a:ext uri="{FF2B5EF4-FFF2-40B4-BE49-F238E27FC236}">
                        <a16:creationId xmlns:a16="http://schemas.microsoft.com/office/drawing/2014/main" id="{788C8198-E07D-0E20-F5E5-4011C0F54BEE}"/>
                      </a:ext>
                    </a:extLst>
                  </p:cNvPr>
                  <p:cNvSpPr>
                    <a:spLocks noChangeShapeType="1"/>
                  </p:cNvSpPr>
                  <p:nvPr/>
                </p:nvSpPr>
                <p:spPr bwMode="auto">
                  <a:xfrm flipH="1">
                    <a:off x="401" y="1959"/>
                    <a:ext cx="58" cy="31"/>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6633" name="Line 95">
                    <a:extLst>
                      <a:ext uri="{FF2B5EF4-FFF2-40B4-BE49-F238E27FC236}">
                        <a16:creationId xmlns:a16="http://schemas.microsoft.com/office/drawing/2014/main" id="{1D9D3605-5362-4630-51BA-B8B0C3AD7B67}"/>
                      </a:ext>
                    </a:extLst>
                  </p:cNvPr>
                  <p:cNvSpPr>
                    <a:spLocks noChangeShapeType="1"/>
                  </p:cNvSpPr>
                  <p:nvPr/>
                </p:nvSpPr>
                <p:spPr bwMode="auto">
                  <a:xfrm flipH="1">
                    <a:off x="387" y="1954"/>
                    <a:ext cx="58" cy="31"/>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6634" name="Line 96">
                    <a:extLst>
                      <a:ext uri="{FF2B5EF4-FFF2-40B4-BE49-F238E27FC236}">
                        <a16:creationId xmlns:a16="http://schemas.microsoft.com/office/drawing/2014/main" id="{B13D3ECC-8893-D7B2-0A43-68D7C23F3465}"/>
                      </a:ext>
                    </a:extLst>
                  </p:cNvPr>
                  <p:cNvSpPr>
                    <a:spLocks noChangeShapeType="1"/>
                  </p:cNvSpPr>
                  <p:nvPr/>
                </p:nvSpPr>
                <p:spPr bwMode="auto">
                  <a:xfrm flipH="1">
                    <a:off x="375" y="1949"/>
                    <a:ext cx="56" cy="31"/>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6635" name="Line 97">
                    <a:extLst>
                      <a:ext uri="{FF2B5EF4-FFF2-40B4-BE49-F238E27FC236}">
                        <a16:creationId xmlns:a16="http://schemas.microsoft.com/office/drawing/2014/main" id="{EC024E70-B471-F8DE-EC74-83748FE818AD}"/>
                      </a:ext>
                    </a:extLst>
                  </p:cNvPr>
                  <p:cNvSpPr>
                    <a:spLocks noChangeShapeType="1"/>
                  </p:cNvSpPr>
                  <p:nvPr/>
                </p:nvSpPr>
                <p:spPr bwMode="auto">
                  <a:xfrm flipH="1">
                    <a:off x="364" y="1944"/>
                    <a:ext cx="53" cy="28"/>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6636" name="Line 98">
                    <a:extLst>
                      <a:ext uri="{FF2B5EF4-FFF2-40B4-BE49-F238E27FC236}">
                        <a16:creationId xmlns:a16="http://schemas.microsoft.com/office/drawing/2014/main" id="{48BF7F4C-9717-AF46-F1AB-24B468F5E709}"/>
                      </a:ext>
                    </a:extLst>
                  </p:cNvPr>
                  <p:cNvSpPr>
                    <a:spLocks noChangeShapeType="1"/>
                  </p:cNvSpPr>
                  <p:nvPr/>
                </p:nvSpPr>
                <p:spPr bwMode="auto">
                  <a:xfrm flipH="1">
                    <a:off x="352" y="1939"/>
                    <a:ext cx="55" cy="28"/>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6637" name="Line 99">
                    <a:extLst>
                      <a:ext uri="{FF2B5EF4-FFF2-40B4-BE49-F238E27FC236}">
                        <a16:creationId xmlns:a16="http://schemas.microsoft.com/office/drawing/2014/main" id="{0C3D4809-F960-5038-3520-8044DB763BD7}"/>
                      </a:ext>
                    </a:extLst>
                  </p:cNvPr>
                  <p:cNvSpPr>
                    <a:spLocks noChangeShapeType="1"/>
                  </p:cNvSpPr>
                  <p:nvPr/>
                </p:nvSpPr>
                <p:spPr bwMode="auto">
                  <a:xfrm flipH="1">
                    <a:off x="494" y="1955"/>
                    <a:ext cx="28" cy="14"/>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6638" name="Line 100">
                    <a:extLst>
                      <a:ext uri="{FF2B5EF4-FFF2-40B4-BE49-F238E27FC236}">
                        <a16:creationId xmlns:a16="http://schemas.microsoft.com/office/drawing/2014/main" id="{36F51EF1-BABF-FDD5-2CB3-F684635C75A7}"/>
                      </a:ext>
                    </a:extLst>
                  </p:cNvPr>
                  <p:cNvSpPr>
                    <a:spLocks noChangeShapeType="1"/>
                  </p:cNvSpPr>
                  <p:nvPr/>
                </p:nvSpPr>
                <p:spPr bwMode="auto">
                  <a:xfrm flipH="1">
                    <a:off x="477" y="1949"/>
                    <a:ext cx="26" cy="14"/>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6639" name="Line 101">
                    <a:extLst>
                      <a:ext uri="{FF2B5EF4-FFF2-40B4-BE49-F238E27FC236}">
                        <a16:creationId xmlns:a16="http://schemas.microsoft.com/office/drawing/2014/main" id="{EBE8F599-FF35-2A56-7558-FD61E3219FEC}"/>
                      </a:ext>
                    </a:extLst>
                  </p:cNvPr>
                  <p:cNvSpPr>
                    <a:spLocks noChangeShapeType="1"/>
                  </p:cNvSpPr>
                  <p:nvPr/>
                </p:nvSpPr>
                <p:spPr bwMode="auto">
                  <a:xfrm flipH="1">
                    <a:off x="460" y="1943"/>
                    <a:ext cx="28" cy="14"/>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6640" name="Line 102">
                    <a:extLst>
                      <a:ext uri="{FF2B5EF4-FFF2-40B4-BE49-F238E27FC236}">
                        <a16:creationId xmlns:a16="http://schemas.microsoft.com/office/drawing/2014/main" id="{EC2B9B1E-BB55-2F12-BDB9-19AD4A2946BB}"/>
                      </a:ext>
                    </a:extLst>
                  </p:cNvPr>
                  <p:cNvSpPr>
                    <a:spLocks noChangeShapeType="1"/>
                  </p:cNvSpPr>
                  <p:nvPr/>
                </p:nvSpPr>
                <p:spPr bwMode="auto">
                  <a:xfrm flipH="1">
                    <a:off x="443" y="1937"/>
                    <a:ext cx="27" cy="13"/>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6641" name="Line 103">
                    <a:extLst>
                      <a:ext uri="{FF2B5EF4-FFF2-40B4-BE49-F238E27FC236}">
                        <a16:creationId xmlns:a16="http://schemas.microsoft.com/office/drawing/2014/main" id="{396F63E7-0B07-D403-A547-C460FB32DF83}"/>
                      </a:ext>
                    </a:extLst>
                  </p:cNvPr>
                  <p:cNvSpPr>
                    <a:spLocks noChangeShapeType="1"/>
                  </p:cNvSpPr>
                  <p:nvPr/>
                </p:nvSpPr>
                <p:spPr bwMode="auto">
                  <a:xfrm flipH="1">
                    <a:off x="427" y="1931"/>
                    <a:ext cx="26" cy="14"/>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6642" name="Line 104">
                    <a:extLst>
                      <a:ext uri="{FF2B5EF4-FFF2-40B4-BE49-F238E27FC236}">
                        <a16:creationId xmlns:a16="http://schemas.microsoft.com/office/drawing/2014/main" id="{56B4DB1A-02AD-4527-37CB-E6F3557AA76A}"/>
                      </a:ext>
                    </a:extLst>
                  </p:cNvPr>
                  <p:cNvSpPr>
                    <a:spLocks noChangeShapeType="1"/>
                  </p:cNvSpPr>
                  <p:nvPr/>
                </p:nvSpPr>
                <p:spPr bwMode="auto">
                  <a:xfrm flipH="1">
                    <a:off x="408" y="1925"/>
                    <a:ext cx="24" cy="13"/>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grpSp>
      </p:grpSp>
      <p:grpSp>
        <p:nvGrpSpPr>
          <p:cNvPr id="26669" name="Group 105">
            <a:extLst>
              <a:ext uri="{FF2B5EF4-FFF2-40B4-BE49-F238E27FC236}">
                <a16:creationId xmlns:a16="http://schemas.microsoft.com/office/drawing/2014/main" id="{047F4FCF-56FF-A7E8-AA1D-6981F7407E86}"/>
              </a:ext>
            </a:extLst>
          </p:cNvPr>
          <p:cNvGrpSpPr>
            <a:grpSpLocks/>
          </p:cNvGrpSpPr>
          <p:nvPr/>
        </p:nvGrpSpPr>
        <p:grpSpPr bwMode="auto">
          <a:xfrm>
            <a:off x="599495" y="4854203"/>
            <a:ext cx="94588" cy="171450"/>
            <a:chOff x="287" y="1872"/>
            <a:chExt cx="55" cy="108"/>
          </a:xfrm>
        </p:grpSpPr>
        <p:sp>
          <p:nvSpPr>
            <p:cNvPr id="26670" name="Freeform 106">
              <a:extLst>
                <a:ext uri="{FF2B5EF4-FFF2-40B4-BE49-F238E27FC236}">
                  <a16:creationId xmlns:a16="http://schemas.microsoft.com/office/drawing/2014/main" id="{AED414EA-71E4-7FE1-DCBC-F6961B1BB346}"/>
                </a:ext>
              </a:extLst>
            </p:cNvPr>
            <p:cNvSpPr>
              <a:spLocks/>
            </p:cNvSpPr>
            <p:nvPr/>
          </p:nvSpPr>
          <p:spPr bwMode="auto">
            <a:xfrm>
              <a:off x="287" y="1872"/>
              <a:ext cx="55" cy="108"/>
            </a:xfrm>
            <a:custGeom>
              <a:avLst/>
              <a:gdLst>
                <a:gd name="T0" fmla="*/ 0 w 276"/>
                <a:gd name="T1" fmla="*/ 0 h 540"/>
                <a:gd name="T2" fmla="*/ 0 w 276"/>
                <a:gd name="T3" fmla="*/ 0 h 540"/>
                <a:gd name="T4" fmla="*/ 0 w 276"/>
                <a:gd name="T5" fmla="*/ 0 h 540"/>
                <a:gd name="T6" fmla="*/ 0 w 276"/>
                <a:gd name="T7" fmla="*/ 0 h 540"/>
                <a:gd name="T8" fmla="*/ 0 w 276"/>
                <a:gd name="T9" fmla="*/ 0 h 540"/>
                <a:gd name="T10" fmla="*/ 0 w 276"/>
                <a:gd name="T11" fmla="*/ 0 h 540"/>
                <a:gd name="T12" fmla="*/ 0 w 276"/>
                <a:gd name="T13" fmla="*/ 0 h 540"/>
                <a:gd name="T14" fmla="*/ 0 w 276"/>
                <a:gd name="T15" fmla="*/ 0 h 540"/>
                <a:gd name="T16" fmla="*/ 0 w 276"/>
                <a:gd name="T17" fmla="*/ 0 h 540"/>
                <a:gd name="T18" fmla="*/ 0 w 276"/>
                <a:gd name="T19" fmla="*/ 0 h 540"/>
                <a:gd name="T20" fmla="*/ 0 w 276"/>
                <a:gd name="T21" fmla="*/ 0 h 540"/>
                <a:gd name="T22" fmla="*/ 0 w 276"/>
                <a:gd name="T23" fmla="*/ 0 h 54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76" h="540">
                  <a:moveTo>
                    <a:pt x="0" y="192"/>
                  </a:moveTo>
                  <a:lnTo>
                    <a:pt x="53" y="121"/>
                  </a:lnTo>
                  <a:lnTo>
                    <a:pt x="104" y="84"/>
                  </a:lnTo>
                  <a:lnTo>
                    <a:pt x="125" y="30"/>
                  </a:lnTo>
                  <a:lnTo>
                    <a:pt x="137" y="6"/>
                  </a:lnTo>
                  <a:lnTo>
                    <a:pt x="195" y="0"/>
                  </a:lnTo>
                  <a:lnTo>
                    <a:pt x="276" y="45"/>
                  </a:lnTo>
                  <a:lnTo>
                    <a:pt x="255" y="143"/>
                  </a:lnTo>
                  <a:lnTo>
                    <a:pt x="232" y="198"/>
                  </a:lnTo>
                  <a:lnTo>
                    <a:pt x="179" y="365"/>
                  </a:lnTo>
                  <a:lnTo>
                    <a:pt x="92" y="540"/>
                  </a:lnTo>
                  <a:lnTo>
                    <a:pt x="0" y="192"/>
                  </a:lnTo>
                  <a:close/>
                </a:path>
              </a:pathLst>
            </a:custGeom>
            <a:solidFill>
              <a:srgbClr val="C0C0C0"/>
            </a:solidFill>
            <a:ln w="3175">
              <a:solidFill>
                <a:srgbClr val="000000"/>
              </a:solidFill>
              <a:prstDash val="solid"/>
              <a:round/>
              <a:headEnd/>
              <a:tailEnd/>
            </a:ln>
          </p:spPr>
          <p:txBody>
            <a:bodyPr/>
            <a:lstStyle/>
            <a:p>
              <a:endParaRPr lang="zh-CN" altLang="en-US" b="1">
                <a:solidFill>
                  <a:srgbClr val="000099"/>
                </a:solidFill>
              </a:endParaRPr>
            </a:p>
          </p:txBody>
        </p:sp>
        <p:sp>
          <p:nvSpPr>
            <p:cNvPr id="26671" name="Freeform 107">
              <a:extLst>
                <a:ext uri="{FF2B5EF4-FFF2-40B4-BE49-F238E27FC236}">
                  <a16:creationId xmlns:a16="http://schemas.microsoft.com/office/drawing/2014/main" id="{0FA1F9F1-5807-332F-33CD-8BE5D5F11F24}"/>
                </a:ext>
              </a:extLst>
            </p:cNvPr>
            <p:cNvSpPr>
              <a:spLocks/>
            </p:cNvSpPr>
            <p:nvPr/>
          </p:nvSpPr>
          <p:spPr bwMode="auto">
            <a:xfrm>
              <a:off x="296" y="1880"/>
              <a:ext cx="43" cy="77"/>
            </a:xfrm>
            <a:custGeom>
              <a:avLst/>
              <a:gdLst>
                <a:gd name="T0" fmla="*/ 0 w 216"/>
                <a:gd name="T1" fmla="*/ 0 h 385"/>
                <a:gd name="T2" fmla="*/ 0 w 216"/>
                <a:gd name="T3" fmla="*/ 0 h 385"/>
                <a:gd name="T4" fmla="*/ 0 w 216"/>
                <a:gd name="T5" fmla="*/ 0 h 385"/>
                <a:gd name="T6" fmla="*/ 0 w 216"/>
                <a:gd name="T7" fmla="*/ 0 h 385"/>
                <a:gd name="T8" fmla="*/ 0 w 216"/>
                <a:gd name="T9" fmla="*/ 0 h 385"/>
                <a:gd name="T10" fmla="*/ 0 w 216"/>
                <a:gd name="T11" fmla="*/ 0 h 385"/>
                <a:gd name="T12" fmla="*/ 0 w 216"/>
                <a:gd name="T13" fmla="*/ 0 h 385"/>
                <a:gd name="T14" fmla="*/ 0 w 216"/>
                <a:gd name="T15" fmla="*/ 0 h 385"/>
                <a:gd name="T16" fmla="*/ 0 w 216"/>
                <a:gd name="T17" fmla="*/ 0 h 385"/>
                <a:gd name="T18" fmla="*/ 0 w 216"/>
                <a:gd name="T19" fmla="*/ 0 h 385"/>
                <a:gd name="T20" fmla="*/ 0 w 216"/>
                <a:gd name="T21" fmla="*/ 0 h 385"/>
                <a:gd name="T22" fmla="*/ 0 w 216"/>
                <a:gd name="T23" fmla="*/ 0 h 385"/>
                <a:gd name="T24" fmla="*/ 0 w 216"/>
                <a:gd name="T25" fmla="*/ 0 h 385"/>
                <a:gd name="T26" fmla="*/ 0 w 216"/>
                <a:gd name="T27" fmla="*/ 0 h 385"/>
                <a:gd name="T28" fmla="*/ 0 w 216"/>
                <a:gd name="T29" fmla="*/ 0 h 385"/>
                <a:gd name="T30" fmla="*/ 0 w 216"/>
                <a:gd name="T31" fmla="*/ 0 h 385"/>
                <a:gd name="T32" fmla="*/ 0 w 216"/>
                <a:gd name="T33" fmla="*/ 0 h 385"/>
                <a:gd name="T34" fmla="*/ 0 w 216"/>
                <a:gd name="T35" fmla="*/ 0 h 385"/>
                <a:gd name="T36" fmla="*/ 0 w 216"/>
                <a:gd name="T37" fmla="*/ 0 h 385"/>
                <a:gd name="T38" fmla="*/ 0 w 216"/>
                <a:gd name="T39" fmla="*/ 0 h 385"/>
                <a:gd name="T40" fmla="*/ 0 w 216"/>
                <a:gd name="T41" fmla="*/ 0 h 385"/>
                <a:gd name="T42" fmla="*/ 0 w 216"/>
                <a:gd name="T43" fmla="*/ 0 h 385"/>
                <a:gd name="T44" fmla="*/ 0 w 216"/>
                <a:gd name="T45" fmla="*/ 0 h 385"/>
                <a:gd name="T46" fmla="*/ 0 w 216"/>
                <a:gd name="T47" fmla="*/ 0 h 385"/>
                <a:gd name="T48" fmla="*/ 0 w 216"/>
                <a:gd name="T49" fmla="*/ 0 h 385"/>
                <a:gd name="T50" fmla="*/ 0 w 216"/>
                <a:gd name="T51" fmla="*/ 0 h 385"/>
                <a:gd name="T52" fmla="*/ 0 w 216"/>
                <a:gd name="T53" fmla="*/ 0 h 385"/>
                <a:gd name="T54" fmla="*/ 0 w 216"/>
                <a:gd name="T55" fmla="*/ 0 h 385"/>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216" h="385">
                  <a:moveTo>
                    <a:pt x="91" y="0"/>
                  </a:moveTo>
                  <a:lnTo>
                    <a:pt x="115" y="25"/>
                  </a:lnTo>
                  <a:lnTo>
                    <a:pt x="165" y="46"/>
                  </a:lnTo>
                  <a:lnTo>
                    <a:pt x="216" y="44"/>
                  </a:lnTo>
                  <a:lnTo>
                    <a:pt x="185" y="132"/>
                  </a:lnTo>
                  <a:lnTo>
                    <a:pt x="147" y="128"/>
                  </a:lnTo>
                  <a:lnTo>
                    <a:pt x="118" y="112"/>
                  </a:lnTo>
                  <a:lnTo>
                    <a:pt x="134" y="138"/>
                  </a:lnTo>
                  <a:lnTo>
                    <a:pt x="177" y="146"/>
                  </a:lnTo>
                  <a:lnTo>
                    <a:pt x="145" y="242"/>
                  </a:lnTo>
                  <a:lnTo>
                    <a:pt x="124" y="312"/>
                  </a:lnTo>
                  <a:lnTo>
                    <a:pt x="115" y="271"/>
                  </a:lnTo>
                  <a:lnTo>
                    <a:pt x="103" y="197"/>
                  </a:lnTo>
                  <a:lnTo>
                    <a:pt x="102" y="155"/>
                  </a:lnTo>
                  <a:lnTo>
                    <a:pt x="94" y="173"/>
                  </a:lnTo>
                  <a:lnTo>
                    <a:pt x="94" y="222"/>
                  </a:lnTo>
                  <a:lnTo>
                    <a:pt x="103" y="290"/>
                  </a:lnTo>
                  <a:lnTo>
                    <a:pt x="110" y="333"/>
                  </a:lnTo>
                  <a:lnTo>
                    <a:pt x="91" y="385"/>
                  </a:lnTo>
                  <a:lnTo>
                    <a:pt x="55" y="250"/>
                  </a:lnTo>
                  <a:lnTo>
                    <a:pt x="39" y="204"/>
                  </a:lnTo>
                  <a:lnTo>
                    <a:pt x="12" y="135"/>
                  </a:lnTo>
                  <a:lnTo>
                    <a:pt x="0" y="115"/>
                  </a:lnTo>
                  <a:lnTo>
                    <a:pt x="16" y="88"/>
                  </a:lnTo>
                  <a:lnTo>
                    <a:pt x="64" y="64"/>
                  </a:lnTo>
                  <a:lnTo>
                    <a:pt x="81" y="87"/>
                  </a:lnTo>
                  <a:lnTo>
                    <a:pt x="71" y="46"/>
                  </a:lnTo>
                  <a:lnTo>
                    <a:pt x="9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grpSp>
      <p:grpSp>
        <p:nvGrpSpPr>
          <p:cNvPr id="26672" name="Group 108">
            <a:extLst>
              <a:ext uri="{FF2B5EF4-FFF2-40B4-BE49-F238E27FC236}">
                <a16:creationId xmlns:a16="http://schemas.microsoft.com/office/drawing/2014/main" id="{6CEBCD41-A085-D628-DD2A-97C4618B20BD}"/>
              </a:ext>
            </a:extLst>
          </p:cNvPr>
          <p:cNvGrpSpPr>
            <a:grpSpLocks/>
          </p:cNvGrpSpPr>
          <p:nvPr/>
        </p:nvGrpSpPr>
        <p:grpSpPr bwMode="auto">
          <a:xfrm>
            <a:off x="584017" y="4755778"/>
            <a:ext cx="120385" cy="120650"/>
            <a:chOff x="278" y="1810"/>
            <a:chExt cx="70" cy="76"/>
          </a:xfrm>
        </p:grpSpPr>
        <p:sp>
          <p:nvSpPr>
            <p:cNvPr id="26673" name="Freeform 109">
              <a:extLst>
                <a:ext uri="{FF2B5EF4-FFF2-40B4-BE49-F238E27FC236}">
                  <a16:creationId xmlns:a16="http://schemas.microsoft.com/office/drawing/2014/main" id="{370215CB-58CE-BC13-5B29-F8CF9043BB12}"/>
                </a:ext>
              </a:extLst>
            </p:cNvPr>
            <p:cNvSpPr>
              <a:spLocks/>
            </p:cNvSpPr>
            <p:nvPr/>
          </p:nvSpPr>
          <p:spPr bwMode="auto">
            <a:xfrm>
              <a:off x="297" y="1815"/>
              <a:ext cx="51" cy="71"/>
            </a:xfrm>
            <a:custGeom>
              <a:avLst/>
              <a:gdLst>
                <a:gd name="T0" fmla="*/ 0 w 256"/>
                <a:gd name="T1" fmla="*/ 0 h 356"/>
                <a:gd name="T2" fmla="*/ 0 w 256"/>
                <a:gd name="T3" fmla="*/ 0 h 356"/>
                <a:gd name="T4" fmla="*/ 0 w 256"/>
                <a:gd name="T5" fmla="*/ 0 h 356"/>
                <a:gd name="T6" fmla="*/ 0 w 256"/>
                <a:gd name="T7" fmla="*/ 0 h 356"/>
                <a:gd name="T8" fmla="*/ 0 w 256"/>
                <a:gd name="T9" fmla="*/ 0 h 356"/>
                <a:gd name="T10" fmla="*/ 0 w 256"/>
                <a:gd name="T11" fmla="*/ 0 h 356"/>
                <a:gd name="T12" fmla="*/ 0 w 256"/>
                <a:gd name="T13" fmla="*/ 0 h 356"/>
                <a:gd name="T14" fmla="*/ 0 w 256"/>
                <a:gd name="T15" fmla="*/ 0 h 356"/>
                <a:gd name="T16" fmla="*/ 0 w 256"/>
                <a:gd name="T17" fmla="*/ 0 h 356"/>
                <a:gd name="T18" fmla="*/ 0 w 256"/>
                <a:gd name="T19" fmla="*/ 0 h 356"/>
                <a:gd name="T20" fmla="*/ 0 w 256"/>
                <a:gd name="T21" fmla="*/ 0 h 356"/>
                <a:gd name="T22" fmla="*/ 0 w 256"/>
                <a:gd name="T23" fmla="*/ 0 h 356"/>
                <a:gd name="T24" fmla="*/ 0 w 256"/>
                <a:gd name="T25" fmla="*/ 0 h 356"/>
                <a:gd name="T26" fmla="*/ 0 w 256"/>
                <a:gd name="T27" fmla="*/ 0 h 356"/>
                <a:gd name="T28" fmla="*/ 0 w 256"/>
                <a:gd name="T29" fmla="*/ 0 h 356"/>
                <a:gd name="T30" fmla="*/ 0 w 256"/>
                <a:gd name="T31" fmla="*/ 0 h 356"/>
                <a:gd name="T32" fmla="*/ 0 w 256"/>
                <a:gd name="T33" fmla="*/ 0 h 356"/>
                <a:gd name="T34" fmla="*/ 0 w 256"/>
                <a:gd name="T35" fmla="*/ 0 h 356"/>
                <a:gd name="T36" fmla="*/ 0 w 256"/>
                <a:gd name="T37" fmla="*/ 0 h 356"/>
                <a:gd name="T38" fmla="*/ 0 w 256"/>
                <a:gd name="T39" fmla="*/ 0 h 356"/>
                <a:gd name="T40" fmla="*/ 0 w 256"/>
                <a:gd name="T41" fmla="*/ 0 h 356"/>
                <a:gd name="T42" fmla="*/ 0 w 256"/>
                <a:gd name="T43" fmla="*/ 0 h 356"/>
                <a:gd name="T44" fmla="*/ 0 w 256"/>
                <a:gd name="T45" fmla="*/ 0 h 356"/>
                <a:gd name="T46" fmla="*/ 0 w 256"/>
                <a:gd name="T47" fmla="*/ 0 h 356"/>
                <a:gd name="T48" fmla="*/ 0 w 256"/>
                <a:gd name="T49" fmla="*/ 0 h 356"/>
                <a:gd name="T50" fmla="*/ 0 w 256"/>
                <a:gd name="T51" fmla="*/ 0 h 356"/>
                <a:gd name="T52" fmla="*/ 0 w 256"/>
                <a:gd name="T53" fmla="*/ 0 h 356"/>
                <a:gd name="T54" fmla="*/ 0 w 256"/>
                <a:gd name="T55" fmla="*/ 0 h 356"/>
                <a:gd name="T56" fmla="*/ 0 w 256"/>
                <a:gd name="T57" fmla="*/ 0 h 356"/>
                <a:gd name="T58" fmla="*/ 0 w 256"/>
                <a:gd name="T59" fmla="*/ 0 h 356"/>
                <a:gd name="T60" fmla="*/ 0 w 256"/>
                <a:gd name="T61" fmla="*/ 0 h 356"/>
                <a:gd name="T62" fmla="*/ 0 w 256"/>
                <a:gd name="T63" fmla="*/ 0 h 356"/>
                <a:gd name="T64" fmla="*/ 0 w 256"/>
                <a:gd name="T65" fmla="*/ 0 h 356"/>
                <a:gd name="T66" fmla="*/ 0 w 256"/>
                <a:gd name="T67" fmla="*/ 0 h 356"/>
                <a:gd name="T68" fmla="*/ 0 w 256"/>
                <a:gd name="T69" fmla="*/ 0 h 356"/>
                <a:gd name="T70" fmla="*/ 0 w 256"/>
                <a:gd name="T71" fmla="*/ 0 h 356"/>
                <a:gd name="T72" fmla="*/ 0 w 256"/>
                <a:gd name="T73" fmla="*/ 0 h 356"/>
                <a:gd name="T74" fmla="*/ 0 w 256"/>
                <a:gd name="T75" fmla="*/ 0 h 356"/>
                <a:gd name="T76" fmla="*/ 0 w 256"/>
                <a:gd name="T77" fmla="*/ 0 h 356"/>
                <a:gd name="T78" fmla="*/ 0 w 256"/>
                <a:gd name="T79" fmla="*/ 0 h 356"/>
                <a:gd name="T80" fmla="*/ 0 w 256"/>
                <a:gd name="T81" fmla="*/ 0 h 356"/>
                <a:gd name="T82" fmla="*/ 0 w 256"/>
                <a:gd name="T83" fmla="*/ 0 h 356"/>
                <a:gd name="T84" fmla="*/ 0 w 256"/>
                <a:gd name="T85" fmla="*/ 0 h 356"/>
                <a:gd name="T86" fmla="*/ 0 w 256"/>
                <a:gd name="T87" fmla="*/ 0 h 356"/>
                <a:gd name="T88" fmla="*/ 0 w 256"/>
                <a:gd name="T89" fmla="*/ 0 h 356"/>
                <a:gd name="T90" fmla="*/ 0 w 256"/>
                <a:gd name="T91" fmla="*/ 0 h 356"/>
                <a:gd name="T92" fmla="*/ 0 w 256"/>
                <a:gd name="T93" fmla="*/ 0 h 356"/>
                <a:gd name="T94" fmla="*/ 0 w 256"/>
                <a:gd name="T95" fmla="*/ 0 h 35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256" h="356">
                  <a:moveTo>
                    <a:pt x="3" y="130"/>
                  </a:moveTo>
                  <a:lnTo>
                    <a:pt x="11" y="155"/>
                  </a:lnTo>
                  <a:lnTo>
                    <a:pt x="26" y="167"/>
                  </a:lnTo>
                  <a:lnTo>
                    <a:pt x="35" y="187"/>
                  </a:lnTo>
                  <a:lnTo>
                    <a:pt x="45" y="203"/>
                  </a:lnTo>
                  <a:lnTo>
                    <a:pt x="61" y="218"/>
                  </a:lnTo>
                  <a:lnTo>
                    <a:pt x="73" y="227"/>
                  </a:lnTo>
                  <a:lnTo>
                    <a:pt x="93" y="238"/>
                  </a:lnTo>
                  <a:lnTo>
                    <a:pt x="96" y="252"/>
                  </a:lnTo>
                  <a:lnTo>
                    <a:pt x="96" y="270"/>
                  </a:lnTo>
                  <a:lnTo>
                    <a:pt x="91" y="315"/>
                  </a:lnTo>
                  <a:lnTo>
                    <a:pt x="127" y="341"/>
                  </a:lnTo>
                  <a:lnTo>
                    <a:pt x="157" y="354"/>
                  </a:lnTo>
                  <a:lnTo>
                    <a:pt x="182" y="356"/>
                  </a:lnTo>
                  <a:lnTo>
                    <a:pt x="207" y="354"/>
                  </a:lnTo>
                  <a:lnTo>
                    <a:pt x="216" y="325"/>
                  </a:lnTo>
                  <a:lnTo>
                    <a:pt x="222" y="260"/>
                  </a:lnTo>
                  <a:lnTo>
                    <a:pt x="237" y="237"/>
                  </a:lnTo>
                  <a:lnTo>
                    <a:pt x="248" y="204"/>
                  </a:lnTo>
                  <a:lnTo>
                    <a:pt x="250" y="173"/>
                  </a:lnTo>
                  <a:lnTo>
                    <a:pt x="255" y="131"/>
                  </a:lnTo>
                  <a:lnTo>
                    <a:pt x="256" y="107"/>
                  </a:lnTo>
                  <a:lnTo>
                    <a:pt x="255" y="92"/>
                  </a:lnTo>
                  <a:lnTo>
                    <a:pt x="248" y="66"/>
                  </a:lnTo>
                  <a:lnTo>
                    <a:pt x="234" y="52"/>
                  </a:lnTo>
                  <a:lnTo>
                    <a:pt x="215" y="48"/>
                  </a:lnTo>
                  <a:lnTo>
                    <a:pt x="208" y="33"/>
                  </a:lnTo>
                  <a:lnTo>
                    <a:pt x="191" y="23"/>
                  </a:lnTo>
                  <a:lnTo>
                    <a:pt x="173" y="33"/>
                  </a:lnTo>
                  <a:lnTo>
                    <a:pt x="160" y="12"/>
                  </a:lnTo>
                  <a:lnTo>
                    <a:pt x="140" y="5"/>
                  </a:lnTo>
                  <a:lnTo>
                    <a:pt x="118" y="24"/>
                  </a:lnTo>
                  <a:lnTo>
                    <a:pt x="108" y="0"/>
                  </a:lnTo>
                  <a:lnTo>
                    <a:pt x="78" y="3"/>
                  </a:lnTo>
                  <a:lnTo>
                    <a:pt x="63" y="42"/>
                  </a:lnTo>
                  <a:lnTo>
                    <a:pt x="60" y="64"/>
                  </a:lnTo>
                  <a:lnTo>
                    <a:pt x="57" y="93"/>
                  </a:lnTo>
                  <a:lnTo>
                    <a:pt x="51" y="131"/>
                  </a:lnTo>
                  <a:lnTo>
                    <a:pt x="43" y="116"/>
                  </a:lnTo>
                  <a:lnTo>
                    <a:pt x="39" y="89"/>
                  </a:lnTo>
                  <a:lnTo>
                    <a:pt x="34" y="70"/>
                  </a:lnTo>
                  <a:lnTo>
                    <a:pt x="27" y="61"/>
                  </a:lnTo>
                  <a:lnTo>
                    <a:pt x="12" y="54"/>
                  </a:lnTo>
                  <a:lnTo>
                    <a:pt x="4" y="57"/>
                  </a:lnTo>
                  <a:lnTo>
                    <a:pt x="0" y="66"/>
                  </a:lnTo>
                  <a:lnTo>
                    <a:pt x="5" y="80"/>
                  </a:lnTo>
                  <a:lnTo>
                    <a:pt x="7" y="107"/>
                  </a:lnTo>
                  <a:lnTo>
                    <a:pt x="3" y="130"/>
                  </a:lnTo>
                  <a:close/>
                </a:path>
              </a:pathLst>
            </a:custGeom>
            <a:solidFill>
              <a:srgbClr val="FFC080"/>
            </a:solidFill>
            <a:ln w="3175">
              <a:solidFill>
                <a:srgbClr val="402000"/>
              </a:solidFill>
              <a:prstDash val="solid"/>
              <a:round/>
              <a:headEnd/>
              <a:tailEnd/>
            </a:ln>
          </p:spPr>
          <p:txBody>
            <a:bodyPr/>
            <a:lstStyle/>
            <a:p>
              <a:endParaRPr lang="zh-CN" altLang="en-US" b="1">
                <a:solidFill>
                  <a:srgbClr val="000099"/>
                </a:solidFill>
              </a:endParaRPr>
            </a:p>
          </p:txBody>
        </p:sp>
        <p:sp>
          <p:nvSpPr>
            <p:cNvPr id="26674" name="Freeform 110">
              <a:extLst>
                <a:ext uri="{FF2B5EF4-FFF2-40B4-BE49-F238E27FC236}">
                  <a16:creationId xmlns:a16="http://schemas.microsoft.com/office/drawing/2014/main" id="{39495304-853B-B3A5-9C7B-4AA19DDA5182}"/>
                </a:ext>
              </a:extLst>
            </p:cNvPr>
            <p:cNvSpPr>
              <a:spLocks/>
            </p:cNvSpPr>
            <p:nvPr/>
          </p:nvSpPr>
          <p:spPr bwMode="auto">
            <a:xfrm>
              <a:off x="320" y="1820"/>
              <a:ext cx="26" cy="27"/>
            </a:xfrm>
            <a:custGeom>
              <a:avLst/>
              <a:gdLst>
                <a:gd name="T0" fmla="*/ 0 w 129"/>
                <a:gd name="T1" fmla="*/ 0 h 134"/>
                <a:gd name="T2" fmla="*/ 0 w 129"/>
                <a:gd name="T3" fmla="*/ 0 h 134"/>
                <a:gd name="T4" fmla="*/ 0 w 129"/>
                <a:gd name="T5" fmla="*/ 0 h 134"/>
                <a:gd name="T6" fmla="*/ 0 w 129"/>
                <a:gd name="T7" fmla="*/ 0 h 134"/>
                <a:gd name="T8" fmla="*/ 0 w 129"/>
                <a:gd name="T9" fmla="*/ 0 h 134"/>
                <a:gd name="T10" fmla="*/ 0 w 129"/>
                <a:gd name="T11" fmla="*/ 0 h 134"/>
                <a:gd name="T12" fmla="*/ 0 w 129"/>
                <a:gd name="T13" fmla="*/ 0 h 134"/>
                <a:gd name="T14" fmla="*/ 0 w 129"/>
                <a:gd name="T15" fmla="*/ 0 h 134"/>
                <a:gd name="T16" fmla="*/ 0 w 129"/>
                <a:gd name="T17" fmla="*/ 0 h 134"/>
                <a:gd name="T18" fmla="*/ 0 w 129"/>
                <a:gd name="T19" fmla="*/ 0 h 134"/>
                <a:gd name="T20" fmla="*/ 0 w 129"/>
                <a:gd name="T21" fmla="*/ 0 h 134"/>
                <a:gd name="T22" fmla="*/ 0 w 129"/>
                <a:gd name="T23" fmla="*/ 0 h 134"/>
                <a:gd name="T24" fmla="*/ 0 w 129"/>
                <a:gd name="T25" fmla="*/ 0 h 134"/>
                <a:gd name="T26" fmla="*/ 0 w 129"/>
                <a:gd name="T27" fmla="*/ 0 h 134"/>
                <a:gd name="T28" fmla="*/ 0 w 129"/>
                <a:gd name="T29" fmla="*/ 0 h 134"/>
                <a:gd name="T30" fmla="*/ 0 w 129"/>
                <a:gd name="T31" fmla="*/ 0 h 134"/>
                <a:gd name="T32" fmla="*/ 0 w 129"/>
                <a:gd name="T33" fmla="*/ 0 h 134"/>
                <a:gd name="T34" fmla="*/ 0 w 129"/>
                <a:gd name="T35" fmla="*/ 0 h 134"/>
                <a:gd name="T36" fmla="*/ 0 w 129"/>
                <a:gd name="T37" fmla="*/ 0 h 134"/>
                <a:gd name="T38" fmla="*/ 0 w 129"/>
                <a:gd name="T39" fmla="*/ 0 h 134"/>
                <a:gd name="T40" fmla="*/ 0 w 129"/>
                <a:gd name="T41" fmla="*/ 0 h 134"/>
                <a:gd name="T42" fmla="*/ 0 w 129"/>
                <a:gd name="T43" fmla="*/ 0 h 134"/>
                <a:gd name="T44" fmla="*/ 0 w 129"/>
                <a:gd name="T45" fmla="*/ 0 h 134"/>
                <a:gd name="T46" fmla="*/ 0 w 129"/>
                <a:gd name="T47" fmla="*/ 0 h 134"/>
                <a:gd name="T48" fmla="*/ 0 w 129"/>
                <a:gd name="T49" fmla="*/ 0 h 134"/>
                <a:gd name="T50" fmla="*/ 0 w 129"/>
                <a:gd name="T51" fmla="*/ 0 h 134"/>
                <a:gd name="T52" fmla="*/ 0 w 129"/>
                <a:gd name="T53" fmla="*/ 0 h 134"/>
                <a:gd name="T54" fmla="*/ 0 w 129"/>
                <a:gd name="T55" fmla="*/ 0 h 134"/>
                <a:gd name="T56" fmla="*/ 0 w 129"/>
                <a:gd name="T57" fmla="*/ 0 h 134"/>
                <a:gd name="T58" fmla="*/ 0 w 129"/>
                <a:gd name="T59" fmla="*/ 0 h 134"/>
                <a:gd name="T60" fmla="*/ 0 w 129"/>
                <a:gd name="T61" fmla="*/ 0 h 134"/>
                <a:gd name="T62" fmla="*/ 0 w 129"/>
                <a:gd name="T63" fmla="*/ 0 h 134"/>
                <a:gd name="T64" fmla="*/ 0 w 129"/>
                <a:gd name="T65" fmla="*/ 0 h 134"/>
                <a:gd name="T66" fmla="*/ 0 w 129"/>
                <a:gd name="T67" fmla="*/ 0 h 134"/>
                <a:gd name="T68" fmla="*/ 0 w 129"/>
                <a:gd name="T69" fmla="*/ 0 h 134"/>
                <a:gd name="T70" fmla="*/ 0 w 129"/>
                <a:gd name="T71" fmla="*/ 0 h 134"/>
                <a:gd name="T72" fmla="*/ 0 w 129"/>
                <a:gd name="T73" fmla="*/ 0 h 134"/>
                <a:gd name="T74" fmla="*/ 0 w 129"/>
                <a:gd name="T75" fmla="*/ 0 h 134"/>
                <a:gd name="T76" fmla="*/ 0 w 129"/>
                <a:gd name="T77" fmla="*/ 0 h 134"/>
                <a:gd name="T78" fmla="*/ 0 w 129"/>
                <a:gd name="T79" fmla="*/ 0 h 134"/>
                <a:gd name="T80" fmla="*/ 0 w 129"/>
                <a:gd name="T81" fmla="*/ 0 h 134"/>
                <a:gd name="T82" fmla="*/ 0 w 129"/>
                <a:gd name="T83" fmla="*/ 0 h 134"/>
                <a:gd name="T84" fmla="*/ 0 w 129"/>
                <a:gd name="T85" fmla="*/ 0 h 134"/>
                <a:gd name="T86" fmla="*/ 0 w 129"/>
                <a:gd name="T87" fmla="*/ 0 h 134"/>
                <a:gd name="T88" fmla="*/ 0 w 129"/>
                <a:gd name="T89" fmla="*/ 0 h 134"/>
                <a:gd name="T90" fmla="*/ 0 w 129"/>
                <a:gd name="T91" fmla="*/ 0 h 134"/>
                <a:gd name="T92" fmla="*/ 0 w 129"/>
                <a:gd name="T93" fmla="*/ 0 h 134"/>
                <a:gd name="T94" fmla="*/ 0 w 129"/>
                <a:gd name="T95" fmla="*/ 0 h 134"/>
                <a:gd name="T96" fmla="*/ 0 w 129"/>
                <a:gd name="T97" fmla="*/ 0 h 134"/>
                <a:gd name="T98" fmla="*/ 0 w 129"/>
                <a:gd name="T99" fmla="*/ 0 h 134"/>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129" h="134">
                  <a:moveTo>
                    <a:pt x="6" y="2"/>
                  </a:moveTo>
                  <a:lnTo>
                    <a:pt x="13" y="30"/>
                  </a:lnTo>
                  <a:lnTo>
                    <a:pt x="22" y="49"/>
                  </a:lnTo>
                  <a:lnTo>
                    <a:pt x="11" y="91"/>
                  </a:lnTo>
                  <a:lnTo>
                    <a:pt x="18" y="100"/>
                  </a:lnTo>
                  <a:lnTo>
                    <a:pt x="28" y="104"/>
                  </a:lnTo>
                  <a:lnTo>
                    <a:pt x="41" y="102"/>
                  </a:lnTo>
                  <a:lnTo>
                    <a:pt x="51" y="79"/>
                  </a:lnTo>
                  <a:lnTo>
                    <a:pt x="60" y="61"/>
                  </a:lnTo>
                  <a:lnTo>
                    <a:pt x="55" y="36"/>
                  </a:lnTo>
                  <a:lnTo>
                    <a:pt x="53" y="9"/>
                  </a:lnTo>
                  <a:lnTo>
                    <a:pt x="60" y="12"/>
                  </a:lnTo>
                  <a:lnTo>
                    <a:pt x="62" y="37"/>
                  </a:lnTo>
                  <a:lnTo>
                    <a:pt x="65" y="54"/>
                  </a:lnTo>
                  <a:lnTo>
                    <a:pt x="65" y="68"/>
                  </a:lnTo>
                  <a:lnTo>
                    <a:pt x="56" y="83"/>
                  </a:lnTo>
                  <a:lnTo>
                    <a:pt x="47" y="100"/>
                  </a:lnTo>
                  <a:lnTo>
                    <a:pt x="46" y="116"/>
                  </a:lnTo>
                  <a:lnTo>
                    <a:pt x="56" y="123"/>
                  </a:lnTo>
                  <a:lnTo>
                    <a:pt x="75" y="120"/>
                  </a:lnTo>
                  <a:lnTo>
                    <a:pt x="86" y="106"/>
                  </a:lnTo>
                  <a:lnTo>
                    <a:pt x="104" y="84"/>
                  </a:lnTo>
                  <a:lnTo>
                    <a:pt x="103" y="70"/>
                  </a:lnTo>
                  <a:lnTo>
                    <a:pt x="101" y="45"/>
                  </a:lnTo>
                  <a:lnTo>
                    <a:pt x="107" y="65"/>
                  </a:lnTo>
                  <a:lnTo>
                    <a:pt x="108" y="84"/>
                  </a:lnTo>
                  <a:lnTo>
                    <a:pt x="94" y="103"/>
                  </a:lnTo>
                  <a:lnTo>
                    <a:pt x="93" y="117"/>
                  </a:lnTo>
                  <a:lnTo>
                    <a:pt x="96" y="128"/>
                  </a:lnTo>
                  <a:lnTo>
                    <a:pt x="104" y="131"/>
                  </a:lnTo>
                  <a:lnTo>
                    <a:pt x="113" y="125"/>
                  </a:lnTo>
                  <a:lnTo>
                    <a:pt x="129" y="109"/>
                  </a:lnTo>
                  <a:lnTo>
                    <a:pt x="116" y="127"/>
                  </a:lnTo>
                  <a:lnTo>
                    <a:pt x="111" y="134"/>
                  </a:lnTo>
                  <a:lnTo>
                    <a:pt x="97" y="134"/>
                  </a:lnTo>
                  <a:lnTo>
                    <a:pt x="91" y="126"/>
                  </a:lnTo>
                  <a:lnTo>
                    <a:pt x="87" y="114"/>
                  </a:lnTo>
                  <a:lnTo>
                    <a:pt x="79" y="125"/>
                  </a:lnTo>
                  <a:lnTo>
                    <a:pt x="63" y="127"/>
                  </a:lnTo>
                  <a:lnTo>
                    <a:pt x="49" y="127"/>
                  </a:lnTo>
                  <a:lnTo>
                    <a:pt x="43" y="116"/>
                  </a:lnTo>
                  <a:lnTo>
                    <a:pt x="41" y="106"/>
                  </a:lnTo>
                  <a:lnTo>
                    <a:pt x="35" y="109"/>
                  </a:lnTo>
                  <a:lnTo>
                    <a:pt x="24" y="109"/>
                  </a:lnTo>
                  <a:lnTo>
                    <a:pt x="11" y="101"/>
                  </a:lnTo>
                  <a:lnTo>
                    <a:pt x="8" y="86"/>
                  </a:lnTo>
                  <a:lnTo>
                    <a:pt x="18" y="51"/>
                  </a:lnTo>
                  <a:lnTo>
                    <a:pt x="7" y="29"/>
                  </a:lnTo>
                  <a:lnTo>
                    <a:pt x="0" y="0"/>
                  </a:lnTo>
                  <a:lnTo>
                    <a:pt x="6" y="2"/>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6675" name="Freeform 111">
              <a:extLst>
                <a:ext uri="{FF2B5EF4-FFF2-40B4-BE49-F238E27FC236}">
                  <a16:creationId xmlns:a16="http://schemas.microsoft.com/office/drawing/2014/main" id="{26979BF3-C3A4-D1DC-3DC8-0908C40ED3EB}"/>
                </a:ext>
              </a:extLst>
            </p:cNvPr>
            <p:cNvSpPr>
              <a:spLocks/>
            </p:cNvSpPr>
            <p:nvPr/>
          </p:nvSpPr>
          <p:spPr bwMode="auto">
            <a:xfrm>
              <a:off x="325" y="1834"/>
              <a:ext cx="4" cy="1"/>
            </a:xfrm>
            <a:custGeom>
              <a:avLst/>
              <a:gdLst>
                <a:gd name="T0" fmla="*/ 0 w 20"/>
                <a:gd name="T1" fmla="*/ 0 h 5"/>
                <a:gd name="T2" fmla="*/ 0 w 20"/>
                <a:gd name="T3" fmla="*/ 0 h 5"/>
                <a:gd name="T4" fmla="*/ 0 w 20"/>
                <a:gd name="T5" fmla="*/ 0 h 5"/>
                <a:gd name="T6" fmla="*/ 0 w 20"/>
                <a:gd name="T7" fmla="*/ 0 h 5"/>
                <a:gd name="T8" fmla="*/ 0 w 20"/>
                <a:gd name="T9" fmla="*/ 0 h 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 h="5">
                  <a:moveTo>
                    <a:pt x="0" y="5"/>
                  </a:moveTo>
                  <a:lnTo>
                    <a:pt x="6" y="4"/>
                  </a:lnTo>
                  <a:lnTo>
                    <a:pt x="20" y="4"/>
                  </a:lnTo>
                  <a:lnTo>
                    <a:pt x="5" y="0"/>
                  </a:lnTo>
                  <a:lnTo>
                    <a:pt x="0" y="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6676" name="Freeform 112">
              <a:extLst>
                <a:ext uri="{FF2B5EF4-FFF2-40B4-BE49-F238E27FC236}">
                  <a16:creationId xmlns:a16="http://schemas.microsoft.com/office/drawing/2014/main" id="{86184CDA-E8D8-E881-932D-0DE6D6FAAFE3}"/>
                </a:ext>
              </a:extLst>
            </p:cNvPr>
            <p:cNvSpPr>
              <a:spLocks/>
            </p:cNvSpPr>
            <p:nvPr/>
          </p:nvSpPr>
          <p:spPr bwMode="auto">
            <a:xfrm>
              <a:off x="330" y="1838"/>
              <a:ext cx="6" cy="2"/>
            </a:xfrm>
            <a:custGeom>
              <a:avLst/>
              <a:gdLst>
                <a:gd name="T0" fmla="*/ 0 w 27"/>
                <a:gd name="T1" fmla="*/ 0 h 9"/>
                <a:gd name="T2" fmla="*/ 0 w 27"/>
                <a:gd name="T3" fmla="*/ 0 h 9"/>
                <a:gd name="T4" fmla="*/ 0 w 27"/>
                <a:gd name="T5" fmla="*/ 0 h 9"/>
                <a:gd name="T6" fmla="*/ 0 w 27"/>
                <a:gd name="T7" fmla="*/ 0 h 9"/>
                <a:gd name="T8" fmla="*/ 0 w 27"/>
                <a:gd name="T9" fmla="*/ 0 h 9"/>
                <a:gd name="T10" fmla="*/ 0 w 27"/>
                <a:gd name="T11" fmla="*/ 0 h 9"/>
                <a:gd name="T12" fmla="*/ 0 w 27"/>
                <a:gd name="T13" fmla="*/ 0 h 9"/>
                <a:gd name="T14" fmla="*/ 0 w 27"/>
                <a:gd name="T15" fmla="*/ 0 h 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 h="9">
                  <a:moveTo>
                    <a:pt x="27" y="7"/>
                  </a:moveTo>
                  <a:lnTo>
                    <a:pt x="23" y="3"/>
                  </a:lnTo>
                  <a:lnTo>
                    <a:pt x="17" y="1"/>
                  </a:lnTo>
                  <a:lnTo>
                    <a:pt x="6" y="0"/>
                  </a:lnTo>
                  <a:lnTo>
                    <a:pt x="0" y="9"/>
                  </a:lnTo>
                  <a:lnTo>
                    <a:pt x="8" y="3"/>
                  </a:lnTo>
                  <a:lnTo>
                    <a:pt x="15" y="2"/>
                  </a:lnTo>
                  <a:lnTo>
                    <a:pt x="27" y="7"/>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6677" name="Freeform 113">
              <a:extLst>
                <a:ext uri="{FF2B5EF4-FFF2-40B4-BE49-F238E27FC236}">
                  <a16:creationId xmlns:a16="http://schemas.microsoft.com/office/drawing/2014/main" id="{2C591EEC-6851-84C0-1819-6DD636BF8E18}"/>
                </a:ext>
              </a:extLst>
            </p:cNvPr>
            <p:cNvSpPr>
              <a:spLocks/>
            </p:cNvSpPr>
            <p:nvPr/>
          </p:nvSpPr>
          <p:spPr bwMode="auto">
            <a:xfrm>
              <a:off x="340" y="1841"/>
              <a:ext cx="4" cy="1"/>
            </a:xfrm>
            <a:custGeom>
              <a:avLst/>
              <a:gdLst>
                <a:gd name="T0" fmla="*/ 0 w 20"/>
                <a:gd name="T1" fmla="*/ 0 h 4"/>
                <a:gd name="T2" fmla="*/ 0 w 20"/>
                <a:gd name="T3" fmla="*/ 0 h 4"/>
                <a:gd name="T4" fmla="*/ 0 w 20"/>
                <a:gd name="T5" fmla="*/ 0 h 4"/>
                <a:gd name="T6" fmla="*/ 0 w 20"/>
                <a:gd name="T7" fmla="*/ 0 h 4"/>
                <a:gd name="T8" fmla="*/ 0 w 20"/>
                <a:gd name="T9" fmla="*/ 0 h 4"/>
                <a:gd name="T10" fmla="*/ 0 w 20"/>
                <a:gd name="T11" fmla="*/ 0 h 4"/>
                <a:gd name="T12" fmla="*/ 0 w 20"/>
                <a:gd name="T13" fmla="*/ 0 h 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 h="4">
                  <a:moveTo>
                    <a:pt x="0" y="2"/>
                  </a:moveTo>
                  <a:lnTo>
                    <a:pt x="4" y="0"/>
                  </a:lnTo>
                  <a:lnTo>
                    <a:pt x="11" y="0"/>
                  </a:lnTo>
                  <a:lnTo>
                    <a:pt x="20" y="4"/>
                  </a:lnTo>
                  <a:lnTo>
                    <a:pt x="15" y="3"/>
                  </a:lnTo>
                  <a:lnTo>
                    <a:pt x="11" y="1"/>
                  </a:lnTo>
                  <a:lnTo>
                    <a:pt x="0" y="2"/>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6678" name="Freeform 114">
              <a:extLst>
                <a:ext uri="{FF2B5EF4-FFF2-40B4-BE49-F238E27FC236}">
                  <a16:creationId xmlns:a16="http://schemas.microsoft.com/office/drawing/2014/main" id="{BDE55F61-1F4C-3C94-7B2E-323D92350EE3}"/>
                </a:ext>
              </a:extLst>
            </p:cNvPr>
            <p:cNvSpPr>
              <a:spLocks/>
            </p:cNvSpPr>
            <p:nvPr/>
          </p:nvSpPr>
          <p:spPr bwMode="auto">
            <a:xfrm>
              <a:off x="323" y="1845"/>
              <a:ext cx="6" cy="15"/>
            </a:xfrm>
            <a:custGeom>
              <a:avLst/>
              <a:gdLst>
                <a:gd name="T0" fmla="*/ 0 w 31"/>
                <a:gd name="T1" fmla="*/ 0 h 74"/>
                <a:gd name="T2" fmla="*/ 0 w 31"/>
                <a:gd name="T3" fmla="*/ 0 h 74"/>
                <a:gd name="T4" fmla="*/ 0 w 31"/>
                <a:gd name="T5" fmla="*/ 0 h 74"/>
                <a:gd name="T6" fmla="*/ 0 w 31"/>
                <a:gd name="T7" fmla="*/ 0 h 74"/>
                <a:gd name="T8" fmla="*/ 0 w 31"/>
                <a:gd name="T9" fmla="*/ 0 h 74"/>
                <a:gd name="T10" fmla="*/ 0 w 31"/>
                <a:gd name="T11" fmla="*/ 0 h 74"/>
                <a:gd name="T12" fmla="*/ 0 w 31"/>
                <a:gd name="T13" fmla="*/ 0 h 74"/>
                <a:gd name="T14" fmla="*/ 0 w 31"/>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1" h="74">
                  <a:moveTo>
                    <a:pt x="0" y="0"/>
                  </a:moveTo>
                  <a:lnTo>
                    <a:pt x="17" y="19"/>
                  </a:lnTo>
                  <a:lnTo>
                    <a:pt x="25" y="42"/>
                  </a:lnTo>
                  <a:lnTo>
                    <a:pt x="26" y="74"/>
                  </a:lnTo>
                  <a:lnTo>
                    <a:pt x="31" y="49"/>
                  </a:lnTo>
                  <a:lnTo>
                    <a:pt x="29" y="29"/>
                  </a:lnTo>
                  <a:lnTo>
                    <a:pt x="24" y="20"/>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6679" name="Freeform 115">
              <a:extLst>
                <a:ext uri="{FF2B5EF4-FFF2-40B4-BE49-F238E27FC236}">
                  <a16:creationId xmlns:a16="http://schemas.microsoft.com/office/drawing/2014/main" id="{FF5E02EC-F3DC-C17E-A8E0-0A637106CD06}"/>
                </a:ext>
              </a:extLst>
            </p:cNvPr>
            <p:cNvSpPr>
              <a:spLocks/>
            </p:cNvSpPr>
            <p:nvPr/>
          </p:nvSpPr>
          <p:spPr bwMode="auto">
            <a:xfrm>
              <a:off x="308" y="1839"/>
              <a:ext cx="10" cy="5"/>
            </a:xfrm>
            <a:custGeom>
              <a:avLst/>
              <a:gdLst>
                <a:gd name="T0" fmla="*/ 0 w 50"/>
                <a:gd name="T1" fmla="*/ 0 h 25"/>
                <a:gd name="T2" fmla="*/ 0 w 50"/>
                <a:gd name="T3" fmla="*/ 0 h 25"/>
                <a:gd name="T4" fmla="*/ 0 w 50"/>
                <a:gd name="T5" fmla="*/ 0 h 25"/>
                <a:gd name="T6" fmla="*/ 0 w 50"/>
                <a:gd name="T7" fmla="*/ 0 h 25"/>
                <a:gd name="T8" fmla="*/ 0 w 50"/>
                <a:gd name="T9" fmla="*/ 0 h 25"/>
                <a:gd name="T10" fmla="*/ 0 w 50"/>
                <a:gd name="T11" fmla="*/ 0 h 2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0" h="25">
                  <a:moveTo>
                    <a:pt x="0" y="11"/>
                  </a:moveTo>
                  <a:lnTo>
                    <a:pt x="19" y="13"/>
                  </a:lnTo>
                  <a:lnTo>
                    <a:pt x="50" y="25"/>
                  </a:lnTo>
                  <a:lnTo>
                    <a:pt x="28" y="9"/>
                  </a:lnTo>
                  <a:lnTo>
                    <a:pt x="1" y="0"/>
                  </a:lnTo>
                  <a:lnTo>
                    <a:pt x="0" y="11"/>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6680" name="Freeform 116">
              <a:extLst>
                <a:ext uri="{FF2B5EF4-FFF2-40B4-BE49-F238E27FC236}">
                  <a16:creationId xmlns:a16="http://schemas.microsoft.com/office/drawing/2014/main" id="{4754DE60-4324-6C80-4CE6-BC45FD729B29}"/>
                </a:ext>
              </a:extLst>
            </p:cNvPr>
            <p:cNvSpPr>
              <a:spLocks/>
            </p:cNvSpPr>
            <p:nvPr/>
          </p:nvSpPr>
          <p:spPr bwMode="auto">
            <a:xfrm>
              <a:off x="321" y="1862"/>
              <a:ext cx="7" cy="7"/>
            </a:xfrm>
            <a:custGeom>
              <a:avLst/>
              <a:gdLst>
                <a:gd name="T0" fmla="*/ 0 w 39"/>
                <a:gd name="T1" fmla="*/ 0 h 33"/>
                <a:gd name="T2" fmla="*/ 0 w 39"/>
                <a:gd name="T3" fmla="*/ 0 h 33"/>
                <a:gd name="T4" fmla="*/ 0 w 39"/>
                <a:gd name="T5" fmla="*/ 0 h 33"/>
                <a:gd name="T6" fmla="*/ 0 w 39"/>
                <a:gd name="T7" fmla="*/ 0 h 33"/>
                <a:gd name="T8" fmla="*/ 0 w 39"/>
                <a:gd name="T9" fmla="*/ 0 h 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33">
                  <a:moveTo>
                    <a:pt x="39" y="0"/>
                  </a:moveTo>
                  <a:lnTo>
                    <a:pt x="20" y="21"/>
                  </a:lnTo>
                  <a:lnTo>
                    <a:pt x="0" y="33"/>
                  </a:lnTo>
                  <a:lnTo>
                    <a:pt x="26" y="25"/>
                  </a:lnTo>
                  <a:lnTo>
                    <a:pt x="39"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6681" name="Freeform 117">
              <a:extLst>
                <a:ext uri="{FF2B5EF4-FFF2-40B4-BE49-F238E27FC236}">
                  <a16:creationId xmlns:a16="http://schemas.microsoft.com/office/drawing/2014/main" id="{806B455B-816D-E809-BCD5-E20C5FF022C0}"/>
                </a:ext>
              </a:extLst>
            </p:cNvPr>
            <p:cNvSpPr>
              <a:spLocks/>
            </p:cNvSpPr>
            <p:nvPr/>
          </p:nvSpPr>
          <p:spPr bwMode="auto">
            <a:xfrm>
              <a:off x="332" y="1858"/>
              <a:ext cx="7" cy="7"/>
            </a:xfrm>
            <a:custGeom>
              <a:avLst/>
              <a:gdLst>
                <a:gd name="T0" fmla="*/ 0 w 38"/>
                <a:gd name="T1" fmla="*/ 0 h 35"/>
                <a:gd name="T2" fmla="*/ 0 w 38"/>
                <a:gd name="T3" fmla="*/ 0 h 35"/>
                <a:gd name="T4" fmla="*/ 0 w 38"/>
                <a:gd name="T5" fmla="*/ 0 h 35"/>
                <a:gd name="T6" fmla="*/ 0 w 38"/>
                <a:gd name="T7" fmla="*/ 0 h 35"/>
                <a:gd name="T8" fmla="*/ 0 w 38"/>
                <a:gd name="T9" fmla="*/ 0 h 35"/>
                <a:gd name="T10" fmla="*/ 0 w 38"/>
                <a:gd name="T11" fmla="*/ 0 h 35"/>
                <a:gd name="T12" fmla="*/ 0 w 38"/>
                <a:gd name="T13" fmla="*/ 0 h 35"/>
                <a:gd name="T14" fmla="*/ 0 w 38"/>
                <a:gd name="T15" fmla="*/ 0 h 3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8" h="35">
                  <a:moveTo>
                    <a:pt x="0" y="0"/>
                  </a:moveTo>
                  <a:lnTo>
                    <a:pt x="3" y="13"/>
                  </a:lnTo>
                  <a:lnTo>
                    <a:pt x="22" y="29"/>
                  </a:lnTo>
                  <a:lnTo>
                    <a:pt x="38" y="35"/>
                  </a:lnTo>
                  <a:lnTo>
                    <a:pt x="12" y="32"/>
                  </a:lnTo>
                  <a:lnTo>
                    <a:pt x="3" y="21"/>
                  </a:lnTo>
                  <a:lnTo>
                    <a:pt x="2" y="9"/>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6682" name="Freeform 118">
              <a:extLst>
                <a:ext uri="{FF2B5EF4-FFF2-40B4-BE49-F238E27FC236}">
                  <a16:creationId xmlns:a16="http://schemas.microsoft.com/office/drawing/2014/main" id="{7CFC6910-2B57-69AC-7B48-7CAC97985C20}"/>
                </a:ext>
              </a:extLst>
            </p:cNvPr>
            <p:cNvSpPr>
              <a:spLocks/>
            </p:cNvSpPr>
            <p:nvPr/>
          </p:nvSpPr>
          <p:spPr bwMode="auto">
            <a:xfrm>
              <a:off x="278" y="1810"/>
              <a:ext cx="41" cy="31"/>
            </a:xfrm>
            <a:custGeom>
              <a:avLst/>
              <a:gdLst>
                <a:gd name="T0" fmla="*/ 0 w 201"/>
                <a:gd name="T1" fmla="*/ 0 h 158"/>
                <a:gd name="T2" fmla="*/ 0 w 201"/>
                <a:gd name="T3" fmla="*/ 0 h 158"/>
                <a:gd name="T4" fmla="*/ 0 w 201"/>
                <a:gd name="T5" fmla="*/ 0 h 158"/>
                <a:gd name="T6" fmla="*/ 0 w 201"/>
                <a:gd name="T7" fmla="*/ 0 h 158"/>
                <a:gd name="T8" fmla="*/ 0 w 201"/>
                <a:gd name="T9" fmla="*/ 0 h 158"/>
                <a:gd name="T10" fmla="*/ 0 w 201"/>
                <a:gd name="T11" fmla="*/ 0 h 158"/>
                <a:gd name="T12" fmla="*/ 0 w 201"/>
                <a:gd name="T13" fmla="*/ 0 h 15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1" h="158">
                  <a:moveTo>
                    <a:pt x="165" y="158"/>
                  </a:moveTo>
                  <a:lnTo>
                    <a:pt x="201" y="76"/>
                  </a:lnTo>
                  <a:lnTo>
                    <a:pt x="132" y="31"/>
                  </a:lnTo>
                  <a:lnTo>
                    <a:pt x="29" y="0"/>
                  </a:lnTo>
                  <a:lnTo>
                    <a:pt x="0" y="87"/>
                  </a:lnTo>
                  <a:lnTo>
                    <a:pt x="94" y="114"/>
                  </a:lnTo>
                  <a:lnTo>
                    <a:pt x="165" y="158"/>
                  </a:lnTo>
                  <a:close/>
                </a:path>
              </a:pathLst>
            </a:custGeom>
            <a:solidFill>
              <a:srgbClr val="FFFFFF"/>
            </a:solidFill>
            <a:ln w="3175">
              <a:solidFill>
                <a:srgbClr val="000000"/>
              </a:solidFill>
              <a:prstDash val="solid"/>
              <a:round/>
              <a:headEnd/>
              <a:tailEnd/>
            </a:ln>
          </p:spPr>
          <p:txBody>
            <a:bodyPr/>
            <a:lstStyle/>
            <a:p>
              <a:endParaRPr lang="zh-CN" altLang="en-US" b="1">
                <a:solidFill>
                  <a:srgbClr val="000099"/>
                </a:solidFill>
              </a:endParaRPr>
            </a:p>
          </p:txBody>
        </p:sp>
        <p:sp>
          <p:nvSpPr>
            <p:cNvPr id="26683" name="Oval 119">
              <a:extLst>
                <a:ext uri="{FF2B5EF4-FFF2-40B4-BE49-F238E27FC236}">
                  <a16:creationId xmlns:a16="http://schemas.microsoft.com/office/drawing/2014/main" id="{A149A4F8-2081-A2F9-A5BB-A37A75EE6D83}"/>
                </a:ext>
              </a:extLst>
            </p:cNvPr>
            <p:cNvSpPr>
              <a:spLocks noChangeArrowheads="1"/>
            </p:cNvSpPr>
            <p:nvPr/>
          </p:nvSpPr>
          <p:spPr bwMode="auto">
            <a:xfrm>
              <a:off x="304" y="1824"/>
              <a:ext cx="7" cy="9"/>
            </a:xfrm>
            <a:prstGeom prst="ellipse">
              <a:avLst/>
            </a:prstGeom>
            <a:solidFill>
              <a:srgbClr val="FFFFFF"/>
            </a:solidFill>
            <a:ln w="3175">
              <a:solidFill>
                <a:srgbClr val="000000"/>
              </a:solidFill>
              <a:round/>
              <a:headEnd/>
              <a:tailEnd/>
            </a:ln>
          </p:spPr>
          <p:txBody>
            <a:bodyPr/>
            <a:lstStyle/>
            <a:p>
              <a:pPr eaLnBrk="1" hangingPunct="1"/>
              <a:endParaRPr lang="zh-CN" altLang="en-US" b="1">
                <a:solidFill>
                  <a:srgbClr val="000099"/>
                </a:solidFill>
              </a:endParaRPr>
            </a:p>
          </p:txBody>
        </p:sp>
        <p:sp>
          <p:nvSpPr>
            <p:cNvPr id="26684" name="Freeform 120">
              <a:extLst>
                <a:ext uri="{FF2B5EF4-FFF2-40B4-BE49-F238E27FC236}">
                  <a16:creationId xmlns:a16="http://schemas.microsoft.com/office/drawing/2014/main" id="{0807A5B4-3E6C-AD43-3A33-742EEA29CC96}"/>
                </a:ext>
              </a:extLst>
            </p:cNvPr>
            <p:cNvSpPr>
              <a:spLocks/>
            </p:cNvSpPr>
            <p:nvPr/>
          </p:nvSpPr>
          <p:spPr bwMode="auto">
            <a:xfrm>
              <a:off x="297" y="1826"/>
              <a:ext cx="10" cy="22"/>
            </a:xfrm>
            <a:custGeom>
              <a:avLst/>
              <a:gdLst>
                <a:gd name="T0" fmla="*/ 0 w 52"/>
                <a:gd name="T1" fmla="*/ 0 h 111"/>
                <a:gd name="T2" fmla="*/ 0 w 52"/>
                <a:gd name="T3" fmla="*/ 0 h 111"/>
                <a:gd name="T4" fmla="*/ 0 w 52"/>
                <a:gd name="T5" fmla="*/ 0 h 111"/>
                <a:gd name="T6" fmla="*/ 0 w 52"/>
                <a:gd name="T7" fmla="*/ 0 h 111"/>
                <a:gd name="T8" fmla="*/ 0 w 52"/>
                <a:gd name="T9" fmla="*/ 0 h 111"/>
                <a:gd name="T10" fmla="*/ 0 w 52"/>
                <a:gd name="T11" fmla="*/ 0 h 111"/>
                <a:gd name="T12" fmla="*/ 0 w 52"/>
                <a:gd name="T13" fmla="*/ 0 h 111"/>
                <a:gd name="T14" fmla="*/ 0 w 52"/>
                <a:gd name="T15" fmla="*/ 0 h 111"/>
                <a:gd name="T16" fmla="*/ 0 w 52"/>
                <a:gd name="T17" fmla="*/ 0 h 111"/>
                <a:gd name="T18" fmla="*/ 0 w 52"/>
                <a:gd name="T19" fmla="*/ 0 h 111"/>
                <a:gd name="T20" fmla="*/ 0 w 52"/>
                <a:gd name="T21" fmla="*/ 0 h 111"/>
                <a:gd name="T22" fmla="*/ 0 w 52"/>
                <a:gd name="T23" fmla="*/ 0 h 111"/>
                <a:gd name="T24" fmla="*/ 0 w 52"/>
                <a:gd name="T25" fmla="*/ 0 h 111"/>
                <a:gd name="T26" fmla="*/ 0 w 52"/>
                <a:gd name="T27" fmla="*/ 0 h 111"/>
                <a:gd name="T28" fmla="*/ 0 w 52"/>
                <a:gd name="T29" fmla="*/ 0 h 111"/>
                <a:gd name="T30" fmla="*/ 0 w 52"/>
                <a:gd name="T31" fmla="*/ 0 h 11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52" h="111">
                  <a:moveTo>
                    <a:pt x="4" y="74"/>
                  </a:moveTo>
                  <a:lnTo>
                    <a:pt x="7" y="55"/>
                  </a:lnTo>
                  <a:lnTo>
                    <a:pt x="5" y="36"/>
                  </a:lnTo>
                  <a:lnTo>
                    <a:pt x="4" y="23"/>
                  </a:lnTo>
                  <a:lnTo>
                    <a:pt x="0" y="13"/>
                  </a:lnTo>
                  <a:lnTo>
                    <a:pt x="4" y="4"/>
                  </a:lnTo>
                  <a:lnTo>
                    <a:pt x="11" y="0"/>
                  </a:lnTo>
                  <a:lnTo>
                    <a:pt x="27" y="6"/>
                  </a:lnTo>
                  <a:lnTo>
                    <a:pt x="33" y="16"/>
                  </a:lnTo>
                  <a:lnTo>
                    <a:pt x="37" y="27"/>
                  </a:lnTo>
                  <a:lnTo>
                    <a:pt x="39" y="39"/>
                  </a:lnTo>
                  <a:lnTo>
                    <a:pt x="40" y="59"/>
                  </a:lnTo>
                  <a:lnTo>
                    <a:pt x="52" y="79"/>
                  </a:lnTo>
                  <a:lnTo>
                    <a:pt x="23" y="111"/>
                  </a:lnTo>
                  <a:lnTo>
                    <a:pt x="11" y="103"/>
                  </a:lnTo>
                  <a:lnTo>
                    <a:pt x="4" y="74"/>
                  </a:lnTo>
                  <a:close/>
                </a:path>
              </a:pathLst>
            </a:custGeom>
            <a:solidFill>
              <a:srgbClr val="FFC080"/>
            </a:solidFill>
            <a:ln w="3175">
              <a:solidFill>
                <a:srgbClr val="402000"/>
              </a:solidFill>
              <a:prstDash val="solid"/>
              <a:round/>
              <a:headEnd/>
              <a:tailEnd/>
            </a:ln>
          </p:spPr>
          <p:txBody>
            <a:bodyPr/>
            <a:lstStyle/>
            <a:p>
              <a:endParaRPr lang="zh-CN" altLang="en-US" b="1">
                <a:solidFill>
                  <a:srgbClr val="000099"/>
                </a:solidFill>
              </a:endParaRPr>
            </a:p>
          </p:txBody>
        </p:sp>
        <p:sp>
          <p:nvSpPr>
            <p:cNvPr id="26685" name="Freeform 121">
              <a:extLst>
                <a:ext uri="{FF2B5EF4-FFF2-40B4-BE49-F238E27FC236}">
                  <a16:creationId xmlns:a16="http://schemas.microsoft.com/office/drawing/2014/main" id="{F4A1C59D-384A-9A7D-B90B-96976EBD22D9}"/>
                </a:ext>
              </a:extLst>
            </p:cNvPr>
            <p:cNvSpPr>
              <a:spLocks/>
            </p:cNvSpPr>
            <p:nvPr/>
          </p:nvSpPr>
          <p:spPr bwMode="auto">
            <a:xfrm>
              <a:off x="301" y="1841"/>
              <a:ext cx="7" cy="7"/>
            </a:xfrm>
            <a:custGeom>
              <a:avLst/>
              <a:gdLst>
                <a:gd name="T0" fmla="*/ 0 w 35"/>
                <a:gd name="T1" fmla="*/ 0 h 34"/>
                <a:gd name="T2" fmla="*/ 0 w 35"/>
                <a:gd name="T3" fmla="*/ 0 h 34"/>
                <a:gd name="T4" fmla="*/ 0 w 35"/>
                <a:gd name="T5" fmla="*/ 0 h 34"/>
                <a:gd name="T6" fmla="*/ 0 w 35"/>
                <a:gd name="T7" fmla="*/ 0 h 34"/>
                <a:gd name="T8" fmla="*/ 0 w 35"/>
                <a:gd name="T9" fmla="*/ 0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34">
                  <a:moveTo>
                    <a:pt x="24" y="0"/>
                  </a:moveTo>
                  <a:lnTo>
                    <a:pt x="35" y="4"/>
                  </a:lnTo>
                  <a:lnTo>
                    <a:pt x="9" y="34"/>
                  </a:lnTo>
                  <a:lnTo>
                    <a:pt x="0" y="26"/>
                  </a:lnTo>
                  <a:lnTo>
                    <a:pt x="24" y="0"/>
                  </a:lnTo>
                  <a:close/>
                </a:path>
              </a:pathLst>
            </a:custGeom>
            <a:solidFill>
              <a:srgbClr val="FFC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6686" name="Freeform 122">
              <a:extLst>
                <a:ext uri="{FF2B5EF4-FFF2-40B4-BE49-F238E27FC236}">
                  <a16:creationId xmlns:a16="http://schemas.microsoft.com/office/drawing/2014/main" id="{5DA6D036-D58B-1C83-D942-F2BA385E2762}"/>
                </a:ext>
              </a:extLst>
            </p:cNvPr>
            <p:cNvSpPr>
              <a:spLocks/>
            </p:cNvSpPr>
            <p:nvPr/>
          </p:nvSpPr>
          <p:spPr bwMode="auto">
            <a:xfrm>
              <a:off x="312" y="1815"/>
              <a:ext cx="9" cy="20"/>
            </a:xfrm>
            <a:custGeom>
              <a:avLst/>
              <a:gdLst>
                <a:gd name="T0" fmla="*/ 0 w 48"/>
                <a:gd name="T1" fmla="*/ 0 h 97"/>
                <a:gd name="T2" fmla="*/ 0 w 48"/>
                <a:gd name="T3" fmla="*/ 0 h 97"/>
                <a:gd name="T4" fmla="*/ 0 w 48"/>
                <a:gd name="T5" fmla="*/ 0 h 97"/>
                <a:gd name="T6" fmla="*/ 0 w 48"/>
                <a:gd name="T7" fmla="*/ 0 h 97"/>
                <a:gd name="T8" fmla="*/ 0 w 48"/>
                <a:gd name="T9" fmla="*/ 0 h 97"/>
                <a:gd name="T10" fmla="*/ 0 w 48"/>
                <a:gd name="T11" fmla="*/ 0 h 97"/>
                <a:gd name="T12" fmla="*/ 0 w 48"/>
                <a:gd name="T13" fmla="*/ 0 h 97"/>
                <a:gd name="T14" fmla="*/ 0 w 48"/>
                <a:gd name="T15" fmla="*/ 0 h 97"/>
                <a:gd name="T16" fmla="*/ 0 w 48"/>
                <a:gd name="T17" fmla="*/ 0 h 97"/>
                <a:gd name="T18" fmla="*/ 0 w 48"/>
                <a:gd name="T19" fmla="*/ 0 h 97"/>
                <a:gd name="T20" fmla="*/ 0 w 48"/>
                <a:gd name="T21" fmla="*/ 0 h 97"/>
                <a:gd name="T22" fmla="*/ 0 w 48"/>
                <a:gd name="T23" fmla="*/ 0 h 97"/>
                <a:gd name="T24" fmla="*/ 0 w 48"/>
                <a:gd name="T25" fmla="*/ 0 h 97"/>
                <a:gd name="T26" fmla="*/ 0 w 48"/>
                <a:gd name="T27" fmla="*/ 0 h 97"/>
                <a:gd name="T28" fmla="*/ 0 w 48"/>
                <a:gd name="T29" fmla="*/ 0 h 97"/>
                <a:gd name="T30" fmla="*/ 0 w 48"/>
                <a:gd name="T31" fmla="*/ 0 h 97"/>
                <a:gd name="T32" fmla="*/ 0 w 48"/>
                <a:gd name="T33" fmla="*/ 0 h 97"/>
                <a:gd name="T34" fmla="*/ 0 w 48"/>
                <a:gd name="T35" fmla="*/ 0 h 97"/>
                <a:gd name="T36" fmla="*/ 0 w 48"/>
                <a:gd name="T37" fmla="*/ 0 h 9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48" h="97">
                  <a:moveTo>
                    <a:pt x="0" y="23"/>
                  </a:moveTo>
                  <a:lnTo>
                    <a:pt x="4" y="43"/>
                  </a:lnTo>
                  <a:lnTo>
                    <a:pt x="6" y="51"/>
                  </a:lnTo>
                  <a:lnTo>
                    <a:pt x="7" y="64"/>
                  </a:lnTo>
                  <a:lnTo>
                    <a:pt x="5" y="73"/>
                  </a:lnTo>
                  <a:lnTo>
                    <a:pt x="7" y="84"/>
                  </a:lnTo>
                  <a:lnTo>
                    <a:pt x="14" y="95"/>
                  </a:lnTo>
                  <a:lnTo>
                    <a:pt x="21" y="96"/>
                  </a:lnTo>
                  <a:lnTo>
                    <a:pt x="34" y="97"/>
                  </a:lnTo>
                  <a:lnTo>
                    <a:pt x="43" y="91"/>
                  </a:lnTo>
                  <a:lnTo>
                    <a:pt x="46" y="88"/>
                  </a:lnTo>
                  <a:lnTo>
                    <a:pt x="48" y="77"/>
                  </a:lnTo>
                  <a:lnTo>
                    <a:pt x="48" y="59"/>
                  </a:lnTo>
                  <a:lnTo>
                    <a:pt x="48" y="48"/>
                  </a:lnTo>
                  <a:lnTo>
                    <a:pt x="46" y="32"/>
                  </a:lnTo>
                  <a:lnTo>
                    <a:pt x="44" y="22"/>
                  </a:lnTo>
                  <a:lnTo>
                    <a:pt x="36" y="0"/>
                  </a:lnTo>
                  <a:lnTo>
                    <a:pt x="7" y="1"/>
                  </a:lnTo>
                  <a:lnTo>
                    <a:pt x="0" y="23"/>
                  </a:lnTo>
                  <a:close/>
                </a:path>
              </a:pathLst>
            </a:custGeom>
            <a:solidFill>
              <a:srgbClr val="FFC080"/>
            </a:solidFill>
            <a:ln w="3175">
              <a:solidFill>
                <a:srgbClr val="402000"/>
              </a:solidFill>
              <a:prstDash val="solid"/>
              <a:round/>
              <a:headEnd/>
              <a:tailEnd/>
            </a:ln>
          </p:spPr>
          <p:txBody>
            <a:bodyPr/>
            <a:lstStyle/>
            <a:p>
              <a:endParaRPr lang="zh-CN" altLang="en-US" b="1">
                <a:solidFill>
                  <a:srgbClr val="000099"/>
                </a:solidFill>
              </a:endParaRPr>
            </a:p>
          </p:txBody>
        </p:sp>
        <p:sp>
          <p:nvSpPr>
            <p:cNvPr id="26687" name="Freeform 123">
              <a:extLst>
                <a:ext uri="{FF2B5EF4-FFF2-40B4-BE49-F238E27FC236}">
                  <a16:creationId xmlns:a16="http://schemas.microsoft.com/office/drawing/2014/main" id="{3FC8DACC-5DDF-6EF1-1D4A-916A6E94C5FC}"/>
                </a:ext>
              </a:extLst>
            </p:cNvPr>
            <p:cNvSpPr>
              <a:spLocks/>
            </p:cNvSpPr>
            <p:nvPr/>
          </p:nvSpPr>
          <p:spPr bwMode="auto">
            <a:xfrm>
              <a:off x="315" y="1828"/>
              <a:ext cx="5" cy="4"/>
            </a:xfrm>
            <a:custGeom>
              <a:avLst/>
              <a:gdLst>
                <a:gd name="T0" fmla="*/ 0 w 24"/>
                <a:gd name="T1" fmla="*/ 0 h 20"/>
                <a:gd name="T2" fmla="*/ 0 w 24"/>
                <a:gd name="T3" fmla="*/ 0 h 20"/>
                <a:gd name="T4" fmla="*/ 0 w 24"/>
                <a:gd name="T5" fmla="*/ 0 h 20"/>
                <a:gd name="T6" fmla="*/ 0 w 24"/>
                <a:gd name="T7" fmla="*/ 0 h 20"/>
                <a:gd name="T8" fmla="*/ 0 w 24"/>
                <a:gd name="T9" fmla="*/ 0 h 20"/>
                <a:gd name="T10" fmla="*/ 0 w 24"/>
                <a:gd name="T11" fmla="*/ 0 h 20"/>
                <a:gd name="T12" fmla="*/ 0 w 24"/>
                <a:gd name="T13" fmla="*/ 0 h 20"/>
                <a:gd name="T14" fmla="*/ 0 w 24"/>
                <a:gd name="T15" fmla="*/ 0 h 2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 h="20">
                  <a:moveTo>
                    <a:pt x="24" y="5"/>
                  </a:moveTo>
                  <a:lnTo>
                    <a:pt x="12" y="0"/>
                  </a:lnTo>
                  <a:lnTo>
                    <a:pt x="3" y="1"/>
                  </a:lnTo>
                  <a:lnTo>
                    <a:pt x="0" y="5"/>
                  </a:lnTo>
                  <a:lnTo>
                    <a:pt x="1" y="20"/>
                  </a:lnTo>
                  <a:lnTo>
                    <a:pt x="3" y="8"/>
                  </a:lnTo>
                  <a:lnTo>
                    <a:pt x="5" y="4"/>
                  </a:lnTo>
                  <a:lnTo>
                    <a:pt x="24" y="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grpSp>
      <p:grpSp>
        <p:nvGrpSpPr>
          <p:cNvPr id="26688" name="Group 124">
            <a:extLst>
              <a:ext uri="{FF2B5EF4-FFF2-40B4-BE49-F238E27FC236}">
                <a16:creationId xmlns:a16="http://schemas.microsoft.com/office/drawing/2014/main" id="{F7CC0ADD-F519-953F-942A-DE2B7E238B9F}"/>
              </a:ext>
            </a:extLst>
          </p:cNvPr>
          <p:cNvGrpSpPr>
            <a:grpSpLocks/>
          </p:cNvGrpSpPr>
          <p:nvPr/>
        </p:nvGrpSpPr>
        <p:grpSpPr bwMode="auto">
          <a:xfrm>
            <a:off x="750836" y="5557466"/>
            <a:ext cx="239051" cy="112712"/>
            <a:chOff x="375" y="2315"/>
            <a:chExt cx="139" cy="71"/>
          </a:xfrm>
        </p:grpSpPr>
        <p:sp>
          <p:nvSpPr>
            <p:cNvPr id="26689" name="Freeform 125">
              <a:extLst>
                <a:ext uri="{FF2B5EF4-FFF2-40B4-BE49-F238E27FC236}">
                  <a16:creationId xmlns:a16="http://schemas.microsoft.com/office/drawing/2014/main" id="{E74E2963-E6A4-6014-CC55-75CA7219A7CA}"/>
                </a:ext>
              </a:extLst>
            </p:cNvPr>
            <p:cNvSpPr>
              <a:spLocks/>
            </p:cNvSpPr>
            <p:nvPr/>
          </p:nvSpPr>
          <p:spPr bwMode="auto">
            <a:xfrm>
              <a:off x="375" y="2315"/>
              <a:ext cx="139" cy="71"/>
            </a:xfrm>
            <a:custGeom>
              <a:avLst/>
              <a:gdLst>
                <a:gd name="T0" fmla="*/ 0 w 691"/>
                <a:gd name="T1" fmla="*/ 0 h 355"/>
                <a:gd name="T2" fmla="*/ 0 w 691"/>
                <a:gd name="T3" fmla="*/ 0 h 355"/>
                <a:gd name="T4" fmla="*/ 0 w 691"/>
                <a:gd name="T5" fmla="*/ 0 h 355"/>
                <a:gd name="T6" fmla="*/ 0 w 691"/>
                <a:gd name="T7" fmla="*/ 0 h 355"/>
                <a:gd name="T8" fmla="*/ 0 w 691"/>
                <a:gd name="T9" fmla="*/ 0 h 355"/>
                <a:gd name="T10" fmla="*/ 0 w 691"/>
                <a:gd name="T11" fmla="*/ 0 h 355"/>
                <a:gd name="T12" fmla="*/ 0 w 691"/>
                <a:gd name="T13" fmla="*/ 0 h 355"/>
                <a:gd name="T14" fmla="*/ 0 w 691"/>
                <a:gd name="T15" fmla="*/ 0 h 355"/>
                <a:gd name="T16" fmla="*/ 0 w 691"/>
                <a:gd name="T17" fmla="*/ 0 h 355"/>
                <a:gd name="T18" fmla="*/ 0 w 691"/>
                <a:gd name="T19" fmla="*/ 0 h 355"/>
                <a:gd name="T20" fmla="*/ 0 w 691"/>
                <a:gd name="T21" fmla="*/ 0 h 355"/>
                <a:gd name="T22" fmla="*/ 0 w 691"/>
                <a:gd name="T23" fmla="*/ 0 h 355"/>
                <a:gd name="T24" fmla="*/ 0 w 691"/>
                <a:gd name="T25" fmla="*/ 0 h 355"/>
                <a:gd name="T26" fmla="*/ 0 w 691"/>
                <a:gd name="T27" fmla="*/ 0 h 355"/>
                <a:gd name="T28" fmla="*/ 0 w 691"/>
                <a:gd name="T29" fmla="*/ 0 h 355"/>
                <a:gd name="T30" fmla="*/ 0 w 691"/>
                <a:gd name="T31" fmla="*/ 0 h 355"/>
                <a:gd name="T32" fmla="*/ 0 w 691"/>
                <a:gd name="T33" fmla="*/ 0 h 355"/>
                <a:gd name="T34" fmla="*/ 0 w 691"/>
                <a:gd name="T35" fmla="*/ 0 h 355"/>
                <a:gd name="T36" fmla="*/ 0 w 691"/>
                <a:gd name="T37" fmla="*/ 0 h 355"/>
                <a:gd name="T38" fmla="*/ 0 w 691"/>
                <a:gd name="T39" fmla="*/ 0 h 35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91" h="355">
                  <a:moveTo>
                    <a:pt x="279" y="11"/>
                  </a:moveTo>
                  <a:lnTo>
                    <a:pt x="274" y="104"/>
                  </a:lnTo>
                  <a:lnTo>
                    <a:pt x="455" y="189"/>
                  </a:lnTo>
                  <a:lnTo>
                    <a:pt x="607" y="226"/>
                  </a:lnTo>
                  <a:lnTo>
                    <a:pt x="691" y="263"/>
                  </a:lnTo>
                  <a:lnTo>
                    <a:pt x="687" y="313"/>
                  </a:lnTo>
                  <a:lnTo>
                    <a:pt x="577" y="343"/>
                  </a:lnTo>
                  <a:lnTo>
                    <a:pt x="413" y="355"/>
                  </a:lnTo>
                  <a:lnTo>
                    <a:pt x="274" y="331"/>
                  </a:lnTo>
                  <a:lnTo>
                    <a:pt x="188" y="307"/>
                  </a:lnTo>
                  <a:lnTo>
                    <a:pt x="183" y="334"/>
                  </a:lnTo>
                  <a:lnTo>
                    <a:pt x="74" y="331"/>
                  </a:lnTo>
                  <a:lnTo>
                    <a:pt x="7" y="318"/>
                  </a:lnTo>
                  <a:lnTo>
                    <a:pt x="7" y="270"/>
                  </a:lnTo>
                  <a:lnTo>
                    <a:pt x="0" y="242"/>
                  </a:lnTo>
                  <a:lnTo>
                    <a:pt x="0" y="173"/>
                  </a:lnTo>
                  <a:lnTo>
                    <a:pt x="18" y="135"/>
                  </a:lnTo>
                  <a:lnTo>
                    <a:pt x="53" y="91"/>
                  </a:lnTo>
                  <a:lnTo>
                    <a:pt x="60" y="0"/>
                  </a:lnTo>
                  <a:lnTo>
                    <a:pt x="279" y="11"/>
                  </a:lnTo>
                  <a:close/>
                </a:path>
              </a:pathLst>
            </a:custGeom>
            <a:solidFill>
              <a:srgbClr val="606060"/>
            </a:solidFill>
            <a:ln w="3175">
              <a:solidFill>
                <a:srgbClr val="000000"/>
              </a:solidFill>
              <a:prstDash val="solid"/>
              <a:round/>
              <a:headEnd/>
              <a:tailEnd/>
            </a:ln>
          </p:spPr>
          <p:txBody>
            <a:bodyPr/>
            <a:lstStyle/>
            <a:p>
              <a:endParaRPr lang="zh-CN" altLang="en-US" b="1">
                <a:solidFill>
                  <a:srgbClr val="000099"/>
                </a:solidFill>
              </a:endParaRPr>
            </a:p>
          </p:txBody>
        </p:sp>
        <p:sp>
          <p:nvSpPr>
            <p:cNvPr id="26690" name="Freeform 126">
              <a:extLst>
                <a:ext uri="{FF2B5EF4-FFF2-40B4-BE49-F238E27FC236}">
                  <a16:creationId xmlns:a16="http://schemas.microsoft.com/office/drawing/2014/main" id="{B185F5BB-45C4-588B-DA0E-23F58088B012}"/>
                </a:ext>
              </a:extLst>
            </p:cNvPr>
            <p:cNvSpPr>
              <a:spLocks/>
            </p:cNvSpPr>
            <p:nvPr/>
          </p:nvSpPr>
          <p:spPr bwMode="auto">
            <a:xfrm>
              <a:off x="421" y="2341"/>
              <a:ext cx="42" cy="22"/>
            </a:xfrm>
            <a:custGeom>
              <a:avLst/>
              <a:gdLst>
                <a:gd name="T0" fmla="*/ 0 w 208"/>
                <a:gd name="T1" fmla="*/ 0 h 110"/>
                <a:gd name="T2" fmla="*/ 0 w 208"/>
                <a:gd name="T3" fmla="*/ 0 h 110"/>
                <a:gd name="T4" fmla="*/ 0 w 208"/>
                <a:gd name="T5" fmla="*/ 0 h 110"/>
                <a:gd name="T6" fmla="*/ 0 w 208"/>
                <a:gd name="T7" fmla="*/ 0 h 110"/>
                <a:gd name="T8" fmla="*/ 0 w 208"/>
                <a:gd name="T9" fmla="*/ 0 h 1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8" h="110">
                  <a:moveTo>
                    <a:pt x="53" y="0"/>
                  </a:moveTo>
                  <a:lnTo>
                    <a:pt x="0" y="58"/>
                  </a:lnTo>
                  <a:lnTo>
                    <a:pt x="186" y="110"/>
                  </a:lnTo>
                  <a:lnTo>
                    <a:pt x="208" y="70"/>
                  </a:lnTo>
                  <a:lnTo>
                    <a:pt x="53"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6691" name="Freeform 127">
              <a:extLst>
                <a:ext uri="{FF2B5EF4-FFF2-40B4-BE49-F238E27FC236}">
                  <a16:creationId xmlns:a16="http://schemas.microsoft.com/office/drawing/2014/main" id="{91818BC1-87EC-616A-A3AE-7A710E08653C}"/>
                </a:ext>
              </a:extLst>
            </p:cNvPr>
            <p:cNvSpPr>
              <a:spLocks/>
            </p:cNvSpPr>
            <p:nvPr/>
          </p:nvSpPr>
          <p:spPr bwMode="auto">
            <a:xfrm>
              <a:off x="463" y="2356"/>
              <a:ext cx="46" cy="13"/>
            </a:xfrm>
            <a:custGeom>
              <a:avLst/>
              <a:gdLst>
                <a:gd name="T0" fmla="*/ 0 w 233"/>
                <a:gd name="T1" fmla="*/ 0 h 67"/>
                <a:gd name="T2" fmla="*/ 0 w 233"/>
                <a:gd name="T3" fmla="*/ 0 h 67"/>
                <a:gd name="T4" fmla="*/ 0 w 233"/>
                <a:gd name="T5" fmla="*/ 0 h 67"/>
                <a:gd name="T6" fmla="*/ 0 w 233"/>
                <a:gd name="T7" fmla="*/ 0 h 67"/>
                <a:gd name="T8" fmla="*/ 0 w 233"/>
                <a:gd name="T9" fmla="*/ 0 h 67"/>
                <a:gd name="T10" fmla="*/ 0 w 233"/>
                <a:gd name="T11" fmla="*/ 0 h 67"/>
                <a:gd name="T12" fmla="*/ 0 w 233"/>
                <a:gd name="T13" fmla="*/ 0 h 6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33" h="67">
                  <a:moveTo>
                    <a:pt x="27" y="0"/>
                  </a:moveTo>
                  <a:lnTo>
                    <a:pt x="0" y="32"/>
                  </a:lnTo>
                  <a:lnTo>
                    <a:pt x="115" y="62"/>
                  </a:lnTo>
                  <a:lnTo>
                    <a:pt x="168" y="67"/>
                  </a:lnTo>
                  <a:lnTo>
                    <a:pt x="233" y="64"/>
                  </a:lnTo>
                  <a:lnTo>
                    <a:pt x="165" y="30"/>
                  </a:lnTo>
                  <a:lnTo>
                    <a:pt x="27"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6692" name="Freeform 128">
              <a:extLst>
                <a:ext uri="{FF2B5EF4-FFF2-40B4-BE49-F238E27FC236}">
                  <a16:creationId xmlns:a16="http://schemas.microsoft.com/office/drawing/2014/main" id="{CA306DC6-DD6E-5820-BE8C-DC7A5319807E}"/>
                </a:ext>
              </a:extLst>
            </p:cNvPr>
            <p:cNvSpPr>
              <a:spLocks/>
            </p:cNvSpPr>
            <p:nvPr/>
          </p:nvSpPr>
          <p:spPr bwMode="auto">
            <a:xfrm>
              <a:off x="376" y="2341"/>
              <a:ext cx="134" cy="41"/>
            </a:xfrm>
            <a:custGeom>
              <a:avLst/>
              <a:gdLst>
                <a:gd name="T0" fmla="*/ 0 w 670"/>
                <a:gd name="T1" fmla="*/ 0 h 209"/>
                <a:gd name="T2" fmla="*/ 0 w 670"/>
                <a:gd name="T3" fmla="*/ 0 h 209"/>
                <a:gd name="T4" fmla="*/ 0 w 670"/>
                <a:gd name="T5" fmla="*/ 0 h 209"/>
                <a:gd name="T6" fmla="*/ 0 w 670"/>
                <a:gd name="T7" fmla="*/ 0 h 209"/>
                <a:gd name="T8" fmla="*/ 0 w 670"/>
                <a:gd name="T9" fmla="*/ 0 h 209"/>
                <a:gd name="T10" fmla="*/ 0 w 670"/>
                <a:gd name="T11" fmla="*/ 0 h 209"/>
                <a:gd name="T12" fmla="*/ 0 w 670"/>
                <a:gd name="T13" fmla="*/ 0 h 209"/>
                <a:gd name="T14" fmla="*/ 0 w 670"/>
                <a:gd name="T15" fmla="*/ 0 h 209"/>
                <a:gd name="T16" fmla="*/ 0 w 670"/>
                <a:gd name="T17" fmla="*/ 0 h 209"/>
                <a:gd name="T18" fmla="*/ 0 w 670"/>
                <a:gd name="T19" fmla="*/ 0 h 209"/>
                <a:gd name="T20" fmla="*/ 0 w 670"/>
                <a:gd name="T21" fmla="*/ 0 h 209"/>
                <a:gd name="T22" fmla="*/ 0 w 670"/>
                <a:gd name="T23" fmla="*/ 0 h 209"/>
                <a:gd name="T24" fmla="*/ 0 w 670"/>
                <a:gd name="T25" fmla="*/ 0 h 209"/>
                <a:gd name="T26" fmla="*/ 0 w 670"/>
                <a:gd name="T27" fmla="*/ 0 h 209"/>
                <a:gd name="T28" fmla="*/ 0 w 670"/>
                <a:gd name="T29" fmla="*/ 0 h 209"/>
                <a:gd name="T30" fmla="*/ 0 w 670"/>
                <a:gd name="T31" fmla="*/ 0 h 209"/>
                <a:gd name="T32" fmla="*/ 0 w 670"/>
                <a:gd name="T33" fmla="*/ 0 h 209"/>
                <a:gd name="T34" fmla="*/ 0 w 670"/>
                <a:gd name="T35" fmla="*/ 0 h 209"/>
                <a:gd name="T36" fmla="*/ 0 w 670"/>
                <a:gd name="T37" fmla="*/ 0 h 20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670" h="209">
                  <a:moveTo>
                    <a:pt x="670" y="178"/>
                  </a:moveTo>
                  <a:lnTo>
                    <a:pt x="670" y="146"/>
                  </a:lnTo>
                  <a:lnTo>
                    <a:pt x="582" y="155"/>
                  </a:lnTo>
                  <a:lnTo>
                    <a:pt x="442" y="134"/>
                  </a:lnTo>
                  <a:lnTo>
                    <a:pt x="361" y="116"/>
                  </a:lnTo>
                  <a:lnTo>
                    <a:pt x="206" y="66"/>
                  </a:lnTo>
                  <a:lnTo>
                    <a:pt x="140" y="58"/>
                  </a:lnTo>
                  <a:lnTo>
                    <a:pt x="73" y="34"/>
                  </a:lnTo>
                  <a:lnTo>
                    <a:pt x="40" y="0"/>
                  </a:lnTo>
                  <a:lnTo>
                    <a:pt x="0" y="43"/>
                  </a:lnTo>
                  <a:lnTo>
                    <a:pt x="0" y="132"/>
                  </a:lnTo>
                  <a:lnTo>
                    <a:pt x="49" y="146"/>
                  </a:lnTo>
                  <a:lnTo>
                    <a:pt x="170" y="162"/>
                  </a:lnTo>
                  <a:lnTo>
                    <a:pt x="218" y="167"/>
                  </a:lnTo>
                  <a:lnTo>
                    <a:pt x="298" y="196"/>
                  </a:lnTo>
                  <a:lnTo>
                    <a:pt x="388" y="209"/>
                  </a:lnTo>
                  <a:lnTo>
                    <a:pt x="452" y="209"/>
                  </a:lnTo>
                  <a:lnTo>
                    <a:pt x="553" y="209"/>
                  </a:lnTo>
                  <a:lnTo>
                    <a:pt x="670" y="17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6693" name="Freeform 129">
              <a:extLst>
                <a:ext uri="{FF2B5EF4-FFF2-40B4-BE49-F238E27FC236}">
                  <a16:creationId xmlns:a16="http://schemas.microsoft.com/office/drawing/2014/main" id="{BD1DB354-F694-F8B0-B525-1F19CFBBADB6}"/>
                </a:ext>
              </a:extLst>
            </p:cNvPr>
            <p:cNvSpPr>
              <a:spLocks/>
            </p:cNvSpPr>
            <p:nvPr/>
          </p:nvSpPr>
          <p:spPr bwMode="auto">
            <a:xfrm>
              <a:off x="386" y="2317"/>
              <a:ext cx="44" cy="34"/>
            </a:xfrm>
            <a:custGeom>
              <a:avLst/>
              <a:gdLst>
                <a:gd name="T0" fmla="*/ 0 w 219"/>
                <a:gd name="T1" fmla="*/ 0 h 171"/>
                <a:gd name="T2" fmla="*/ 0 w 219"/>
                <a:gd name="T3" fmla="*/ 0 h 171"/>
                <a:gd name="T4" fmla="*/ 0 w 219"/>
                <a:gd name="T5" fmla="*/ 0 h 171"/>
                <a:gd name="T6" fmla="*/ 0 w 219"/>
                <a:gd name="T7" fmla="*/ 0 h 171"/>
                <a:gd name="T8" fmla="*/ 0 w 219"/>
                <a:gd name="T9" fmla="*/ 0 h 171"/>
                <a:gd name="T10" fmla="*/ 0 w 219"/>
                <a:gd name="T11" fmla="*/ 0 h 171"/>
                <a:gd name="T12" fmla="*/ 0 w 219"/>
                <a:gd name="T13" fmla="*/ 0 h 171"/>
                <a:gd name="T14" fmla="*/ 0 w 219"/>
                <a:gd name="T15" fmla="*/ 0 h 171"/>
                <a:gd name="T16" fmla="*/ 0 w 219"/>
                <a:gd name="T17" fmla="*/ 0 h 171"/>
                <a:gd name="T18" fmla="*/ 0 w 219"/>
                <a:gd name="T19" fmla="*/ 0 h 17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9" h="171">
                  <a:moveTo>
                    <a:pt x="214" y="11"/>
                  </a:moveTo>
                  <a:lnTo>
                    <a:pt x="207" y="96"/>
                  </a:lnTo>
                  <a:lnTo>
                    <a:pt x="219" y="114"/>
                  </a:lnTo>
                  <a:lnTo>
                    <a:pt x="170" y="171"/>
                  </a:lnTo>
                  <a:lnTo>
                    <a:pt x="103" y="171"/>
                  </a:lnTo>
                  <a:lnTo>
                    <a:pt x="26" y="146"/>
                  </a:lnTo>
                  <a:lnTo>
                    <a:pt x="0" y="112"/>
                  </a:lnTo>
                  <a:lnTo>
                    <a:pt x="15" y="89"/>
                  </a:lnTo>
                  <a:lnTo>
                    <a:pt x="20" y="0"/>
                  </a:lnTo>
                  <a:lnTo>
                    <a:pt x="214" y="11"/>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grpSp>
      <p:grpSp>
        <p:nvGrpSpPr>
          <p:cNvPr id="26694" name="Group 130">
            <a:extLst>
              <a:ext uri="{FF2B5EF4-FFF2-40B4-BE49-F238E27FC236}">
                <a16:creationId xmlns:a16="http://schemas.microsoft.com/office/drawing/2014/main" id="{52297A1F-93A3-E7B6-BA0A-6D494B3768CC}"/>
              </a:ext>
            </a:extLst>
          </p:cNvPr>
          <p:cNvGrpSpPr>
            <a:grpSpLocks/>
          </p:cNvGrpSpPr>
          <p:nvPr/>
        </p:nvGrpSpPr>
        <p:grpSpPr bwMode="auto">
          <a:xfrm>
            <a:off x="755996" y="5360617"/>
            <a:ext cx="99748" cy="225425"/>
            <a:chOff x="378" y="2191"/>
            <a:chExt cx="58" cy="142"/>
          </a:xfrm>
        </p:grpSpPr>
        <p:sp>
          <p:nvSpPr>
            <p:cNvPr id="26695" name="Freeform 131">
              <a:extLst>
                <a:ext uri="{FF2B5EF4-FFF2-40B4-BE49-F238E27FC236}">
                  <a16:creationId xmlns:a16="http://schemas.microsoft.com/office/drawing/2014/main" id="{7E6718D5-FDD7-3FB7-EFE2-B81D1C446637}"/>
                </a:ext>
              </a:extLst>
            </p:cNvPr>
            <p:cNvSpPr>
              <a:spLocks/>
            </p:cNvSpPr>
            <p:nvPr/>
          </p:nvSpPr>
          <p:spPr bwMode="auto">
            <a:xfrm>
              <a:off x="378" y="2191"/>
              <a:ext cx="58" cy="142"/>
            </a:xfrm>
            <a:custGeom>
              <a:avLst/>
              <a:gdLst>
                <a:gd name="T0" fmla="*/ 0 w 292"/>
                <a:gd name="T1" fmla="*/ 0 h 710"/>
                <a:gd name="T2" fmla="*/ 0 w 292"/>
                <a:gd name="T3" fmla="*/ 0 h 710"/>
                <a:gd name="T4" fmla="*/ 0 w 292"/>
                <a:gd name="T5" fmla="*/ 0 h 710"/>
                <a:gd name="T6" fmla="*/ 0 w 292"/>
                <a:gd name="T7" fmla="*/ 0 h 710"/>
                <a:gd name="T8" fmla="*/ 0 w 292"/>
                <a:gd name="T9" fmla="*/ 0 h 710"/>
                <a:gd name="T10" fmla="*/ 0 w 292"/>
                <a:gd name="T11" fmla="*/ 0 h 710"/>
                <a:gd name="T12" fmla="*/ 0 w 292"/>
                <a:gd name="T13" fmla="*/ 0 h 710"/>
                <a:gd name="T14" fmla="*/ 0 w 292"/>
                <a:gd name="T15" fmla="*/ 0 h 71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92" h="710">
                  <a:moveTo>
                    <a:pt x="24" y="15"/>
                  </a:moveTo>
                  <a:lnTo>
                    <a:pt x="6" y="256"/>
                  </a:lnTo>
                  <a:lnTo>
                    <a:pt x="10" y="454"/>
                  </a:lnTo>
                  <a:lnTo>
                    <a:pt x="0" y="678"/>
                  </a:lnTo>
                  <a:lnTo>
                    <a:pt x="144" y="710"/>
                  </a:lnTo>
                  <a:lnTo>
                    <a:pt x="283" y="710"/>
                  </a:lnTo>
                  <a:lnTo>
                    <a:pt x="292" y="0"/>
                  </a:lnTo>
                  <a:lnTo>
                    <a:pt x="24" y="15"/>
                  </a:lnTo>
                  <a:close/>
                </a:path>
              </a:pathLst>
            </a:custGeom>
            <a:solidFill>
              <a:srgbClr val="606060"/>
            </a:solidFill>
            <a:ln w="3175">
              <a:solidFill>
                <a:srgbClr val="000000"/>
              </a:solidFill>
              <a:prstDash val="solid"/>
              <a:round/>
              <a:headEnd/>
              <a:tailEnd/>
            </a:ln>
          </p:spPr>
          <p:txBody>
            <a:bodyPr/>
            <a:lstStyle/>
            <a:p>
              <a:endParaRPr lang="zh-CN" altLang="en-US" b="1">
                <a:solidFill>
                  <a:srgbClr val="000099"/>
                </a:solidFill>
              </a:endParaRPr>
            </a:p>
          </p:txBody>
        </p:sp>
        <p:sp>
          <p:nvSpPr>
            <p:cNvPr id="26696" name="Freeform 132">
              <a:extLst>
                <a:ext uri="{FF2B5EF4-FFF2-40B4-BE49-F238E27FC236}">
                  <a16:creationId xmlns:a16="http://schemas.microsoft.com/office/drawing/2014/main" id="{6F558837-52C7-5D88-8560-4500078BA5B3}"/>
                </a:ext>
              </a:extLst>
            </p:cNvPr>
            <p:cNvSpPr>
              <a:spLocks/>
            </p:cNvSpPr>
            <p:nvPr/>
          </p:nvSpPr>
          <p:spPr bwMode="auto">
            <a:xfrm>
              <a:off x="383" y="2193"/>
              <a:ext cx="50" cy="136"/>
            </a:xfrm>
            <a:custGeom>
              <a:avLst/>
              <a:gdLst>
                <a:gd name="T0" fmla="*/ 0 w 252"/>
                <a:gd name="T1" fmla="*/ 0 h 681"/>
                <a:gd name="T2" fmla="*/ 0 w 252"/>
                <a:gd name="T3" fmla="*/ 0 h 681"/>
                <a:gd name="T4" fmla="*/ 0 w 252"/>
                <a:gd name="T5" fmla="*/ 0 h 681"/>
                <a:gd name="T6" fmla="*/ 0 w 252"/>
                <a:gd name="T7" fmla="*/ 0 h 681"/>
                <a:gd name="T8" fmla="*/ 0 w 252"/>
                <a:gd name="T9" fmla="*/ 0 h 681"/>
                <a:gd name="T10" fmla="*/ 0 w 252"/>
                <a:gd name="T11" fmla="*/ 0 h 681"/>
                <a:gd name="T12" fmla="*/ 0 w 252"/>
                <a:gd name="T13" fmla="*/ 0 h 681"/>
                <a:gd name="T14" fmla="*/ 0 w 252"/>
                <a:gd name="T15" fmla="*/ 0 h 68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52" h="681">
                  <a:moveTo>
                    <a:pt x="23" y="21"/>
                  </a:moveTo>
                  <a:lnTo>
                    <a:pt x="0" y="223"/>
                  </a:lnTo>
                  <a:lnTo>
                    <a:pt x="5" y="385"/>
                  </a:lnTo>
                  <a:lnTo>
                    <a:pt x="5" y="633"/>
                  </a:lnTo>
                  <a:lnTo>
                    <a:pt x="128" y="681"/>
                  </a:lnTo>
                  <a:lnTo>
                    <a:pt x="238" y="681"/>
                  </a:lnTo>
                  <a:lnTo>
                    <a:pt x="252" y="0"/>
                  </a:lnTo>
                  <a:lnTo>
                    <a:pt x="23" y="2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grpSp>
      <p:grpSp>
        <p:nvGrpSpPr>
          <p:cNvPr id="26697" name="Group 133">
            <a:extLst>
              <a:ext uri="{FF2B5EF4-FFF2-40B4-BE49-F238E27FC236}">
                <a16:creationId xmlns:a16="http://schemas.microsoft.com/office/drawing/2014/main" id="{21DF8315-A943-810B-17C0-DAC3A1E42D6D}"/>
              </a:ext>
            </a:extLst>
          </p:cNvPr>
          <p:cNvGrpSpPr>
            <a:grpSpLocks/>
          </p:cNvGrpSpPr>
          <p:nvPr/>
        </p:nvGrpSpPr>
        <p:grpSpPr bwMode="auto">
          <a:xfrm>
            <a:off x="807589" y="5589216"/>
            <a:ext cx="242491" cy="112712"/>
            <a:chOff x="408" y="2335"/>
            <a:chExt cx="141" cy="71"/>
          </a:xfrm>
        </p:grpSpPr>
        <p:sp>
          <p:nvSpPr>
            <p:cNvPr id="26698" name="Freeform 134">
              <a:extLst>
                <a:ext uri="{FF2B5EF4-FFF2-40B4-BE49-F238E27FC236}">
                  <a16:creationId xmlns:a16="http://schemas.microsoft.com/office/drawing/2014/main" id="{AF5C3A2D-45BF-282E-903A-32121169F31B}"/>
                </a:ext>
              </a:extLst>
            </p:cNvPr>
            <p:cNvSpPr>
              <a:spLocks/>
            </p:cNvSpPr>
            <p:nvPr/>
          </p:nvSpPr>
          <p:spPr bwMode="auto">
            <a:xfrm>
              <a:off x="408" y="2335"/>
              <a:ext cx="141" cy="71"/>
            </a:xfrm>
            <a:custGeom>
              <a:avLst/>
              <a:gdLst>
                <a:gd name="T0" fmla="*/ 0 w 703"/>
                <a:gd name="T1" fmla="*/ 0 h 356"/>
                <a:gd name="T2" fmla="*/ 0 w 703"/>
                <a:gd name="T3" fmla="*/ 0 h 356"/>
                <a:gd name="T4" fmla="*/ 0 w 703"/>
                <a:gd name="T5" fmla="*/ 0 h 356"/>
                <a:gd name="T6" fmla="*/ 0 w 703"/>
                <a:gd name="T7" fmla="*/ 0 h 356"/>
                <a:gd name="T8" fmla="*/ 0 w 703"/>
                <a:gd name="T9" fmla="*/ 0 h 356"/>
                <a:gd name="T10" fmla="*/ 0 w 703"/>
                <a:gd name="T11" fmla="*/ 0 h 356"/>
                <a:gd name="T12" fmla="*/ 0 w 703"/>
                <a:gd name="T13" fmla="*/ 0 h 356"/>
                <a:gd name="T14" fmla="*/ 0 w 703"/>
                <a:gd name="T15" fmla="*/ 0 h 356"/>
                <a:gd name="T16" fmla="*/ 0 w 703"/>
                <a:gd name="T17" fmla="*/ 0 h 356"/>
                <a:gd name="T18" fmla="*/ 0 w 703"/>
                <a:gd name="T19" fmla="*/ 0 h 356"/>
                <a:gd name="T20" fmla="*/ 0 w 703"/>
                <a:gd name="T21" fmla="*/ 0 h 356"/>
                <a:gd name="T22" fmla="*/ 0 w 703"/>
                <a:gd name="T23" fmla="*/ 0 h 356"/>
                <a:gd name="T24" fmla="*/ 0 w 703"/>
                <a:gd name="T25" fmla="*/ 0 h 356"/>
                <a:gd name="T26" fmla="*/ 0 w 703"/>
                <a:gd name="T27" fmla="*/ 0 h 356"/>
                <a:gd name="T28" fmla="*/ 0 w 703"/>
                <a:gd name="T29" fmla="*/ 0 h 356"/>
                <a:gd name="T30" fmla="*/ 0 w 703"/>
                <a:gd name="T31" fmla="*/ 0 h 356"/>
                <a:gd name="T32" fmla="*/ 0 w 703"/>
                <a:gd name="T33" fmla="*/ 0 h 356"/>
                <a:gd name="T34" fmla="*/ 0 w 703"/>
                <a:gd name="T35" fmla="*/ 0 h 356"/>
                <a:gd name="T36" fmla="*/ 0 w 703"/>
                <a:gd name="T37" fmla="*/ 0 h 356"/>
                <a:gd name="T38" fmla="*/ 0 w 703"/>
                <a:gd name="T39" fmla="*/ 0 h 35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703" h="356">
                  <a:moveTo>
                    <a:pt x="285" y="13"/>
                  </a:moveTo>
                  <a:lnTo>
                    <a:pt x="280" y="104"/>
                  </a:lnTo>
                  <a:lnTo>
                    <a:pt x="463" y="191"/>
                  </a:lnTo>
                  <a:lnTo>
                    <a:pt x="617" y="227"/>
                  </a:lnTo>
                  <a:lnTo>
                    <a:pt x="703" y="264"/>
                  </a:lnTo>
                  <a:lnTo>
                    <a:pt x="698" y="314"/>
                  </a:lnTo>
                  <a:lnTo>
                    <a:pt x="588" y="345"/>
                  </a:lnTo>
                  <a:lnTo>
                    <a:pt x="420" y="356"/>
                  </a:lnTo>
                  <a:lnTo>
                    <a:pt x="280" y="332"/>
                  </a:lnTo>
                  <a:lnTo>
                    <a:pt x="194" y="307"/>
                  </a:lnTo>
                  <a:lnTo>
                    <a:pt x="188" y="335"/>
                  </a:lnTo>
                  <a:lnTo>
                    <a:pt x="76" y="332"/>
                  </a:lnTo>
                  <a:lnTo>
                    <a:pt x="8" y="320"/>
                  </a:lnTo>
                  <a:lnTo>
                    <a:pt x="8" y="271"/>
                  </a:lnTo>
                  <a:lnTo>
                    <a:pt x="0" y="243"/>
                  </a:lnTo>
                  <a:lnTo>
                    <a:pt x="0" y="174"/>
                  </a:lnTo>
                  <a:lnTo>
                    <a:pt x="22" y="136"/>
                  </a:lnTo>
                  <a:lnTo>
                    <a:pt x="56" y="94"/>
                  </a:lnTo>
                  <a:lnTo>
                    <a:pt x="64" y="0"/>
                  </a:lnTo>
                  <a:lnTo>
                    <a:pt x="285" y="13"/>
                  </a:lnTo>
                  <a:close/>
                </a:path>
              </a:pathLst>
            </a:custGeom>
            <a:solidFill>
              <a:srgbClr val="606060"/>
            </a:solidFill>
            <a:ln w="3175">
              <a:solidFill>
                <a:srgbClr val="000000"/>
              </a:solidFill>
              <a:prstDash val="solid"/>
              <a:round/>
              <a:headEnd/>
              <a:tailEnd/>
            </a:ln>
          </p:spPr>
          <p:txBody>
            <a:bodyPr/>
            <a:lstStyle/>
            <a:p>
              <a:endParaRPr lang="zh-CN" altLang="en-US" b="1">
                <a:solidFill>
                  <a:srgbClr val="000099"/>
                </a:solidFill>
              </a:endParaRPr>
            </a:p>
          </p:txBody>
        </p:sp>
        <p:sp>
          <p:nvSpPr>
            <p:cNvPr id="26699" name="Freeform 135">
              <a:extLst>
                <a:ext uri="{FF2B5EF4-FFF2-40B4-BE49-F238E27FC236}">
                  <a16:creationId xmlns:a16="http://schemas.microsoft.com/office/drawing/2014/main" id="{A07C508D-F5E9-8413-996D-B55A7CAF636B}"/>
                </a:ext>
              </a:extLst>
            </p:cNvPr>
            <p:cNvSpPr>
              <a:spLocks/>
            </p:cNvSpPr>
            <p:nvPr/>
          </p:nvSpPr>
          <p:spPr bwMode="auto">
            <a:xfrm>
              <a:off x="455" y="2361"/>
              <a:ext cx="42" cy="22"/>
            </a:xfrm>
            <a:custGeom>
              <a:avLst/>
              <a:gdLst>
                <a:gd name="T0" fmla="*/ 0 w 210"/>
                <a:gd name="T1" fmla="*/ 0 h 111"/>
                <a:gd name="T2" fmla="*/ 0 w 210"/>
                <a:gd name="T3" fmla="*/ 0 h 111"/>
                <a:gd name="T4" fmla="*/ 0 w 210"/>
                <a:gd name="T5" fmla="*/ 0 h 111"/>
                <a:gd name="T6" fmla="*/ 0 w 210"/>
                <a:gd name="T7" fmla="*/ 0 h 111"/>
                <a:gd name="T8" fmla="*/ 0 w 210"/>
                <a:gd name="T9" fmla="*/ 0 h 11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0" h="111">
                  <a:moveTo>
                    <a:pt x="53" y="0"/>
                  </a:moveTo>
                  <a:lnTo>
                    <a:pt x="0" y="60"/>
                  </a:lnTo>
                  <a:lnTo>
                    <a:pt x="187" y="111"/>
                  </a:lnTo>
                  <a:lnTo>
                    <a:pt x="210" y="71"/>
                  </a:lnTo>
                  <a:lnTo>
                    <a:pt x="53"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6700" name="Freeform 136">
              <a:extLst>
                <a:ext uri="{FF2B5EF4-FFF2-40B4-BE49-F238E27FC236}">
                  <a16:creationId xmlns:a16="http://schemas.microsoft.com/office/drawing/2014/main" id="{8BB8D3DB-D921-413C-F901-36D1D97A4473}"/>
                </a:ext>
              </a:extLst>
            </p:cNvPr>
            <p:cNvSpPr>
              <a:spLocks/>
            </p:cNvSpPr>
            <p:nvPr/>
          </p:nvSpPr>
          <p:spPr bwMode="auto">
            <a:xfrm>
              <a:off x="497" y="2377"/>
              <a:ext cx="47" cy="13"/>
            </a:xfrm>
            <a:custGeom>
              <a:avLst/>
              <a:gdLst>
                <a:gd name="T0" fmla="*/ 0 w 237"/>
                <a:gd name="T1" fmla="*/ 0 h 66"/>
                <a:gd name="T2" fmla="*/ 0 w 237"/>
                <a:gd name="T3" fmla="*/ 0 h 66"/>
                <a:gd name="T4" fmla="*/ 0 w 237"/>
                <a:gd name="T5" fmla="*/ 0 h 66"/>
                <a:gd name="T6" fmla="*/ 0 w 237"/>
                <a:gd name="T7" fmla="*/ 0 h 66"/>
                <a:gd name="T8" fmla="*/ 0 w 237"/>
                <a:gd name="T9" fmla="*/ 0 h 66"/>
                <a:gd name="T10" fmla="*/ 0 w 237"/>
                <a:gd name="T11" fmla="*/ 0 h 66"/>
                <a:gd name="T12" fmla="*/ 0 w 237"/>
                <a:gd name="T13" fmla="*/ 0 h 6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37" h="66">
                  <a:moveTo>
                    <a:pt x="27" y="0"/>
                  </a:moveTo>
                  <a:lnTo>
                    <a:pt x="0" y="31"/>
                  </a:lnTo>
                  <a:lnTo>
                    <a:pt x="116" y="59"/>
                  </a:lnTo>
                  <a:lnTo>
                    <a:pt x="171" y="66"/>
                  </a:lnTo>
                  <a:lnTo>
                    <a:pt x="237" y="61"/>
                  </a:lnTo>
                  <a:lnTo>
                    <a:pt x="168" y="28"/>
                  </a:lnTo>
                  <a:lnTo>
                    <a:pt x="27"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6701" name="Freeform 137">
              <a:extLst>
                <a:ext uri="{FF2B5EF4-FFF2-40B4-BE49-F238E27FC236}">
                  <a16:creationId xmlns:a16="http://schemas.microsoft.com/office/drawing/2014/main" id="{7BD2A47B-06F2-BDEE-40B0-37836928C9A1}"/>
                </a:ext>
              </a:extLst>
            </p:cNvPr>
            <p:cNvSpPr>
              <a:spLocks/>
            </p:cNvSpPr>
            <p:nvPr/>
          </p:nvSpPr>
          <p:spPr bwMode="auto">
            <a:xfrm>
              <a:off x="410" y="2361"/>
              <a:ext cx="135" cy="42"/>
            </a:xfrm>
            <a:custGeom>
              <a:avLst/>
              <a:gdLst>
                <a:gd name="T0" fmla="*/ 0 w 678"/>
                <a:gd name="T1" fmla="*/ 0 h 211"/>
                <a:gd name="T2" fmla="*/ 0 w 678"/>
                <a:gd name="T3" fmla="*/ 0 h 211"/>
                <a:gd name="T4" fmla="*/ 0 w 678"/>
                <a:gd name="T5" fmla="*/ 0 h 211"/>
                <a:gd name="T6" fmla="*/ 0 w 678"/>
                <a:gd name="T7" fmla="*/ 0 h 211"/>
                <a:gd name="T8" fmla="*/ 0 w 678"/>
                <a:gd name="T9" fmla="*/ 0 h 211"/>
                <a:gd name="T10" fmla="*/ 0 w 678"/>
                <a:gd name="T11" fmla="*/ 0 h 211"/>
                <a:gd name="T12" fmla="*/ 0 w 678"/>
                <a:gd name="T13" fmla="*/ 0 h 211"/>
                <a:gd name="T14" fmla="*/ 0 w 678"/>
                <a:gd name="T15" fmla="*/ 0 h 211"/>
                <a:gd name="T16" fmla="*/ 0 w 678"/>
                <a:gd name="T17" fmla="*/ 0 h 211"/>
                <a:gd name="T18" fmla="*/ 0 w 678"/>
                <a:gd name="T19" fmla="*/ 0 h 211"/>
                <a:gd name="T20" fmla="*/ 0 w 678"/>
                <a:gd name="T21" fmla="*/ 0 h 211"/>
                <a:gd name="T22" fmla="*/ 0 w 678"/>
                <a:gd name="T23" fmla="*/ 0 h 211"/>
                <a:gd name="T24" fmla="*/ 0 w 678"/>
                <a:gd name="T25" fmla="*/ 0 h 211"/>
                <a:gd name="T26" fmla="*/ 0 w 678"/>
                <a:gd name="T27" fmla="*/ 0 h 211"/>
                <a:gd name="T28" fmla="*/ 0 w 678"/>
                <a:gd name="T29" fmla="*/ 0 h 211"/>
                <a:gd name="T30" fmla="*/ 0 w 678"/>
                <a:gd name="T31" fmla="*/ 0 h 211"/>
                <a:gd name="T32" fmla="*/ 0 w 678"/>
                <a:gd name="T33" fmla="*/ 0 h 211"/>
                <a:gd name="T34" fmla="*/ 0 w 678"/>
                <a:gd name="T35" fmla="*/ 0 h 211"/>
                <a:gd name="T36" fmla="*/ 0 w 678"/>
                <a:gd name="T37" fmla="*/ 0 h 2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678" h="211">
                  <a:moveTo>
                    <a:pt x="678" y="178"/>
                  </a:moveTo>
                  <a:lnTo>
                    <a:pt x="678" y="147"/>
                  </a:lnTo>
                  <a:lnTo>
                    <a:pt x="590" y="156"/>
                  </a:lnTo>
                  <a:lnTo>
                    <a:pt x="446" y="136"/>
                  </a:lnTo>
                  <a:lnTo>
                    <a:pt x="365" y="117"/>
                  </a:lnTo>
                  <a:lnTo>
                    <a:pt x="209" y="66"/>
                  </a:lnTo>
                  <a:lnTo>
                    <a:pt x="140" y="60"/>
                  </a:lnTo>
                  <a:lnTo>
                    <a:pt x="74" y="35"/>
                  </a:lnTo>
                  <a:lnTo>
                    <a:pt x="39" y="0"/>
                  </a:lnTo>
                  <a:lnTo>
                    <a:pt x="0" y="44"/>
                  </a:lnTo>
                  <a:lnTo>
                    <a:pt x="0" y="133"/>
                  </a:lnTo>
                  <a:lnTo>
                    <a:pt x="50" y="147"/>
                  </a:lnTo>
                  <a:lnTo>
                    <a:pt x="171" y="162"/>
                  </a:lnTo>
                  <a:lnTo>
                    <a:pt x="220" y="170"/>
                  </a:lnTo>
                  <a:lnTo>
                    <a:pt x="300" y="197"/>
                  </a:lnTo>
                  <a:lnTo>
                    <a:pt x="392" y="211"/>
                  </a:lnTo>
                  <a:lnTo>
                    <a:pt x="458" y="211"/>
                  </a:lnTo>
                  <a:lnTo>
                    <a:pt x="560" y="211"/>
                  </a:lnTo>
                  <a:lnTo>
                    <a:pt x="678" y="17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6702" name="Freeform 138">
              <a:extLst>
                <a:ext uri="{FF2B5EF4-FFF2-40B4-BE49-F238E27FC236}">
                  <a16:creationId xmlns:a16="http://schemas.microsoft.com/office/drawing/2014/main" id="{09E2BE62-F66C-FD41-BC95-B20889D77359}"/>
                </a:ext>
              </a:extLst>
            </p:cNvPr>
            <p:cNvSpPr>
              <a:spLocks/>
            </p:cNvSpPr>
            <p:nvPr/>
          </p:nvSpPr>
          <p:spPr bwMode="auto">
            <a:xfrm>
              <a:off x="419" y="2337"/>
              <a:ext cx="45" cy="34"/>
            </a:xfrm>
            <a:custGeom>
              <a:avLst/>
              <a:gdLst>
                <a:gd name="T0" fmla="*/ 0 w 224"/>
                <a:gd name="T1" fmla="*/ 0 h 170"/>
                <a:gd name="T2" fmla="*/ 0 w 224"/>
                <a:gd name="T3" fmla="*/ 0 h 170"/>
                <a:gd name="T4" fmla="*/ 0 w 224"/>
                <a:gd name="T5" fmla="*/ 0 h 170"/>
                <a:gd name="T6" fmla="*/ 0 w 224"/>
                <a:gd name="T7" fmla="*/ 0 h 170"/>
                <a:gd name="T8" fmla="*/ 0 w 224"/>
                <a:gd name="T9" fmla="*/ 0 h 170"/>
                <a:gd name="T10" fmla="*/ 0 w 224"/>
                <a:gd name="T11" fmla="*/ 0 h 170"/>
                <a:gd name="T12" fmla="*/ 0 w 224"/>
                <a:gd name="T13" fmla="*/ 0 h 170"/>
                <a:gd name="T14" fmla="*/ 0 w 224"/>
                <a:gd name="T15" fmla="*/ 0 h 170"/>
                <a:gd name="T16" fmla="*/ 0 w 224"/>
                <a:gd name="T17" fmla="*/ 0 h 170"/>
                <a:gd name="T18" fmla="*/ 0 w 224"/>
                <a:gd name="T19" fmla="*/ 0 h 17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24" h="170">
                  <a:moveTo>
                    <a:pt x="216" y="12"/>
                  </a:moveTo>
                  <a:lnTo>
                    <a:pt x="210" y="95"/>
                  </a:lnTo>
                  <a:lnTo>
                    <a:pt x="224" y="114"/>
                  </a:lnTo>
                  <a:lnTo>
                    <a:pt x="173" y="170"/>
                  </a:lnTo>
                  <a:lnTo>
                    <a:pt x="105" y="170"/>
                  </a:lnTo>
                  <a:lnTo>
                    <a:pt x="28" y="145"/>
                  </a:lnTo>
                  <a:lnTo>
                    <a:pt x="0" y="112"/>
                  </a:lnTo>
                  <a:lnTo>
                    <a:pt x="16" y="89"/>
                  </a:lnTo>
                  <a:lnTo>
                    <a:pt x="20" y="0"/>
                  </a:lnTo>
                  <a:lnTo>
                    <a:pt x="216" y="12"/>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grpSp>
      <p:sp>
        <p:nvSpPr>
          <p:cNvPr id="26703" name="Oval 139">
            <a:extLst>
              <a:ext uri="{FF2B5EF4-FFF2-40B4-BE49-F238E27FC236}">
                <a16:creationId xmlns:a16="http://schemas.microsoft.com/office/drawing/2014/main" id="{437CC40C-39E6-DA74-64C2-A857BE0FA772}"/>
              </a:ext>
            </a:extLst>
          </p:cNvPr>
          <p:cNvSpPr>
            <a:spLocks noChangeArrowheads="1"/>
          </p:cNvSpPr>
          <p:nvPr/>
        </p:nvSpPr>
        <p:spPr bwMode="auto">
          <a:xfrm>
            <a:off x="446433" y="5590803"/>
            <a:ext cx="287206" cy="103188"/>
          </a:xfrm>
          <a:prstGeom prst="ellipse">
            <a:avLst/>
          </a:prstGeom>
          <a:solidFill>
            <a:srgbClr val="606060"/>
          </a:solidFill>
          <a:ln w="3175">
            <a:solidFill>
              <a:srgbClr val="000000"/>
            </a:solidFill>
            <a:round/>
            <a:headEnd/>
            <a:tailEnd/>
          </a:ln>
        </p:spPr>
        <p:txBody>
          <a:bodyPr/>
          <a:lstStyle/>
          <a:p>
            <a:pPr eaLnBrk="1" hangingPunct="1"/>
            <a:endParaRPr lang="zh-CN" altLang="en-US" b="1">
              <a:solidFill>
                <a:srgbClr val="000099"/>
              </a:solidFill>
            </a:endParaRPr>
          </a:p>
        </p:txBody>
      </p:sp>
      <p:sp>
        <p:nvSpPr>
          <p:cNvPr id="26704" name="Rectangle 140">
            <a:extLst>
              <a:ext uri="{FF2B5EF4-FFF2-40B4-BE49-F238E27FC236}">
                <a16:creationId xmlns:a16="http://schemas.microsoft.com/office/drawing/2014/main" id="{D6BDCE8D-1BE3-32B3-84EC-9371171BD628}"/>
              </a:ext>
            </a:extLst>
          </p:cNvPr>
          <p:cNvSpPr>
            <a:spLocks noChangeArrowheads="1"/>
          </p:cNvSpPr>
          <p:nvPr/>
        </p:nvSpPr>
        <p:spPr bwMode="auto">
          <a:xfrm>
            <a:off x="551340" y="5386016"/>
            <a:ext cx="75671" cy="234950"/>
          </a:xfrm>
          <a:prstGeom prst="rect">
            <a:avLst/>
          </a:prstGeom>
          <a:solidFill>
            <a:srgbClr val="606060"/>
          </a:solidFill>
          <a:ln w="3175">
            <a:solidFill>
              <a:srgbClr val="000000"/>
            </a:solidFill>
            <a:miter lim="800000"/>
            <a:headEnd/>
            <a:tailEnd/>
          </a:ln>
        </p:spPr>
        <p:txBody>
          <a:bodyPr/>
          <a:lstStyle/>
          <a:p>
            <a:pPr eaLnBrk="1" hangingPunct="1"/>
            <a:endParaRPr lang="zh-CN" altLang="en-US" b="1">
              <a:solidFill>
                <a:srgbClr val="000099"/>
              </a:solidFill>
            </a:endParaRPr>
          </a:p>
        </p:txBody>
      </p:sp>
      <p:grpSp>
        <p:nvGrpSpPr>
          <p:cNvPr id="26705" name="Group 141">
            <a:extLst>
              <a:ext uri="{FF2B5EF4-FFF2-40B4-BE49-F238E27FC236}">
                <a16:creationId xmlns:a16="http://schemas.microsoft.com/office/drawing/2014/main" id="{AF5AE97F-6DF3-F4CD-B1AE-EFE901760931}"/>
              </a:ext>
            </a:extLst>
          </p:cNvPr>
          <p:cNvGrpSpPr>
            <a:grpSpLocks/>
          </p:cNvGrpSpPr>
          <p:nvPr/>
        </p:nvGrpSpPr>
        <p:grpSpPr bwMode="auto">
          <a:xfrm>
            <a:off x="418916" y="5297117"/>
            <a:ext cx="380075" cy="122237"/>
            <a:chOff x="182" y="2151"/>
            <a:chExt cx="221" cy="77"/>
          </a:xfrm>
        </p:grpSpPr>
        <p:sp>
          <p:nvSpPr>
            <p:cNvPr id="26706" name="Freeform 142">
              <a:extLst>
                <a:ext uri="{FF2B5EF4-FFF2-40B4-BE49-F238E27FC236}">
                  <a16:creationId xmlns:a16="http://schemas.microsoft.com/office/drawing/2014/main" id="{4F127458-D8ED-19BC-766F-D3F04F22E808}"/>
                </a:ext>
              </a:extLst>
            </p:cNvPr>
            <p:cNvSpPr>
              <a:spLocks/>
            </p:cNvSpPr>
            <p:nvPr/>
          </p:nvSpPr>
          <p:spPr bwMode="auto">
            <a:xfrm>
              <a:off x="182" y="2151"/>
              <a:ext cx="221" cy="77"/>
            </a:xfrm>
            <a:custGeom>
              <a:avLst/>
              <a:gdLst>
                <a:gd name="T0" fmla="*/ 0 w 1106"/>
                <a:gd name="T1" fmla="*/ 0 h 386"/>
                <a:gd name="T2" fmla="*/ 0 w 1106"/>
                <a:gd name="T3" fmla="*/ 0 h 386"/>
                <a:gd name="T4" fmla="*/ 0 w 1106"/>
                <a:gd name="T5" fmla="*/ 0 h 386"/>
                <a:gd name="T6" fmla="*/ 0 w 1106"/>
                <a:gd name="T7" fmla="*/ 0 h 386"/>
                <a:gd name="T8" fmla="*/ 0 w 1106"/>
                <a:gd name="T9" fmla="*/ 0 h 386"/>
                <a:gd name="T10" fmla="*/ 0 w 1106"/>
                <a:gd name="T11" fmla="*/ 0 h 386"/>
                <a:gd name="T12" fmla="*/ 0 w 1106"/>
                <a:gd name="T13" fmla="*/ 0 h 386"/>
                <a:gd name="T14" fmla="*/ 0 w 1106"/>
                <a:gd name="T15" fmla="*/ 0 h 38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106" h="386">
                  <a:moveTo>
                    <a:pt x="1106" y="202"/>
                  </a:moveTo>
                  <a:lnTo>
                    <a:pt x="1099" y="321"/>
                  </a:lnTo>
                  <a:lnTo>
                    <a:pt x="735" y="386"/>
                  </a:lnTo>
                  <a:lnTo>
                    <a:pt x="334" y="386"/>
                  </a:lnTo>
                  <a:lnTo>
                    <a:pt x="19" y="288"/>
                  </a:lnTo>
                  <a:lnTo>
                    <a:pt x="0" y="10"/>
                  </a:lnTo>
                  <a:lnTo>
                    <a:pt x="625" y="0"/>
                  </a:lnTo>
                  <a:lnTo>
                    <a:pt x="1106" y="202"/>
                  </a:lnTo>
                  <a:close/>
                </a:path>
              </a:pathLst>
            </a:custGeom>
            <a:solidFill>
              <a:srgbClr val="404040"/>
            </a:solidFill>
            <a:ln w="3175">
              <a:solidFill>
                <a:srgbClr val="000000"/>
              </a:solidFill>
              <a:prstDash val="solid"/>
              <a:round/>
              <a:headEnd/>
              <a:tailEnd/>
            </a:ln>
          </p:spPr>
          <p:txBody>
            <a:bodyPr/>
            <a:lstStyle/>
            <a:p>
              <a:endParaRPr lang="zh-CN" altLang="en-US" b="1">
                <a:solidFill>
                  <a:srgbClr val="000099"/>
                </a:solidFill>
              </a:endParaRPr>
            </a:p>
          </p:txBody>
        </p:sp>
        <p:sp>
          <p:nvSpPr>
            <p:cNvPr id="26707" name="Freeform 143">
              <a:extLst>
                <a:ext uri="{FF2B5EF4-FFF2-40B4-BE49-F238E27FC236}">
                  <a16:creationId xmlns:a16="http://schemas.microsoft.com/office/drawing/2014/main" id="{7BA3973C-85B9-09E0-2C6B-472ABAAC95CA}"/>
                </a:ext>
              </a:extLst>
            </p:cNvPr>
            <p:cNvSpPr>
              <a:spLocks/>
            </p:cNvSpPr>
            <p:nvPr/>
          </p:nvSpPr>
          <p:spPr bwMode="auto">
            <a:xfrm>
              <a:off x="187" y="2180"/>
              <a:ext cx="211" cy="45"/>
            </a:xfrm>
            <a:custGeom>
              <a:avLst/>
              <a:gdLst>
                <a:gd name="T0" fmla="*/ 0 w 1055"/>
                <a:gd name="T1" fmla="*/ 0 h 221"/>
                <a:gd name="T2" fmla="*/ 0 w 1055"/>
                <a:gd name="T3" fmla="*/ 0 h 221"/>
                <a:gd name="T4" fmla="*/ 0 w 1055"/>
                <a:gd name="T5" fmla="*/ 0 h 221"/>
                <a:gd name="T6" fmla="*/ 0 w 1055"/>
                <a:gd name="T7" fmla="*/ 0 h 221"/>
                <a:gd name="T8" fmla="*/ 0 w 1055"/>
                <a:gd name="T9" fmla="*/ 0 h 221"/>
                <a:gd name="T10" fmla="*/ 0 w 1055"/>
                <a:gd name="T11" fmla="*/ 0 h 221"/>
                <a:gd name="T12" fmla="*/ 0 w 1055"/>
                <a:gd name="T13" fmla="*/ 0 h 221"/>
                <a:gd name="T14" fmla="*/ 0 w 1055"/>
                <a:gd name="T15" fmla="*/ 0 h 221"/>
                <a:gd name="T16" fmla="*/ 0 w 1055"/>
                <a:gd name="T17" fmla="*/ 0 h 22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055" h="221">
                  <a:moveTo>
                    <a:pt x="1055" y="75"/>
                  </a:moveTo>
                  <a:lnTo>
                    <a:pt x="1049" y="162"/>
                  </a:lnTo>
                  <a:lnTo>
                    <a:pt x="721" y="221"/>
                  </a:lnTo>
                  <a:lnTo>
                    <a:pt x="296" y="221"/>
                  </a:lnTo>
                  <a:lnTo>
                    <a:pt x="0" y="119"/>
                  </a:lnTo>
                  <a:lnTo>
                    <a:pt x="0" y="0"/>
                  </a:lnTo>
                  <a:lnTo>
                    <a:pt x="283" y="119"/>
                  </a:lnTo>
                  <a:lnTo>
                    <a:pt x="716" y="124"/>
                  </a:lnTo>
                  <a:lnTo>
                    <a:pt x="1055" y="75"/>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grpSp>
      <p:sp>
        <p:nvSpPr>
          <p:cNvPr id="26708" name="Freeform 144">
            <a:extLst>
              <a:ext uri="{FF2B5EF4-FFF2-40B4-BE49-F238E27FC236}">
                <a16:creationId xmlns:a16="http://schemas.microsoft.com/office/drawing/2014/main" id="{B24D2FF0-09CF-B723-73F9-0804AF68987A}"/>
              </a:ext>
            </a:extLst>
          </p:cNvPr>
          <p:cNvSpPr>
            <a:spLocks/>
          </p:cNvSpPr>
          <p:nvPr/>
        </p:nvSpPr>
        <p:spPr bwMode="auto">
          <a:xfrm>
            <a:off x="406879" y="5168528"/>
            <a:ext cx="519377" cy="444500"/>
          </a:xfrm>
          <a:custGeom>
            <a:avLst/>
            <a:gdLst>
              <a:gd name="T0" fmla="*/ 2147483646 w 1507"/>
              <a:gd name="T1" fmla="*/ 2147483646 h 1401"/>
              <a:gd name="T2" fmla="*/ 2147483646 w 1507"/>
              <a:gd name="T3" fmla="*/ 2147483646 h 1401"/>
              <a:gd name="T4" fmla="*/ 2147483646 w 1507"/>
              <a:gd name="T5" fmla="*/ 2147483646 h 1401"/>
              <a:gd name="T6" fmla="*/ 2147483646 w 1507"/>
              <a:gd name="T7" fmla="*/ 2147483646 h 1401"/>
              <a:gd name="T8" fmla="*/ 2147483646 w 1507"/>
              <a:gd name="T9" fmla="*/ 2147483646 h 1401"/>
              <a:gd name="T10" fmla="*/ 2147483646 w 1507"/>
              <a:gd name="T11" fmla="*/ 2147483646 h 1401"/>
              <a:gd name="T12" fmla="*/ 2147483646 w 1507"/>
              <a:gd name="T13" fmla="*/ 2147483646 h 1401"/>
              <a:gd name="T14" fmla="*/ 2147483646 w 1507"/>
              <a:gd name="T15" fmla="*/ 2147483646 h 1401"/>
              <a:gd name="T16" fmla="*/ 2147483646 w 1507"/>
              <a:gd name="T17" fmla="*/ 2147483646 h 1401"/>
              <a:gd name="T18" fmla="*/ 2147483646 w 1507"/>
              <a:gd name="T19" fmla="*/ 2147483646 h 1401"/>
              <a:gd name="T20" fmla="*/ 2147483646 w 1507"/>
              <a:gd name="T21" fmla="*/ 2147483646 h 1401"/>
              <a:gd name="T22" fmla="*/ 2147483646 w 1507"/>
              <a:gd name="T23" fmla="*/ 2147483646 h 1401"/>
              <a:gd name="T24" fmla="*/ 2147483646 w 1507"/>
              <a:gd name="T25" fmla="*/ 2147483646 h 1401"/>
              <a:gd name="T26" fmla="*/ 2147483646 w 1507"/>
              <a:gd name="T27" fmla="*/ 2147483646 h 1401"/>
              <a:gd name="T28" fmla="*/ 2147483646 w 1507"/>
              <a:gd name="T29" fmla="*/ 2147483646 h 1401"/>
              <a:gd name="T30" fmla="*/ 2147483646 w 1507"/>
              <a:gd name="T31" fmla="*/ 2147483646 h 1401"/>
              <a:gd name="T32" fmla="*/ 2147483646 w 1507"/>
              <a:gd name="T33" fmla="*/ 2147483646 h 1401"/>
              <a:gd name="T34" fmla="*/ 2147483646 w 1507"/>
              <a:gd name="T35" fmla="*/ 2147483646 h 1401"/>
              <a:gd name="T36" fmla="*/ 2147483646 w 1507"/>
              <a:gd name="T37" fmla="*/ 2147483646 h 1401"/>
              <a:gd name="T38" fmla="*/ 2147483646 w 1507"/>
              <a:gd name="T39" fmla="*/ 0 h 1401"/>
              <a:gd name="T40" fmla="*/ 2147483646 w 1507"/>
              <a:gd name="T41" fmla="*/ 2147483646 h 1401"/>
              <a:gd name="T42" fmla="*/ 2147483646 w 1507"/>
              <a:gd name="T43" fmla="*/ 2147483646 h 1401"/>
              <a:gd name="T44" fmla="*/ 2147483646 w 1507"/>
              <a:gd name="T45" fmla="*/ 2147483646 h 1401"/>
              <a:gd name="T46" fmla="*/ 2147483646 w 1507"/>
              <a:gd name="T47" fmla="*/ 2147483646 h 1401"/>
              <a:gd name="T48" fmla="*/ 2147483646 w 1507"/>
              <a:gd name="T49" fmla="*/ 2147483646 h 1401"/>
              <a:gd name="T50" fmla="*/ 0 w 1507"/>
              <a:gd name="T51" fmla="*/ 2147483646 h 1401"/>
              <a:gd name="T52" fmla="*/ 2147483646 w 1507"/>
              <a:gd name="T53" fmla="*/ 2147483646 h 1401"/>
              <a:gd name="T54" fmla="*/ 2147483646 w 1507"/>
              <a:gd name="T55" fmla="*/ 2147483646 h 1401"/>
              <a:gd name="T56" fmla="*/ 2147483646 w 1507"/>
              <a:gd name="T57" fmla="*/ 2147483646 h 1401"/>
              <a:gd name="T58" fmla="*/ 2147483646 w 1507"/>
              <a:gd name="T59" fmla="*/ 2147483646 h 1401"/>
              <a:gd name="T60" fmla="*/ 2147483646 w 1507"/>
              <a:gd name="T61" fmla="*/ 2147483646 h 1401"/>
              <a:gd name="T62" fmla="*/ 2147483646 w 1507"/>
              <a:gd name="T63" fmla="*/ 2147483646 h 1401"/>
              <a:gd name="T64" fmla="*/ 2147483646 w 1507"/>
              <a:gd name="T65" fmla="*/ 2147483646 h 1401"/>
              <a:gd name="T66" fmla="*/ 2147483646 w 1507"/>
              <a:gd name="T67" fmla="*/ 2147483646 h 1401"/>
              <a:gd name="T68" fmla="*/ 2147483646 w 1507"/>
              <a:gd name="T69" fmla="*/ 2147483646 h 1401"/>
              <a:gd name="T70" fmla="*/ 2147483646 w 1507"/>
              <a:gd name="T71" fmla="*/ 2147483646 h 1401"/>
              <a:gd name="T72" fmla="*/ 2147483646 w 1507"/>
              <a:gd name="T73" fmla="*/ 2147483646 h 1401"/>
              <a:gd name="T74" fmla="*/ 2147483646 w 1507"/>
              <a:gd name="T75" fmla="*/ 2147483646 h 1401"/>
              <a:gd name="T76" fmla="*/ 2147483646 w 1507"/>
              <a:gd name="T77" fmla="*/ 2147483646 h 1401"/>
              <a:gd name="T78" fmla="*/ 2147483646 w 1507"/>
              <a:gd name="T79" fmla="*/ 2147483646 h 1401"/>
              <a:gd name="T80" fmla="*/ 2147483646 w 1507"/>
              <a:gd name="T81" fmla="*/ 2147483646 h 1401"/>
              <a:gd name="T82" fmla="*/ 2147483646 w 1507"/>
              <a:gd name="T83" fmla="*/ 2147483646 h 1401"/>
              <a:gd name="T84" fmla="*/ 2147483646 w 1507"/>
              <a:gd name="T85" fmla="*/ 2147483646 h 1401"/>
              <a:gd name="T86" fmla="*/ 2147483646 w 1507"/>
              <a:gd name="T87" fmla="*/ 2147483646 h 1401"/>
              <a:gd name="T88" fmla="*/ 2147483646 w 1507"/>
              <a:gd name="T89" fmla="*/ 2147483646 h 1401"/>
              <a:gd name="T90" fmla="*/ 2147483646 w 1507"/>
              <a:gd name="T91" fmla="*/ 2147483646 h 1401"/>
              <a:gd name="T92" fmla="*/ 2147483646 w 1507"/>
              <a:gd name="T93" fmla="*/ 2147483646 h 1401"/>
              <a:gd name="T94" fmla="*/ 2147483646 w 1507"/>
              <a:gd name="T95" fmla="*/ 2147483646 h 1401"/>
              <a:gd name="T96" fmla="*/ 2147483646 w 1507"/>
              <a:gd name="T97" fmla="*/ 2147483646 h 1401"/>
              <a:gd name="T98" fmla="*/ 2147483646 w 1507"/>
              <a:gd name="T99" fmla="*/ 2147483646 h 1401"/>
              <a:gd name="T100" fmla="*/ 2147483646 w 1507"/>
              <a:gd name="T101" fmla="*/ 2147483646 h 1401"/>
              <a:gd name="T102" fmla="*/ 2147483646 w 1507"/>
              <a:gd name="T103" fmla="*/ 2147483646 h 1401"/>
              <a:gd name="T104" fmla="*/ 2147483646 w 1507"/>
              <a:gd name="T105" fmla="*/ 2147483646 h 1401"/>
              <a:gd name="T106" fmla="*/ 2147483646 w 1507"/>
              <a:gd name="T107" fmla="*/ 2147483646 h 1401"/>
              <a:gd name="T108" fmla="*/ 2147483646 w 1507"/>
              <a:gd name="T109" fmla="*/ 2147483646 h 1401"/>
              <a:gd name="T110" fmla="*/ 2147483646 w 1507"/>
              <a:gd name="T111" fmla="*/ 2147483646 h 1401"/>
              <a:gd name="T112" fmla="*/ 2147483646 w 1507"/>
              <a:gd name="T113" fmla="*/ 2147483646 h 1401"/>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1507" h="1401">
                <a:moveTo>
                  <a:pt x="1501" y="789"/>
                </a:moveTo>
                <a:lnTo>
                  <a:pt x="1493" y="649"/>
                </a:lnTo>
                <a:lnTo>
                  <a:pt x="1495" y="499"/>
                </a:lnTo>
                <a:lnTo>
                  <a:pt x="1489" y="385"/>
                </a:lnTo>
                <a:lnTo>
                  <a:pt x="1424" y="317"/>
                </a:lnTo>
                <a:lnTo>
                  <a:pt x="1345" y="278"/>
                </a:lnTo>
                <a:lnTo>
                  <a:pt x="1166" y="213"/>
                </a:lnTo>
                <a:lnTo>
                  <a:pt x="903" y="149"/>
                </a:lnTo>
                <a:lnTo>
                  <a:pt x="852" y="144"/>
                </a:lnTo>
                <a:lnTo>
                  <a:pt x="817" y="149"/>
                </a:lnTo>
                <a:lnTo>
                  <a:pt x="809" y="135"/>
                </a:lnTo>
                <a:lnTo>
                  <a:pt x="794" y="122"/>
                </a:lnTo>
                <a:lnTo>
                  <a:pt x="777" y="125"/>
                </a:lnTo>
                <a:lnTo>
                  <a:pt x="754" y="126"/>
                </a:lnTo>
                <a:lnTo>
                  <a:pt x="745" y="100"/>
                </a:lnTo>
                <a:lnTo>
                  <a:pt x="726" y="85"/>
                </a:lnTo>
                <a:lnTo>
                  <a:pt x="704" y="82"/>
                </a:lnTo>
                <a:lnTo>
                  <a:pt x="678" y="82"/>
                </a:lnTo>
                <a:lnTo>
                  <a:pt x="681" y="59"/>
                </a:lnTo>
                <a:lnTo>
                  <a:pt x="651" y="0"/>
                </a:lnTo>
                <a:lnTo>
                  <a:pt x="37" y="16"/>
                </a:lnTo>
                <a:lnTo>
                  <a:pt x="39" y="79"/>
                </a:lnTo>
                <a:lnTo>
                  <a:pt x="28" y="135"/>
                </a:lnTo>
                <a:lnTo>
                  <a:pt x="18" y="175"/>
                </a:lnTo>
                <a:lnTo>
                  <a:pt x="8" y="225"/>
                </a:lnTo>
                <a:lnTo>
                  <a:pt x="0" y="306"/>
                </a:lnTo>
                <a:lnTo>
                  <a:pt x="9" y="354"/>
                </a:lnTo>
                <a:lnTo>
                  <a:pt x="28" y="399"/>
                </a:lnTo>
                <a:lnTo>
                  <a:pt x="49" y="438"/>
                </a:lnTo>
                <a:lnTo>
                  <a:pt x="78" y="451"/>
                </a:lnTo>
                <a:lnTo>
                  <a:pt x="122" y="464"/>
                </a:lnTo>
                <a:lnTo>
                  <a:pt x="180" y="483"/>
                </a:lnTo>
                <a:lnTo>
                  <a:pt x="208" y="514"/>
                </a:lnTo>
                <a:lnTo>
                  <a:pt x="240" y="541"/>
                </a:lnTo>
                <a:lnTo>
                  <a:pt x="289" y="564"/>
                </a:lnTo>
                <a:lnTo>
                  <a:pt x="348" y="582"/>
                </a:lnTo>
                <a:lnTo>
                  <a:pt x="441" y="594"/>
                </a:lnTo>
                <a:lnTo>
                  <a:pt x="520" y="594"/>
                </a:lnTo>
                <a:lnTo>
                  <a:pt x="581" y="587"/>
                </a:lnTo>
                <a:lnTo>
                  <a:pt x="637" y="582"/>
                </a:lnTo>
                <a:lnTo>
                  <a:pt x="678" y="604"/>
                </a:lnTo>
                <a:lnTo>
                  <a:pt x="758" y="600"/>
                </a:lnTo>
                <a:lnTo>
                  <a:pt x="1078" y="645"/>
                </a:lnTo>
                <a:lnTo>
                  <a:pt x="1165" y="655"/>
                </a:lnTo>
                <a:lnTo>
                  <a:pt x="1133" y="845"/>
                </a:lnTo>
                <a:lnTo>
                  <a:pt x="1130" y="942"/>
                </a:lnTo>
                <a:lnTo>
                  <a:pt x="1149" y="1066"/>
                </a:lnTo>
                <a:lnTo>
                  <a:pt x="1169" y="1212"/>
                </a:lnTo>
                <a:lnTo>
                  <a:pt x="1169" y="1363"/>
                </a:lnTo>
                <a:lnTo>
                  <a:pt x="1244" y="1385"/>
                </a:lnTo>
                <a:lnTo>
                  <a:pt x="1339" y="1395"/>
                </a:lnTo>
                <a:lnTo>
                  <a:pt x="1420" y="1401"/>
                </a:lnTo>
                <a:lnTo>
                  <a:pt x="1507" y="1391"/>
                </a:lnTo>
                <a:lnTo>
                  <a:pt x="1501" y="1252"/>
                </a:lnTo>
                <a:lnTo>
                  <a:pt x="1501" y="1024"/>
                </a:lnTo>
                <a:lnTo>
                  <a:pt x="1501" y="824"/>
                </a:lnTo>
                <a:lnTo>
                  <a:pt x="1501" y="789"/>
                </a:lnTo>
                <a:close/>
              </a:path>
            </a:pathLst>
          </a:custGeom>
          <a:solidFill>
            <a:srgbClr val="606060"/>
          </a:solidFill>
          <a:ln w="3175">
            <a:solidFill>
              <a:srgbClr val="000000"/>
            </a:solidFill>
            <a:prstDash val="solid"/>
            <a:round/>
            <a:headEnd/>
            <a:tailEnd/>
          </a:ln>
        </p:spPr>
        <p:txBody>
          <a:bodyPr/>
          <a:lstStyle/>
          <a:p>
            <a:endParaRPr lang="zh-CN" altLang="en-US" b="1">
              <a:solidFill>
                <a:srgbClr val="000099"/>
              </a:solidFill>
            </a:endParaRPr>
          </a:p>
        </p:txBody>
      </p:sp>
      <p:sp>
        <p:nvSpPr>
          <p:cNvPr id="26709" name="Freeform 145">
            <a:extLst>
              <a:ext uri="{FF2B5EF4-FFF2-40B4-BE49-F238E27FC236}">
                <a16:creationId xmlns:a16="http://schemas.microsoft.com/office/drawing/2014/main" id="{C69C81C1-154C-1486-63B0-038B1EF8E663}"/>
              </a:ext>
            </a:extLst>
          </p:cNvPr>
          <p:cNvSpPr>
            <a:spLocks/>
          </p:cNvSpPr>
          <p:nvPr/>
        </p:nvSpPr>
        <p:spPr bwMode="auto">
          <a:xfrm>
            <a:off x="413757" y="5185992"/>
            <a:ext cx="507338" cy="420687"/>
          </a:xfrm>
          <a:custGeom>
            <a:avLst/>
            <a:gdLst>
              <a:gd name="T0" fmla="*/ 2147483646 w 1473"/>
              <a:gd name="T1" fmla="*/ 2147483646 h 1324"/>
              <a:gd name="T2" fmla="*/ 2147483646 w 1473"/>
              <a:gd name="T3" fmla="*/ 2147483646 h 1324"/>
              <a:gd name="T4" fmla="*/ 2147483646 w 1473"/>
              <a:gd name="T5" fmla="*/ 2147483646 h 1324"/>
              <a:gd name="T6" fmla="*/ 2147483646 w 1473"/>
              <a:gd name="T7" fmla="*/ 2147483646 h 1324"/>
              <a:gd name="T8" fmla="*/ 2147483646 w 1473"/>
              <a:gd name="T9" fmla="*/ 2147483646 h 1324"/>
              <a:gd name="T10" fmla="*/ 2147483646 w 1473"/>
              <a:gd name="T11" fmla="*/ 2147483646 h 1324"/>
              <a:gd name="T12" fmla="*/ 2147483646 w 1473"/>
              <a:gd name="T13" fmla="*/ 2147483646 h 1324"/>
              <a:gd name="T14" fmla="*/ 2147483646 w 1473"/>
              <a:gd name="T15" fmla="*/ 2147483646 h 1324"/>
              <a:gd name="T16" fmla="*/ 2147483646 w 1473"/>
              <a:gd name="T17" fmla="*/ 2147483646 h 1324"/>
              <a:gd name="T18" fmla="*/ 2147483646 w 1473"/>
              <a:gd name="T19" fmla="*/ 2147483646 h 1324"/>
              <a:gd name="T20" fmla="*/ 2147483646 w 1473"/>
              <a:gd name="T21" fmla="*/ 2147483646 h 1324"/>
              <a:gd name="T22" fmla="*/ 2147483646 w 1473"/>
              <a:gd name="T23" fmla="*/ 2147483646 h 1324"/>
              <a:gd name="T24" fmla="*/ 2147483646 w 1473"/>
              <a:gd name="T25" fmla="*/ 2147483646 h 1324"/>
              <a:gd name="T26" fmla="*/ 2147483646 w 1473"/>
              <a:gd name="T27" fmla="*/ 2147483646 h 1324"/>
              <a:gd name="T28" fmla="*/ 2147483646 w 1473"/>
              <a:gd name="T29" fmla="*/ 2147483646 h 1324"/>
              <a:gd name="T30" fmla="*/ 2147483646 w 1473"/>
              <a:gd name="T31" fmla="*/ 2147483646 h 1324"/>
              <a:gd name="T32" fmla="*/ 2147483646 w 1473"/>
              <a:gd name="T33" fmla="*/ 2147483646 h 1324"/>
              <a:gd name="T34" fmla="*/ 2147483646 w 1473"/>
              <a:gd name="T35" fmla="*/ 2147483646 h 1324"/>
              <a:gd name="T36" fmla="*/ 2147483646 w 1473"/>
              <a:gd name="T37" fmla="*/ 2147483646 h 1324"/>
              <a:gd name="T38" fmla="*/ 2147483646 w 1473"/>
              <a:gd name="T39" fmla="*/ 2147483646 h 1324"/>
              <a:gd name="T40" fmla="*/ 2147483646 w 1473"/>
              <a:gd name="T41" fmla="*/ 2147483646 h 1324"/>
              <a:gd name="T42" fmla="*/ 2147483646 w 1473"/>
              <a:gd name="T43" fmla="*/ 2147483646 h 1324"/>
              <a:gd name="T44" fmla="*/ 2147483646 w 1473"/>
              <a:gd name="T45" fmla="*/ 2147483646 h 1324"/>
              <a:gd name="T46" fmla="*/ 2147483646 w 1473"/>
              <a:gd name="T47" fmla="*/ 2147483646 h 1324"/>
              <a:gd name="T48" fmla="*/ 2147483646 w 1473"/>
              <a:gd name="T49" fmla="*/ 2147483646 h 1324"/>
              <a:gd name="T50" fmla="*/ 2147483646 w 1473"/>
              <a:gd name="T51" fmla="*/ 2147483646 h 1324"/>
              <a:gd name="T52" fmla="*/ 2147483646 w 1473"/>
              <a:gd name="T53" fmla="*/ 2147483646 h 1324"/>
              <a:gd name="T54" fmla="*/ 2147483646 w 1473"/>
              <a:gd name="T55" fmla="*/ 2147483646 h 1324"/>
              <a:gd name="T56" fmla="*/ 2147483646 w 1473"/>
              <a:gd name="T57" fmla="*/ 2147483646 h 1324"/>
              <a:gd name="T58" fmla="*/ 2147483646 w 1473"/>
              <a:gd name="T59" fmla="*/ 2147483646 h 1324"/>
              <a:gd name="T60" fmla="*/ 2147483646 w 1473"/>
              <a:gd name="T61" fmla="*/ 2147483646 h 1324"/>
              <a:gd name="T62" fmla="*/ 2147483646 w 1473"/>
              <a:gd name="T63" fmla="*/ 2147483646 h 1324"/>
              <a:gd name="T64" fmla="*/ 2147483646 w 1473"/>
              <a:gd name="T65" fmla="*/ 2147483646 h 1324"/>
              <a:gd name="T66" fmla="*/ 2147483646 w 1473"/>
              <a:gd name="T67" fmla="*/ 2147483646 h 1324"/>
              <a:gd name="T68" fmla="*/ 2147483646 w 1473"/>
              <a:gd name="T69" fmla="*/ 2147483646 h 1324"/>
              <a:gd name="T70" fmla="*/ 2147483646 w 1473"/>
              <a:gd name="T71" fmla="*/ 2147483646 h 1324"/>
              <a:gd name="T72" fmla="*/ 2147483646 w 1473"/>
              <a:gd name="T73" fmla="*/ 2147483646 h 1324"/>
              <a:gd name="T74" fmla="*/ 2147483646 w 1473"/>
              <a:gd name="T75" fmla="*/ 2147483646 h 1324"/>
              <a:gd name="T76" fmla="*/ 2147483646 w 1473"/>
              <a:gd name="T77" fmla="*/ 2147483646 h 1324"/>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1473" h="1324">
                <a:moveTo>
                  <a:pt x="49" y="23"/>
                </a:moveTo>
                <a:lnTo>
                  <a:pt x="46" y="66"/>
                </a:lnTo>
                <a:lnTo>
                  <a:pt x="29" y="49"/>
                </a:lnTo>
                <a:lnTo>
                  <a:pt x="10" y="144"/>
                </a:lnTo>
                <a:lnTo>
                  <a:pt x="0" y="254"/>
                </a:lnTo>
                <a:lnTo>
                  <a:pt x="39" y="367"/>
                </a:lnTo>
                <a:lnTo>
                  <a:pt x="130" y="393"/>
                </a:lnTo>
                <a:lnTo>
                  <a:pt x="120" y="367"/>
                </a:lnTo>
                <a:lnTo>
                  <a:pt x="169" y="406"/>
                </a:lnTo>
                <a:lnTo>
                  <a:pt x="211" y="449"/>
                </a:lnTo>
                <a:lnTo>
                  <a:pt x="306" y="494"/>
                </a:lnTo>
                <a:lnTo>
                  <a:pt x="421" y="504"/>
                </a:lnTo>
                <a:lnTo>
                  <a:pt x="562" y="511"/>
                </a:lnTo>
                <a:lnTo>
                  <a:pt x="620" y="504"/>
                </a:lnTo>
                <a:lnTo>
                  <a:pt x="569" y="481"/>
                </a:lnTo>
                <a:lnTo>
                  <a:pt x="546" y="423"/>
                </a:lnTo>
                <a:lnTo>
                  <a:pt x="588" y="471"/>
                </a:lnTo>
                <a:lnTo>
                  <a:pt x="641" y="501"/>
                </a:lnTo>
                <a:lnTo>
                  <a:pt x="688" y="527"/>
                </a:lnTo>
                <a:lnTo>
                  <a:pt x="737" y="520"/>
                </a:lnTo>
                <a:lnTo>
                  <a:pt x="706" y="497"/>
                </a:lnTo>
                <a:lnTo>
                  <a:pt x="672" y="469"/>
                </a:lnTo>
                <a:lnTo>
                  <a:pt x="725" y="488"/>
                </a:lnTo>
                <a:lnTo>
                  <a:pt x="776" y="527"/>
                </a:lnTo>
                <a:lnTo>
                  <a:pt x="946" y="546"/>
                </a:lnTo>
                <a:lnTo>
                  <a:pt x="1114" y="572"/>
                </a:lnTo>
                <a:lnTo>
                  <a:pt x="1165" y="585"/>
                </a:lnTo>
                <a:lnTo>
                  <a:pt x="1122" y="833"/>
                </a:lnTo>
                <a:lnTo>
                  <a:pt x="1155" y="1063"/>
                </a:lnTo>
                <a:lnTo>
                  <a:pt x="1159" y="1288"/>
                </a:lnTo>
                <a:lnTo>
                  <a:pt x="1266" y="1310"/>
                </a:lnTo>
                <a:lnTo>
                  <a:pt x="1360" y="1324"/>
                </a:lnTo>
                <a:lnTo>
                  <a:pt x="1473" y="1321"/>
                </a:lnTo>
                <a:lnTo>
                  <a:pt x="1468" y="998"/>
                </a:lnTo>
                <a:lnTo>
                  <a:pt x="1468" y="729"/>
                </a:lnTo>
                <a:lnTo>
                  <a:pt x="1451" y="579"/>
                </a:lnTo>
                <a:lnTo>
                  <a:pt x="1465" y="485"/>
                </a:lnTo>
                <a:lnTo>
                  <a:pt x="1455" y="381"/>
                </a:lnTo>
                <a:lnTo>
                  <a:pt x="1436" y="314"/>
                </a:lnTo>
                <a:lnTo>
                  <a:pt x="1355" y="261"/>
                </a:lnTo>
                <a:lnTo>
                  <a:pt x="1253" y="215"/>
                </a:lnTo>
                <a:lnTo>
                  <a:pt x="1057" y="150"/>
                </a:lnTo>
                <a:lnTo>
                  <a:pt x="897" y="105"/>
                </a:lnTo>
                <a:lnTo>
                  <a:pt x="809" y="98"/>
                </a:lnTo>
                <a:lnTo>
                  <a:pt x="773" y="150"/>
                </a:lnTo>
                <a:lnTo>
                  <a:pt x="662" y="205"/>
                </a:lnTo>
                <a:lnTo>
                  <a:pt x="722" y="157"/>
                </a:lnTo>
                <a:lnTo>
                  <a:pt x="767" y="131"/>
                </a:lnTo>
                <a:lnTo>
                  <a:pt x="783" y="95"/>
                </a:lnTo>
                <a:lnTo>
                  <a:pt x="776" y="79"/>
                </a:lnTo>
                <a:lnTo>
                  <a:pt x="744" y="79"/>
                </a:lnTo>
                <a:lnTo>
                  <a:pt x="725" y="98"/>
                </a:lnTo>
                <a:lnTo>
                  <a:pt x="706" y="117"/>
                </a:lnTo>
                <a:lnTo>
                  <a:pt x="656" y="137"/>
                </a:lnTo>
                <a:lnTo>
                  <a:pt x="702" y="98"/>
                </a:lnTo>
                <a:lnTo>
                  <a:pt x="722" y="68"/>
                </a:lnTo>
                <a:lnTo>
                  <a:pt x="708" y="49"/>
                </a:lnTo>
                <a:lnTo>
                  <a:pt x="669" y="36"/>
                </a:lnTo>
                <a:lnTo>
                  <a:pt x="618" y="82"/>
                </a:lnTo>
                <a:lnTo>
                  <a:pt x="569" y="112"/>
                </a:lnTo>
                <a:lnTo>
                  <a:pt x="627" y="45"/>
                </a:lnTo>
                <a:lnTo>
                  <a:pt x="646" y="20"/>
                </a:lnTo>
                <a:lnTo>
                  <a:pt x="646" y="0"/>
                </a:lnTo>
                <a:lnTo>
                  <a:pt x="597" y="7"/>
                </a:lnTo>
                <a:lnTo>
                  <a:pt x="553" y="40"/>
                </a:lnTo>
                <a:lnTo>
                  <a:pt x="523" y="63"/>
                </a:lnTo>
                <a:lnTo>
                  <a:pt x="383" y="75"/>
                </a:lnTo>
                <a:lnTo>
                  <a:pt x="386" y="40"/>
                </a:lnTo>
                <a:lnTo>
                  <a:pt x="345" y="26"/>
                </a:lnTo>
                <a:lnTo>
                  <a:pt x="345" y="72"/>
                </a:lnTo>
                <a:lnTo>
                  <a:pt x="303" y="82"/>
                </a:lnTo>
                <a:lnTo>
                  <a:pt x="211" y="95"/>
                </a:lnTo>
                <a:lnTo>
                  <a:pt x="218" y="45"/>
                </a:lnTo>
                <a:lnTo>
                  <a:pt x="185" y="45"/>
                </a:lnTo>
                <a:lnTo>
                  <a:pt x="182" y="95"/>
                </a:lnTo>
                <a:lnTo>
                  <a:pt x="130" y="91"/>
                </a:lnTo>
                <a:lnTo>
                  <a:pt x="75" y="79"/>
                </a:lnTo>
                <a:lnTo>
                  <a:pt x="72" y="40"/>
                </a:lnTo>
                <a:lnTo>
                  <a:pt x="49" y="23"/>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6710" name="Freeform 146">
            <a:extLst>
              <a:ext uri="{FF2B5EF4-FFF2-40B4-BE49-F238E27FC236}">
                <a16:creationId xmlns:a16="http://schemas.microsoft.com/office/drawing/2014/main" id="{F0CD26BF-5EA6-342C-D234-C8C399210FD1}"/>
              </a:ext>
            </a:extLst>
          </p:cNvPr>
          <p:cNvSpPr>
            <a:spLocks/>
          </p:cNvSpPr>
          <p:nvPr/>
        </p:nvSpPr>
        <p:spPr bwMode="auto">
          <a:xfrm>
            <a:off x="484268" y="5255841"/>
            <a:ext cx="68792" cy="11112"/>
          </a:xfrm>
          <a:custGeom>
            <a:avLst/>
            <a:gdLst>
              <a:gd name="T0" fmla="*/ 0 w 199"/>
              <a:gd name="T1" fmla="*/ 0 h 33"/>
              <a:gd name="T2" fmla="*/ 2147483646 w 199"/>
              <a:gd name="T3" fmla="*/ 2147483646 h 33"/>
              <a:gd name="T4" fmla="*/ 2147483646 w 199"/>
              <a:gd name="T5" fmla="*/ 2147483646 h 33"/>
              <a:gd name="T6" fmla="*/ 0 w 199"/>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9" h="33">
                <a:moveTo>
                  <a:pt x="0" y="0"/>
                </a:moveTo>
                <a:lnTo>
                  <a:pt x="93" y="33"/>
                </a:lnTo>
                <a:lnTo>
                  <a:pt x="199" y="2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6711" name="Freeform 147">
            <a:extLst>
              <a:ext uri="{FF2B5EF4-FFF2-40B4-BE49-F238E27FC236}">
                <a16:creationId xmlns:a16="http://schemas.microsoft.com/office/drawing/2014/main" id="{F5549457-623A-3859-A8D2-961E0674A76B}"/>
              </a:ext>
            </a:extLst>
          </p:cNvPr>
          <p:cNvSpPr>
            <a:spLocks/>
          </p:cNvSpPr>
          <p:nvPr/>
        </p:nvSpPr>
        <p:spPr bwMode="auto">
          <a:xfrm>
            <a:off x="415477" y="5238378"/>
            <a:ext cx="42995" cy="12700"/>
          </a:xfrm>
          <a:custGeom>
            <a:avLst/>
            <a:gdLst>
              <a:gd name="T0" fmla="*/ 0 w 122"/>
              <a:gd name="T1" fmla="*/ 0 h 40"/>
              <a:gd name="T2" fmla="*/ 2147483646 w 122"/>
              <a:gd name="T3" fmla="*/ 2147483646 h 40"/>
              <a:gd name="T4" fmla="*/ 2147483646 w 122"/>
              <a:gd name="T5" fmla="*/ 2147483646 h 40"/>
              <a:gd name="T6" fmla="*/ 2147483646 w 122"/>
              <a:gd name="T7" fmla="*/ 2147483646 h 40"/>
              <a:gd name="T8" fmla="*/ 0 w 122"/>
              <a:gd name="T9" fmla="*/ 0 h 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2" h="40">
                <a:moveTo>
                  <a:pt x="0" y="0"/>
                </a:moveTo>
                <a:lnTo>
                  <a:pt x="32" y="25"/>
                </a:lnTo>
                <a:lnTo>
                  <a:pt x="122" y="38"/>
                </a:lnTo>
                <a:lnTo>
                  <a:pt x="30" y="40"/>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6712" name="Freeform 148">
            <a:extLst>
              <a:ext uri="{FF2B5EF4-FFF2-40B4-BE49-F238E27FC236}">
                <a16:creationId xmlns:a16="http://schemas.microsoft.com/office/drawing/2014/main" id="{43C3BCC1-B098-324A-271B-1E49A64D8ED7}"/>
              </a:ext>
            </a:extLst>
          </p:cNvPr>
          <p:cNvSpPr>
            <a:spLocks/>
          </p:cNvSpPr>
          <p:nvPr/>
        </p:nvSpPr>
        <p:spPr bwMode="auto">
          <a:xfrm>
            <a:off x="590896" y="5228853"/>
            <a:ext cx="65352" cy="31750"/>
          </a:xfrm>
          <a:custGeom>
            <a:avLst/>
            <a:gdLst>
              <a:gd name="T0" fmla="*/ 0 w 187"/>
              <a:gd name="T1" fmla="*/ 0 h 102"/>
              <a:gd name="T2" fmla="*/ 2147483646 w 187"/>
              <a:gd name="T3" fmla="*/ 2147483646 h 102"/>
              <a:gd name="T4" fmla="*/ 2147483646 w 187"/>
              <a:gd name="T5" fmla="*/ 2147483646 h 102"/>
              <a:gd name="T6" fmla="*/ 2147483646 w 187"/>
              <a:gd name="T7" fmla="*/ 2147483646 h 102"/>
              <a:gd name="T8" fmla="*/ 2147483646 w 187"/>
              <a:gd name="T9" fmla="*/ 2147483646 h 102"/>
              <a:gd name="T10" fmla="*/ 2147483646 w 187"/>
              <a:gd name="T11" fmla="*/ 2147483646 h 102"/>
              <a:gd name="T12" fmla="*/ 2147483646 w 187"/>
              <a:gd name="T13" fmla="*/ 2147483646 h 102"/>
              <a:gd name="T14" fmla="*/ 2147483646 w 187"/>
              <a:gd name="T15" fmla="*/ 2147483646 h 102"/>
              <a:gd name="T16" fmla="*/ 0 w 187"/>
              <a:gd name="T17" fmla="*/ 0 h 10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87" h="102">
                <a:moveTo>
                  <a:pt x="0" y="0"/>
                </a:moveTo>
                <a:lnTo>
                  <a:pt x="84" y="9"/>
                </a:lnTo>
                <a:lnTo>
                  <a:pt x="101" y="23"/>
                </a:lnTo>
                <a:lnTo>
                  <a:pt x="101" y="54"/>
                </a:lnTo>
                <a:lnTo>
                  <a:pt x="106" y="89"/>
                </a:lnTo>
                <a:lnTo>
                  <a:pt x="187" y="102"/>
                </a:lnTo>
                <a:lnTo>
                  <a:pt x="90" y="98"/>
                </a:lnTo>
                <a:lnTo>
                  <a:pt x="74"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6713" name="Freeform 149">
            <a:extLst>
              <a:ext uri="{FF2B5EF4-FFF2-40B4-BE49-F238E27FC236}">
                <a16:creationId xmlns:a16="http://schemas.microsoft.com/office/drawing/2014/main" id="{A7FF9764-E1CB-E2B5-C86B-D23BB437A923}"/>
              </a:ext>
            </a:extLst>
          </p:cNvPr>
          <p:cNvSpPr>
            <a:spLocks/>
          </p:cNvSpPr>
          <p:nvPr/>
        </p:nvSpPr>
        <p:spPr bwMode="auto">
          <a:xfrm>
            <a:off x="656248" y="5301879"/>
            <a:ext cx="209815" cy="47625"/>
          </a:xfrm>
          <a:custGeom>
            <a:avLst/>
            <a:gdLst>
              <a:gd name="T0" fmla="*/ 0 w 609"/>
              <a:gd name="T1" fmla="*/ 0 h 150"/>
              <a:gd name="T2" fmla="*/ 2147483646 w 609"/>
              <a:gd name="T3" fmla="*/ 2147483646 h 150"/>
              <a:gd name="T4" fmla="*/ 2147483646 w 609"/>
              <a:gd name="T5" fmla="*/ 2147483646 h 150"/>
              <a:gd name="T6" fmla="*/ 2147483646 w 609"/>
              <a:gd name="T7" fmla="*/ 2147483646 h 150"/>
              <a:gd name="T8" fmla="*/ 2147483646 w 609"/>
              <a:gd name="T9" fmla="*/ 2147483646 h 150"/>
              <a:gd name="T10" fmla="*/ 2147483646 w 609"/>
              <a:gd name="T11" fmla="*/ 2147483646 h 150"/>
              <a:gd name="T12" fmla="*/ 2147483646 w 609"/>
              <a:gd name="T13" fmla="*/ 2147483646 h 150"/>
              <a:gd name="T14" fmla="*/ 2147483646 w 609"/>
              <a:gd name="T15" fmla="*/ 2147483646 h 150"/>
              <a:gd name="T16" fmla="*/ 2147483646 w 609"/>
              <a:gd name="T17" fmla="*/ 2147483646 h 150"/>
              <a:gd name="T18" fmla="*/ 2147483646 w 609"/>
              <a:gd name="T19" fmla="*/ 2147483646 h 150"/>
              <a:gd name="T20" fmla="*/ 2147483646 w 609"/>
              <a:gd name="T21" fmla="*/ 2147483646 h 150"/>
              <a:gd name="T22" fmla="*/ 2147483646 w 609"/>
              <a:gd name="T23" fmla="*/ 2147483646 h 150"/>
              <a:gd name="T24" fmla="*/ 2147483646 w 609"/>
              <a:gd name="T25" fmla="*/ 2147483646 h 150"/>
              <a:gd name="T26" fmla="*/ 0 w 609"/>
              <a:gd name="T27" fmla="*/ 0 h 15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09" h="150">
                <a:moveTo>
                  <a:pt x="0" y="0"/>
                </a:moveTo>
                <a:lnTo>
                  <a:pt x="154" y="7"/>
                </a:lnTo>
                <a:lnTo>
                  <a:pt x="313" y="44"/>
                </a:lnTo>
                <a:lnTo>
                  <a:pt x="431" y="51"/>
                </a:lnTo>
                <a:lnTo>
                  <a:pt x="527" y="71"/>
                </a:lnTo>
                <a:lnTo>
                  <a:pt x="563" y="122"/>
                </a:lnTo>
                <a:lnTo>
                  <a:pt x="609" y="150"/>
                </a:lnTo>
                <a:lnTo>
                  <a:pt x="563" y="141"/>
                </a:lnTo>
                <a:lnTo>
                  <a:pt x="521" y="84"/>
                </a:lnTo>
                <a:lnTo>
                  <a:pt x="392" y="58"/>
                </a:lnTo>
                <a:lnTo>
                  <a:pt x="313" y="58"/>
                </a:lnTo>
                <a:lnTo>
                  <a:pt x="252" y="44"/>
                </a:lnTo>
                <a:lnTo>
                  <a:pt x="146" y="17"/>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6714" name="Freeform 150">
            <a:extLst>
              <a:ext uri="{FF2B5EF4-FFF2-40B4-BE49-F238E27FC236}">
                <a16:creationId xmlns:a16="http://schemas.microsoft.com/office/drawing/2014/main" id="{46BA2E8A-ADC0-7A97-4642-CE24581BF92D}"/>
              </a:ext>
            </a:extLst>
          </p:cNvPr>
          <p:cNvSpPr>
            <a:spLocks/>
          </p:cNvSpPr>
          <p:nvPr/>
        </p:nvSpPr>
        <p:spPr bwMode="auto">
          <a:xfrm>
            <a:off x="446433" y="4651003"/>
            <a:ext cx="182298" cy="184150"/>
          </a:xfrm>
          <a:custGeom>
            <a:avLst/>
            <a:gdLst>
              <a:gd name="T0" fmla="*/ 2147483646 w 529"/>
              <a:gd name="T1" fmla="*/ 2147483646 h 580"/>
              <a:gd name="T2" fmla="*/ 2147483646 w 529"/>
              <a:gd name="T3" fmla="*/ 2147483646 h 580"/>
              <a:gd name="T4" fmla="*/ 2147483646 w 529"/>
              <a:gd name="T5" fmla="*/ 2147483646 h 580"/>
              <a:gd name="T6" fmla="*/ 2147483646 w 529"/>
              <a:gd name="T7" fmla="*/ 2147483646 h 580"/>
              <a:gd name="T8" fmla="*/ 2147483646 w 529"/>
              <a:gd name="T9" fmla="*/ 2147483646 h 580"/>
              <a:gd name="T10" fmla="*/ 2147483646 w 529"/>
              <a:gd name="T11" fmla="*/ 2147483646 h 580"/>
              <a:gd name="T12" fmla="*/ 2147483646 w 529"/>
              <a:gd name="T13" fmla="*/ 2147483646 h 580"/>
              <a:gd name="T14" fmla="*/ 2147483646 w 529"/>
              <a:gd name="T15" fmla="*/ 2147483646 h 580"/>
              <a:gd name="T16" fmla="*/ 2147483646 w 529"/>
              <a:gd name="T17" fmla="*/ 2147483646 h 580"/>
              <a:gd name="T18" fmla="*/ 2147483646 w 529"/>
              <a:gd name="T19" fmla="*/ 2147483646 h 580"/>
              <a:gd name="T20" fmla="*/ 2147483646 w 529"/>
              <a:gd name="T21" fmla="*/ 2147483646 h 580"/>
              <a:gd name="T22" fmla="*/ 2147483646 w 529"/>
              <a:gd name="T23" fmla="*/ 2147483646 h 580"/>
              <a:gd name="T24" fmla="*/ 2147483646 w 529"/>
              <a:gd name="T25" fmla="*/ 2147483646 h 580"/>
              <a:gd name="T26" fmla="*/ 2147483646 w 529"/>
              <a:gd name="T27" fmla="*/ 2147483646 h 580"/>
              <a:gd name="T28" fmla="*/ 2147483646 w 529"/>
              <a:gd name="T29" fmla="*/ 2147483646 h 580"/>
              <a:gd name="T30" fmla="*/ 2147483646 w 529"/>
              <a:gd name="T31" fmla="*/ 2147483646 h 580"/>
              <a:gd name="T32" fmla="*/ 2147483646 w 529"/>
              <a:gd name="T33" fmla="*/ 2147483646 h 580"/>
              <a:gd name="T34" fmla="*/ 2147483646 w 529"/>
              <a:gd name="T35" fmla="*/ 2147483646 h 580"/>
              <a:gd name="T36" fmla="*/ 2147483646 w 529"/>
              <a:gd name="T37" fmla="*/ 2147483646 h 580"/>
              <a:gd name="T38" fmla="*/ 2147483646 w 529"/>
              <a:gd name="T39" fmla="*/ 2147483646 h 580"/>
              <a:gd name="T40" fmla="*/ 2147483646 w 529"/>
              <a:gd name="T41" fmla="*/ 2147483646 h 580"/>
              <a:gd name="T42" fmla="*/ 2147483646 w 529"/>
              <a:gd name="T43" fmla="*/ 2147483646 h 580"/>
              <a:gd name="T44" fmla="*/ 2147483646 w 529"/>
              <a:gd name="T45" fmla="*/ 2147483646 h 580"/>
              <a:gd name="T46" fmla="*/ 2147483646 w 529"/>
              <a:gd name="T47" fmla="*/ 2147483646 h 580"/>
              <a:gd name="T48" fmla="*/ 2147483646 w 529"/>
              <a:gd name="T49" fmla="*/ 2147483646 h 580"/>
              <a:gd name="T50" fmla="*/ 2147483646 w 529"/>
              <a:gd name="T51" fmla="*/ 2147483646 h 580"/>
              <a:gd name="T52" fmla="*/ 2147483646 w 529"/>
              <a:gd name="T53" fmla="*/ 2147483646 h 580"/>
              <a:gd name="T54" fmla="*/ 2147483646 w 529"/>
              <a:gd name="T55" fmla="*/ 2147483646 h 580"/>
              <a:gd name="T56" fmla="*/ 2147483646 w 529"/>
              <a:gd name="T57" fmla="*/ 2147483646 h 580"/>
              <a:gd name="T58" fmla="*/ 0 w 529"/>
              <a:gd name="T59" fmla="*/ 2147483646 h 580"/>
              <a:gd name="T60" fmla="*/ 0 w 529"/>
              <a:gd name="T61" fmla="*/ 2147483646 h 580"/>
              <a:gd name="T62" fmla="*/ 2147483646 w 529"/>
              <a:gd name="T63" fmla="*/ 2147483646 h 580"/>
              <a:gd name="T64" fmla="*/ 2147483646 w 529"/>
              <a:gd name="T65" fmla="*/ 2147483646 h 580"/>
              <a:gd name="T66" fmla="*/ 2147483646 w 529"/>
              <a:gd name="T67" fmla="*/ 0 h 580"/>
              <a:gd name="T68" fmla="*/ 2147483646 w 529"/>
              <a:gd name="T69" fmla="*/ 2147483646 h 580"/>
              <a:gd name="T70" fmla="*/ 2147483646 w 529"/>
              <a:gd name="T71" fmla="*/ 2147483646 h 58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529" h="580">
                <a:moveTo>
                  <a:pt x="357" y="20"/>
                </a:moveTo>
                <a:lnTo>
                  <a:pt x="403" y="53"/>
                </a:lnTo>
                <a:lnTo>
                  <a:pt x="428" y="94"/>
                </a:lnTo>
                <a:lnTo>
                  <a:pt x="451" y="138"/>
                </a:lnTo>
                <a:lnTo>
                  <a:pt x="464" y="161"/>
                </a:lnTo>
                <a:lnTo>
                  <a:pt x="464" y="186"/>
                </a:lnTo>
                <a:lnTo>
                  <a:pt x="453" y="216"/>
                </a:lnTo>
                <a:lnTo>
                  <a:pt x="476" y="239"/>
                </a:lnTo>
                <a:lnTo>
                  <a:pt x="511" y="301"/>
                </a:lnTo>
                <a:lnTo>
                  <a:pt x="529" y="334"/>
                </a:lnTo>
                <a:lnTo>
                  <a:pt x="529" y="346"/>
                </a:lnTo>
                <a:lnTo>
                  <a:pt x="526" y="357"/>
                </a:lnTo>
                <a:lnTo>
                  <a:pt x="510" y="361"/>
                </a:lnTo>
                <a:lnTo>
                  <a:pt x="487" y="362"/>
                </a:lnTo>
                <a:lnTo>
                  <a:pt x="475" y="366"/>
                </a:lnTo>
                <a:lnTo>
                  <a:pt x="476" y="391"/>
                </a:lnTo>
                <a:lnTo>
                  <a:pt x="483" y="421"/>
                </a:lnTo>
                <a:lnTo>
                  <a:pt x="469" y="437"/>
                </a:lnTo>
                <a:lnTo>
                  <a:pt x="473" y="459"/>
                </a:lnTo>
                <a:lnTo>
                  <a:pt x="462" y="472"/>
                </a:lnTo>
                <a:lnTo>
                  <a:pt x="452" y="511"/>
                </a:lnTo>
                <a:lnTo>
                  <a:pt x="436" y="523"/>
                </a:lnTo>
                <a:lnTo>
                  <a:pt x="411" y="523"/>
                </a:lnTo>
                <a:lnTo>
                  <a:pt x="375" y="517"/>
                </a:lnTo>
                <a:lnTo>
                  <a:pt x="339" y="511"/>
                </a:lnTo>
                <a:lnTo>
                  <a:pt x="342" y="580"/>
                </a:lnTo>
                <a:lnTo>
                  <a:pt x="60" y="488"/>
                </a:lnTo>
                <a:lnTo>
                  <a:pt x="83" y="435"/>
                </a:lnTo>
                <a:lnTo>
                  <a:pt x="78" y="394"/>
                </a:lnTo>
                <a:lnTo>
                  <a:pt x="0" y="316"/>
                </a:lnTo>
                <a:lnTo>
                  <a:pt x="0" y="111"/>
                </a:lnTo>
                <a:lnTo>
                  <a:pt x="52" y="55"/>
                </a:lnTo>
                <a:lnTo>
                  <a:pt x="117" y="25"/>
                </a:lnTo>
                <a:lnTo>
                  <a:pt x="186" y="0"/>
                </a:lnTo>
                <a:lnTo>
                  <a:pt x="276" y="13"/>
                </a:lnTo>
                <a:lnTo>
                  <a:pt x="357" y="20"/>
                </a:lnTo>
                <a:close/>
              </a:path>
            </a:pathLst>
          </a:custGeom>
          <a:solidFill>
            <a:srgbClr val="FFC080"/>
          </a:solidFill>
          <a:ln w="3175">
            <a:solidFill>
              <a:srgbClr val="402000"/>
            </a:solidFill>
            <a:prstDash val="solid"/>
            <a:round/>
            <a:headEnd/>
            <a:tailEnd/>
          </a:ln>
        </p:spPr>
        <p:txBody>
          <a:bodyPr/>
          <a:lstStyle/>
          <a:p>
            <a:endParaRPr lang="zh-CN" altLang="en-US" b="1">
              <a:solidFill>
                <a:srgbClr val="000099"/>
              </a:solidFill>
            </a:endParaRPr>
          </a:p>
        </p:txBody>
      </p:sp>
      <p:sp>
        <p:nvSpPr>
          <p:cNvPr id="26715" name="Freeform 151">
            <a:extLst>
              <a:ext uri="{FF2B5EF4-FFF2-40B4-BE49-F238E27FC236}">
                <a16:creationId xmlns:a16="http://schemas.microsoft.com/office/drawing/2014/main" id="{64B9C801-89EC-D30D-B819-0A521F37BC4D}"/>
              </a:ext>
            </a:extLst>
          </p:cNvPr>
          <p:cNvSpPr>
            <a:spLocks/>
          </p:cNvSpPr>
          <p:nvPr/>
        </p:nvSpPr>
        <p:spPr bwMode="auto">
          <a:xfrm>
            <a:off x="608093" y="4762128"/>
            <a:ext cx="10319" cy="1588"/>
          </a:xfrm>
          <a:custGeom>
            <a:avLst/>
            <a:gdLst>
              <a:gd name="T0" fmla="*/ 2147483646 w 30"/>
              <a:gd name="T1" fmla="*/ 2147483646 h 6"/>
              <a:gd name="T2" fmla="*/ 2147483646 w 30"/>
              <a:gd name="T3" fmla="*/ 2147483646 h 6"/>
              <a:gd name="T4" fmla="*/ 2147483646 w 30"/>
              <a:gd name="T5" fmla="*/ 2147483646 h 6"/>
              <a:gd name="T6" fmla="*/ 2147483646 w 30"/>
              <a:gd name="T7" fmla="*/ 2147483646 h 6"/>
              <a:gd name="T8" fmla="*/ 0 w 30"/>
              <a:gd name="T9" fmla="*/ 2147483646 h 6"/>
              <a:gd name="T10" fmla="*/ 2147483646 w 30"/>
              <a:gd name="T11" fmla="*/ 0 h 6"/>
              <a:gd name="T12" fmla="*/ 2147483646 w 30"/>
              <a:gd name="T13" fmla="*/ 2147483646 h 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6">
                <a:moveTo>
                  <a:pt x="30" y="2"/>
                </a:moveTo>
                <a:lnTo>
                  <a:pt x="23" y="6"/>
                </a:lnTo>
                <a:lnTo>
                  <a:pt x="8" y="5"/>
                </a:lnTo>
                <a:lnTo>
                  <a:pt x="2" y="6"/>
                </a:lnTo>
                <a:lnTo>
                  <a:pt x="0" y="1"/>
                </a:lnTo>
                <a:lnTo>
                  <a:pt x="9" y="0"/>
                </a:lnTo>
                <a:lnTo>
                  <a:pt x="30" y="2"/>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6716" name="Freeform 152">
            <a:extLst>
              <a:ext uri="{FF2B5EF4-FFF2-40B4-BE49-F238E27FC236}">
                <a16:creationId xmlns:a16="http://schemas.microsoft.com/office/drawing/2014/main" id="{A530FF78-FDE6-6586-B466-7411F8F1AFF2}"/>
              </a:ext>
            </a:extLst>
          </p:cNvPr>
          <p:cNvSpPr>
            <a:spLocks/>
          </p:cNvSpPr>
          <p:nvPr/>
        </p:nvSpPr>
        <p:spPr bwMode="auto">
          <a:xfrm>
            <a:off x="604654" y="4755778"/>
            <a:ext cx="3440" cy="6350"/>
          </a:xfrm>
          <a:custGeom>
            <a:avLst/>
            <a:gdLst>
              <a:gd name="T0" fmla="*/ 2147483646 w 11"/>
              <a:gd name="T1" fmla="*/ 0 h 22"/>
              <a:gd name="T2" fmla="*/ 2147483646 w 11"/>
              <a:gd name="T3" fmla="*/ 2147483646 h 22"/>
              <a:gd name="T4" fmla="*/ 2147483646 w 11"/>
              <a:gd name="T5" fmla="*/ 2147483646 h 22"/>
              <a:gd name="T6" fmla="*/ 2147483646 w 11"/>
              <a:gd name="T7" fmla="*/ 2147483646 h 22"/>
              <a:gd name="T8" fmla="*/ 0 w 11"/>
              <a:gd name="T9" fmla="*/ 2147483646 h 22"/>
              <a:gd name="T10" fmla="*/ 0 w 11"/>
              <a:gd name="T11" fmla="*/ 2147483646 h 22"/>
              <a:gd name="T12" fmla="*/ 2147483646 w 11"/>
              <a:gd name="T13" fmla="*/ 0 h 2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 h="22">
                <a:moveTo>
                  <a:pt x="11" y="0"/>
                </a:moveTo>
                <a:lnTo>
                  <a:pt x="3" y="6"/>
                </a:lnTo>
                <a:lnTo>
                  <a:pt x="3" y="12"/>
                </a:lnTo>
                <a:lnTo>
                  <a:pt x="2" y="22"/>
                </a:lnTo>
                <a:lnTo>
                  <a:pt x="0" y="8"/>
                </a:lnTo>
                <a:lnTo>
                  <a:pt x="0" y="1"/>
                </a:lnTo>
                <a:lnTo>
                  <a:pt x="11"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6717" name="Freeform 153">
            <a:extLst>
              <a:ext uri="{FF2B5EF4-FFF2-40B4-BE49-F238E27FC236}">
                <a16:creationId xmlns:a16="http://schemas.microsoft.com/office/drawing/2014/main" id="{3A04EF09-102D-3A10-9D9F-7B68AC09F1EE}"/>
              </a:ext>
            </a:extLst>
          </p:cNvPr>
          <p:cNvSpPr>
            <a:spLocks/>
          </p:cNvSpPr>
          <p:nvPr/>
        </p:nvSpPr>
        <p:spPr bwMode="auto">
          <a:xfrm>
            <a:off x="596055" y="4733553"/>
            <a:ext cx="5159" cy="12700"/>
          </a:xfrm>
          <a:custGeom>
            <a:avLst/>
            <a:gdLst>
              <a:gd name="T0" fmla="*/ 0 w 13"/>
              <a:gd name="T1" fmla="*/ 0 h 42"/>
              <a:gd name="T2" fmla="*/ 2147483646 w 13"/>
              <a:gd name="T3" fmla="*/ 2147483646 h 42"/>
              <a:gd name="T4" fmla="*/ 2147483646 w 13"/>
              <a:gd name="T5" fmla="*/ 2147483646 h 42"/>
              <a:gd name="T6" fmla="*/ 2147483646 w 13"/>
              <a:gd name="T7" fmla="*/ 2147483646 h 42"/>
              <a:gd name="T8" fmla="*/ 0 w 13"/>
              <a:gd name="T9" fmla="*/ 0 h 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 h="42">
                <a:moveTo>
                  <a:pt x="0" y="0"/>
                </a:moveTo>
                <a:lnTo>
                  <a:pt x="9" y="24"/>
                </a:lnTo>
                <a:lnTo>
                  <a:pt x="13" y="42"/>
                </a:lnTo>
                <a:lnTo>
                  <a:pt x="6" y="30"/>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6718" name="Freeform 154">
            <a:extLst>
              <a:ext uri="{FF2B5EF4-FFF2-40B4-BE49-F238E27FC236}">
                <a16:creationId xmlns:a16="http://schemas.microsoft.com/office/drawing/2014/main" id="{5C51C632-6F96-8E6C-EF51-A2E716408B59}"/>
              </a:ext>
            </a:extLst>
          </p:cNvPr>
          <p:cNvSpPr>
            <a:spLocks/>
          </p:cNvSpPr>
          <p:nvPr/>
        </p:nvSpPr>
        <p:spPr bwMode="auto">
          <a:xfrm>
            <a:off x="577137" y="4719266"/>
            <a:ext cx="20638" cy="11112"/>
          </a:xfrm>
          <a:custGeom>
            <a:avLst/>
            <a:gdLst>
              <a:gd name="T0" fmla="*/ 2147483646 w 56"/>
              <a:gd name="T1" fmla="*/ 0 h 36"/>
              <a:gd name="T2" fmla="*/ 2147483646 w 56"/>
              <a:gd name="T3" fmla="*/ 2147483646 h 36"/>
              <a:gd name="T4" fmla="*/ 2147483646 w 56"/>
              <a:gd name="T5" fmla="*/ 2147483646 h 36"/>
              <a:gd name="T6" fmla="*/ 2147483646 w 56"/>
              <a:gd name="T7" fmla="*/ 2147483646 h 36"/>
              <a:gd name="T8" fmla="*/ 2147483646 w 56"/>
              <a:gd name="T9" fmla="*/ 2147483646 h 36"/>
              <a:gd name="T10" fmla="*/ 2147483646 w 56"/>
              <a:gd name="T11" fmla="*/ 2147483646 h 36"/>
              <a:gd name="T12" fmla="*/ 2147483646 w 56"/>
              <a:gd name="T13" fmla="*/ 2147483646 h 36"/>
              <a:gd name="T14" fmla="*/ 2147483646 w 56"/>
              <a:gd name="T15" fmla="*/ 2147483646 h 36"/>
              <a:gd name="T16" fmla="*/ 0 w 56"/>
              <a:gd name="T17" fmla="*/ 2147483646 h 36"/>
              <a:gd name="T18" fmla="*/ 2147483646 w 56"/>
              <a:gd name="T19" fmla="*/ 2147483646 h 36"/>
              <a:gd name="T20" fmla="*/ 2147483646 w 56"/>
              <a:gd name="T21" fmla="*/ 0 h 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56" h="36">
                <a:moveTo>
                  <a:pt x="56" y="0"/>
                </a:moveTo>
                <a:lnTo>
                  <a:pt x="45" y="20"/>
                </a:lnTo>
                <a:lnTo>
                  <a:pt x="47" y="26"/>
                </a:lnTo>
                <a:lnTo>
                  <a:pt x="47" y="29"/>
                </a:lnTo>
                <a:lnTo>
                  <a:pt x="51" y="36"/>
                </a:lnTo>
                <a:lnTo>
                  <a:pt x="43" y="24"/>
                </a:lnTo>
                <a:lnTo>
                  <a:pt x="32" y="24"/>
                </a:lnTo>
                <a:lnTo>
                  <a:pt x="20" y="20"/>
                </a:lnTo>
                <a:lnTo>
                  <a:pt x="0" y="19"/>
                </a:lnTo>
                <a:lnTo>
                  <a:pt x="20" y="7"/>
                </a:lnTo>
                <a:lnTo>
                  <a:pt x="56"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6719" name="Freeform 155">
            <a:extLst>
              <a:ext uri="{FF2B5EF4-FFF2-40B4-BE49-F238E27FC236}">
                <a16:creationId xmlns:a16="http://schemas.microsoft.com/office/drawing/2014/main" id="{48E1ED2C-A8EE-CD8A-16D0-81BA075BF4C7}"/>
              </a:ext>
            </a:extLst>
          </p:cNvPr>
          <p:cNvSpPr>
            <a:spLocks/>
          </p:cNvSpPr>
          <p:nvPr/>
        </p:nvSpPr>
        <p:spPr bwMode="auto">
          <a:xfrm>
            <a:off x="568538" y="4701804"/>
            <a:ext cx="34396" cy="11113"/>
          </a:xfrm>
          <a:custGeom>
            <a:avLst/>
            <a:gdLst>
              <a:gd name="T0" fmla="*/ 2147483646 w 96"/>
              <a:gd name="T1" fmla="*/ 2147483646 h 34"/>
              <a:gd name="T2" fmla="*/ 2147483646 w 96"/>
              <a:gd name="T3" fmla="*/ 2147483646 h 34"/>
              <a:gd name="T4" fmla="*/ 2147483646 w 96"/>
              <a:gd name="T5" fmla="*/ 2147483646 h 34"/>
              <a:gd name="T6" fmla="*/ 2147483646 w 96"/>
              <a:gd name="T7" fmla="*/ 2147483646 h 34"/>
              <a:gd name="T8" fmla="*/ 2147483646 w 96"/>
              <a:gd name="T9" fmla="*/ 2147483646 h 34"/>
              <a:gd name="T10" fmla="*/ 2147483646 w 96"/>
              <a:gd name="T11" fmla="*/ 2147483646 h 34"/>
              <a:gd name="T12" fmla="*/ 0 w 96"/>
              <a:gd name="T13" fmla="*/ 2147483646 h 34"/>
              <a:gd name="T14" fmla="*/ 2147483646 w 96"/>
              <a:gd name="T15" fmla="*/ 2147483646 h 34"/>
              <a:gd name="T16" fmla="*/ 2147483646 w 96"/>
              <a:gd name="T17" fmla="*/ 2147483646 h 34"/>
              <a:gd name="T18" fmla="*/ 2147483646 w 96"/>
              <a:gd name="T19" fmla="*/ 0 h 34"/>
              <a:gd name="T20" fmla="*/ 2147483646 w 96"/>
              <a:gd name="T21" fmla="*/ 2147483646 h 34"/>
              <a:gd name="T22" fmla="*/ 2147483646 w 96"/>
              <a:gd name="T23" fmla="*/ 2147483646 h 34"/>
              <a:gd name="T24" fmla="*/ 2147483646 w 96"/>
              <a:gd name="T25" fmla="*/ 2147483646 h 34"/>
              <a:gd name="T26" fmla="*/ 2147483646 w 96"/>
              <a:gd name="T27" fmla="*/ 2147483646 h 34"/>
              <a:gd name="T28" fmla="*/ 2147483646 w 96"/>
              <a:gd name="T29" fmla="*/ 2147483646 h 3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96" h="34">
                <a:moveTo>
                  <a:pt x="96" y="17"/>
                </a:moveTo>
                <a:lnTo>
                  <a:pt x="92" y="29"/>
                </a:lnTo>
                <a:lnTo>
                  <a:pt x="81" y="34"/>
                </a:lnTo>
                <a:lnTo>
                  <a:pt x="66" y="24"/>
                </a:lnTo>
                <a:lnTo>
                  <a:pt x="47" y="17"/>
                </a:lnTo>
                <a:lnTo>
                  <a:pt x="15" y="17"/>
                </a:lnTo>
                <a:lnTo>
                  <a:pt x="0" y="18"/>
                </a:lnTo>
                <a:lnTo>
                  <a:pt x="24" y="9"/>
                </a:lnTo>
                <a:lnTo>
                  <a:pt x="41" y="4"/>
                </a:lnTo>
                <a:lnTo>
                  <a:pt x="39" y="0"/>
                </a:lnTo>
                <a:lnTo>
                  <a:pt x="56" y="7"/>
                </a:lnTo>
                <a:lnTo>
                  <a:pt x="54" y="2"/>
                </a:lnTo>
                <a:lnTo>
                  <a:pt x="68" y="9"/>
                </a:lnTo>
                <a:lnTo>
                  <a:pt x="79" y="9"/>
                </a:lnTo>
                <a:lnTo>
                  <a:pt x="96" y="17"/>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6720" name="Freeform 156">
            <a:extLst>
              <a:ext uri="{FF2B5EF4-FFF2-40B4-BE49-F238E27FC236}">
                <a16:creationId xmlns:a16="http://schemas.microsoft.com/office/drawing/2014/main" id="{E889F912-07B4-DAEE-BABC-31C5194E7349}"/>
              </a:ext>
            </a:extLst>
          </p:cNvPr>
          <p:cNvSpPr>
            <a:spLocks/>
          </p:cNvSpPr>
          <p:nvPr/>
        </p:nvSpPr>
        <p:spPr bwMode="auto">
          <a:xfrm>
            <a:off x="508346" y="4717679"/>
            <a:ext cx="18918" cy="34925"/>
          </a:xfrm>
          <a:custGeom>
            <a:avLst/>
            <a:gdLst>
              <a:gd name="T0" fmla="*/ 2147483646 w 56"/>
              <a:gd name="T1" fmla="*/ 2147483646 h 113"/>
              <a:gd name="T2" fmla="*/ 2147483646 w 56"/>
              <a:gd name="T3" fmla="*/ 2147483646 h 113"/>
              <a:gd name="T4" fmla="*/ 2147483646 w 56"/>
              <a:gd name="T5" fmla="*/ 2147483646 h 113"/>
              <a:gd name="T6" fmla="*/ 2147483646 w 56"/>
              <a:gd name="T7" fmla="*/ 2147483646 h 113"/>
              <a:gd name="T8" fmla="*/ 2147483646 w 56"/>
              <a:gd name="T9" fmla="*/ 2147483646 h 113"/>
              <a:gd name="T10" fmla="*/ 2147483646 w 56"/>
              <a:gd name="T11" fmla="*/ 2147483646 h 113"/>
              <a:gd name="T12" fmla="*/ 2147483646 w 56"/>
              <a:gd name="T13" fmla="*/ 2147483646 h 113"/>
              <a:gd name="T14" fmla="*/ 2147483646 w 56"/>
              <a:gd name="T15" fmla="*/ 2147483646 h 113"/>
              <a:gd name="T16" fmla="*/ 2147483646 w 56"/>
              <a:gd name="T17" fmla="*/ 2147483646 h 113"/>
              <a:gd name="T18" fmla="*/ 2147483646 w 56"/>
              <a:gd name="T19" fmla="*/ 2147483646 h 113"/>
              <a:gd name="T20" fmla="*/ 2147483646 w 56"/>
              <a:gd name="T21" fmla="*/ 2147483646 h 113"/>
              <a:gd name="T22" fmla="*/ 2147483646 w 56"/>
              <a:gd name="T23" fmla="*/ 2147483646 h 113"/>
              <a:gd name="T24" fmla="*/ 2147483646 w 56"/>
              <a:gd name="T25" fmla="*/ 2147483646 h 113"/>
              <a:gd name="T26" fmla="*/ 2147483646 w 56"/>
              <a:gd name="T27" fmla="*/ 2147483646 h 113"/>
              <a:gd name="T28" fmla="*/ 2147483646 w 56"/>
              <a:gd name="T29" fmla="*/ 2147483646 h 113"/>
              <a:gd name="T30" fmla="*/ 2147483646 w 56"/>
              <a:gd name="T31" fmla="*/ 2147483646 h 113"/>
              <a:gd name="T32" fmla="*/ 2147483646 w 56"/>
              <a:gd name="T33" fmla="*/ 2147483646 h 113"/>
              <a:gd name="T34" fmla="*/ 0 w 56"/>
              <a:gd name="T35" fmla="*/ 2147483646 h 113"/>
              <a:gd name="T36" fmla="*/ 2147483646 w 56"/>
              <a:gd name="T37" fmla="*/ 2147483646 h 113"/>
              <a:gd name="T38" fmla="*/ 2147483646 w 56"/>
              <a:gd name="T39" fmla="*/ 2147483646 h 113"/>
              <a:gd name="T40" fmla="*/ 2147483646 w 56"/>
              <a:gd name="T41" fmla="*/ 0 h 113"/>
              <a:gd name="T42" fmla="*/ 2147483646 w 56"/>
              <a:gd name="T43" fmla="*/ 2147483646 h 113"/>
              <a:gd name="T44" fmla="*/ 2147483646 w 56"/>
              <a:gd name="T45" fmla="*/ 2147483646 h 11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56" h="113">
                <a:moveTo>
                  <a:pt x="56" y="21"/>
                </a:moveTo>
                <a:lnTo>
                  <a:pt x="39" y="8"/>
                </a:lnTo>
                <a:lnTo>
                  <a:pt x="19" y="11"/>
                </a:lnTo>
                <a:lnTo>
                  <a:pt x="8" y="29"/>
                </a:lnTo>
                <a:lnTo>
                  <a:pt x="6" y="55"/>
                </a:lnTo>
                <a:lnTo>
                  <a:pt x="8" y="75"/>
                </a:lnTo>
                <a:lnTo>
                  <a:pt x="15" y="91"/>
                </a:lnTo>
                <a:lnTo>
                  <a:pt x="24" y="66"/>
                </a:lnTo>
                <a:lnTo>
                  <a:pt x="35" y="52"/>
                </a:lnTo>
                <a:lnTo>
                  <a:pt x="53" y="42"/>
                </a:lnTo>
                <a:lnTo>
                  <a:pt x="38" y="62"/>
                </a:lnTo>
                <a:lnTo>
                  <a:pt x="22" y="79"/>
                </a:lnTo>
                <a:lnTo>
                  <a:pt x="21" y="95"/>
                </a:lnTo>
                <a:lnTo>
                  <a:pt x="28" y="110"/>
                </a:lnTo>
                <a:lnTo>
                  <a:pt x="37" y="113"/>
                </a:lnTo>
                <a:lnTo>
                  <a:pt x="14" y="107"/>
                </a:lnTo>
                <a:lnTo>
                  <a:pt x="2" y="83"/>
                </a:lnTo>
                <a:lnTo>
                  <a:pt x="0" y="52"/>
                </a:lnTo>
                <a:lnTo>
                  <a:pt x="2" y="24"/>
                </a:lnTo>
                <a:lnTo>
                  <a:pt x="15" y="5"/>
                </a:lnTo>
                <a:lnTo>
                  <a:pt x="32" y="0"/>
                </a:lnTo>
                <a:lnTo>
                  <a:pt x="48" y="3"/>
                </a:lnTo>
                <a:lnTo>
                  <a:pt x="56" y="21"/>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6721" name="Freeform 157">
            <a:extLst>
              <a:ext uri="{FF2B5EF4-FFF2-40B4-BE49-F238E27FC236}">
                <a16:creationId xmlns:a16="http://schemas.microsoft.com/office/drawing/2014/main" id="{DB65DEB1-FFB2-9A92-7666-72AB9FABD832}"/>
              </a:ext>
            </a:extLst>
          </p:cNvPr>
          <p:cNvSpPr>
            <a:spLocks/>
          </p:cNvSpPr>
          <p:nvPr/>
        </p:nvSpPr>
        <p:spPr bwMode="auto">
          <a:xfrm>
            <a:off x="501467" y="4711329"/>
            <a:ext cx="30956" cy="49213"/>
          </a:xfrm>
          <a:custGeom>
            <a:avLst/>
            <a:gdLst>
              <a:gd name="T0" fmla="*/ 2147483646 w 91"/>
              <a:gd name="T1" fmla="*/ 2147483646 h 153"/>
              <a:gd name="T2" fmla="*/ 2147483646 w 91"/>
              <a:gd name="T3" fmla="*/ 2147483646 h 153"/>
              <a:gd name="T4" fmla="*/ 2147483646 w 91"/>
              <a:gd name="T5" fmla="*/ 2147483646 h 153"/>
              <a:gd name="T6" fmla="*/ 2147483646 w 91"/>
              <a:gd name="T7" fmla="*/ 2147483646 h 153"/>
              <a:gd name="T8" fmla="*/ 2147483646 w 91"/>
              <a:gd name="T9" fmla="*/ 2147483646 h 153"/>
              <a:gd name="T10" fmla="*/ 2147483646 w 91"/>
              <a:gd name="T11" fmla="*/ 2147483646 h 153"/>
              <a:gd name="T12" fmla="*/ 2147483646 w 91"/>
              <a:gd name="T13" fmla="*/ 2147483646 h 153"/>
              <a:gd name="T14" fmla="*/ 2147483646 w 91"/>
              <a:gd name="T15" fmla="*/ 2147483646 h 153"/>
              <a:gd name="T16" fmla="*/ 2147483646 w 91"/>
              <a:gd name="T17" fmla="*/ 2147483646 h 153"/>
              <a:gd name="T18" fmla="*/ 2147483646 w 91"/>
              <a:gd name="T19" fmla="*/ 2147483646 h 153"/>
              <a:gd name="T20" fmla="*/ 2147483646 w 91"/>
              <a:gd name="T21" fmla="*/ 2147483646 h 153"/>
              <a:gd name="T22" fmla="*/ 2147483646 w 91"/>
              <a:gd name="T23" fmla="*/ 2147483646 h 153"/>
              <a:gd name="T24" fmla="*/ 2147483646 w 91"/>
              <a:gd name="T25" fmla="*/ 2147483646 h 153"/>
              <a:gd name="T26" fmla="*/ 2147483646 w 91"/>
              <a:gd name="T27" fmla="*/ 2147483646 h 153"/>
              <a:gd name="T28" fmla="*/ 2147483646 w 91"/>
              <a:gd name="T29" fmla="*/ 2147483646 h 153"/>
              <a:gd name="T30" fmla="*/ 2147483646 w 91"/>
              <a:gd name="T31" fmla="*/ 2147483646 h 153"/>
              <a:gd name="T32" fmla="*/ 2147483646 w 91"/>
              <a:gd name="T33" fmla="*/ 2147483646 h 153"/>
              <a:gd name="T34" fmla="*/ 2147483646 w 91"/>
              <a:gd name="T35" fmla="*/ 2147483646 h 153"/>
              <a:gd name="T36" fmla="*/ 2147483646 w 91"/>
              <a:gd name="T37" fmla="*/ 2147483646 h 153"/>
              <a:gd name="T38" fmla="*/ 0 w 91"/>
              <a:gd name="T39" fmla="*/ 2147483646 h 153"/>
              <a:gd name="T40" fmla="*/ 0 w 91"/>
              <a:gd name="T41" fmla="*/ 2147483646 h 153"/>
              <a:gd name="T42" fmla="*/ 2147483646 w 91"/>
              <a:gd name="T43" fmla="*/ 2147483646 h 153"/>
              <a:gd name="T44" fmla="*/ 2147483646 w 91"/>
              <a:gd name="T45" fmla="*/ 2147483646 h 153"/>
              <a:gd name="T46" fmla="*/ 2147483646 w 91"/>
              <a:gd name="T47" fmla="*/ 0 h 153"/>
              <a:gd name="T48" fmla="*/ 2147483646 w 91"/>
              <a:gd name="T49" fmla="*/ 2147483646 h 153"/>
              <a:gd name="T50" fmla="*/ 2147483646 w 91"/>
              <a:gd name="T51" fmla="*/ 2147483646 h 153"/>
              <a:gd name="T52" fmla="*/ 2147483646 w 91"/>
              <a:gd name="T53" fmla="*/ 2147483646 h 153"/>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91" h="153">
                <a:moveTo>
                  <a:pt x="91" y="38"/>
                </a:moveTo>
                <a:lnTo>
                  <a:pt x="76" y="13"/>
                </a:lnTo>
                <a:lnTo>
                  <a:pt x="54" y="7"/>
                </a:lnTo>
                <a:lnTo>
                  <a:pt x="24" y="12"/>
                </a:lnTo>
                <a:lnTo>
                  <a:pt x="14" y="25"/>
                </a:lnTo>
                <a:lnTo>
                  <a:pt x="7" y="48"/>
                </a:lnTo>
                <a:lnTo>
                  <a:pt x="7" y="66"/>
                </a:lnTo>
                <a:lnTo>
                  <a:pt x="11" y="79"/>
                </a:lnTo>
                <a:lnTo>
                  <a:pt x="11" y="98"/>
                </a:lnTo>
                <a:lnTo>
                  <a:pt x="15" y="120"/>
                </a:lnTo>
                <a:lnTo>
                  <a:pt x="34" y="142"/>
                </a:lnTo>
                <a:lnTo>
                  <a:pt x="47" y="142"/>
                </a:lnTo>
                <a:lnTo>
                  <a:pt x="63" y="142"/>
                </a:lnTo>
                <a:lnTo>
                  <a:pt x="63" y="144"/>
                </a:lnTo>
                <a:lnTo>
                  <a:pt x="51" y="153"/>
                </a:lnTo>
                <a:lnTo>
                  <a:pt x="36" y="151"/>
                </a:lnTo>
                <a:lnTo>
                  <a:pt x="19" y="144"/>
                </a:lnTo>
                <a:lnTo>
                  <a:pt x="6" y="121"/>
                </a:lnTo>
                <a:lnTo>
                  <a:pt x="5" y="86"/>
                </a:lnTo>
                <a:lnTo>
                  <a:pt x="0" y="62"/>
                </a:lnTo>
                <a:lnTo>
                  <a:pt x="0" y="41"/>
                </a:lnTo>
                <a:lnTo>
                  <a:pt x="9" y="23"/>
                </a:lnTo>
                <a:lnTo>
                  <a:pt x="18" y="7"/>
                </a:lnTo>
                <a:lnTo>
                  <a:pt x="42" y="0"/>
                </a:lnTo>
                <a:lnTo>
                  <a:pt x="76" y="5"/>
                </a:lnTo>
                <a:lnTo>
                  <a:pt x="89" y="13"/>
                </a:lnTo>
                <a:lnTo>
                  <a:pt x="91" y="38"/>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6722" name="Freeform 158">
            <a:extLst>
              <a:ext uri="{FF2B5EF4-FFF2-40B4-BE49-F238E27FC236}">
                <a16:creationId xmlns:a16="http://schemas.microsoft.com/office/drawing/2014/main" id="{23C91D36-A04E-90E7-A69E-D3F9FD6F3DC1}"/>
              </a:ext>
            </a:extLst>
          </p:cNvPr>
          <p:cNvSpPr>
            <a:spLocks/>
          </p:cNvSpPr>
          <p:nvPr/>
        </p:nvSpPr>
        <p:spPr bwMode="auto">
          <a:xfrm>
            <a:off x="520385" y="4763717"/>
            <a:ext cx="29236" cy="41275"/>
          </a:xfrm>
          <a:custGeom>
            <a:avLst/>
            <a:gdLst>
              <a:gd name="T0" fmla="*/ 0 w 83"/>
              <a:gd name="T1" fmla="*/ 0 h 127"/>
              <a:gd name="T2" fmla="*/ 2147483646 w 83"/>
              <a:gd name="T3" fmla="*/ 2147483646 h 127"/>
              <a:gd name="T4" fmla="*/ 2147483646 w 83"/>
              <a:gd name="T5" fmla="*/ 2147483646 h 127"/>
              <a:gd name="T6" fmla="*/ 2147483646 w 83"/>
              <a:gd name="T7" fmla="*/ 2147483646 h 127"/>
              <a:gd name="T8" fmla="*/ 2147483646 w 83"/>
              <a:gd name="T9" fmla="*/ 2147483646 h 127"/>
              <a:gd name="T10" fmla="*/ 2147483646 w 83"/>
              <a:gd name="T11" fmla="*/ 2147483646 h 127"/>
              <a:gd name="T12" fmla="*/ 2147483646 w 83"/>
              <a:gd name="T13" fmla="*/ 2147483646 h 127"/>
              <a:gd name="T14" fmla="*/ 2147483646 w 83"/>
              <a:gd name="T15" fmla="*/ 2147483646 h 127"/>
              <a:gd name="T16" fmla="*/ 2147483646 w 83"/>
              <a:gd name="T17" fmla="*/ 2147483646 h 127"/>
              <a:gd name="T18" fmla="*/ 0 w 83"/>
              <a:gd name="T19" fmla="*/ 0 h 12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83" h="127">
                <a:moveTo>
                  <a:pt x="0" y="0"/>
                </a:moveTo>
                <a:lnTo>
                  <a:pt x="10" y="27"/>
                </a:lnTo>
                <a:lnTo>
                  <a:pt x="27" y="57"/>
                </a:lnTo>
                <a:lnTo>
                  <a:pt x="45" y="83"/>
                </a:lnTo>
                <a:lnTo>
                  <a:pt x="70" y="116"/>
                </a:lnTo>
                <a:lnTo>
                  <a:pt x="83" y="127"/>
                </a:lnTo>
                <a:lnTo>
                  <a:pt x="55" y="113"/>
                </a:lnTo>
                <a:lnTo>
                  <a:pt x="33" y="82"/>
                </a:lnTo>
                <a:lnTo>
                  <a:pt x="12" y="46"/>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6723" name="Freeform 159">
            <a:extLst>
              <a:ext uri="{FF2B5EF4-FFF2-40B4-BE49-F238E27FC236}">
                <a16:creationId xmlns:a16="http://schemas.microsoft.com/office/drawing/2014/main" id="{527422BB-39C2-5C78-4F27-097D48057B18}"/>
              </a:ext>
            </a:extLst>
          </p:cNvPr>
          <p:cNvSpPr>
            <a:spLocks/>
          </p:cNvSpPr>
          <p:nvPr/>
        </p:nvSpPr>
        <p:spPr bwMode="auto">
          <a:xfrm>
            <a:off x="432675" y="4625603"/>
            <a:ext cx="163381" cy="152400"/>
          </a:xfrm>
          <a:custGeom>
            <a:avLst/>
            <a:gdLst>
              <a:gd name="T0" fmla="*/ 2147483646 w 478"/>
              <a:gd name="T1" fmla="*/ 2147483646 h 480"/>
              <a:gd name="T2" fmla="*/ 2147483646 w 478"/>
              <a:gd name="T3" fmla="*/ 2147483646 h 480"/>
              <a:gd name="T4" fmla="*/ 2147483646 w 478"/>
              <a:gd name="T5" fmla="*/ 2147483646 h 480"/>
              <a:gd name="T6" fmla="*/ 2147483646 w 478"/>
              <a:gd name="T7" fmla="*/ 2147483646 h 480"/>
              <a:gd name="T8" fmla="*/ 2147483646 w 478"/>
              <a:gd name="T9" fmla="*/ 2147483646 h 480"/>
              <a:gd name="T10" fmla="*/ 2147483646 w 478"/>
              <a:gd name="T11" fmla="*/ 2147483646 h 480"/>
              <a:gd name="T12" fmla="*/ 2147483646 w 478"/>
              <a:gd name="T13" fmla="*/ 2147483646 h 480"/>
              <a:gd name="T14" fmla="*/ 2147483646 w 478"/>
              <a:gd name="T15" fmla="*/ 2147483646 h 480"/>
              <a:gd name="T16" fmla="*/ 2147483646 w 478"/>
              <a:gd name="T17" fmla="*/ 2147483646 h 480"/>
              <a:gd name="T18" fmla="*/ 2147483646 w 478"/>
              <a:gd name="T19" fmla="*/ 2147483646 h 480"/>
              <a:gd name="T20" fmla="*/ 2147483646 w 478"/>
              <a:gd name="T21" fmla="*/ 2147483646 h 480"/>
              <a:gd name="T22" fmla="*/ 2147483646 w 478"/>
              <a:gd name="T23" fmla="*/ 2147483646 h 480"/>
              <a:gd name="T24" fmla="*/ 2147483646 w 478"/>
              <a:gd name="T25" fmla="*/ 2147483646 h 480"/>
              <a:gd name="T26" fmla="*/ 2147483646 w 478"/>
              <a:gd name="T27" fmla="*/ 2147483646 h 480"/>
              <a:gd name="T28" fmla="*/ 2147483646 w 478"/>
              <a:gd name="T29" fmla="*/ 2147483646 h 480"/>
              <a:gd name="T30" fmla="*/ 2147483646 w 478"/>
              <a:gd name="T31" fmla="*/ 2147483646 h 480"/>
              <a:gd name="T32" fmla="*/ 2147483646 w 478"/>
              <a:gd name="T33" fmla="*/ 2147483646 h 480"/>
              <a:gd name="T34" fmla="*/ 2147483646 w 478"/>
              <a:gd name="T35" fmla="*/ 2147483646 h 480"/>
              <a:gd name="T36" fmla="*/ 2147483646 w 478"/>
              <a:gd name="T37" fmla="*/ 2147483646 h 480"/>
              <a:gd name="T38" fmla="*/ 2147483646 w 478"/>
              <a:gd name="T39" fmla="*/ 2147483646 h 480"/>
              <a:gd name="T40" fmla="*/ 2147483646 w 478"/>
              <a:gd name="T41" fmla="*/ 2147483646 h 480"/>
              <a:gd name="T42" fmla="*/ 2147483646 w 478"/>
              <a:gd name="T43" fmla="*/ 2147483646 h 480"/>
              <a:gd name="T44" fmla="*/ 2147483646 w 478"/>
              <a:gd name="T45" fmla="*/ 2147483646 h 480"/>
              <a:gd name="T46" fmla="*/ 2147483646 w 478"/>
              <a:gd name="T47" fmla="*/ 2147483646 h 480"/>
              <a:gd name="T48" fmla="*/ 2147483646 w 478"/>
              <a:gd name="T49" fmla="*/ 2147483646 h 480"/>
              <a:gd name="T50" fmla="*/ 0 w 478"/>
              <a:gd name="T51" fmla="*/ 2147483646 h 480"/>
              <a:gd name="T52" fmla="*/ 2147483646 w 478"/>
              <a:gd name="T53" fmla="*/ 2147483646 h 480"/>
              <a:gd name="T54" fmla="*/ 2147483646 w 478"/>
              <a:gd name="T55" fmla="*/ 2147483646 h 480"/>
              <a:gd name="T56" fmla="*/ 2147483646 w 478"/>
              <a:gd name="T57" fmla="*/ 2147483646 h 480"/>
              <a:gd name="T58" fmla="*/ 2147483646 w 478"/>
              <a:gd name="T59" fmla="*/ 2147483646 h 480"/>
              <a:gd name="T60" fmla="*/ 2147483646 w 478"/>
              <a:gd name="T61" fmla="*/ 0 h 480"/>
              <a:gd name="T62" fmla="*/ 2147483646 w 478"/>
              <a:gd name="T63" fmla="*/ 2147483646 h 480"/>
              <a:gd name="T64" fmla="*/ 2147483646 w 478"/>
              <a:gd name="T65" fmla="*/ 2147483646 h 480"/>
              <a:gd name="T66" fmla="*/ 2147483646 w 478"/>
              <a:gd name="T67" fmla="*/ 2147483646 h 480"/>
              <a:gd name="T68" fmla="*/ 2147483646 w 478"/>
              <a:gd name="T69" fmla="*/ 2147483646 h 480"/>
              <a:gd name="T70" fmla="*/ 2147483646 w 478"/>
              <a:gd name="T71" fmla="*/ 2147483646 h 480"/>
              <a:gd name="T72" fmla="*/ 2147483646 w 478"/>
              <a:gd name="T73" fmla="*/ 2147483646 h 480"/>
              <a:gd name="T74" fmla="*/ 2147483646 w 478"/>
              <a:gd name="T75" fmla="*/ 2147483646 h 4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78" h="480">
                <a:moveTo>
                  <a:pt x="440" y="138"/>
                </a:moveTo>
                <a:lnTo>
                  <a:pt x="367" y="127"/>
                </a:lnTo>
                <a:lnTo>
                  <a:pt x="320" y="133"/>
                </a:lnTo>
                <a:lnTo>
                  <a:pt x="290" y="168"/>
                </a:lnTo>
                <a:lnTo>
                  <a:pt x="308" y="209"/>
                </a:lnTo>
                <a:lnTo>
                  <a:pt x="331" y="224"/>
                </a:lnTo>
                <a:lnTo>
                  <a:pt x="338" y="262"/>
                </a:lnTo>
                <a:lnTo>
                  <a:pt x="324" y="287"/>
                </a:lnTo>
                <a:lnTo>
                  <a:pt x="335" y="325"/>
                </a:lnTo>
                <a:lnTo>
                  <a:pt x="306" y="325"/>
                </a:lnTo>
                <a:lnTo>
                  <a:pt x="298" y="282"/>
                </a:lnTo>
                <a:lnTo>
                  <a:pt x="280" y="262"/>
                </a:lnTo>
                <a:lnTo>
                  <a:pt x="243" y="262"/>
                </a:lnTo>
                <a:lnTo>
                  <a:pt x="209" y="271"/>
                </a:lnTo>
                <a:lnTo>
                  <a:pt x="197" y="301"/>
                </a:lnTo>
                <a:lnTo>
                  <a:pt x="193" y="341"/>
                </a:lnTo>
                <a:lnTo>
                  <a:pt x="197" y="370"/>
                </a:lnTo>
                <a:lnTo>
                  <a:pt x="197" y="391"/>
                </a:lnTo>
                <a:lnTo>
                  <a:pt x="195" y="416"/>
                </a:lnTo>
                <a:lnTo>
                  <a:pt x="172" y="439"/>
                </a:lnTo>
                <a:lnTo>
                  <a:pt x="156" y="453"/>
                </a:lnTo>
                <a:lnTo>
                  <a:pt x="115" y="480"/>
                </a:lnTo>
                <a:lnTo>
                  <a:pt x="37" y="399"/>
                </a:lnTo>
                <a:lnTo>
                  <a:pt x="14" y="334"/>
                </a:lnTo>
                <a:lnTo>
                  <a:pt x="5" y="229"/>
                </a:lnTo>
                <a:lnTo>
                  <a:pt x="0" y="154"/>
                </a:lnTo>
                <a:lnTo>
                  <a:pt x="9" y="82"/>
                </a:lnTo>
                <a:lnTo>
                  <a:pt x="30" y="42"/>
                </a:lnTo>
                <a:lnTo>
                  <a:pt x="78" y="15"/>
                </a:lnTo>
                <a:lnTo>
                  <a:pt x="121" y="7"/>
                </a:lnTo>
                <a:lnTo>
                  <a:pt x="204" y="0"/>
                </a:lnTo>
                <a:lnTo>
                  <a:pt x="285" y="5"/>
                </a:lnTo>
                <a:lnTo>
                  <a:pt x="387" y="22"/>
                </a:lnTo>
                <a:lnTo>
                  <a:pt x="432" y="44"/>
                </a:lnTo>
                <a:lnTo>
                  <a:pt x="455" y="67"/>
                </a:lnTo>
                <a:lnTo>
                  <a:pt x="478" y="102"/>
                </a:lnTo>
                <a:lnTo>
                  <a:pt x="475" y="120"/>
                </a:lnTo>
                <a:lnTo>
                  <a:pt x="440" y="138"/>
                </a:lnTo>
                <a:close/>
              </a:path>
            </a:pathLst>
          </a:custGeom>
          <a:solidFill>
            <a:srgbClr val="603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6724" name="Freeform 160">
            <a:extLst>
              <a:ext uri="{FF2B5EF4-FFF2-40B4-BE49-F238E27FC236}">
                <a16:creationId xmlns:a16="http://schemas.microsoft.com/office/drawing/2014/main" id="{20DF41F6-253D-E084-66C6-C6F15EAA5F36}"/>
              </a:ext>
            </a:extLst>
          </p:cNvPr>
          <p:cNvSpPr>
            <a:spLocks/>
          </p:cNvSpPr>
          <p:nvPr/>
        </p:nvSpPr>
        <p:spPr bwMode="auto">
          <a:xfrm>
            <a:off x="436114" y="4627191"/>
            <a:ext cx="156502" cy="146050"/>
          </a:xfrm>
          <a:custGeom>
            <a:avLst/>
            <a:gdLst>
              <a:gd name="T0" fmla="*/ 2147483646 w 455"/>
              <a:gd name="T1" fmla="*/ 2147483646 h 460"/>
              <a:gd name="T2" fmla="*/ 2147483646 w 455"/>
              <a:gd name="T3" fmla="*/ 2147483646 h 460"/>
              <a:gd name="T4" fmla="*/ 2147483646 w 455"/>
              <a:gd name="T5" fmla="*/ 2147483646 h 460"/>
              <a:gd name="T6" fmla="*/ 2147483646 w 455"/>
              <a:gd name="T7" fmla="*/ 2147483646 h 460"/>
              <a:gd name="T8" fmla="*/ 2147483646 w 455"/>
              <a:gd name="T9" fmla="*/ 2147483646 h 460"/>
              <a:gd name="T10" fmla="*/ 2147483646 w 455"/>
              <a:gd name="T11" fmla="*/ 2147483646 h 460"/>
              <a:gd name="T12" fmla="*/ 2147483646 w 455"/>
              <a:gd name="T13" fmla="*/ 2147483646 h 460"/>
              <a:gd name="T14" fmla="*/ 2147483646 w 455"/>
              <a:gd name="T15" fmla="*/ 2147483646 h 460"/>
              <a:gd name="T16" fmla="*/ 2147483646 w 455"/>
              <a:gd name="T17" fmla="*/ 2147483646 h 460"/>
              <a:gd name="T18" fmla="*/ 2147483646 w 455"/>
              <a:gd name="T19" fmla="*/ 2147483646 h 460"/>
              <a:gd name="T20" fmla="*/ 2147483646 w 455"/>
              <a:gd name="T21" fmla="*/ 2147483646 h 460"/>
              <a:gd name="T22" fmla="*/ 2147483646 w 455"/>
              <a:gd name="T23" fmla="*/ 2147483646 h 460"/>
              <a:gd name="T24" fmla="*/ 2147483646 w 455"/>
              <a:gd name="T25" fmla="*/ 2147483646 h 460"/>
              <a:gd name="T26" fmla="*/ 2147483646 w 455"/>
              <a:gd name="T27" fmla="*/ 2147483646 h 460"/>
              <a:gd name="T28" fmla="*/ 2147483646 w 455"/>
              <a:gd name="T29" fmla="*/ 2147483646 h 460"/>
              <a:gd name="T30" fmla="*/ 2147483646 w 455"/>
              <a:gd name="T31" fmla="*/ 2147483646 h 460"/>
              <a:gd name="T32" fmla="*/ 2147483646 w 455"/>
              <a:gd name="T33" fmla="*/ 2147483646 h 460"/>
              <a:gd name="T34" fmla="*/ 2147483646 w 455"/>
              <a:gd name="T35" fmla="*/ 2147483646 h 460"/>
              <a:gd name="T36" fmla="*/ 2147483646 w 455"/>
              <a:gd name="T37" fmla="*/ 2147483646 h 460"/>
              <a:gd name="T38" fmla="*/ 2147483646 w 455"/>
              <a:gd name="T39" fmla="*/ 2147483646 h 460"/>
              <a:gd name="T40" fmla="*/ 2147483646 w 455"/>
              <a:gd name="T41" fmla="*/ 2147483646 h 460"/>
              <a:gd name="T42" fmla="*/ 2147483646 w 455"/>
              <a:gd name="T43" fmla="*/ 2147483646 h 460"/>
              <a:gd name="T44" fmla="*/ 2147483646 w 455"/>
              <a:gd name="T45" fmla="*/ 2147483646 h 460"/>
              <a:gd name="T46" fmla="*/ 2147483646 w 455"/>
              <a:gd name="T47" fmla="*/ 2147483646 h 460"/>
              <a:gd name="T48" fmla="*/ 2147483646 w 455"/>
              <a:gd name="T49" fmla="*/ 2147483646 h 460"/>
              <a:gd name="T50" fmla="*/ 2147483646 w 455"/>
              <a:gd name="T51" fmla="*/ 2147483646 h 460"/>
              <a:gd name="T52" fmla="*/ 2147483646 w 455"/>
              <a:gd name="T53" fmla="*/ 2147483646 h 460"/>
              <a:gd name="T54" fmla="*/ 2147483646 w 455"/>
              <a:gd name="T55" fmla="*/ 2147483646 h 460"/>
              <a:gd name="T56" fmla="*/ 2147483646 w 455"/>
              <a:gd name="T57" fmla="*/ 2147483646 h 460"/>
              <a:gd name="T58" fmla="*/ 2147483646 w 455"/>
              <a:gd name="T59" fmla="*/ 2147483646 h 460"/>
              <a:gd name="T60" fmla="*/ 2147483646 w 455"/>
              <a:gd name="T61" fmla="*/ 2147483646 h 460"/>
              <a:gd name="T62" fmla="*/ 2147483646 w 455"/>
              <a:gd name="T63" fmla="*/ 2147483646 h 460"/>
              <a:gd name="T64" fmla="*/ 2147483646 w 455"/>
              <a:gd name="T65" fmla="*/ 2147483646 h 460"/>
              <a:gd name="T66" fmla="*/ 2147483646 w 455"/>
              <a:gd name="T67" fmla="*/ 2147483646 h 460"/>
              <a:gd name="T68" fmla="*/ 2147483646 w 455"/>
              <a:gd name="T69" fmla="*/ 2147483646 h 460"/>
              <a:gd name="T70" fmla="*/ 2147483646 w 455"/>
              <a:gd name="T71" fmla="*/ 2147483646 h 460"/>
              <a:gd name="T72" fmla="*/ 2147483646 w 455"/>
              <a:gd name="T73" fmla="*/ 2147483646 h 460"/>
              <a:gd name="T74" fmla="*/ 2147483646 w 455"/>
              <a:gd name="T75" fmla="*/ 2147483646 h 460"/>
              <a:gd name="T76" fmla="*/ 2147483646 w 455"/>
              <a:gd name="T77" fmla="*/ 2147483646 h 460"/>
              <a:gd name="T78" fmla="*/ 2147483646 w 455"/>
              <a:gd name="T79" fmla="*/ 2147483646 h 460"/>
              <a:gd name="T80" fmla="*/ 2147483646 w 455"/>
              <a:gd name="T81" fmla="*/ 2147483646 h 460"/>
              <a:gd name="T82" fmla="*/ 2147483646 w 455"/>
              <a:gd name="T83" fmla="*/ 2147483646 h 460"/>
              <a:gd name="T84" fmla="*/ 2147483646 w 455"/>
              <a:gd name="T85" fmla="*/ 2147483646 h 460"/>
              <a:gd name="T86" fmla="*/ 2147483646 w 455"/>
              <a:gd name="T87" fmla="*/ 2147483646 h 460"/>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455" h="460">
                <a:moveTo>
                  <a:pt x="379" y="28"/>
                </a:moveTo>
                <a:lnTo>
                  <a:pt x="418" y="44"/>
                </a:lnTo>
                <a:lnTo>
                  <a:pt x="436" y="69"/>
                </a:lnTo>
                <a:lnTo>
                  <a:pt x="447" y="85"/>
                </a:lnTo>
                <a:lnTo>
                  <a:pt x="455" y="98"/>
                </a:lnTo>
                <a:lnTo>
                  <a:pt x="444" y="108"/>
                </a:lnTo>
                <a:lnTo>
                  <a:pt x="425" y="120"/>
                </a:lnTo>
                <a:lnTo>
                  <a:pt x="376" y="113"/>
                </a:lnTo>
                <a:lnTo>
                  <a:pt x="339" y="113"/>
                </a:lnTo>
                <a:lnTo>
                  <a:pt x="315" y="100"/>
                </a:lnTo>
                <a:lnTo>
                  <a:pt x="279" y="92"/>
                </a:lnTo>
                <a:lnTo>
                  <a:pt x="247" y="90"/>
                </a:lnTo>
                <a:lnTo>
                  <a:pt x="209" y="92"/>
                </a:lnTo>
                <a:lnTo>
                  <a:pt x="264" y="98"/>
                </a:lnTo>
                <a:lnTo>
                  <a:pt x="291" y="105"/>
                </a:lnTo>
                <a:lnTo>
                  <a:pt x="311" y="113"/>
                </a:lnTo>
                <a:lnTo>
                  <a:pt x="315" y="115"/>
                </a:lnTo>
                <a:lnTo>
                  <a:pt x="302" y="120"/>
                </a:lnTo>
                <a:lnTo>
                  <a:pt x="291" y="131"/>
                </a:lnTo>
                <a:lnTo>
                  <a:pt x="272" y="120"/>
                </a:lnTo>
                <a:lnTo>
                  <a:pt x="256" y="116"/>
                </a:lnTo>
                <a:lnTo>
                  <a:pt x="223" y="110"/>
                </a:lnTo>
                <a:lnTo>
                  <a:pt x="212" y="110"/>
                </a:lnTo>
                <a:lnTo>
                  <a:pt x="246" y="122"/>
                </a:lnTo>
                <a:lnTo>
                  <a:pt x="270" y="133"/>
                </a:lnTo>
                <a:lnTo>
                  <a:pt x="283" y="142"/>
                </a:lnTo>
                <a:lnTo>
                  <a:pt x="272" y="154"/>
                </a:lnTo>
                <a:lnTo>
                  <a:pt x="246" y="145"/>
                </a:lnTo>
                <a:lnTo>
                  <a:pt x="223" y="140"/>
                </a:lnTo>
                <a:lnTo>
                  <a:pt x="264" y="161"/>
                </a:lnTo>
                <a:lnTo>
                  <a:pt x="277" y="170"/>
                </a:lnTo>
                <a:lnTo>
                  <a:pt x="281" y="189"/>
                </a:lnTo>
                <a:lnTo>
                  <a:pt x="289" y="199"/>
                </a:lnTo>
                <a:lnTo>
                  <a:pt x="264" y="187"/>
                </a:lnTo>
                <a:lnTo>
                  <a:pt x="241" y="183"/>
                </a:lnTo>
                <a:lnTo>
                  <a:pt x="205" y="181"/>
                </a:lnTo>
                <a:lnTo>
                  <a:pt x="259" y="197"/>
                </a:lnTo>
                <a:lnTo>
                  <a:pt x="293" y="210"/>
                </a:lnTo>
                <a:lnTo>
                  <a:pt x="315" y="222"/>
                </a:lnTo>
                <a:lnTo>
                  <a:pt x="318" y="239"/>
                </a:lnTo>
                <a:lnTo>
                  <a:pt x="291" y="227"/>
                </a:lnTo>
                <a:lnTo>
                  <a:pt x="254" y="214"/>
                </a:lnTo>
                <a:lnTo>
                  <a:pt x="237" y="214"/>
                </a:lnTo>
                <a:lnTo>
                  <a:pt x="277" y="228"/>
                </a:lnTo>
                <a:lnTo>
                  <a:pt x="309" y="242"/>
                </a:lnTo>
                <a:lnTo>
                  <a:pt x="320" y="253"/>
                </a:lnTo>
                <a:lnTo>
                  <a:pt x="315" y="264"/>
                </a:lnTo>
                <a:lnTo>
                  <a:pt x="291" y="255"/>
                </a:lnTo>
                <a:lnTo>
                  <a:pt x="269" y="246"/>
                </a:lnTo>
                <a:lnTo>
                  <a:pt x="221" y="244"/>
                </a:lnTo>
                <a:lnTo>
                  <a:pt x="202" y="246"/>
                </a:lnTo>
                <a:lnTo>
                  <a:pt x="158" y="249"/>
                </a:lnTo>
                <a:lnTo>
                  <a:pt x="107" y="242"/>
                </a:lnTo>
                <a:lnTo>
                  <a:pt x="137" y="253"/>
                </a:lnTo>
                <a:lnTo>
                  <a:pt x="191" y="262"/>
                </a:lnTo>
                <a:lnTo>
                  <a:pt x="181" y="280"/>
                </a:lnTo>
                <a:lnTo>
                  <a:pt x="141" y="271"/>
                </a:lnTo>
                <a:lnTo>
                  <a:pt x="104" y="258"/>
                </a:lnTo>
                <a:lnTo>
                  <a:pt x="79" y="246"/>
                </a:lnTo>
                <a:lnTo>
                  <a:pt x="126" y="280"/>
                </a:lnTo>
                <a:lnTo>
                  <a:pt x="156" y="290"/>
                </a:lnTo>
                <a:lnTo>
                  <a:pt x="181" y="298"/>
                </a:lnTo>
                <a:lnTo>
                  <a:pt x="178" y="317"/>
                </a:lnTo>
                <a:lnTo>
                  <a:pt x="141" y="310"/>
                </a:lnTo>
                <a:lnTo>
                  <a:pt x="113" y="302"/>
                </a:lnTo>
                <a:lnTo>
                  <a:pt x="131" y="315"/>
                </a:lnTo>
                <a:lnTo>
                  <a:pt x="161" y="323"/>
                </a:lnTo>
                <a:lnTo>
                  <a:pt x="178" y="325"/>
                </a:lnTo>
                <a:lnTo>
                  <a:pt x="178" y="365"/>
                </a:lnTo>
                <a:lnTo>
                  <a:pt x="143" y="351"/>
                </a:lnTo>
                <a:lnTo>
                  <a:pt x="116" y="341"/>
                </a:lnTo>
                <a:lnTo>
                  <a:pt x="145" y="363"/>
                </a:lnTo>
                <a:lnTo>
                  <a:pt x="182" y="379"/>
                </a:lnTo>
                <a:lnTo>
                  <a:pt x="181" y="397"/>
                </a:lnTo>
                <a:lnTo>
                  <a:pt x="159" y="418"/>
                </a:lnTo>
                <a:lnTo>
                  <a:pt x="141" y="395"/>
                </a:lnTo>
                <a:lnTo>
                  <a:pt x="116" y="365"/>
                </a:lnTo>
                <a:lnTo>
                  <a:pt x="100" y="337"/>
                </a:lnTo>
                <a:lnTo>
                  <a:pt x="116" y="381"/>
                </a:lnTo>
                <a:lnTo>
                  <a:pt x="131" y="397"/>
                </a:lnTo>
                <a:lnTo>
                  <a:pt x="156" y="429"/>
                </a:lnTo>
                <a:lnTo>
                  <a:pt x="137" y="449"/>
                </a:lnTo>
                <a:lnTo>
                  <a:pt x="109" y="424"/>
                </a:lnTo>
                <a:lnTo>
                  <a:pt x="88" y="395"/>
                </a:lnTo>
                <a:lnTo>
                  <a:pt x="69" y="363"/>
                </a:lnTo>
                <a:lnTo>
                  <a:pt x="86" y="409"/>
                </a:lnTo>
                <a:lnTo>
                  <a:pt x="104" y="430"/>
                </a:lnTo>
                <a:lnTo>
                  <a:pt x="121" y="452"/>
                </a:lnTo>
                <a:lnTo>
                  <a:pt x="107" y="460"/>
                </a:lnTo>
                <a:lnTo>
                  <a:pt x="69" y="429"/>
                </a:lnTo>
                <a:lnTo>
                  <a:pt x="34" y="379"/>
                </a:lnTo>
                <a:lnTo>
                  <a:pt x="21" y="341"/>
                </a:lnTo>
                <a:lnTo>
                  <a:pt x="12" y="275"/>
                </a:lnTo>
                <a:lnTo>
                  <a:pt x="7" y="227"/>
                </a:lnTo>
                <a:lnTo>
                  <a:pt x="0" y="170"/>
                </a:lnTo>
                <a:lnTo>
                  <a:pt x="39" y="181"/>
                </a:lnTo>
                <a:lnTo>
                  <a:pt x="81" y="197"/>
                </a:lnTo>
                <a:lnTo>
                  <a:pt x="145" y="212"/>
                </a:lnTo>
                <a:lnTo>
                  <a:pt x="88" y="189"/>
                </a:lnTo>
                <a:lnTo>
                  <a:pt x="67" y="177"/>
                </a:lnTo>
                <a:lnTo>
                  <a:pt x="26" y="162"/>
                </a:lnTo>
                <a:lnTo>
                  <a:pt x="5" y="158"/>
                </a:lnTo>
                <a:lnTo>
                  <a:pt x="5" y="129"/>
                </a:lnTo>
                <a:lnTo>
                  <a:pt x="10" y="92"/>
                </a:lnTo>
                <a:lnTo>
                  <a:pt x="61" y="100"/>
                </a:lnTo>
                <a:lnTo>
                  <a:pt x="94" y="110"/>
                </a:lnTo>
                <a:lnTo>
                  <a:pt x="135" y="129"/>
                </a:lnTo>
                <a:lnTo>
                  <a:pt x="97" y="100"/>
                </a:lnTo>
                <a:lnTo>
                  <a:pt x="54" y="88"/>
                </a:lnTo>
                <a:lnTo>
                  <a:pt x="12" y="77"/>
                </a:lnTo>
                <a:lnTo>
                  <a:pt x="21" y="49"/>
                </a:lnTo>
                <a:lnTo>
                  <a:pt x="34" y="31"/>
                </a:lnTo>
                <a:lnTo>
                  <a:pt x="73" y="19"/>
                </a:lnTo>
                <a:lnTo>
                  <a:pt x="111" y="28"/>
                </a:lnTo>
                <a:lnTo>
                  <a:pt x="145" y="53"/>
                </a:lnTo>
                <a:lnTo>
                  <a:pt x="121" y="25"/>
                </a:lnTo>
                <a:lnTo>
                  <a:pt x="86" y="10"/>
                </a:lnTo>
                <a:lnTo>
                  <a:pt x="126" y="4"/>
                </a:lnTo>
                <a:lnTo>
                  <a:pt x="156" y="2"/>
                </a:lnTo>
                <a:lnTo>
                  <a:pt x="198" y="8"/>
                </a:lnTo>
                <a:lnTo>
                  <a:pt x="226" y="27"/>
                </a:lnTo>
                <a:lnTo>
                  <a:pt x="272" y="35"/>
                </a:lnTo>
                <a:lnTo>
                  <a:pt x="241" y="23"/>
                </a:lnTo>
                <a:lnTo>
                  <a:pt x="218" y="8"/>
                </a:lnTo>
                <a:lnTo>
                  <a:pt x="205" y="0"/>
                </a:lnTo>
                <a:lnTo>
                  <a:pt x="249" y="2"/>
                </a:lnTo>
                <a:lnTo>
                  <a:pt x="289" y="4"/>
                </a:lnTo>
                <a:lnTo>
                  <a:pt x="313" y="15"/>
                </a:lnTo>
                <a:lnTo>
                  <a:pt x="337" y="37"/>
                </a:lnTo>
                <a:lnTo>
                  <a:pt x="356" y="67"/>
                </a:lnTo>
                <a:lnTo>
                  <a:pt x="346" y="33"/>
                </a:lnTo>
                <a:lnTo>
                  <a:pt x="322" y="10"/>
                </a:lnTo>
                <a:lnTo>
                  <a:pt x="379" y="28"/>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grpSp>
        <p:nvGrpSpPr>
          <p:cNvPr id="26725" name="Group 161">
            <a:extLst>
              <a:ext uri="{FF2B5EF4-FFF2-40B4-BE49-F238E27FC236}">
                <a16:creationId xmlns:a16="http://schemas.microsoft.com/office/drawing/2014/main" id="{08AB3E99-AA8B-284B-21BA-AEC5209DD614}"/>
              </a:ext>
            </a:extLst>
          </p:cNvPr>
          <p:cNvGrpSpPr>
            <a:grpSpLocks/>
          </p:cNvGrpSpPr>
          <p:nvPr/>
        </p:nvGrpSpPr>
        <p:grpSpPr bwMode="auto">
          <a:xfrm>
            <a:off x="754276" y="4997078"/>
            <a:ext cx="170259" cy="96838"/>
            <a:chOff x="377" y="1962"/>
            <a:chExt cx="99" cy="61"/>
          </a:xfrm>
        </p:grpSpPr>
        <p:sp>
          <p:nvSpPr>
            <p:cNvPr id="26726" name="Freeform 162">
              <a:extLst>
                <a:ext uri="{FF2B5EF4-FFF2-40B4-BE49-F238E27FC236}">
                  <a16:creationId xmlns:a16="http://schemas.microsoft.com/office/drawing/2014/main" id="{E9EA921B-94E5-9DB7-E6EE-79937450555F}"/>
                </a:ext>
              </a:extLst>
            </p:cNvPr>
            <p:cNvSpPr>
              <a:spLocks/>
            </p:cNvSpPr>
            <p:nvPr/>
          </p:nvSpPr>
          <p:spPr bwMode="auto">
            <a:xfrm>
              <a:off x="377" y="1962"/>
              <a:ext cx="99" cy="61"/>
            </a:xfrm>
            <a:custGeom>
              <a:avLst/>
              <a:gdLst>
                <a:gd name="T0" fmla="*/ 0 w 497"/>
                <a:gd name="T1" fmla="*/ 0 h 305"/>
                <a:gd name="T2" fmla="*/ 0 w 497"/>
                <a:gd name="T3" fmla="*/ 0 h 305"/>
                <a:gd name="T4" fmla="*/ 0 w 497"/>
                <a:gd name="T5" fmla="*/ 0 h 305"/>
                <a:gd name="T6" fmla="*/ 0 w 497"/>
                <a:gd name="T7" fmla="*/ 0 h 305"/>
                <a:gd name="T8" fmla="*/ 0 w 497"/>
                <a:gd name="T9" fmla="*/ 0 h 305"/>
                <a:gd name="T10" fmla="*/ 0 w 497"/>
                <a:gd name="T11" fmla="*/ 0 h 305"/>
                <a:gd name="T12" fmla="*/ 0 w 497"/>
                <a:gd name="T13" fmla="*/ 0 h 305"/>
                <a:gd name="T14" fmla="*/ 0 w 497"/>
                <a:gd name="T15" fmla="*/ 0 h 305"/>
                <a:gd name="T16" fmla="*/ 0 w 497"/>
                <a:gd name="T17" fmla="*/ 0 h 305"/>
                <a:gd name="T18" fmla="*/ 0 w 497"/>
                <a:gd name="T19" fmla="*/ 0 h 305"/>
                <a:gd name="T20" fmla="*/ 0 w 497"/>
                <a:gd name="T21" fmla="*/ 0 h 305"/>
                <a:gd name="T22" fmla="*/ 0 w 497"/>
                <a:gd name="T23" fmla="*/ 0 h 305"/>
                <a:gd name="T24" fmla="*/ 0 w 497"/>
                <a:gd name="T25" fmla="*/ 0 h 305"/>
                <a:gd name="T26" fmla="*/ 0 w 497"/>
                <a:gd name="T27" fmla="*/ 0 h 305"/>
                <a:gd name="T28" fmla="*/ 0 w 497"/>
                <a:gd name="T29" fmla="*/ 0 h 305"/>
                <a:gd name="T30" fmla="*/ 0 w 497"/>
                <a:gd name="T31" fmla="*/ 0 h 305"/>
                <a:gd name="T32" fmla="*/ 0 w 497"/>
                <a:gd name="T33" fmla="*/ 0 h 305"/>
                <a:gd name="T34" fmla="*/ 0 w 497"/>
                <a:gd name="T35" fmla="*/ 0 h 305"/>
                <a:gd name="T36" fmla="*/ 0 w 497"/>
                <a:gd name="T37" fmla="*/ 0 h 305"/>
                <a:gd name="T38" fmla="*/ 0 w 497"/>
                <a:gd name="T39" fmla="*/ 0 h 305"/>
                <a:gd name="T40" fmla="*/ 0 w 497"/>
                <a:gd name="T41" fmla="*/ 0 h 305"/>
                <a:gd name="T42" fmla="*/ 0 w 497"/>
                <a:gd name="T43" fmla="*/ 0 h 305"/>
                <a:gd name="T44" fmla="*/ 0 w 497"/>
                <a:gd name="T45" fmla="*/ 0 h 305"/>
                <a:gd name="T46" fmla="*/ 0 w 497"/>
                <a:gd name="T47" fmla="*/ 0 h 305"/>
                <a:gd name="T48" fmla="*/ 0 w 497"/>
                <a:gd name="T49" fmla="*/ 0 h 305"/>
                <a:gd name="T50" fmla="*/ 0 w 497"/>
                <a:gd name="T51" fmla="*/ 0 h 305"/>
                <a:gd name="T52" fmla="*/ 0 w 497"/>
                <a:gd name="T53" fmla="*/ 0 h 305"/>
                <a:gd name="T54" fmla="*/ 0 w 497"/>
                <a:gd name="T55" fmla="*/ 0 h 305"/>
                <a:gd name="T56" fmla="*/ 0 w 497"/>
                <a:gd name="T57" fmla="*/ 0 h 305"/>
                <a:gd name="T58" fmla="*/ 0 w 497"/>
                <a:gd name="T59" fmla="*/ 0 h 305"/>
                <a:gd name="T60" fmla="*/ 0 w 497"/>
                <a:gd name="T61" fmla="*/ 0 h 305"/>
                <a:gd name="T62" fmla="*/ 0 w 497"/>
                <a:gd name="T63" fmla="*/ 0 h 305"/>
                <a:gd name="T64" fmla="*/ 0 w 497"/>
                <a:gd name="T65" fmla="*/ 0 h 305"/>
                <a:gd name="T66" fmla="*/ 0 w 497"/>
                <a:gd name="T67" fmla="*/ 0 h 305"/>
                <a:gd name="T68" fmla="*/ 0 w 497"/>
                <a:gd name="T69" fmla="*/ 0 h 305"/>
                <a:gd name="T70" fmla="*/ 0 w 497"/>
                <a:gd name="T71" fmla="*/ 0 h 305"/>
                <a:gd name="T72" fmla="*/ 0 w 497"/>
                <a:gd name="T73" fmla="*/ 0 h 305"/>
                <a:gd name="T74" fmla="*/ 0 w 497"/>
                <a:gd name="T75" fmla="*/ 0 h 305"/>
                <a:gd name="T76" fmla="*/ 0 w 497"/>
                <a:gd name="T77" fmla="*/ 0 h 305"/>
                <a:gd name="T78" fmla="*/ 0 w 497"/>
                <a:gd name="T79" fmla="*/ 0 h 305"/>
                <a:gd name="T80" fmla="*/ 0 w 497"/>
                <a:gd name="T81" fmla="*/ 0 h 305"/>
                <a:gd name="T82" fmla="*/ 0 w 497"/>
                <a:gd name="T83" fmla="*/ 0 h 305"/>
                <a:gd name="T84" fmla="*/ 0 w 497"/>
                <a:gd name="T85" fmla="*/ 0 h 305"/>
                <a:gd name="T86" fmla="*/ 0 w 497"/>
                <a:gd name="T87" fmla="*/ 0 h 305"/>
                <a:gd name="T88" fmla="*/ 0 w 497"/>
                <a:gd name="T89" fmla="*/ 0 h 305"/>
                <a:gd name="T90" fmla="*/ 0 w 497"/>
                <a:gd name="T91" fmla="*/ 0 h 305"/>
                <a:gd name="T92" fmla="*/ 0 w 497"/>
                <a:gd name="T93" fmla="*/ 0 h 305"/>
                <a:gd name="T94" fmla="*/ 0 w 497"/>
                <a:gd name="T95" fmla="*/ 0 h 305"/>
                <a:gd name="T96" fmla="*/ 0 w 497"/>
                <a:gd name="T97" fmla="*/ 0 h 305"/>
                <a:gd name="T98" fmla="*/ 0 w 497"/>
                <a:gd name="T99" fmla="*/ 0 h 305"/>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497" h="305">
                  <a:moveTo>
                    <a:pt x="0" y="182"/>
                  </a:moveTo>
                  <a:lnTo>
                    <a:pt x="61" y="168"/>
                  </a:lnTo>
                  <a:lnTo>
                    <a:pt x="84" y="163"/>
                  </a:lnTo>
                  <a:lnTo>
                    <a:pt x="98" y="150"/>
                  </a:lnTo>
                  <a:lnTo>
                    <a:pt x="112" y="130"/>
                  </a:lnTo>
                  <a:lnTo>
                    <a:pt x="142" y="102"/>
                  </a:lnTo>
                  <a:lnTo>
                    <a:pt x="197" y="56"/>
                  </a:lnTo>
                  <a:lnTo>
                    <a:pt x="206" y="41"/>
                  </a:lnTo>
                  <a:lnTo>
                    <a:pt x="221" y="28"/>
                  </a:lnTo>
                  <a:lnTo>
                    <a:pt x="249" y="23"/>
                  </a:lnTo>
                  <a:lnTo>
                    <a:pt x="336" y="8"/>
                  </a:lnTo>
                  <a:lnTo>
                    <a:pt x="360" y="0"/>
                  </a:lnTo>
                  <a:lnTo>
                    <a:pt x="382" y="11"/>
                  </a:lnTo>
                  <a:lnTo>
                    <a:pt x="393" y="20"/>
                  </a:lnTo>
                  <a:lnTo>
                    <a:pt x="443" y="37"/>
                  </a:lnTo>
                  <a:lnTo>
                    <a:pt x="464" y="45"/>
                  </a:lnTo>
                  <a:lnTo>
                    <a:pt x="471" y="53"/>
                  </a:lnTo>
                  <a:lnTo>
                    <a:pt x="481" y="81"/>
                  </a:lnTo>
                  <a:lnTo>
                    <a:pt x="486" y="96"/>
                  </a:lnTo>
                  <a:lnTo>
                    <a:pt x="490" y="104"/>
                  </a:lnTo>
                  <a:lnTo>
                    <a:pt x="497" y="119"/>
                  </a:lnTo>
                  <a:lnTo>
                    <a:pt x="497" y="129"/>
                  </a:lnTo>
                  <a:lnTo>
                    <a:pt x="487" y="137"/>
                  </a:lnTo>
                  <a:lnTo>
                    <a:pt x="466" y="136"/>
                  </a:lnTo>
                  <a:lnTo>
                    <a:pt x="434" y="121"/>
                  </a:lnTo>
                  <a:lnTo>
                    <a:pt x="393" y="113"/>
                  </a:lnTo>
                  <a:lnTo>
                    <a:pt x="356" y="119"/>
                  </a:lnTo>
                  <a:lnTo>
                    <a:pt x="395" y="128"/>
                  </a:lnTo>
                  <a:lnTo>
                    <a:pt x="422" y="137"/>
                  </a:lnTo>
                  <a:lnTo>
                    <a:pt x="454" y="150"/>
                  </a:lnTo>
                  <a:lnTo>
                    <a:pt x="462" y="161"/>
                  </a:lnTo>
                  <a:lnTo>
                    <a:pt x="462" y="173"/>
                  </a:lnTo>
                  <a:lnTo>
                    <a:pt x="449" y="182"/>
                  </a:lnTo>
                  <a:lnTo>
                    <a:pt x="435" y="179"/>
                  </a:lnTo>
                  <a:lnTo>
                    <a:pt x="391" y="168"/>
                  </a:lnTo>
                  <a:lnTo>
                    <a:pt x="351" y="166"/>
                  </a:lnTo>
                  <a:lnTo>
                    <a:pt x="320" y="168"/>
                  </a:lnTo>
                  <a:lnTo>
                    <a:pt x="303" y="179"/>
                  </a:lnTo>
                  <a:lnTo>
                    <a:pt x="282" y="200"/>
                  </a:lnTo>
                  <a:lnTo>
                    <a:pt x="267" y="223"/>
                  </a:lnTo>
                  <a:lnTo>
                    <a:pt x="251" y="246"/>
                  </a:lnTo>
                  <a:lnTo>
                    <a:pt x="237" y="263"/>
                  </a:lnTo>
                  <a:lnTo>
                    <a:pt x="213" y="280"/>
                  </a:lnTo>
                  <a:lnTo>
                    <a:pt x="190" y="284"/>
                  </a:lnTo>
                  <a:lnTo>
                    <a:pt x="165" y="287"/>
                  </a:lnTo>
                  <a:lnTo>
                    <a:pt x="135" y="284"/>
                  </a:lnTo>
                  <a:lnTo>
                    <a:pt x="112" y="282"/>
                  </a:lnTo>
                  <a:lnTo>
                    <a:pt x="82" y="290"/>
                  </a:lnTo>
                  <a:lnTo>
                    <a:pt x="0" y="305"/>
                  </a:lnTo>
                  <a:lnTo>
                    <a:pt x="0" y="182"/>
                  </a:lnTo>
                  <a:close/>
                </a:path>
              </a:pathLst>
            </a:custGeom>
            <a:solidFill>
              <a:srgbClr val="FFC080"/>
            </a:solidFill>
            <a:ln w="3175">
              <a:solidFill>
                <a:srgbClr val="402000"/>
              </a:solidFill>
              <a:prstDash val="solid"/>
              <a:round/>
              <a:headEnd/>
              <a:tailEnd/>
            </a:ln>
          </p:spPr>
          <p:txBody>
            <a:bodyPr/>
            <a:lstStyle/>
            <a:p>
              <a:endParaRPr lang="zh-CN" altLang="en-US" b="1">
                <a:solidFill>
                  <a:srgbClr val="000099"/>
                </a:solidFill>
              </a:endParaRPr>
            </a:p>
          </p:txBody>
        </p:sp>
        <p:sp>
          <p:nvSpPr>
            <p:cNvPr id="26727" name="Freeform 163">
              <a:extLst>
                <a:ext uri="{FF2B5EF4-FFF2-40B4-BE49-F238E27FC236}">
                  <a16:creationId xmlns:a16="http://schemas.microsoft.com/office/drawing/2014/main" id="{5DF075B6-C208-FE24-956B-4984FA2460AB}"/>
                </a:ext>
              </a:extLst>
            </p:cNvPr>
            <p:cNvSpPr>
              <a:spLocks/>
            </p:cNvSpPr>
            <p:nvPr/>
          </p:nvSpPr>
          <p:spPr bwMode="auto">
            <a:xfrm>
              <a:off x="439" y="1973"/>
              <a:ext cx="32" cy="7"/>
            </a:xfrm>
            <a:custGeom>
              <a:avLst/>
              <a:gdLst>
                <a:gd name="T0" fmla="*/ 0 w 159"/>
                <a:gd name="T1" fmla="*/ 0 h 37"/>
                <a:gd name="T2" fmla="*/ 0 w 159"/>
                <a:gd name="T3" fmla="*/ 0 h 37"/>
                <a:gd name="T4" fmla="*/ 0 w 159"/>
                <a:gd name="T5" fmla="*/ 0 h 37"/>
                <a:gd name="T6" fmla="*/ 0 w 159"/>
                <a:gd name="T7" fmla="*/ 0 h 37"/>
                <a:gd name="T8" fmla="*/ 0 w 159"/>
                <a:gd name="T9" fmla="*/ 0 h 37"/>
                <a:gd name="T10" fmla="*/ 0 w 159"/>
                <a:gd name="T11" fmla="*/ 0 h 37"/>
                <a:gd name="T12" fmla="*/ 0 w 159"/>
                <a:gd name="T13" fmla="*/ 0 h 37"/>
                <a:gd name="T14" fmla="*/ 0 w 159"/>
                <a:gd name="T15" fmla="*/ 0 h 37"/>
                <a:gd name="T16" fmla="*/ 0 w 159"/>
                <a:gd name="T17" fmla="*/ 0 h 37"/>
                <a:gd name="T18" fmla="*/ 0 w 159"/>
                <a:gd name="T19" fmla="*/ 0 h 37"/>
                <a:gd name="T20" fmla="*/ 0 w 159"/>
                <a:gd name="T21" fmla="*/ 0 h 37"/>
                <a:gd name="T22" fmla="*/ 0 w 159"/>
                <a:gd name="T23" fmla="*/ 0 h 37"/>
                <a:gd name="T24" fmla="*/ 0 w 159"/>
                <a:gd name="T25" fmla="*/ 0 h 3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9" h="37">
                  <a:moveTo>
                    <a:pt x="159" y="37"/>
                  </a:moveTo>
                  <a:lnTo>
                    <a:pt x="132" y="24"/>
                  </a:lnTo>
                  <a:lnTo>
                    <a:pt x="110" y="21"/>
                  </a:lnTo>
                  <a:lnTo>
                    <a:pt x="84" y="13"/>
                  </a:lnTo>
                  <a:lnTo>
                    <a:pt x="61" y="7"/>
                  </a:lnTo>
                  <a:lnTo>
                    <a:pt x="25" y="10"/>
                  </a:lnTo>
                  <a:lnTo>
                    <a:pt x="0" y="13"/>
                  </a:lnTo>
                  <a:lnTo>
                    <a:pt x="38" y="5"/>
                  </a:lnTo>
                  <a:lnTo>
                    <a:pt x="69" y="0"/>
                  </a:lnTo>
                  <a:lnTo>
                    <a:pt x="110" y="17"/>
                  </a:lnTo>
                  <a:lnTo>
                    <a:pt x="132" y="19"/>
                  </a:lnTo>
                  <a:lnTo>
                    <a:pt x="157" y="31"/>
                  </a:lnTo>
                  <a:lnTo>
                    <a:pt x="159" y="37"/>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6728" name="Freeform 164">
              <a:extLst>
                <a:ext uri="{FF2B5EF4-FFF2-40B4-BE49-F238E27FC236}">
                  <a16:creationId xmlns:a16="http://schemas.microsoft.com/office/drawing/2014/main" id="{64856C58-7C68-D08F-5131-5B2B0CC276C6}"/>
                </a:ext>
              </a:extLst>
            </p:cNvPr>
            <p:cNvSpPr>
              <a:spLocks/>
            </p:cNvSpPr>
            <p:nvPr/>
          </p:nvSpPr>
          <p:spPr bwMode="auto">
            <a:xfrm>
              <a:off x="427" y="1965"/>
              <a:ext cx="27" cy="5"/>
            </a:xfrm>
            <a:custGeom>
              <a:avLst/>
              <a:gdLst>
                <a:gd name="T0" fmla="*/ 0 w 133"/>
                <a:gd name="T1" fmla="*/ 0 h 25"/>
                <a:gd name="T2" fmla="*/ 0 w 133"/>
                <a:gd name="T3" fmla="*/ 0 h 25"/>
                <a:gd name="T4" fmla="*/ 0 w 133"/>
                <a:gd name="T5" fmla="*/ 0 h 25"/>
                <a:gd name="T6" fmla="*/ 0 w 133"/>
                <a:gd name="T7" fmla="*/ 0 h 25"/>
                <a:gd name="T8" fmla="*/ 0 w 133"/>
                <a:gd name="T9" fmla="*/ 0 h 25"/>
                <a:gd name="T10" fmla="*/ 0 w 133"/>
                <a:gd name="T11" fmla="*/ 0 h 25"/>
                <a:gd name="T12" fmla="*/ 0 w 133"/>
                <a:gd name="T13" fmla="*/ 0 h 25"/>
                <a:gd name="T14" fmla="*/ 0 w 133"/>
                <a:gd name="T15" fmla="*/ 0 h 25"/>
                <a:gd name="T16" fmla="*/ 0 w 133"/>
                <a:gd name="T17" fmla="*/ 0 h 25"/>
                <a:gd name="T18" fmla="*/ 0 w 133"/>
                <a:gd name="T19" fmla="*/ 0 h 25"/>
                <a:gd name="T20" fmla="*/ 0 w 133"/>
                <a:gd name="T21" fmla="*/ 0 h 25"/>
                <a:gd name="T22" fmla="*/ 0 w 133"/>
                <a:gd name="T23" fmla="*/ 0 h 2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3" h="25">
                  <a:moveTo>
                    <a:pt x="97" y="0"/>
                  </a:moveTo>
                  <a:lnTo>
                    <a:pt x="113" y="1"/>
                  </a:lnTo>
                  <a:lnTo>
                    <a:pt x="133" y="8"/>
                  </a:lnTo>
                  <a:lnTo>
                    <a:pt x="120" y="7"/>
                  </a:lnTo>
                  <a:lnTo>
                    <a:pt x="99" y="3"/>
                  </a:lnTo>
                  <a:lnTo>
                    <a:pt x="56" y="15"/>
                  </a:lnTo>
                  <a:lnTo>
                    <a:pt x="32" y="21"/>
                  </a:lnTo>
                  <a:lnTo>
                    <a:pt x="4" y="25"/>
                  </a:lnTo>
                  <a:lnTo>
                    <a:pt x="0" y="21"/>
                  </a:lnTo>
                  <a:lnTo>
                    <a:pt x="29" y="16"/>
                  </a:lnTo>
                  <a:lnTo>
                    <a:pt x="64" y="8"/>
                  </a:lnTo>
                  <a:lnTo>
                    <a:pt x="97"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6729" name="Freeform 165">
              <a:extLst>
                <a:ext uri="{FF2B5EF4-FFF2-40B4-BE49-F238E27FC236}">
                  <a16:creationId xmlns:a16="http://schemas.microsoft.com/office/drawing/2014/main" id="{69018B3F-DC66-9201-E478-7BDC9312432C}"/>
                </a:ext>
              </a:extLst>
            </p:cNvPr>
            <p:cNvSpPr>
              <a:spLocks/>
            </p:cNvSpPr>
            <p:nvPr/>
          </p:nvSpPr>
          <p:spPr bwMode="auto">
            <a:xfrm>
              <a:off x="438" y="1984"/>
              <a:ext cx="11" cy="2"/>
            </a:xfrm>
            <a:custGeom>
              <a:avLst/>
              <a:gdLst>
                <a:gd name="T0" fmla="*/ 0 w 53"/>
                <a:gd name="T1" fmla="*/ 0 h 12"/>
                <a:gd name="T2" fmla="*/ 0 w 53"/>
                <a:gd name="T3" fmla="*/ 0 h 12"/>
                <a:gd name="T4" fmla="*/ 0 w 53"/>
                <a:gd name="T5" fmla="*/ 0 h 12"/>
                <a:gd name="T6" fmla="*/ 0 w 53"/>
                <a:gd name="T7" fmla="*/ 0 h 12"/>
                <a:gd name="T8" fmla="*/ 0 w 53"/>
                <a:gd name="T9" fmla="*/ 0 h 12"/>
                <a:gd name="T10" fmla="*/ 0 w 53"/>
                <a:gd name="T11" fmla="*/ 0 h 12"/>
                <a:gd name="T12" fmla="*/ 0 w 53"/>
                <a:gd name="T13" fmla="*/ 0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3" h="12">
                  <a:moveTo>
                    <a:pt x="53" y="5"/>
                  </a:moveTo>
                  <a:lnTo>
                    <a:pt x="46" y="12"/>
                  </a:lnTo>
                  <a:lnTo>
                    <a:pt x="27" y="9"/>
                  </a:lnTo>
                  <a:lnTo>
                    <a:pt x="5" y="9"/>
                  </a:lnTo>
                  <a:lnTo>
                    <a:pt x="0" y="0"/>
                  </a:lnTo>
                  <a:lnTo>
                    <a:pt x="14" y="3"/>
                  </a:lnTo>
                  <a:lnTo>
                    <a:pt x="53" y="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6730" name="Freeform 166">
              <a:extLst>
                <a:ext uri="{FF2B5EF4-FFF2-40B4-BE49-F238E27FC236}">
                  <a16:creationId xmlns:a16="http://schemas.microsoft.com/office/drawing/2014/main" id="{CF44DA02-1648-927A-0773-FD9D3B1EBD37}"/>
                </a:ext>
              </a:extLst>
            </p:cNvPr>
            <p:cNvSpPr>
              <a:spLocks/>
            </p:cNvSpPr>
            <p:nvPr/>
          </p:nvSpPr>
          <p:spPr bwMode="auto">
            <a:xfrm>
              <a:off x="469" y="1982"/>
              <a:ext cx="3" cy="4"/>
            </a:xfrm>
            <a:custGeom>
              <a:avLst/>
              <a:gdLst>
                <a:gd name="T0" fmla="*/ 0 w 11"/>
                <a:gd name="T1" fmla="*/ 0 h 23"/>
                <a:gd name="T2" fmla="*/ 0 w 11"/>
                <a:gd name="T3" fmla="*/ 0 h 23"/>
                <a:gd name="T4" fmla="*/ 0 w 11"/>
                <a:gd name="T5" fmla="*/ 0 h 23"/>
                <a:gd name="T6" fmla="*/ 0 w 11"/>
                <a:gd name="T7" fmla="*/ 0 h 23"/>
                <a:gd name="T8" fmla="*/ 0 w 11"/>
                <a:gd name="T9" fmla="*/ 0 h 2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 h="23">
                  <a:moveTo>
                    <a:pt x="0" y="0"/>
                  </a:moveTo>
                  <a:lnTo>
                    <a:pt x="0" y="6"/>
                  </a:lnTo>
                  <a:lnTo>
                    <a:pt x="2" y="18"/>
                  </a:lnTo>
                  <a:lnTo>
                    <a:pt x="11" y="23"/>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6731" name="Freeform 167">
              <a:extLst>
                <a:ext uri="{FF2B5EF4-FFF2-40B4-BE49-F238E27FC236}">
                  <a16:creationId xmlns:a16="http://schemas.microsoft.com/office/drawing/2014/main" id="{41C7D830-C6F9-B2FD-646E-23FBE80810CB}"/>
                </a:ext>
              </a:extLst>
            </p:cNvPr>
            <p:cNvSpPr>
              <a:spLocks/>
            </p:cNvSpPr>
            <p:nvPr/>
          </p:nvSpPr>
          <p:spPr bwMode="auto">
            <a:xfrm>
              <a:off x="462" y="1993"/>
              <a:ext cx="2" cy="2"/>
            </a:xfrm>
            <a:custGeom>
              <a:avLst/>
              <a:gdLst>
                <a:gd name="T0" fmla="*/ 0 w 11"/>
                <a:gd name="T1" fmla="*/ 0 h 13"/>
                <a:gd name="T2" fmla="*/ 0 w 11"/>
                <a:gd name="T3" fmla="*/ 0 h 13"/>
                <a:gd name="T4" fmla="*/ 0 w 11"/>
                <a:gd name="T5" fmla="*/ 0 h 13"/>
                <a:gd name="T6" fmla="*/ 0 w 11"/>
                <a:gd name="T7" fmla="*/ 0 h 1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 h="13">
                  <a:moveTo>
                    <a:pt x="0" y="0"/>
                  </a:moveTo>
                  <a:lnTo>
                    <a:pt x="3" y="7"/>
                  </a:lnTo>
                  <a:lnTo>
                    <a:pt x="11" y="13"/>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6732" name="Freeform 168">
              <a:extLst>
                <a:ext uri="{FF2B5EF4-FFF2-40B4-BE49-F238E27FC236}">
                  <a16:creationId xmlns:a16="http://schemas.microsoft.com/office/drawing/2014/main" id="{3C30E247-1114-66DF-947F-68292A331C09}"/>
                </a:ext>
              </a:extLst>
            </p:cNvPr>
            <p:cNvSpPr>
              <a:spLocks/>
            </p:cNvSpPr>
            <p:nvPr/>
          </p:nvSpPr>
          <p:spPr bwMode="auto">
            <a:xfrm>
              <a:off x="423" y="1977"/>
              <a:ext cx="5" cy="6"/>
            </a:xfrm>
            <a:custGeom>
              <a:avLst/>
              <a:gdLst>
                <a:gd name="T0" fmla="*/ 0 w 25"/>
                <a:gd name="T1" fmla="*/ 0 h 29"/>
                <a:gd name="T2" fmla="*/ 0 w 25"/>
                <a:gd name="T3" fmla="*/ 0 h 29"/>
                <a:gd name="T4" fmla="*/ 0 w 25"/>
                <a:gd name="T5" fmla="*/ 0 h 29"/>
                <a:gd name="T6" fmla="*/ 0 w 25"/>
                <a:gd name="T7" fmla="*/ 0 h 29"/>
                <a:gd name="T8" fmla="*/ 0 w 25"/>
                <a:gd name="T9" fmla="*/ 0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29">
                  <a:moveTo>
                    <a:pt x="25" y="0"/>
                  </a:moveTo>
                  <a:lnTo>
                    <a:pt x="21" y="9"/>
                  </a:lnTo>
                  <a:lnTo>
                    <a:pt x="21" y="17"/>
                  </a:lnTo>
                  <a:lnTo>
                    <a:pt x="0" y="29"/>
                  </a:lnTo>
                  <a:lnTo>
                    <a:pt x="25"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6733" name="Freeform 169">
              <a:extLst>
                <a:ext uri="{FF2B5EF4-FFF2-40B4-BE49-F238E27FC236}">
                  <a16:creationId xmlns:a16="http://schemas.microsoft.com/office/drawing/2014/main" id="{A704A7A1-97B7-996B-A1DE-3FFF7D494374}"/>
                </a:ext>
              </a:extLst>
            </p:cNvPr>
            <p:cNvSpPr>
              <a:spLocks/>
            </p:cNvSpPr>
            <p:nvPr/>
          </p:nvSpPr>
          <p:spPr bwMode="auto">
            <a:xfrm>
              <a:off x="403" y="1977"/>
              <a:ext cx="16" cy="16"/>
            </a:xfrm>
            <a:custGeom>
              <a:avLst/>
              <a:gdLst>
                <a:gd name="T0" fmla="*/ 0 w 80"/>
                <a:gd name="T1" fmla="*/ 0 h 81"/>
                <a:gd name="T2" fmla="*/ 0 w 80"/>
                <a:gd name="T3" fmla="*/ 0 h 81"/>
                <a:gd name="T4" fmla="*/ 0 w 80"/>
                <a:gd name="T5" fmla="*/ 0 h 81"/>
                <a:gd name="T6" fmla="*/ 0 w 80"/>
                <a:gd name="T7" fmla="*/ 0 h 81"/>
                <a:gd name="T8" fmla="*/ 0 w 80"/>
                <a:gd name="T9" fmla="*/ 0 h 81"/>
                <a:gd name="T10" fmla="*/ 0 w 80"/>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0" h="81">
                  <a:moveTo>
                    <a:pt x="80" y="0"/>
                  </a:moveTo>
                  <a:lnTo>
                    <a:pt x="66" y="26"/>
                  </a:lnTo>
                  <a:lnTo>
                    <a:pt x="50" y="46"/>
                  </a:lnTo>
                  <a:lnTo>
                    <a:pt x="0" y="81"/>
                  </a:lnTo>
                  <a:lnTo>
                    <a:pt x="47" y="38"/>
                  </a:lnTo>
                  <a:lnTo>
                    <a:pt x="8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6734" name="Freeform 170">
              <a:extLst>
                <a:ext uri="{FF2B5EF4-FFF2-40B4-BE49-F238E27FC236}">
                  <a16:creationId xmlns:a16="http://schemas.microsoft.com/office/drawing/2014/main" id="{4F82CD2C-01F9-1A19-6B42-176997482965}"/>
                </a:ext>
              </a:extLst>
            </p:cNvPr>
            <p:cNvSpPr>
              <a:spLocks/>
            </p:cNvSpPr>
            <p:nvPr/>
          </p:nvSpPr>
          <p:spPr bwMode="auto">
            <a:xfrm>
              <a:off x="395" y="2000"/>
              <a:ext cx="4" cy="12"/>
            </a:xfrm>
            <a:custGeom>
              <a:avLst/>
              <a:gdLst>
                <a:gd name="T0" fmla="*/ 0 w 18"/>
                <a:gd name="T1" fmla="*/ 0 h 58"/>
                <a:gd name="T2" fmla="*/ 0 w 18"/>
                <a:gd name="T3" fmla="*/ 0 h 58"/>
                <a:gd name="T4" fmla="*/ 0 w 18"/>
                <a:gd name="T5" fmla="*/ 0 h 58"/>
                <a:gd name="T6" fmla="*/ 0 w 18"/>
                <a:gd name="T7" fmla="*/ 0 h 58"/>
                <a:gd name="T8" fmla="*/ 0 w 18"/>
                <a:gd name="T9" fmla="*/ 0 h 58"/>
                <a:gd name="T10" fmla="*/ 0 w 18"/>
                <a:gd name="T11" fmla="*/ 0 h 58"/>
                <a:gd name="T12" fmla="*/ 0 w 18"/>
                <a:gd name="T13" fmla="*/ 0 h 5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8" h="58">
                  <a:moveTo>
                    <a:pt x="0" y="0"/>
                  </a:moveTo>
                  <a:lnTo>
                    <a:pt x="11" y="20"/>
                  </a:lnTo>
                  <a:lnTo>
                    <a:pt x="15" y="41"/>
                  </a:lnTo>
                  <a:lnTo>
                    <a:pt x="16" y="58"/>
                  </a:lnTo>
                  <a:lnTo>
                    <a:pt x="18" y="33"/>
                  </a:lnTo>
                  <a:lnTo>
                    <a:pt x="16" y="14"/>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6735" name="Freeform 171">
              <a:extLst>
                <a:ext uri="{FF2B5EF4-FFF2-40B4-BE49-F238E27FC236}">
                  <a16:creationId xmlns:a16="http://schemas.microsoft.com/office/drawing/2014/main" id="{5E3558EF-D2F7-DE86-DD19-4FB3EE6D2390}"/>
                </a:ext>
              </a:extLst>
            </p:cNvPr>
            <p:cNvSpPr>
              <a:spLocks/>
            </p:cNvSpPr>
            <p:nvPr/>
          </p:nvSpPr>
          <p:spPr bwMode="auto">
            <a:xfrm>
              <a:off x="432" y="1988"/>
              <a:ext cx="2" cy="4"/>
            </a:xfrm>
            <a:custGeom>
              <a:avLst/>
              <a:gdLst>
                <a:gd name="T0" fmla="*/ 0 w 9"/>
                <a:gd name="T1" fmla="*/ 0 h 21"/>
                <a:gd name="T2" fmla="*/ 0 w 9"/>
                <a:gd name="T3" fmla="*/ 0 h 21"/>
                <a:gd name="T4" fmla="*/ 0 w 9"/>
                <a:gd name="T5" fmla="*/ 0 h 21"/>
                <a:gd name="T6" fmla="*/ 0 w 9"/>
                <a:gd name="T7" fmla="*/ 0 h 2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 h="21">
                  <a:moveTo>
                    <a:pt x="2" y="0"/>
                  </a:moveTo>
                  <a:lnTo>
                    <a:pt x="0" y="9"/>
                  </a:lnTo>
                  <a:lnTo>
                    <a:pt x="9" y="21"/>
                  </a:lnTo>
                  <a:lnTo>
                    <a:pt x="2"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grpSp>
      <p:grpSp>
        <p:nvGrpSpPr>
          <p:cNvPr id="26736" name="Group 172">
            <a:extLst>
              <a:ext uri="{FF2B5EF4-FFF2-40B4-BE49-F238E27FC236}">
                <a16:creationId xmlns:a16="http://schemas.microsoft.com/office/drawing/2014/main" id="{3FACA1CA-F8CC-70D8-D98D-E2B0E4177C00}"/>
              </a:ext>
            </a:extLst>
          </p:cNvPr>
          <p:cNvGrpSpPr>
            <a:grpSpLocks/>
          </p:cNvGrpSpPr>
          <p:nvPr/>
        </p:nvGrpSpPr>
        <p:grpSpPr bwMode="auto">
          <a:xfrm>
            <a:off x="384520" y="4784354"/>
            <a:ext cx="393833" cy="415925"/>
            <a:chOff x="162" y="1828"/>
            <a:chExt cx="229" cy="262"/>
          </a:xfrm>
        </p:grpSpPr>
        <p:sp>
          <p:nvSpPr>
            <p:cNvPr id="26737" name="Freeform 173">
              <a:extLst>
                <a:ext uri="{FF2B5EF4-FFF2-40B4-BE49-F238E27FC236}">
                  <a16:creationId xmlns:a16="http://schemas.microsoft.com/office/drawing/2014/main" id="{ABDB42F3-5439-E64E-79C4-12FFB70330D9}"/>
                </a:ext>
              </a:extLst>
            </p:cNvPr>
            <p:cNvSpPr>
              <a:spLocks/>
            </p:cNvSpPr>
            <p:nvPr/>
          </p:nvSpPr>
          <p:spPr bwMode="auto">
            <a:xfrm>
              <a:off x="286" y="1828"/>
              <a:ext cx="7" cy="5"/>
            </a:xfrm>
            <a:custGeom>
              <a:avLst/>
              <a:gdLst>
                <a:gd name="T0" fmla="*/ 0 w 37"/>
                <a:gd name="T1" fmla="*/ 0 h 25"/>
                <a:gd name="T2" fmla="*/ 0 w 37"/>
                <a:gd name="T3" fmla="*/ 0 h 25"/>
                <a:gd name="T4" fmla="*/ 0 w 37"/>
                <a:gd name="T5" fmla="*/ 0 h 25"/>
                <a:gd name="T6" fmla="*/ 0 w 37"/>
                <a:gd name="T7" fmla="*/ 0 h 25"/>
                <a:gd name="T8" fmla="*/ 0 w 37"/>
                <a:gd name="T9" fmla="*/ 0 h 25"/>
                <a:gd name="T10" fmla="*/ 0 w 37"/>
                <a:gd name="T11" fmla="*/ 0 h 25"/>
                <a:gd name="T12" fmla="*/ 0 w 37"/>
                <a:gd name="T13" fmla="*/ 0 h 25"/>
                <a:gd name="T14" fmla="*/ 0 w 37"/>
                <a:gd name="T15" fmla="*/ 0 h 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 h="25">
                  <a:moveTo>
                    <a:pt x="37" y="0"/>
                  </a:moveTo>
                  <a:lnTo>
                    <a:pt x="26" y="7"/>
                  </a:lnTo>
                  <a:lnTo>
                    <a:pt x="16" y="10"/>
                  </a:lnTo>
                  <a:lnTo>
                    <a:pt x="6" y="16"/>
                  </a:lnTo>
                  <a:lnTo>
                    <a:pt x="0" y="25"/>
                  </a:lnTo>
                  <a:lnTo>
                    <a:pt x="9" y="22"/>
                  </a:lnTo>
                  <a:lnTo>
                    <a:pt x="26" y="17"/>
                  </a:lnTo>
                  <a:lnTo>
                    <a:pt x="37"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6738" name="Freeform 174">
              <a:extLst>
                <a:ext uri="{FF2B5EF4-FFF2-40B4-BE49-F238E27FC236}">
                  <a16:creationId xmlns:a16="http://schemas.microsoft.com/office/drawing/2014/main" id="{59159876-9DD0-3111-FDA2-D4ADA36DFDA2}"/>
                </a:ext>
              </a:extLst>
            </p:cNvPr>
            <p:cNvSpPr>
              <a:spLocks/>
            </p:cNvSpPr>
            <p:nvPr/>
          </p:nvSpPr>
          <p:spPr bwMode="auto">
            <a:xfrm>
              <a:off x="289" y="1837"/>
              <a:ext cx="2" cy="3"/>
            </a:xfrm>
            <a:custGeom>
              <a:avLst/>
              <a:gdLst>
                <a:gd name="T0" fmla="*/ 0 w 9"/>
                <a:gd name="T1" fmla="*/ 0 h 16"/>
                <a:gd name="T2" fmla="*/ 0 w 9"/>
                <a:gd name="T3" fmla="*/ 0 h 16"/>
                <a:gd name="T4" fmla="*/ 0 w 9"/>
                <a:gd name="T5" fmla="*/ 0 h 16"/>
                <a:gd name="T6" fmla="*/ 0 w 9"/>
                <a:gd name="T7" fmla="*/ 0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 h="16">
                  <a:moveTo>
                    <a:pt x="9" y="0"/>
                  </a:moveTo>
                  <a:lnTo>
                    <a:pt x="0" y="0"/>
                  </a:lnTo>
                  <a:lnTo>
                    <a:pt x="0" y="16"/>
                  </a:lnTo>
                  <a:lnTo>
                    <a:pt x="9"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6739" name="Freeform 175">
              <a:extLst>
                <a:ext uri="{FF2B5EF4-FFF2-40B4-BE49-F238E27FC236}">
                  <a16:creationId xmlns:a16="http://schemas.microsoft.com/office/drawing/2014/main" id="{2D3118B3-95E6-C163-F607-5249A8439821}"/>
                </a:ext>
              </a:extLst>
            </p:cNvPr>
            <p:cNvSpPr>
              <a:spLocks/>
            </p:cNvSpPr>
            <p:nvPr/>
          </p:nvSpPr>
          <p:spPr bwMode="auto">
            <a:xfrm>
              <a:off x="260" y="1863"/>
              <a:ext cx="62" cy="154"/>
            </a:xfrm>
            <a:custGeom>
              <a:avLst/>
              <a:gdLst>
                <a:gd name="T0" fmla="*/ 0 w 309"/>
                <a:gd name="T1" fmla="*/ 0 h 772"/>
                <a:gd name="T2" fmla="*/ 0 w 309"/>
                <a:gd name="T3" fmla="*/ 0 h 772"/>
                <a:gd name="T4" fmla="*/ 0 w 309"/>
                <a:gd name="T5" fmla="*/ 0 h 772"/>
                <a:gd name="T6" fmla="*/ 0 w 309"/>
                <a:gd name="T7" fmla="*/ 0 h 772"/>
                <a:gd name="T8" fmla="*/ 0 w 309"/>
                <a:gd name="T9" fmla="*/ 0 h 772"/>
                <a:gd name="T10" fmla="*/ 0 w 309"/>
                <a:gd name="T11" fmla="*/ 0 h 772"/>
                <a:gd name="T12" fmla="*/ 0 w 309"/>
                <a:gd name="T13" fmla="*/ 0 h 772"/>
                <a:gd name="T14" fmla="*/ 0 w 309"/>
                <a:gd name="T15" fmla="*/ 0 h 772"/>
                <a:gd name="T16" fmla="*/ 0 w 309"/>
                <a:gd name="T17" fmla="*/ 0 h 772"/>
                <a:gd name="T18" fmla="*/ 0 w 309"/>
                <a:gd name="T19" fmla="*/ 0 h 77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09" h="772">
                  <a:moveTo>
                    <a:pt x="46" y="0"/>
                  </a:moveTo>
                  <a:lnTo>
                    <a:pt x="75" y="32"/>
                  </a:lnTo>
                  <a:lnTo>
                    <a:pt x="84" y="78"/>
                  </a:lnTo>
                  <a:lnTo>
                    <a:pt x="127" y="122"/>
                  </a:lnTo>
                  <a:lnTo>
                    <a:pt x="218" y="330"/>
                  </a:lnTo>
                  <a:lnTo>
                    <a:pt x="269" y="519"/>
                  </a:lnTo>
                  <a:lnTo>
                    <a:pt x="309" y="772"/>
                  </a:lnTo>
                  <a:lnTo>
                    <a:pt x="182" y="659"/>
                  </a:lnTo>
                  <a:lnTo>
                    <a:pt x="0" y="100"/>
                  </a:lnTo>
                  <a:lnTo>
                    <a:pt x="46" y="0"/>
                  </a:lnTo>
                  <a:close/>
                </a:path>
              </a:pathLst>
            </a:custGeom>
            <a:solidFill>
              <a:srgbClr val="400000"/>
            </a:solidFill>
            <a:ln w="3175">
              <a:solidFill>
                <a:srgbClr val="000000"/>
              </a:solidFill>
              <a:prstDash val="solid"/>
              <a:round/>
              <a:headEnd/>
              <a:tailEnd/>
            </a:ln>
          </p:spPr>
          <p:txBody>
            <a:bodyPr/>
            <a:lstStyle/>
            <a:p>
              <a:endParaRPr lang="zh-CN" altLang="en-US" b="1">
                <a:solidFill>
                  <a:srgbClr val="000099"/>
                </a:solidFill>
              </a:endParaRPr>
            </a:p>
          </p:txBody>
        </p:sp>
        <p:sp>
          <p:nvSpPr>
            <p:cNvPr id="26740" name="Freeform 176">
              <a:extLst>
                <a:ext uri="{FF2B5EF4-FFF2-40B4-BE49-F238E27FC236}">
                  <a16:creationId xmlns:a16="http://schemas.microsoft.com/office/drawing/2014/main" id="{AB83E5BC-E340-4E23-A66C-1D504024F886}"/>
                </a:ext>
              </a:extLst>
            </p:cNvPr>
            <p:cNvSpPr>
              <a:spLocks/>
            </p:cNvSpPr>
            <p:nvPr/>
          </p:nvSpPr>
          <p:spPr bwMode="auto">
            <a:xfrm>
              <a:off x="162" y="1833"/>
              <a:ext cx="229" cy="257"/>
            </a:xfrm>
            <a:custGeom>
              <a:avLst/>
              <a:gdLst>
                <a:gd name="T0" fmla="*/ 0 w 1147"/>
                <a:gd name="T1" fmla="*/ 0 h 1285"/>
                <a:gd name="T2" fmla="*/ 0 w 1147"/>
                <a:gd name="T3" fmla="*/ 0 h 1285"/>
                <a:gd name="T4" fmla="*/ 0 w 1147"/>
                <a:gd name="T5" fmla="*/ 0 h 1285"/>
                <a:gd name="T6" fmla="*/ 0 w 1147"/>
                <a:gd name="T7" fmla="*/ 0 h 1285"/>
                <a:gd name="T8" fmla="*/ 0 w 1147"/>
                <a:gd name="T9" fmla="*/ 0 h 1285"/>
                <a:gd name="T10" fmla="*/ 0 w 1147"/>
                <a:gd name="T11" fmla="*/ 0 h 1285"/>
                <a:gd name="T12" fmla="*/ 0 w 1147"/>
                <a:gd name="T13" fmla="*/ 0 h 1285"/>
                <a:gd name="T14" fmla="*/ 0 w 1147"/>
                <a:gd name="T15" fmla="*/ 0 h 1285"/>
                <a:gd name="T16" fmla="*/ 0 w 1147"/>
                <a:gd name="T17" fmla="*/ 0 h 1285"/>
                <a:gd name="T18" fmla="*/ 0 w 1147"/>
                <a:gd name="T19" fmla="*/ 0 h 1285"/>
                <a:gd name="T20" fmla="*/ 0 w 1147"/>
                <a:gd name="T21" fmla="*/ 0 h 1285"/>
                <a:gd name="T22" fmla="*/ 0 w 1147"/>
                <a:gd name="T23" fmla="*/ 0 h 1285"/>
                <a:gd name="T24" fmla="*/ 0 w 1147"/>
                <a:gd name="T25" fmla="*/ 0 h 1285"/>
                <a:gd name="T26" fmla="*/ 0 w 1147"/>
                <a:gd name="T27" fmla="*/ 0 h 1285"/>
                <a:gd name="T28" fmla="*/ 0 w 1147"/>
                <a:gd name="T29" fmla="*/ 0 h 1285"/>
                <a:gd name="T30" fmla="*/ 0 w 1147"/>
                <a:gd name="T31" fmla="*/ 0 h 1285"/>
                <a:gd name="T32" fmla="*/ 0 w 1147"/>
                <a:gd name="T33" fmla="*/ 0 h 1285"/>
                <a:gd name="T34" fmla="*/ 0 w 1147"/>
                <a:gd name="T35" fmla="*/ 0 h 1285"/>
                <a:gd name="T36" fmla="*/ 0 w 1147"/>
                <a:gd name="T37" fmla="*/ 0 h 1285"/>
                <a:gd name="T38" fmla="*/ 0 w 1147"/>
                <a:gd name="T39" fmla="*/ 0 h 1285"/>
                <a:gd name="T40" fmla="*/ 0 w 1147"/>
                <a:gd name="T41" fmla="*/ 0 h 1285"/>
                <a:gd name="T42" fmla="*/ 0 w 1147"/>
                <a:gd name="T43" fmla="*/ 0 h 1285"/>
                <a:gd name="T44" fmla="*/ 0 w 1147"/>
                <a:gd name="T45" fmla="*/ 0 h 1285"/>
                <a:gd name="T46" fmla="*/ 0 w 1147"/>
                <a:gd name="T47" fmla="*/ 0 h 1285"/>
                <a:gd name="T48" fmla="*/ 0 w 1147"/>
                <a:gd name="T49" fmla="*/ 0 h 1285"/>
                <a:gd name="T50" fmla="*/ 0 w 1147"/>
                <a:gd name="T51" fmla="*/ 0 h 1285"/>
                <a:gd name="T52" fmla="*/ 0 w 1147"/>
                <a:gd name="T53" fmla="*/ 0 h 1285"/>
                <a:gd name="T54" fmla="*/ 0 w 1147"/>
                <a:gd name="T55" fmla="*/ 0 h 1285"/>
                <a:gd name="T56" fmla="*/ 0 w 1147"/>
                <a:gd name="T57" fmla="*/ 0 h 1285"/>
                <a:gd name="T58" fmla="*/ 0 w 1147"/>
                <a:gd name="T59" fmla="*/ 0 h 1285"/>
                <a:gd name="T60" fmla="*/ 0 w 1147"/>
                <a:gd name="T61" fmla="*/ 0 h 1285"/>
                <a:gd name="T62" fmla="*/ 0 w 1147"/>
                <a:gd name="T63" fmla="*/ 0 h 1285"/>
                <a:gd name="T64" fmla="*/ 0 w 1147"/>
                <a:gd name="T65" fmla="*/ 0 h 1285"/>
                <a:gd name="T66" fmla="*/ 0 w 1147"/>
                <a:gd name="T67" fmla="*/ 0 h 1285"/>
                <a:gd name="T68" fmla="*/ 0 w 1147"/>
                <a:gd name="T69" fmla="*/ 0 h 1285"/>
                <a:gd name="T70" fmla="*/ 0 w 1147"/>
                <a:gd name="T71" fmla="*/ 0 h 1285"/>
                <a:gd name="T72" fmla="*/ 0 w 1147"/>
                <a:gd name="T73" fmla="*/ 0 h 1285"/>
                <a:gd name="T74" fmla="*/ 0 w 1147"/>
                <a:gd name="T75" fmla="*/ 0 h 1285"/>
                <a:gd name="T76" fmla="*/ 0 w 1147"/>
                <a:gd name="T77" fmla="*/ 0 h 1285"/>
                <a:gd name="T78" fmla="*/ 0 w 1147"/>
                <a:gd name="T79" fmla="*/ 0 h 1285"/>
                <a:gd name="T80" fmla="*/ 0 w 1147"/>
                <a:gd name="T81" fmla="*/ 0 h 1285"/>
                <a:gd name="T82" fmla="*/ 0 w 1147"/>
                <a:gd name="T83" fmla="*/ 0 h 1285"/>
                <a:gd name="T84" fmla="*/ 0 w 1147"/>
                <a:gd name="T85" fmla="*/ 0 h 1285"/>
                <a:gd name="T86" fmla="*/ 0 w 1147"/>
                <a:gd name="T87" fmla="*/ 0 h 1285"/>
                <a:gd name="T88" fmla="*/ 0 w 1147"/>
                <a:gd name="T89" fmla="*/ 0 h 1285"/>
                <a:gd name="T90" fmla="*/ 0 w 1147"/>
                <a:gd name="T91" fmla="*/ 0 h 1285"/>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1147" h="1285">
                  <a:moveTo>
                    <a:pt x="212" y="67"/>
                  </a:moveTo>
                  <a:lnTo>
                    <a:pt x="247" y="0"/>
                  </a:lnTo>
                  <a:lnTo>
                    <a:pt x="528" y="116"/>
                  </a:lnTo>
                  <a:lnTo>
                    <a:pt x="541" y="206"/>
                  </a:lnTo>
                  <a:lnTo>
                    <a:pt x="563" y="238"/>
                  </a:lnTo>
                  <a:lnTo>
                    <a:pt x="595" y="274"/>
                  </a:lnTo>
                  <a:lnTo>
                    <a:pt x="614" y="339"/>
                  </a:lnTo>
                  <a:lnTo>
                    <a:pt x="676" y="487"/>
                  </a:lnTo>
                  <a:lnTo>
                    <a:pt x="727" y="663"/>
                  </a:lnTo>
                  <a:lnTo>
                    <a:pt x="748" y="780"/>
                  </a:lnTo>
                  <a:lnTo>
                    <a:pt x="974" y="785"/>
                  </a:lnTo>
                  <a:lnTo>
                    <a:pt x="1011" y="807"/>
                  </a:lnTo>
                  <a:lnTo>
                    <a:pt x="1115" y="807"/>
                  </a:lnTo>
                  <a:lnTo>
                    <a:pt x="1143" y="853"/>
                  </a:lnTo>
                  <a:lnTo>
                    <a:pt x="1147" y="907"/>
                  </a:lnTo>
                  <a:lnTo>
                    <a:pt x="1137" y="956"/>
                  </a:lnTo>
                  <a:lnTo>
                    <a:pt x="1042" y="974"/>
                  </a:lnTo>
                  <a:lnTo>
                    <a:pt x="997" y="1041"/>
                  </a:lnTo>
                  <a:lnTo>
                    <a:pt x="907" y="1064"/>
                  </a:lnTo>
                  <a:lnTo>
                    <a:pt x="840" y="1064"/>
                  </a:lnTo>
                  <a:lnTo>
                    <a:pt x="763" y="1079"/>
                  </a:lnTo>
                  <a:lnTo>
                    <a:pt x="759" y="1110"/>
                  </a:lnTo>
                  <a:lnTo>
                    <a:pt x="763" y="1177"/>
                  </a:lnTo>
                  <a:lnTo>
                    <a:pt x="754" y="1223"/>
                  </a:lnTo>
                  <a:lnTo>
                    <a:pt x="713" y="1227"/>
                  </a:lnTo>
                  <a:lnTo>
                    <a:pt x="663" y="1236"/>
                  </a:lnTo>
                  <a:lnTo>
                    <a:pt x="614" y="1282"/>
                  </a:lnTo>
                  <a:lnTo>
                    <a:pt x="554" y="1282"/>
                  </a:lnTo>
                  <a:lnTo>
                    <a:pt x="501" y="1276"/>
                  </a:lnTo>
                  <a:lnTo>
                    <a:pt x="420" y="1250"/>
                  </a:lnTo>
                  <a:lnTo>
                    <a:pt x="330" y="1259"/>
                  </a:lnTo>
                  <a:lnTo>
                    <a:pt x="238" y="1285"/>
                  </a:lnTo>
                  <a:lnTo>
                    <a:pt x="153" y="1267"/>
                  </a:lnTo>
                  <a:lnTo>
                    <a:pt x="95" y="1200"/>
                  </a:lnTo>
                  <a:lnTo>
                    <a:pt x="99" y="1128"/>
                  </a:lnTo>
                  <a:lnTo>
                    <a:pt x="76" y="1038"/>
                  </a:lnTo>
                  <a:lnTo>
                    <a:pt x="64" y="920"/>
                  </a:lnTo>
                  <a:lnTo>
                    <a:pt x="36" y="812"/>
                  </a:lnTo>
                  <a:lnTo>
                    <a:pt x="0" y="650"/>
                  </a:lnTo>
                  <a:lnTo>
                    <a:pt x="4" y="487"/>
                  </a:lnTo>
                  <a:lnTo>
                    <a:pt x="4" y="342"/>
                  </a:lnTo>
                  <a:lnTo>
                    <a:pt x="14" y="243"/>
                  </a:lnTo>
                  <a:lnTo>
                    <a:pt x="36" y="198"/>
                  </a:lnTo>
                  <a:lnTo>
                    <a:pt x="87" y="162"/>
                  </a:lnTo>
                  <a:lnTo>
                    <a:pt x="145" y="102"/>
                  </a:lnTo>
                  <a:lnTo>
                    <a:pt x="212" y="67"/>
                  </a:lnTo>
                  <a:close/>
                </a:path>
              </a:pathLst>
            </a:custGeom>
            <a:solidFill>
              <a:srgbClr val="C0C0C0"/>
            </a:solidFill>
            <a:ln w="3175">
              <a:solidFill>
                <a:srgbClr val="000000"/>
              </a:solidFill>
              <a:prstDash val="solid"/>
              <a:round/>
              <a:headEnd/>
              <a:tailEnd/>
            </a:ln>
          </p:spPr>
          <p:txBody>
            <a:bodyPr/>
            <a:lstStyle/>
            <a:p>
              <a:endParaRPr lang="zh-CN" altLang="en-US" b="1">
                <a:solidFill>
                  <a:srgbClr val="000099"/>
                </a:solidFill>
              </a:endParaRPr>
            </a:p>
          </p:txBody>
        </p:sp>
        <p:sp>
          <p:nvSpPr>
            <p:cNvPr id="26741" name="Freeform 177">
              <a:extLst>
                <a:ext uri="{FF2B5EF4-FFF2-40B4-BE49-F238E27FC236}">
                  <a16:creationId xmlns:a16="http://schemas.microsoft.com/office/drawing/2014/main" id="{A8188C6E-98EB-DE1E-E245-5EF5D382F26C}"/>
                </a:ext>
              </a:extLst>
            </p:cNvPr>
            <p:cNvSpPr>
              <a:spLocks/>
            </p:cNvSpPr>
            <p:nvPr/>
          </p:nvSpPr>
          <p:spPr bwMode="auto">
            <a:xfrm>
              <a:off x="166" y="1848"/>
              <a:ext cx="145" cy="240"/>
            </a:xfrm>
            <a:custGeom>
              <a:avLst/>
              <a:gdLst>
                <a:gd name="T0" fmla="*/ 0 w 725"/>
                <a:gd name="T1" fmla="*/ 0 h 1198"/>
                <a:gd name="T2" fmla="*/ 0 w 725"/>
                <a:gd name="T3" fmla="*/ 0 h 1198"/>
                <a:gd name="T4" fmla="*/ 0 w 725"/>
                <a:gd name="T5" fmla="*/ 0 h 1198"/>
                <a:gd name="T6" fmla="*/ 0 w 725"/>
                <a:gd name="T7" fmla="*/ 0 h 1198"/>
                <a:gd name="T8" fmla="*/ 0 w 725"/>
                <a:gd name="T9" fmla="*/ 0 h 1198"/>
                <a:gd name="T10" fmla="*/ 0 w 725"/>
                <a:gd name="T11" fmla="*/ 0 h 1198"/>
                <a:gd name="T12" fmla="*/ 0 w 725"/>
                <a:gd name="T13" fmla="*/ 0 h 1198"/>
                <a:gd name="T14" fmla="*/ 0 w 725"/>
                <a:gd name="T15" fmla="*/ 0 h 1198"/>
                <a:gd name="T16" fmla="*/ 0 w 725"/>
                <a:gd name="T17" fmla="*/ 0 h 1198"/>
                <a:gd name="T18" fmla="*/ 0 w 725"/>
                <a:gd name="T19" fmla="*/ 0 h 1198"/>
                <a:gd name="T20" fmla="*/ 0 w 725"/>
                <a:gd name="T21" fmla="*/ 0 h 1198"/>
                <a:gd name="T22" fmla="*/ 0 w 725"/>
                <a:gd name="T23" fmla="*/ 0 h 1198"/>
                <a:gd name="T24" fmla="*/ 0 w 725"/>
                <a:gd name="T25" fmla="*/ 0 h 1198"/>
                <a:gd name="T26" fmla="*/ 0 w 725"/>
                <a:gd name="T27" fmla="*/ 0 h 1198"/>
                <a:gd name="T28" fmla="*/ 0 w 725"/>
                <a:gd name="T29" fmla="*/ 0 h 1198"/>
                <a:gd name="T30" fmla="*/ 0 w 725"/>
                <a:gd name="T31" fmla="*/ 0 h 1198"/>
                <a:gd name="T32" fmla="*/ 0 w 725"/>
                <a:gd name="T33" fmla="*/ 0 h 1198"/>
                <a:gd name="T34" fmla="*/ 0 w 725"/>
                <a:gd name="T35" fmla="*/ 0 h 1198"/>
                <a:gd name="T36" fmla="*/ 0 w 725"/>
                <a:gd name="T37" fmla="*/ 0 h 1198"/>
                <a:gd name="T38" fmla="*/ 0 w 725"/>
                <a:gd name="T39" fmla="*/ 0 h 1198"/>
                <a:gd name="T40" fmla="*/ 0 w 725"/>
                <a:gd name="T41" fmla="*/ 0 h 1198"/>
                <a:gd name="T42" fmla="*/ 0 w 725"/>
                <a:gd name="T43" fmla="*/ 0 h 1198"/>
                <a:gd name="T44" fmla="*/ 0 w 725"/>
                <a:gd name="T45" fmla="*/ 0 h 1198"/>
                <a:gd name="T46" fmla="*/ 0 w 725"/>
                <a:gd name="T47" fmla="*/ 0 h 1198"/>
                <a:gd name="T48" fmla="*/ 0 w 725"/>
                <a:gd name="T49" fmla="*/ 0 h 1198"/>
                <a:gd name="T50" fmla="*/ 0 w 725"/>
                <a:gd name="T51" fmla="*/ 0 h 1198"/>
                <a:gd name="T52" fmla="*/ 0 w 725"/>
                <a:gd name="T53" fmla="*/ 0 h 1198"/>
                <a:gd name="T54" fmla="*/ 0 w 725"/>
                <a:gd name="T55" fmla="*/ 0 h 1198"/>
                <a:gd name="T56" fmla="*/ 0 w 725"/>
                <a:gd name="T57" fmla="*/ 0 h 1198"/>
                <a:gd name="T58" fmla="*/ 0 w 725"/>
                <a:gd name="T59" fmla="*/ 0 h 1198"/>
                <a:gd name="T60" fmla="*/ 0 w 725"/>
                <a:gd name="T61" fmla="*/ 0 h 1198"/>
                <a:gd name="T62" fmla="*/ 0 w 725"/>
                <a:gd name="T63" fmla="*/ 0 h 1198"/>
                <a:gd name="T64" fmla="*/ 0 w 725"/>
                <a:gd name="T65" fmla="*/ 0 h 1198"/>
                <a:gd name="T66" fmla="*/ 0 w 725"/>
                <a:gd name="T67" fmla="*/ 0 h 1198"/>
                <a:gd name="T68" fmla="*/ 0 w 725"/>
                <a:gd name="T69" fmla="*/ 0 h 1198"/>
                <a:gd name="T70" fmla="*/ 0 w 725"/>
                <a:gd name="T71" fmla="*/ 0 h 1198"/>
                <a:gd name="T72" fmla="*/ 0 w 725"/>
                <a:gd name="T73" fmla="*/ 0 h 1198"/>
                <a:gd name="T74" fmla="*/ 0 w 725"/>
                <a:gd name="T75" fmla="*/ 0 h 1198"/>
                <a:gd name="T76" fmla="*/ 0 w 725"/>
                <a:gd name="T77" fmla="*/ 0 h 119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725" h="1198">
                  <a:moveTo>
                    <a:pt x="725" y="1005"/>
                  </a:moveTo>
                  <a:lnTo>
                    <a:pt x="630" y="990"/>
                  </a:lnTo>
                  <a:lnTo>
                    <a:pt x="549" y="986"/>
                  </a:lnTo>
                  <a:lnTo>
                    <a:pt x="460" y="978"/>
                  </a:lnTo>
                  <a:lnTo>
                    <a:pt x="359" y="963"/>
                  </a:lnTo>
                  <a:lnTo>
                    <a:pt x="314" y="932"/>
                  </a:lnTo>
                  <a:lnTo>
                    <a:pt x="193" y="780"/>
                  </a:lnTo>
                  <a:lnTo>
                    <a:pt x="256" y="825"/>
                  </a:lnTo>
                  <a:lnTo>
                    <a:pt x="297" y="861"/>
                  </a:lnTo>
                  <a:lnTo>
                    <a:pt x="274" y="753"/>
                  </a:lnTo>
                  <a:lnTo>
                    <a:pt x="228" y="712"/>
                  </a:lnTo>
                  <a:lnTo>
                    <a:pt x="162" y="600"/>
                  </a:lnTo>
                  <a:lnTo>
                    <a:pt x="225" y="653"/>
                  </a:lnTo>
                  <a:lnTo>
                    <a:pt x="266" y="668"/>
                  </a:lnTo>
                  <a:lnTo>
                    <a:pt x="256" y="590"/>
                  </a:lnTo>
                  <a:lnTo>
                    <a:pt x="211" y="532"/>
                  </a:lnTo>
                  <a:lnTo>
                    <a:pt x="167" y="487"/>
                  </a:lnTo>
                  <a:lnTo>
                    <a:pt x="121" y="355"/>
                  </a:lnTo>
                  <a:lnTo>
                    <a:pt x="207" y="464"/>
                  </a:lnTo>
                  <a:lnTo>
                    <a:pt x="256" y="504"/>
                  </a:lnTo>
                  <a:lnTo>
                    <a:pt x="261" y="337"/>
                  </a:lnTo>
                  <a:lnTo>
                    <a:pt x="274" y="271"/>
                  </a:lnTo>
                  <a:lnTo>
                    <a:pt x="301" y="240"/>
                  </a:lnTo>
                  <a:lnTo>
                    <a:pt x="341" y="190"/>
                  </a:lnTo>
                  <a:lnTo>
                    <a:pt x="405" y="167"/>
                  </a:lnTo>
                  <a:lnTo>
                    <a:pt x="437" y="153"/>
                  </a:lnTo>
                  <a:lnTo>
                    <a:pt x="347" y="68"/>
                  </a:lnTo>
                  <a:lnTo>
                    <a:pt x="251" y="90"/>
                  </a:lnTo>
                  <a:lnTo>
                    <a:pt x="188" y="127"/>
                  </a:lnTo>
                  <a:lnTo>
                    <a:pt x="167" y="162"/>
                  </a:lnTo>
                  <a:lnTo>
                    <a:pt x="184" y="107"/>
                  </a:lnTo>
                  <a:lnTo>
                    <a:pt x="220" y="90"/>
                  </a:lnTo>
                  <a:lnTo>
                    <a:pt x="278" y="68"/>
                  </a:lnTo>
                  <a:lnTo>
                    <a:pt x="324" y="60"/>
                  </a:lnTo>
                  <a:lnTo>
                    <a:pt x="297" y="45"/>
                  </a:lnTo>
                  <a:lnTo>
                    <a:pt x="251" y="32"/>
                  </a:lnTo>
                  <a:lnTo>
                    <a:pt x="211" y="17"/>
                  </a:lnTo>
                  <a:lnTo>
                    <a:pt x="188" y="0"/>
                  </a:lnTo>
                  <a:lnTo>
                    <a:pt x="136" y="37"/>
                  </a:lnTo>
                  <a:lnTo>
                    <a:pt x="104" y="68"/>
                  </a:lnTo>
                  <a:lnTo>
                    <a:pt x="73" y="107"/>
                  </a:lnTo>
                  <a:lnTo>
                    <a:pt x="27" y="130"/>
                  </a:lnTo>
                  <a:lnTo>
                    <a:pt x="18" y="172"/>
                  </a:lnTo>
                  <a:lnTo>
                    <a:pt x="0" y="240"/>
                  </a:lnTo>
                  <a:lnTo>
                    <a:pt x="0" y="342"/>
                  </a:lnTo>
                  <a:lnTo>
                    <a:pt x="5" y="450"/>
                  </a:lnTo>
                  <a:lnTo>
                    <a:pt x="8" y="573"/>
                  </a:lnTo>
                  <a:lnTo>
                    <a:pt x="31" y="698"/>
                  </a:lnTo>
                  <a:lnTo>
                    <a:pt x="58" y="830"/>
                  </a:lnTo>
                  <a:lnTo>
                    <a:pt x="73" y="941"/>
                  </a:lnTo>
                  <a:lnTo>
                    <a:pt x="95" y="1022"/>
                  </a:lnTo>
                  <a:lnTo>
                    <a:pt x="90" y="1095"/>
                  </a:lnTo>
                  <a:lnTo>
                    <a:pt x="99" y="1135"/>
                  </a:lnTo>
                  <a:lnTo>
                    <a:pt x="131" y="1166"/>
                  </a:lnTo>
                  <a:lnTo>
                    <a:pt x="171" y="1193"/>
                  </a:lnTo>
                  <a:lnTo>
                    <a:pt x="225" y="1198"/>
                  </a:lnTo>
                  <a:lnTo>
                    <a:pt x="251" y="1185"/>
                  </a:lnTo>
                  <a:lnTo>
                    <a:pt x="288" y="1181"/>
                  </a:lnTo>
                  <a:lnTo>
                    <a:pt x="374" y="1163"/>
                  </a:lnTo>
                  <a:lnTo>
                    <a:pt x="337" y="1118"/>
                  </a:lnTo>
                  <a:lnTo>
                    <a:pt x="297" y="1053"/>
                  </a:lnTo>
                  <a:lnTo>
                    <a:pt x="356" y="1099"/>
                  </a:lnTo>
                  <a:lnTo>
                    <a:pt x="401" y="1140"/>
                  </a:lnTo>
                  <a:lnTo>
                    <a:pt x="433" y="1163"/>
                  </a:lnTo>
                  <a:lnTo>
                    <a:pt x="477" y="1185"/>
                  </a:lnTo>
                  <a:lnTo>
                    <a:pt x="527" y="1185"/>
                  </a:lnTo>
                  <a:lnTo>
                    <a:pt x="575" y="1185"/>
                  </a:lnTo>
                  <a:lnTo>
                    <a:pt x="603" y="1172"/>
                  </a:lnTo>
                  <a:lnTo>
                    <a:pt x="616" y="1158"/>
                  </a:lnTo>
                  <a:lnTo>
                    <a:pt x="553" y="1122"/>
                  </a:lnTo>
                  <a:lnTo>
                    <a:pt x="491" y="1063"/>
                  </a:lnTo>
                  <a:lnTo>
                    <a:pt x="472" y="1036"/>
                  </a:lnTo>
                  <a:lnTo>
                    <a:pt x="523" y="1050"/>
                  </a:lnTo>
                  <a:lnTo>
                    <a:pt x="598" y="1108"/>
                  </a:lnTo>
                  <a:lnTo>
                    <a:pt x="630" y="1135"/>
                  </a:lnTo>
                  <a:lnTo>
                    <a:pt x="702" y="1140"/>
                  </a:lnTo>
                  <a:lnTo>
                    <a:pt x="725" y="1126"/>
                  </a:lnTo>
                  <a:lnTo>
                    <a:pt x="725" y="1095"/>
                  </a:lnTo>
                  <a:lnTo>
                    <a:pt x="725" y="1005"/>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6742" name="Freeform 178">
              <a:extLst>
                <a:ext uri="{FF2B5EF4-FFF2-40B4-BE49-F238E27FC236}">
                  <a16:creationId xmlns:a16="http://schemas.microsoft.com/office/drawing/2014/main" id="{7BEBF8E2-640E-2F07-EA30-F2CDB7D5B1D0}"/>
                </a:ext>
              </a:extLst>
            </p:cNvPr>
            <p:cNvSpPr>
              <a:spLocks/>
            </p:cNvSpPr>
            <p:nvPr/>
          </p:nvSpPr>
          <p:spPr bwMode="auto">
            <a:xfrm>
              <a:off x="176" y="1968"/>
              <a:ext cx="43" cy="110"/>
            </a:xfrm>
            <a:custGeom>
              <a:avLst/>
              <a:gdLst>
                <a:gd name="T0" fmla="*/ 0 w 211"/>
                <a:gd name="T1" fmla="*/ 0 h 553"/>
                <a:gd name="T2" fmla="*/ 0 w 211"/>
                <a:gd name="T3" fmla="*/ 0 h 553"/>
                <a:gd name="T4" fmla="*/ 0 w 211"/>
                <a:gd name="T5" fmla="*/ 0 h 553"/>
                <a:gd name="T6" fmla="*/ 0 w 211"/>
                <a:gd name="T7" fmla="*/ 0 h 553"/>
                <a:gd name="T8" fmla="*/ 0 w 211"/>
                <a:gd name="T9" fmla="*/ 0 h 553"/>
                <a:gd name="T10" fmla="*/ 0 w 211"/>
                <a:gd name="T11" fmla="*/ 0 h 553"/>
                <a:gd name="T12" fmla="*/ 0 w 211"/>
                <a:gd name="T13" fmla="*/ 0 h 553"/>
                <a:gd name="T14" fmla="*/ 0 w 211"/>
                <a:gd name="T15" fmla="*/ 0 h 553"/>
                <a:gd name="T16" fmla="*/ 0 w 211"/>
                <a:gd name="T17" fmla="*/ 0 h 553"/>
                <a:gd name="T18" fmla="*/ 0 w 211"/>
                <a:gd name="T19" fmla="*/ 0 h 553"/>
                <a:gd name="T20" fmla="*/ 0 w 211"/>
                <a:gd name="T21" fmla="*/ 0 h 553"/>
                <a:gd name="T22" fmla="*/ 0 w 211"/>
                <a:gd name="T23" fmla="*/ 0 h 553"/>
                <a:gd name="T24" fmla="*/ 0 w 211"/>
                <a:gd name="T25" fmla="*/ 0 h 553"/>
                <a:gd name="T26" fmla="*/ 0 w 211"/>
                <a:gd name="T27" fmla="*/ 0 h 55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1" h="553">
                  <a:moveTo>
                    <a:pt x="211" y="553"/>
                  </a:moveTo>
                  <a:lnTo>
                    <a:pt x="173" y="535"/>
                  </a:lnTo>
                  <a:lnTo>
                    <a:pt x="134" y="490"/>
                  </a:lnTo>
                  <a:lnTo>
                    <a:pt x="99" y="410"/>
                  </a:lnTo>
                  <a:lnTo>
                    <a:pt x="81" y="342"/>
                  </a:lnTo>
                  <a:lnTo>
                    <a:pt x="53" y="265"/>
                  </a:lnTo>
                  <a:lnTo>
                    <a:pt x="41" y="192"/>
                  </a:lnTo>
                  <a:lnTo>
                    <a:pt x="19" y="81"/>
                  </a:lnTo>
                  <a:lnTo>
                    <a:pt x="0" y="0"/>
                  </a:lnTo>
                  <a:lnTo>
                    <a:pt x="45" y="162"/>
                  </a:lnTo>
                  <a:lnTo>
                    <a:pt x="81" y="287"/>
                  </a:lnTo>
                  <a:lnTo>
                    <a:pt x="121" y="373"/>
                  </a:lnTo>
                  <a:lnTo>
                    <a:pt x="183" y="463"/>
                  </a:lnTo>
                  <a:lnTo>
                    <a:pt x="211" y="553"/>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6743" name="Freeform 179">
              <a:extLst>
                <a:ext uri="{FF2B5EF4-FFF2-40B4-BE49-F238E27FC236}">
                  <a16:creationId xmlns:a16="http://schemas.microsoft.com/office/drawing/2014/main" id="{2E977897-464F-1DF1-29CB-FAF1F629F247}"/>
                </a:ext>
              </a:extLst>
            </p:cNvPr>
            <p:cNvSpPr>
              <a:spLocks/>
            </p:cNvSpPr>
            <p:nvPr/>
          </p:nvSpPr>
          <p:spPr bwMode="auto">
            <a:xfrm>
              <a:off x="220" y="1878"/>
              <a:ext cx="167" cy="167"/>
            </a:xfrm>
            <a:custGeom>
              <a:avLst/>
              <a:gdLst>
                <a:gd name="T0" fmla="*/ 0 w 838"/>
                <a:gd name="T1" fmla="*/ 0 h 832"/>
                <a:gd name="T2" fmla="*/ 0 w 838"/>
                <a:gd name="T3" fmla="*/ 0 h 832"/>
                <a:gd name="T4" fmla="*/ 0 w 838"/>
                <a:gd name="T5" fmla="*/ 0 h 832"/>
                <a:gd name="T6" fmla="*/ 0 w 838"/>
                <a:gd name="T7" fmla="*/ 0 h 832"/>
                <a:gd name="T8" fmla="*/ 0 w 838"/>
                <a:gd name="T9" fmla="*/ 0 h 832"/>
                <a:gd name="T10" fmla="*/ 0 w 838"/>
                <a:gd name="T11" fmla="*/ 0 h 832"/>
                <a:gd name="T12" fmla="*/ 0 w 838"/>
                <a:gd name="T13" fmla="*/ 0 h 832"/>
                <a:gd name="T14" fmla="*/ 0 w 838"/>
                <a:gd name="T15" fmla="*/ 0 h 832"/>
                <a:gd name="T16" fmla="*/ 0 w 838"/>
                <a:gd name="T17" fmla="*/ 0 h 832"/>
                <a:gd name="T18" fmla="*/ 0 w 838"/>
                <a:gd name="T19" fmla="*/ 0 h 832"/>
                <a:gd name="T20" fmla="*/ 0 w 838"/>
                <a:gd name="T21" fmla="*/ 0 h 832"/>
                <a:gd name="T22" fmla="*/ 0 w 838"/>
                <a:gd name="T23" fmla="*/ 0 h 832"/>
                <a:gd name="T24" fmla="*/ 0 w 838"/>
                <a:gd name="T25" fmla="*/ 0 h 832"/>
                <a:gd name="T26" fmla="*/ 0 w 838"/>
                <a:gd name="T27" fmla="*/ 0 h 832"/>
                <a:gd name="T28" fmla="*/ 0 w 838"/>
                <a:gd name="T29" fmla="*/ 0 h 832"/>
                <a:gd name="T30" fmla="*/ 0 w 838"/>
                <a:gd name="T31" fmla="*/ 0 h 832"/>
                <a:gd name="T32" fmla="*/ 0 w 838"/>
                <a:gd name="T33" fmla="*/ 0 h 832"/>
                <a:gd name="T34" fmla="*/ 0 w 838"/>
                <a:gd name="T35" fmla="*/ 0 h 832"/>
                <a:gd name="T36" fmla="*/ 0 w 838"/>
                <a:gd name="T37" fmla="*/ 0 h 832"/>
                <a:gd name="T38" fmla="*/ 0 w 838"/>
                <a:gd name="T39" fmla="*/ 0 h 832"/>
                <a:gd name="T40" fmla="*/ 0 w 838"/>
                <a:gd name="T41" fmla="*/ 0 h 832"/>
                <a:gd name="T42" fmla="*/ 0 w 838"/>
                <a:gd name="T43" fmla="*/ 0 h 832"/>
                <a:gd name="T44" fmla="*/ 0 w 838"/>
                <a:gd name="T45" fmla="*/ 0 h 832"/>
                <a:gd name="T46" fmla="*/ 0 w 838"/>
                <a:gd name="T47" fmla="*/ 0 h 832"/>
                <a:gd name="T48" fmla="*/ 0 w 838"/>
                <a:gd name="T49" fmla="*/ 0 h 832"/>
                <a:gd name="T50" fmla="*/ 0 w 838"/>
                <a:gd name="T51" fmla="*/ 0 h 832"/>
                <a:gd name="T52" fmla="*/ 0 w 838"/>
                <a:gd name="T53" fmla="*/ 0 h 832"/>
                <a:gd name="T54" fmla="*/ 0 w 838"/>
                <a:gd name="T55" fmla="*/ 0 h 832"/>
                <a:gd name="T56" fmla="*/ 0 w 838"/>
                <a:gd name="T57" fmla="*/ 0 h 832"/>
                <a:gd name="T58" fmla="*/ 0 w 838"/>
                <a:gd name="T59" fmla="*/ 0 h 832"/>
                <a:gd name="T60" fmla="*/ 0 w 838"/>
                <a:gd name="T61" fmla="*/ 0 h 832"/>
                <a:gd name="T62" fmla="*/ 0 w 838"/>
                <a:gd name="T63" fmla="*/ 0 h 832"/>
                <a:gd name="T64" fmla="*/ 0 w 838"/>
                <a:gd name="T65" fmla="*/ 0 h 832"/>
                <a:gd name="T66" fmla="*/ 0 w 838"/>
                <a:gd name="T67" fmla="*/ 0 h 832"/>
                <a:gd name="T68" fmla="*/ 0 w 838"/>
                <a:gd name="T69" fmla="*/ 0 h 832"/>
                <a:gd name="T70" fmla="*/ 0 w 838"/>
                <a:gd name="T71" fmla="*/ 0 h 832"/>
                <a:gd name="T72" fmla="*/ 0 w 838"/>
                <a:gd name="T73" fmla="*/ 0 h 832"/>
                <a:gd name="T74" fmla="*/ 0 w 838"/>
                <a:gd name="T75" fmla="*/ 0 h 832"/>
                <a:gd name="T76" fmla="*/ 0 w 838"/>
                <a:gd name="T77" fmla="*/ 0 h 832"/>
                <a:gd name="T78" fmla="*/ 0 w 838"/>
                <a:gd name="T79" fmla="*/ 0 h 832"/>
                <a:gd name="T80" fmla="*/ 0 w 838"/>
                <a:gd name="T81" fmla="*/ 0 h 832"/>
                <a:gd name="T82" fmla="*/ 0 w 838"/>
                <a:gd name="T83" fmla="*/ 0 h 832"/>
                <a:gd name="T84" fmla="*/ 0 w 838"/>
                <a:gd name="T85" fmla="*/ 0 h 832"/>
                <a:gd name="T86" fmla="*/ 0 w 838"/>
                <a:gd name="T87" fmla="*/ 0 h 832"/>
                <a:gd name="T88" fmla="*/ 0 w 838"/>
                <a:gd name="T89" fmla="*/ 0 h 832"/>
                <a:gd name="T90" fmla="*/ 0 w 838"/>
                <a:gd name="T91" fmla="*/ 0 h 832"/>
                <a:gd name="T92" fmla="*/ 0 w 838"/>
                <a:gd name="T93" fmla="*/ 0 h 832"/>
                <a:gd name="T94" fmla="*/ 0 w 838"/>
                <a:gd name="T95" fmla="*/ 0 h 832"/>
                <a:gd name="T96" fmla="*/ 0 w 838"/>
                <a:gd name="T97" fmla="*/ 0 h 832"/>
                <a:gd name="T98" fmla="*/ 0 w 838"/>
                <a:gd name="T99" fmla="*/ 0 h 832"/>
                <a:gd name="T100" fmla="*/ 0 w 838"/>
                <a:gd name="T101" fmla="*/ 0 h 832"/>
                <a:gd name="T102" fmla="*/ 0 w 838"/>
                <a:gd name="T103" fmla="*/ 0 h 832"/>
                <a:gd name="T104" fmla="*/ 0 w 838"/>
                <a:gd name="T105" fmla="*/ 0 h 832"/>
                <a:gd name="T106" fmla="*/ 0 w 838"/>
                <a:gd name="T107" fmla="*/ 0 h 832"/>
                <a:gd name="T108" fmla="*/ 0 w 838"/>
                <a:gd name="T109" fmla="*/ 0 h 832"/>
                <a:gd name="T110" fmla="*/ 0 w 838"/>
                <a:gd name="T111" fmla="*/ 0 h 832"/>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838" h="832">
                  <a:moveTo>
                    <a:pt x="155" y="0"/>
                  </a:moveTo>
                  <a:lnTo>
                    <a:pt x="253" y="30"/>
                  </a:lnTo>
                  <a:lnTo>
                    <a:pt x="298" y="70"/>
                  </a:lnTo>
                  <a:lnTo>
                    <a:pt x="326" y="153"/>
                  </a:lnTo>
                  <a:lnTo>
                    <a:pt x="326" y="228"/>
                  </a:lnTo>
                  <a:lnTo>
                    <a:pt x="311" y="272"/>
                  </a:lnTo>
                  <a:lnTo>
                    <a:pt x="320" y="350"/>
                  </a:lnTo>
                  <a:lnTo>
                    <a:pt x="320" y="408"/>
                  </a:lnTo>
                  <a:lnTo>
                    <a:pt x="306" y="423"/>
                  </a:lnTo>
                  <a:lnTo>
                    <a:pt x="320" y="445"/>
                  </a:lnTo>
                  <a:lnTo>
                    <a:pt x="329" y="467"/>
                  </a:lnTo>
                  <a:lnTo>
                    <a:pt x="311" y="490"/>
                  </a:lnTo>
                  <a:lnTo>
                    <a:pt x="311" y="513"/>
                  </a:lnTo>
                  <a:lnTo>
                    <a:pt x="347" y="521"/>
                  </a:lnTo>
                  <a:lnTo>
                    <a:pt x="343" y="544"/>
                  </a:lnTo>
                  <a:lnTo>
                    <a:pt x="378" y="557"/>
                  </a:lnTo>
                  <a:lnTo>
                    <a:pt x="411" y="548"/>
                  </a:lnTo>
                  <a:lnTo>
                    <a:pt x="433" y="557"/>
                  </a:lnTo>
                  <a:lnTo>
                    <a:pt x="532" y="571"/>
                  </a:lnTo>
                  <a:lnTo>
                    <a:pt x="622" y="567"/>
                  </a:lnTo>
                  <a:lnTo>
                    <a:pt x="679" y="571"/>
                  </a:lnTo>
                  <a:lnTo>
                    <a:pt x="717" y="594"/>
                  </a:lnTo>
                  <a:lnTo>
                    <a:pt x="807" y="594"/>
                  </a:lnTo>
                  <a:lnTo>
                    <a:pt x="838" y="625"/>
                  </a:lnTo>
                  <a:lnTo>
                    <a:pt x="838" y="660"/>
                  </a:lnTo>
                  <a:lnTo>
                    <a:pt x="833" y="719"/>
                  </a:lnTo>
                  <a:lnTo>
                    <a:pt x="762" y="738"/>
                  </a:lnTo>
                  <a:lnTo>
                    <a:pt x="762" y="700"/>
                  </a:lnTo>
                  <a:lnTo>
                    <a:pt x="757" y="669"/>
                  </a:lnTo>
                  <a:lnTo>
                    <a:pt x="743" y="656"/>
                  </a:lnTo>
                  <a:lnTo>
                    <a:pt x="739" y="692"/>
                  </a:lnTo>
                  <a:lnTo>
                    <a:pt x="734" y="738"/>
                  </a:lnTo>
                  <a:lnTo>
                    <a:pt x="717" y="765"/>
                  </a:lnTo>
                  <a:lnTo>
                    <a:pt x="685" y="800"/>
                  </a:lnTo>
                  <a:lnTo>
                    <a:pt x="610" y="818"/>
                  </a:lnTo>
                  <a:lnTo>
                    <a:pt x="550" y="828"/>
                  </a:lnTo>
                  <a:lnTo>
                    <a:pt x="482" y="832"/>
                  </a:lnTo>
                  <a:lnTo>
                    <a:pt x="569" y="782"/>
                  </a:lnTo>
                  <a:lnTo>
                    <a:pt x="627" y="738"/>
                  </a:lnTo>
                  <a:lnTo>
                    <a:pt x="639" y="700"/>
                  </a:lnTo>
                  <a:lnTo>
                    <a:pt x="631" y="669"/>
                  </a:lnTo>
                  <a:lnTo>
                    <a:pt x="582" y="665"/>
                  </a:lnTo>
                  <a:lnTo>
                    <a:pt x="564" y="700"/>
                  </a:lnTo>
                  <a:lnTo>
                    <a:pt x="550" y="742"/>
                  </a:lnTo>
                  <a:lnTo>
                    <a:pt x="505" y="787"/>
                  </a:lnTo>
                  <a:lnTo>
                    <a:pt x="456" y="823"/>
                  </a:lnTo>
                  <a:lnTo>
                    <a:pt x="406" y="828"/>
                  </a:lnTo>
                  <a:lnTo>
                    <a:pt x="329" y="823"/>
                  </a:lnTo>
                  <a:lnTo>
                    <a:pt x="411" y="759"/>
                  </a:lnTo>
                  <a:lnTo>
                    <a:pt x="469" y="727"/>
                  </a:lnTo>
                  <a:lnTo>
                    <a:pt x="514" y="692"/>
                  </a:lnTo>
                  <a:lnTo>
                    <a:pt x="528" y="665"/>
                  </a:lnTo>
                  <a:lnTo>
                    <a:pt x="524" y="637"/>
                  </a:lnTo>
                  <a:lnTo>
                    <a:pt x="497" y="633"/>
                  </a:lnTo>
                  <a:lnTo>
                    <a:pt x="465" y="660"/>
                  </a:lnTo>
                  <a:lnTo>
                    <a:pt x="447" y="697"/>
                  </a:lnTo>
                  <a:lnTo>
                    <a:pt x="406" y="742"/>
                  </a:lnTo>
                  <a:lnTo>
                    <a:pt x="356" y="765"/>
                  </a:lnTo>
                  <a:lnTo>
                    <a:pt x="320" y="787"/>
                  </a:lnTo>
                  <a:lnTo>
                    <a:pt x="280" y="805"/>
                  </a:lnTo>
                  <a:lnTo>
                    <a:pt x="234" y="813"/>
                  </a:lnTo>
                  <a:lnTo>
                    <a:pt x="181" y="813"/>
                  </a:lnTo>
                  <a:lnTo>
                    <a:pt x="129" y="804"/>
                  </a:lnTo>
                  <a:lnTo>
                    <a:pt x="244" y="765"/>
                  </a:lnTo>
                  <a:lnTo>
                    <a:pt x="288" y="742"/>
                  </a:lnTo>
                  <a:lnTo>
                    <a:pt x="320" y="700"/>
                  </a:lnTo>
                  <a:lnTo>
                    <a:pt x="326" y="665"/>
                  </a:lnTo>
                  <a:lnTo>
                    <a:pt x="298" y="665"/>
                  </a:lnTo>
                  <a:lnTo>
                    <a:pt x="285" y="697"/>
                  </a:lnTo>
                  <a:lnTo>
                    <a:pt x="262" y="723"/>
                  </a:lnTo>
                  <a:lnTo>
                    <a:pt x="225" y="751"/>
                  </a:lnTo>
                  <a:lnTo>
                    <a:pt x="185" y="779"/>
                  </a:lnTo>
                  <a:lnTo>
                    <a:pt x="132" y="802"/>
                  </a:lnTo>
                  <a:lnTo>
                    <a:pt x="91" y="787"/>
                  </a:lnTo>
                  <a:lnTo>
                    <a:pt x="72" y="765"/>
                  </a:lnTo>
                  <a:lnTo>
                    <a:pt x="42" y="709"/>
                  </a:lnTo>
                  <a:lnTo>
                    <a:pt x="100" y="697"/>
                  </a:lnTo>
                  <a:lnTo>
                    <a:pt x="212" y="683"/>
                  </a:lnTo>
                  <a:lnTo>
                    <a:pt x="280" y="652"/>
                  </a:lnTo>
                  <a:lnTo>
                    <a:pt x="315" y="621"/>
                  </a:lnTo>
                  <a:lnTo>
                    <a:pt x="329" y="585"/>
                  </a:lnTo>
                  <a:lnTo>
                    <a:pt x="334" y="567"/>
                  </a:lnTo>
                  <a:lnTo>
                    <a:pt x="315" y="567"/>
                  </a:lnTo>
                  <a:lnTo>
                    <a:pt x="293" y="594"/>
                  </a:lnTo>
                  <a:lnTo>
                    <a:pt x="257" y="642"/>
                  </a:lnTo>
                  <a:lnTo>
                    <a:pt x="176" y="669"/>
                  </a:lnTo>
                  <a:lnTo>
                    <a:pt x="100" y="693"/>
                  </a:lnTo>
                  <a:lnTo>
                    <a:pt x="42" y="709"/>
                  </a:lnTo>
                  <a:lnTo>
                    <a:pt x="19" y="616"/>
                  </a:lnTo>
                  <a:lnTo>
                    <a:pt x="14" y="548"/>
                  </a:lnTo>
                  <a:lnTo>
                    <a:pt x="14" y="489"/>
                  </a:lnTo>
                  <a:lnTo>
                    <a:pt x="91" y="530"/>
                  </a:lnTo>
                  <a:lnTo>
                    <a:pt x="181" y="548"/>
                  </a:lnTo>
                  <a:lnTo>
                    <a:pt x="253" y="544"/>
                  </a:lnTo>
                  <a:lnTo>
                    <a:pt x="271" y="536"/>
                  </a:lnTo>
                  <a:lnTo>
                    <a:pt x="280" y="513"/>
                  </a:lnTo>
                  <a:lnTo>
                    <a:pt x="239" y="513"/>
                  </a:lnTo>
                  <a:lnTo>
                    <a:pt x="196" y="526"/>
                  </a:lnTo>
                  <a:lnTo>
                    <a:pt x="88" y="530"/>
                  </a:lnTo>
                  <a:lnTo>
                    <a:pt x="14" y="490"/>
                  </a:lnTo>
                  <a:lnTo>
                    <a:pt x="10" y="405"/>
                  </a:lnTo>
                  <a:lnTo>
                    <a:pt x="5" y="345"/>
                  </a:lnTo>
                  <a:lnTo>
                    <a:pt x="0" y="287"/>
                  </a:lnTo>
                  <a:lnTo>
                    <a:pt x="10" y="188"/>
                  </a:lnTo>
                  <a:lnTo>
                    <a:pt x="32" y="153"/>
                  </a:lnTo>
                  <a:lnTo>
                    <a:pt x="100" y="108"/>
                  </a:lnTo>
                  <a:lnTo>
                    <a:pt x="78" y="113"/>
                  </a:lnTo>
                  <a:lnTo>
                    <a:pt x="10" y="143"/>
                  </a:lnTo>
                  <a:lnTo>
                    <a:pt x="37" y="81"/>
                  </a:lnTo>
                  <a:lnTo>
                    <a:pt x="60" y="48"/>
                  </a:lnTo>
                  <a:lnTo>
                    <a:pt x="78" y="26"/>
                  </a:lnTo>
                  <a:lnTo>
                    <a:pt x="155"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6744" name="Freeform 180">
              <a:extLst>
                <a:ext uri="{FF2B5EF4-FFF2-40B4-BE49-F238E27FC236}">
                  <a16:creationId xmlns:a16="http://schemas.microsoft.com/office/drawing/2014/main" id="{13300D3B-444E-65A5-D5E6-7021FC33E009}"/>
                </a:ext>
              </a:extLst>
            </p:cNvPr>
            <p:cNvSpPr>
              <a:spLocks/>
            </p:cNvSpPr>
            <p:nvPr/>
          </p:nvSpPr>
          <p:spPr bwMode="auto">
            <a:xfrm>
              <a:off x="231" y="1940"/>
              <a:ext cx="42" cy="38"/>
            </a:xfrm>
            <a:custGeom>
              <a:avLst/>
              <a:gdLst>
                <a:gd name="T0" fmla="*/ 0 w 209"/>
                <a:gd name="T1" fmla="*/ 0 h 187"/>
                <a:gd name="T2" fmla="*/ 0 w 209"/>
                <a:gd name="T3" fmla="*/ 0 h 187"/>
                <a:gd name="T4" fmla="*/ 0 w 209"/>
                <a:gd name="T5" fmla="*/ 0 h 187"/>
                <a:gd name="T6" fmla="*/ 0 w 209"/>
                <a:gd name="T7" fmla="*/ 0 h 187"/>
                <a:gd name="T8" fmla="*/ 0 w 209"/>
                <a:gd name="T9" fmla="*/ 0 h 187"/>
                <a:gd name="T10" fmla="*/ 0 w 209"/>
                <a:gd name="T11" fmla="*/ 0 h 187"/>
                <a:gd name="T12" fmla="*/ 0 w 209"/>
                <a:gd name="T13" fmla="*/ 0 h 187"/>
                <a:gd name="T14" fmla="*/ 0 w 209"/>
                <a:gd name="T15" fmla="*/ 0 h 187"/>
                <a:gd name="T16" fmla="*/ 0 w 209"/>
                <a:gd name="T17" fmla="*/ 0 h 187"/>
                <a:gd name="T18" fmla="*/ 0 w 209"/>
                <a:gd name="T19" fmla="*/ 0 h 187"/>
                <a:gd name="T20" fmla="*/ 0 w 209"/>
                <a:gd name="T21" fmla="*/ 0 h 187"/>
                <a:gd name="T22" fmla="*/ 0 w 209"/>
                <a:gd name="T23" fmla="*/ 0 h 187"/>
                <a:gd name="T24" fmla="*/ 0 w 209"/>
                <a:gd name="T25" fmla="*/ 0 h 187"/>
                <a:gd name="T26" fmla="*/ 0 w 209"/>
                <a:gd name="T27" fmla="*/ 0 h 187"/>
                <a:gd name="T28" fmla="*/ 0 w 209"/>
                <a:gd name="T29" fmla="*/ 0 h 187"/>
                <a:gd name="T30" fmla="*/ 0 w 209"/>
                <a:gd name="T31" fmla="*/ 0 h 187"/>
                <a:gd name="T32" fmla="*/ 0 w 209"/>
                <a:gd name="T33" fmla="*/ 0 h 187"/>
                <a:gd name="T34" fmla="*/ 0 w 209"/>
                <a:gd name="T35" fmla="*/ 0 h 187"/>
                <a:gd name="T36" fmla="*/ 0 w 209"/>
                <a:gd name="T37" fmla="*/ 0 h 187"/>
                <a:gd name="T38" fmla="*/ 0 w 209"/>
                <a:gd name="T39" fmla="*/ 0 h 187"/>
                <a:gd name="T40" fmla="*/ 0 w 209"/>
                <a:gd name="T41" fmla="*/ 0 h 187"/>
                <a:gd name="T42" fmla="*/ 0 w 209"/>
                <a:gd name="T43" fmla="*/ 0 h 187"/>
                <a:gd name="T44" fmla="*/ 0 w 209"/>
                <a:gd name="T45" fmla="*/ 0 h 187"/>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209" h="187">
                  <a:moveTo>
                    <a:pt x="209" y="0"/>
                  </a:moveTo>
                  <a:lnTo>
                    <a:pt x="209" y="15"/>
                  </a:lnTo>
                  <a:lnTo>
                    <a:pt x="182" y="51"/>
                  </a:lnTo>
                  <a:lnTo>
                    <a:pt x="157" y="71"/>
                  </a:lnTo>
                  <a:lnTo>
                    <a:pt x="100" y="113"/>
                  </a:lnTo>
                  <a:lnTo>
                    <a:pt x="77" y="130"/>
                  </a:lnTo>
                  <a:lnTo>
                    <a:pt x="25" y="170"/>
                  </a:lnTo>
                  <a:lnTo>
                    <a:pt x="82" y="152"/>
                  </a:lnTo>
                  <a:lnTo>
                    <a:pt x="140" y="135"/>
                  </a:lnTo>
                  <a:lnTo>
                    <a:pt x="198" y="130"/>
                  </a:lnTo>
                  <a:lnTo>
                    <a:pt x="194" y="147"/>
                  </a:lnTo>
                  <a:lnTo>
                    <a:pt x="100" y="164"/>
                  </a:lnTo>
                  <a:lnTo>
                    <a:pt x="52" y="184"/>
                  </a:lnTo>
                  <a:lnTo>
                    <a:pt x="25" y="187"/>
                  </a:lnTo>
                  <a:lnTo>
                    <a:pt x="2" y="180"/>
                  </a:lnTo>
                  <a:lnTo>
                    <a:pt x="0" y="158"/>
                  </a:lnTo>
                  <a:lnTo>
                    <a:pt x="18" y="141"/>
                  </a:lnTo>
                  <a:lnTo>
                    <a:pt x="44" y="116"/>
                  </a:lnTo>
                  <a:lnTo>
                    <a:pt x="75" y="80"/>
                  </a:lnTo>
                  <a:lnTo>
                    <a:pt x="107" y="40"/>
                  </a:lnTo>
                  <a:lnTo>
                    <a:pt x="144" y="12"/>
                  </a:lnTo>
                  <a:lnTo>
                    <a:pt x="184" y="2"/>
                  </a:lnTo>
                  <a:lnTo>
                    <a:pt x="209"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6745" name="Freeform 181">
              <a:extLst>
                <a:ext uri="{FF2B5EF4-FFF2-40B4-BE49-F238E27FC236}">
                  <a16:creationId xmlns:a16="http://schemas.microsoft.com/office/drawing/2014/main" id="{238169C4-DD50-FB5B-61A0-F27D17C2A27C}"/>
                </a:ext>
              </a:extLst>
            </p:cNvPr>
            <p:cNvSpPr>
              <a:spLocks/>
            </p:cNvSpPr>
            <p:nvPr/>
          </p:nvSpPr>
          <p:spPr bwMode="auto">
            <a:xfrm>
              <a:off x="232" y="1909"/>
              <a:ext cx="39" cy="49"/>
            </a:xfrm>
            <a:custGeom>
              <a:avLst/>
              <a:gdLst>
                <a:gd name="T0" fmla="*/ 0 w 192"/>
                <a:gd name="T1" fmla="*/ 0 h 246"/>
                <a:gd name="T2" fmla="*/ 0 w 192"/>
                <a:gd name="T3" fmla="*/ 0 h 246"/>
                <a:gd name="T4" fmla="*/ 0 w 192"/>
                <a:gd name="T5" fmla="*/ 0 h 246"/>
                <a:gd name="T6" fmla="*/ 0 w 192"/>
                <a:gd name="T7" fmla="*/ 0 h 246"/>
                <a:gd name="T8" fmla="*/ 0 w 192"/>
                <a:gd name="T9" fmla="*/ 0 h 246"/>
                <a:gd name="T10" fmla="*/ 0 w 192"/>
                <a:gd name="T11" fmla="*/ 0 h 246"/>
                <a:gd name="T12" fmla="*/ 0 w 192"/>
                <a:gd name="T13" fmla="*/ 0 h 246"/>
                <a:gd name="T14" fmla="*/ 0 w 192"/>
                <a:gd name="T15" fmla="*/ 0 h 246"/>
                <a:gd name="T16" fmla="*/ 0 w 192"/>
                <a:gd name="T17" fmla="*/ 0 h 246"/>
                <a:gd name="T18" fmla="*/ 0 w 192"/>
                <a:gd name="T19" fmla="*/ 0 h 246"/>
                <a:gd name="T20" fmla="*/ 0 w 192"/>
                <a:gd name="T21" fmla="*/ 0 h 246"/>
                <a:gd name="T22" fmla="*/ 0 w 192"/>
                <a:gd name="T23" fmla="*/ 0 h 246"/>
                <a:gd name="T24" fmla="*/ 0 w 192"/>
                <a:gd name="T25" fmla="*/ 0 h 246"/>
                <a:gd name="T26" fmla="*/ 0 w 192"/>
                <a:gd name="T27" fmla="*/ 0 h 246"/>
                <a:gd name="T28" fmla="*/ 0 w 192"/>
                <a:gd name="T29" fmla="*/ 0 h 246"/>
                <a:gd name="T30" fmla="*/ 0 w 192"/>
                <a:gd name="T31" fmla="*/ 0 h 246"/>
                <a:gd name="T32" fmla="*/ 0 w 192"/>
                <a:gd name="T33" fmla="*/ 0 h 24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92" h="246">
                  <a:moveTo>
                    <a:pt x="156" y="0"/>
                  </a:moveTo>
                  <a:lnTo>
                    <a:pt x="183" y="4"/>
                  </a:lnTo>
                  <a:lnTo>
                    <a:pt x="192" y="27"/>
                  </a:lnTo>
                  <a:lnTo>
                    <a:pt x="190" y="46"/>
                  </a:lnTo>
                  <a:lnTo>
                    <a:pt x="174" y="71"/>
                  </a:lnTo>
                  <a:lnTo>
                    <a:pt x="152" y="78"/>
                  </a:lnTo>
                  <a:lnTo>
                    <a:pt x="110" y="106"/>
                  </a:lnTo>
                  <a:lnTo>
                    <a:pt x="69" y="140"/>
                  </a:lnTo>
                  <a:lnTo>
                    <a:pt x="41" y="184"/>
                  </a:lnTo>
                  <a:lnTo>
                    <a:pt x="8" y="231"/>
                  </a:lnTo>
                  <a:lnTo>
                    <a:pt x="0" y="246"/>
                  </a:lnTo>
                  <a:lnTo>
                    <a:pt x="8" y="190"/>
                  </a:lnTo>
                  <a:lnTo>
                    <a:pt x="16" y="141"/>
                  </a:lnTo>
                  <a:lnTo>
                    <a:pt x="31" y="99"/>
                  </a:lnTo>
                  <a:lnTo>
                    <a:pt x="57" y="60"/>
                  </a:lnTo>
                  <a:lnTo>
                    <a:pt x="128" y="6"/>
                  </a:lnTo>
                  <a:lnTo>
                    <a:pt x="156"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6746" name="Freeform 182">
              <a:extLst>
                <a:ext uri="{FF2B5EF4-FFF2-40B4-BE49-F238E27FC236}">
                  <a16:creationId xmlns:a16="http://schemas.microsoft.com/office/drawing/2014/main" id="{AC6346A8-7A67-83F0-4138-E6E9D222466A}"/>
                </a:ext>
              </a:extLst>
            </p:cNvPr>
            <p:cNvSpPr>
              <a:spLocks/>
            </p:cNvSpPr>
            <p:nvPr/>
          </p:nvSpPr>
          <p:spPr bwMode="auto">
            <a:xfrm>
              <a:off x="237" y="1860"/>
              <a:ext cx="41" cy="29"/>
            </a:xfrm>
            <a:custGeom>
              <a:avLst/>
              <a:gdLst>
                <a:gd name="T0" fmla="*/ 0 w 204"/>
                <a:gd name="T1" fmla="*/ 0 h 141"/>
                <a:gd name="T2" fmla="*/ 0 w 204"/>
                <a:gd name="T3" fmla="*/ 0 h 141"/>
                <a:gd name="T4" fmla="*/ 0 w 204"/>
                <a:gd name="T5" fmla="*/ 0 h 141"/>
                <a:gd name="T6" fmla="*/ 0 w 204"/>
                <a:gd name="T7" fmla="*/ 0 h 141"/>
                <a:gd name="T8" fmla="*/ 0 w 204"/>
                <a:gd name="T9" fmla="*/ 0 h 141"/>
                <a:gd name="T10" fmla="*/ 0 w 204"/>
                <a:gd name="T11" fmla="*/ 0 h 141"/>
                <a:gd name="T12" fmla="*/ 0 w 204"/>
                <a:gd name="T13" fmla="*/ 0 h 141"/>
                <a:gd name="T14" fmla="*/ 0 w 204"/>
                <a:gd name="T15" fmla="*/ 0 h 141"/>
                <a:gd name="T16" fmla="*/ 0 w 204"/>
                <a:gd name="T17" fmla="*/ 0 h 141"/>
                <a:gd name="T18" fmla="*/ 0 w 204"/>
                <a:gd name="T19" fmla="*/ 0 h 14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04" h="141">
                  <a:moveTo>
                    <a:pt x="204" y="141"/>
                  </a:moveTo>
                  <a:lnTo>
                    <a:pt x="169" y="110"/>
                  </a:lnTo>
                  <a:lnTo>
                    <a:pt x="111" y="89"/>
                  </a:lnTo>
                  <a:lnTo>
                    <a:pt x="71" y="78"/>
                  </a:lnTo>
                  <a:lnTo>
                    <a:pt x="0" y="0"/>
                  </a:lnTo>
                  <a:lnTo>
                    <a:pt x="53" y="30"/>
                  </a:lnTo>
                  <a:lnTo>
                    <a:pt x="103" y="51"/>
                  </a:lnTo>
                  <a:lnTo>
                    <a:pt x="138" y="69"/>
                  </a:lnTo>
                  <a:lnTo>
                    <a:pt x="155" y="89"/>
                  </a:lnTo>
                  <a:lnTo>
                    <a:pt x="204" y="141"/>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6747" name="Freeform 183">
              <a:extLst>
                <a:ext uri="{FF2B5EF4-FFF2-40B4-BE49-F238E27FC236}">
                  <a16:creationId xmlns:a16="http://schemas.microsoft.com/office/drawing/2014/main" id="{423E3683-A9CF-E380-6590-669D27E83F00}"/>
                </a:ext>
              </a:extLst>
            </p:cNvPr>
            <p:cNvSpPr>
              <a:spLocks/>
            </p:cNvSpPr>
            <p:nvPr/>
          </p:nvSpPr>
          <p:spPr bwMode="auto">
            <a:xfrm>
              <a:off x="286" y="1913"/>
              <a:ext cx="23" cy="73"/>
            </a:xfrm>
            <a:custGeom>
              <a:avLst/>
              <a:gdLst>
                <a:gd name="T0" fmla="*/ 0 w 115"/>
                <a:gd name="T1" fmla="*/ 0 h 368"/>
                <a:gd name="T2" fmla="*/ 0 w 115"/>
                <a:gd name="T3" fmla="*/ 0 h 368"/>
                <a:gd name="T4" fmla="*/ 0 w 115"/>
                <a:gd name="T5" fmla="*/ 0 h 368"/>
                <a:gd name="T6" fmla="*/ 0 w 115"/>
                <a:gd name="T7" fmla="*/ 0 h 368"/>
                <a:gd name="T8" fmla="*/ 0 w 115"/>
                <a:gd name="T9" fmla="*/ 0 h 368"/>
                <a:gd name="T10" fmla="*/ 0 w 115"/>
                <a:gd name="T11" fmla="*/ 0 h 368"/>
                <a:gd name="T12" fmla="*/ 0 w 115"/>
                <a:gd name="T13" fmla="*/ 0 h 368"/>
                <a:gd name="T14" fmla="*/ 0 w 115"/>
                <a:gd name="T15" fmla="*/ 0 h 368"/>
                <a:gd name="T16" fmla="*/ 0 w 115"/>
                <a:gd name="T17" fmla="*/ 0 h 368"/>
                <a:gd name="T18" fmla="*/ 0 w 115"/>
                <a:gd name="T19" fmla="*/ 0 h 368"/>
                <a:gd name="T20" fmla="*/ 0 w 115"/>
                <a:gd name="T21" fmla="*/ 0 h 368"/>
                <a:gd name="T22" fmla="*/ 0 w 115"/>
                <a:gd name="T23" fmla="*/ 0 h 368"/>
                <a:gd name="T24" fmla="*/ 0 w 115"/>
                <a:gd name="T25" fmla="*/ 0 h 368"/>
                <a:gd name="T26" fmla="*/ 0 w 115"/>
                <a:gd name="T27" fmla="*/ 0 h 368"/>
                <a:gd name="T28" fmla="*/ 0 w 115"/>
                <a:gd name="T29" fmla="*/ 0 h 368"/>
                <a:gd name="T30" fmla="*/ 0 w 115"/>
                <a:gd name="T31" fmla="*/ 0 h 368"/>
                <a:gd name="T32" fmla="*/ 0 w 115"/>
                <a:gd name="T33" fmla="*/ 0 h 368"/>
                <a:gd name="T34" fmla="*/ 0 w 115"/>
                <a:gd name="T35" fmla="*/ 0 h 368"/>
                <a:gd name="T36" fmla="*/ 0 w 115"/>
                <a:gd name="T37" fmla="*/ 0 h 36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5" h="368">
                  <a:moveTo>
                    <a:pt x="115" y="368"/>
                  </a:moveTo>
                  <a:lnTo>
                    <a:pt x="58" y="368"/>
                  </a:lnTo>
                  <a:lnTo>
                    <a:pt x="40" y="364"/>
                  </a:lnTo>
                  <a:lnTo>
                    <a:pt x="40" y="349"/>
                  </a:lnTo>
                  <a:lnTo>
                    <a:pt x="28" y="336"/>
                  </a:lnTo>
                  <a:lnTo>
                    <a:pt x="9" y="323"/>
                  </a:lnTo>
                  <a:lnTo>
                    <a:pt x="19" y="309"/>
                  </a:lnTo>
                  <a:lnTo>
                    <a:pt x="19" y="291"/>
                  </a:lnTo>
                  <a:lnTo>
                    <a:pt x="5" y="269"/>
                  </a:lnTo>
                  <a:lnTo>
                    <a:pt x="5" y="246"/>
                  </a:lnTo>
                  <a:lnTo>
                    <a:pt x="14" y="219"/>
                  </a:lnTo>
                  <a:lnTo>
                    <a:pt x="14" y="161"/>
                  </a:lnTo>
                  <a:lnTo>
                    <a:pt x="0" y="107"/>
                  </a:lnTo>
                  <a:lnTo>
                    <a:pt x="5" y="67"/>
                  </a:lnTo>
                  <a:lnTo>
                    <a:pt x="5" y="0"/>
                  </a:lnTo>
                  <a:lnTo>
                    <a:pt x="40" y="101"/>
                  </a:lnTo>
                  <a:lnTo>
                    <a:pt x="71" y="197"/>
                  </a:lnTo>
                  <a:lnTo>
                    <a:pt x="93" y="300"/>
                  </a:lnTo>
                  <a:lnTo>
                    <a:pt x="115" y="368"/>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6748" name="Freeform 184">
              <a:extLst>
                <a:ext uri="{FF2B5EF4-FFF2-40B4-BE49-F238E27FC236}">
                  <a16:creationId xmlns:a16="http://schemas.microsoft.com/office/drawing/2014/main" id="{BADC25B1-5C20-63F6-D643-C285F324E48B}"/>
                </a:ext>
              </a:extLst>
            </p:cNvPr>
            <p:cNvSpPr>
              <a:spLocks/>
            </p:cNvSpPr>
            <p:nvPr/>
          </p:nvSpPr>
          <p:spPr bwMode="auto">
            <a:xfrm>
              <a:off x="233" y="1992"/>
              <a:ext cx="41" cy="14"/>
            </a:xfrm>
            <a:custGeom>
              <a:avLst/>
              <a:gdLst>
                <a:gd name="T0" fmla="*/ 0 w 206"/>
                <a:gd name="T1" fmla="*/ 0 h 69"/>
                <a:gd name="T2" fmla="*/ 0 w 206"/>
                <a:gd name="T3" fmla="*/ 0 h 69"/>
                <a:gd name="T4" fmla="*/ 0 w 206"/>
                <a:gd name="T5" fmla="*/ 0 h 69"/>
                <a:gd name="T6" fmla="*/ 0 w 206"/>
                <a:gd name="T7" fmla="*/ 0 h 69"/>
                <a:gd name="T8" fmla="*/ 0 w 206"/>
                <a:gd name="T9" fmla="*/ 0 h 69"/>
                <a:gd name="T10" fmla="*/ 0 w 206"/>
                <a:gd name="T11" fmla="*/ 0 h 69"/>
                <a:gd name="T12" fmla="*/ 0 w 206"/>
                <a:gd name="T13" fmla="*/ 0 h 69"/>
                <a:gd name="T14" fmla="*/ 0 w 206"/>
                <a:gd name="T15" fmla="*/ 0 h 69"/>
                <a:gd name="T16" fmla="*/ 0 w 206"/>
                <a:gd name="T17" fmla="*/ 0 h 69"/>
                <a:gd name="T18" fmla="*/ 0 w 206"/>
                <a:gd name="T19" fmla="*/ 0 h 69"/>
                <a:gd name="T20" fmla="*/ 0 w 206"/>
                <a:gd name="T21" fmla="*/ 0 h 6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06" h="69">
                  <a:moveTo>
                    <a:pt x="42" y="34"/>
                  </a:moveTo>
                  <a:lnTo>
                    <a:pt x="87" y="15"/>
                  </a:lnTo>
                  <a:lnTo>
                    <a:pt x="129" y="3"/>
                  </a:lnTo>
                  <a:lnTo>
                    <a:pt x="184" y="0"/>
                  </a:lnTo>
                  <a:lnTo>
                    <a:pt x="206" y="4"/>
                  </a:lnTo>
                  <a:lnTo>
                    <a:pt x="196" y="26"/>
                  </a:lnTo>
                  <a:lnTo>
                    <a:pt x="174" y="43"/>
                  </a:lnTo>
                  <a:lnTo>
                    <a:pt x="126" y="57"/>
                  </a:lnTo>
                  <a:lnTo>
                    <a:pt x="50" y="69"/>
                  </a:lnTo>
                  <a:lnTo>
                    <a:pt x="0" y="65"/>
                  </a:lnTo>
                  <a:lnTo>
                    <a:pt x="42" y="34"/>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6749" name="Freeform 185">
              <a:extLst>
                <a:ext uri="{FF2B5EF4-FFF2-40B4-BE49-F238E27FC236}">
                  <a16:creationId xmlns:a16="http://schemas.microsoft.com/office/drawing/2014/main" id="{4F403305-5C4D-2F2A-CC9D-CFA3899037BB}"/>
                </a:ext>
              </a:extLst>
            </p:cNvPr>
            <p:cNvSpPr>
              <a:spLocks/>
            </p:cNvSpPr>
            <p:nvPr/>
          </p:nvSpPr>
          <p:spPr bwMode="auto">
            <a:xfrm>
              <a:off x="284" y="1999"/>
              <a:ext cx="25" cy="31"/>
            </a:xfrm>
            <a:custGeom>
              <a:avLst/>
              <a:gdLst>
                <a:gd name="T0" fmla="*/ 0 w 124"/>
                <a:gd name="T1" fmla="*/ 0 h 154"/>
                <a:gd name="T2" fmla="*/ 0 w 124"/>
                <a:gd name="T3" fmla="*/ 0 h 154"/>
                <a:gd name="T4" fmla="*/ 0 w 124"/>
                <a:gd name="T5" fmla="*/ 0 h 154"/>
                <a:gd name="T6" fmla="*/ 0 w 124"/>
                <a:gd name="T7" fmla="*/ 0 h 154"/>
                <a:gd name="T8" fmla="*/ 0 w 124"/>
                <a:gd name="T9" fmla="*/ 0 h 154"/>
                <a:gd name="T10" fmla="*/ 0 w 124"/>
                <a:gd name="T11" fmla="*/ 0 h 154"/>
                <a:gd name="T12" fmla="*/ 0 w 124"/>
                <a:gd name="T13" fmla="*/ 0 h 154"/>
                <a:gd name="T14" fmla="*/ 0 w 124"/>
                <a:gd name="T15" fmla="*/ 0 h 154"/>
                <a:gd name="T16" fmla="*/ 0 w 124"/>
                <a:gd name="T17" fmla="*/ 0 h 154"/>
                <a:gd name="T18" fmla="*/ 0 w 124"/>
                <a:gd name="T19" fmla="*/ 0 h 154"/>
                <a:gd name="T20" fmla="*/ 0 w 124"/>
                <a:gd name="T21" fmla="*/ 0 h 154"/>
                <a:gd name="T22" fmla="*/ 0 w 124"/>
                <a:gd name="T23" fmla="*/ 0 h 154"/>
                <a:gd name="T24" fmla="*/ 0 w 124"/>
                <a:gd name="T25" fmla="*/ 0 h 1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24" h="154">
                  <a:moveTo>
                    <a:pt x="67" y="43"/>
                  </a:moveTo>
                  <a:lnTo>
                    <a:pt x="82" y="9"/>
                  </a:lnTo>
                  <a:lnTo>
                    <a:pt x="106" y="0"/>
                  </a:lnTo>
                  <a:lnTo>
                    <a:pt x="122" y="7"/>
                  </a:lnTo>
                  <a:lnTo>
                    <a:pt x="124" y="25"/>
                  </a:lnTo>
                  <a:lnTo>
                    <a:pt x="114" y="55"/>
                  </a:lnTo>
                  <a:lnTo>
                    <a:pt x="95" y="82"/>
                  </a:lnTo>
                  <a:lnTo>
                    <a:pt x="73" y="108"/>
                  </a:lnTo>
                  <a:lnTo>
                    <a:pt x="45" y="133"/>
                  </a:lnTo>
                  <a:lnTo>
                    <a:pt x="0" y="154"/>
                  </a:lnTo>
                  <a:lnTo>
                    <a:pt x="40" y="110"/>
                  </a:lnTo>
                  <a:lnTo>
                    <a:pt x="53" y="78"/>
                  </a:lnTo>
                  <a:lnTo>
                    <a:pt x="67" y="43"/>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6750" name="Freeform 186">
              <a:extLst>
                <a:ext uri="{FF2B5EF4-FFF2-40B4-BE49-F238E27FC236}">
                  <a16:creationId xmlns:a16="http://schemas.microsoft.com/office/drawing/2014/main" id="{B407ED31-B7E5-177C-A87B-0DDBC7156C06}"/>
                </a:ext>
              </a:extLst>
            </p:cNvPr>
            <p:cNvSpPr>
              <a:spLocks/>
            </p:cNvSpPr>
            <p:nvPr/>
          </p:nvSpPr>
          <p:spPr bwMode="auto">
            <a:xfrm>
              <a:off x="208" y="1836"/>
              <a:ext cx="60" cy="37"/>
            </a:xfrm>
            <a:custGeom>
              <a:avLst/>
              <a:gdLst>
                <a:gd name="T0" fmla="*/ 0 w 298"/>
                <a:gd name="T1" fmla="*/ 0 h 186"/>
                <a:gd name="T2" fmla="*/ 0 w 298"/>
                <a:gd name="T3" fmla="*/ 0 h 186"/>
                <a:gd name="T4" fmla="*/ 0 w 298"/>
                <a:gd name="T5" fmla="*/ 0 h 186"/>
                <a:gd name="T6" fmla="*/ 0 w 298"/>
                <a:gd name="T7" fmla="*/ 0 h 186"/>
                <a:gd name="T8" fmla="*/ 0 w 298"/>
                <a:gd name="T9" fmla="*/ 0 h 186"/>
                <a:gd name="T10" fmla="*/ 0 w 298"/>
                <a:gd name="T11" fmla="*/ 0 h 186"/>
                <a:gd name="T12" fmla="*/ 0 w 298"/>
                <a:gd name="T13" fmla="*/ 0 h 186"/>
                <a:gd name="T14" fmla="*/ 0 w 298"/>
                <a:gd name="T15" fmla="*/ 0 h 186"/>
                <a:gd name="T16" fmla="*/ 0 w 298"/>
                <a:gd name="T17" fmla="*/ 0 h 186"/>
                <a:gd name="T18" fmla="*/ 0 w 298"/>
                <a:gd name="T19" fmla="*/ 0 h 186"/>
                <a:gd name="T20" fmla="*/ 0 w 298"/>
                <a:gd name="T21" fmla="*/ 0 h 186"/>
                <a:gd name="T22" fmla="*/ 0 w 298"/>
                <a:gd name="T23" fmla="*/ 0 h 18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98" h="186">
                  <a:moveTo>
                    <a:pt x="298" y="186"/>
                  </a:moveTo>
                  <a:lnTo>
                    <a:pt x="289" y="109"/>
                  </a:lnTo>
                  <a:lnTo>
                    <a:pt x="226" y="82"/>
                  </a:lnTo>
                  <a:lnTo>
                    <a:pt x="142" y="49"/>
                  </a:lnTo>
                  <a:lnTo>
                    <a:pt x="80" y="25"/>
                  </a:lnTo>
                  <a:lnTo>
                    <a:pt x="23" y="0"/>
                  </a:lnTo>
                  <a:lnTo>
                    <a:pt x="0" y="53"/>
                  </a:lnTo>
                  <a:lnTo>
                    <a:pt x="55" y="84"/>
                  </a:lnTo>
                  <a:lnTo>
                    <a:pt x="119" y="107"/>
                  </a:lnTo>
                  <a:lnTo>
                    <a:pt x="168" y="122"/>
                  </a:lnTo>
                  <a:lnTo>
                    <a:pt x="229" y="154"/>
                  </a:lnTo>
                  <a:lnTo>
                    <a:pt x="298" y="186"/>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grpSp>
      <p:grpSp>
        <p:nvGrpSpPr>
          <p:cNvPr id="26751" name="Group 187">
            <a:extLst>
              <a:ext uri="{FF2B5EF4-FFF2-40B4-BE49-F238E27FC236}">
                <a16:creationId xmlns:a16="http://schemas.microsoft.com/office/drawing/2014/main" id="{4F77BFE9-A97E-3B2E-C63E-EC11ECB2C253}"/>
              </a:ext>
            </a:extLst>
          </p:cNvPr>
          <p:cNvGrpSpPr>
            <a:grpSpLocks/>
          </p:cNvGrpSpPr>
          <p:nvPr/>
        </p:nvGrpSpPr>
        <p:grpSpPr bwMode="auto">
          <a:xfrm>
            <a:off x="348405" y="5073279"/>
            <a:ext cx="211534" cy="265113"/>
            <a:chOff x="141" y="2010"/>
            <a:chExt cx="123" cy="167"/>
          </a:xfrm>
        </p:grpSpPr>
        <p:sp>
          <p:nvSpPr>
            <p:cNvPr id="26752" name="Freeform 188">
              <a:extLst>
                <a:ext uri="{FF2B5EF4-FFF2-40B4-BE49-F238E27FC236}">
                  <a16:creationId xmlns:a16="http://schemas.microsoft.com/office/drawing/2014/main" id="{2FCA0A12-C903-1947-D633-5933D8E633C5}"/>
                </a:ext>
              </a:extLst>
            </p:cNvPr>
            <p:cNvSpPr>
              <a:spLocks/>
            </p:cNvSpPr>
            <p:nvPr/>
          </p:nvSpPr>
          <p:spPr bwMode="auto">
            <a:xfrm>
              <a:off x="141" y="2010"/>
              <a:ext cx="123" cy="167"/>
            </a:xfrm>
            <a:custGeom>
              <a:avLst/>
              <a:gdLst>
                <a:gd name="T0" fmla="*/ 0 w 617"/>
                <a:gd name="T1" fmla="*/ 0 h 835"/>
                <a:gd name="T2" fmla="*/ 0 w 617"/>
                <a:gd name="T3" fmla="*/ 0 h 835"/>
                <a:gd name="T4" fmla="*/ 0 w 617"/>
                <a:gd name="T5" fmla="*/ 0 h 835"/>
                <a:gd name="T6" fmla="*/ 0 w 617"/>
                <a:gd name="T7" fmla="*/ 0 h 835"/>
                <a:gd name="T8" fmla="*/ 0 w 617"/>
                <a:gd name="T9" fmla="*/ 0 h 835"/>
                <a:gd name="T10" fmla="*/ 0 w 617"/>
                <a:gd name="T11" fmla="*/ 0 h 835"/>
                <a:gd name="T12" fmla="*/ 0 w 617"/>
                <a:gd name="T13" fmla="*/ 0 h 835"/>
                <a:gd name="T14" fmla="*/ 0 w 617"/>
                <a:gd name="T15" fmla="*/ 0 h 835"/>
                <a:gd name="T16" fmla="*/ 0 w 617"/>
                <a:gd name="T17" fmla="*/ 0 h 835"/>
                <a:gd name="T18" fmla="*/ 0 w 617"/>
                <a:gd name="T19" fmla="*/ 0 h 835"/>
                <a:gd name="T20" fmla="*/ 0 w 617"/>
                <a:gd name="T21" fmla="*/ 0 h 835"/>
                <a:gd name="T22" fmla="*/ 0 w 617"/>
                <a:gd name="T23" fmla="*/ 0 h 835"/>
                <a:gd name="T24" fmla="*/ 0 w 617"/>
                <a:gd name="T25" fmla="*/ 0 h 835"/>
                <a:gd name="T26" fmla="*/ 0 w 617"/>
                <a:gd name="T27" fmla="*/ 0 h 835"/>
                <a:gd name="T28" fmla="*/ 0 w 617"/>
                <a:gd name="T29" fmla="*/ 0 h 835"/>
                <a:gd name="T30" fmla="*/ 0 w 617"/>
                <a:gd name="T31" fmla="*/ 0 h 835"/>
                <a:gd name="T32" fmla="*/ 0 w 617"/>
                <a:gd name="T33" fmla="*/ 0 h 835"/>
                <a:gd name="T34" fmla="*/ 0 w 617"/>
                <a:gd name="T35" fmla="*/ 0 h 835"/>
                <a:gd name="T36" fmla="*/ 0 w 617"/>
                <a:gd name="T37" fmla="*/ 0 h 835"/>
                <a:gd name="T38" fmla="*/ 0 w 617"/>
                <a:gd name="T39" fmla="*/ 0 h 835"/>
                <a:gd name="T40" fmla="*/ 0 w 617"/>
                <a:gd name="T41" fmla="*/ 0 h 835"/>
                <a:gd name="T42" fmla="*/ 0 w 617"/>
                <a:gd name="T43" fmla="*/ 0 h 835"/>
                <a:gd name="T44" fmla="*/ 0 w 617"/>
                <a:gd name="T45" fmla="*/ 0 h 835"/>
                <a:gd name="T46" fmla="*/ 0 w 617"/>
                <a:gd name="T47" fmla="*/ 0 h 835"/>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617" h="835">
                  <a:moveTo>
                    <a:pt x="342" y="123"/>
                  </a:moveTo>
                  <a:lnTo>
                    <a:pt x="229" y="113"/>
                  </a:lnTo>
                  <a:lnTo>
                    <a:pt x="160" y="96"/>
                  </a:lnTo>
                  <a:lnTo>
                    <a:pt x="139" y="64"/>
                  </a:lnTo>
                  <a:lnTo>
                    <a:pt x="139" y="38"/>
                  </a:lnTo>
                  <a:lnTo>
                    <a:pt x="121" y="15"/>
                  </a:lnTo>
                  <a:lnTo>
                    <a:pt x="58" y="0"/>
                  </a:lnTo>
                  <a:lnTo>
                    <a:pt x="0" y="5"/>
                  </a:lnTo>
                  <a:lnTo>
                    <a:pt x="70" y="650"/>
                  </a:lnTo>
                  <a:lnTo>
                    <a:pt x="121" y="710"/>
                  </a:lnTo>
                  <a:lnTo>
                    <a:pt x="183" y="768"/>
                  </a:lnTo>
                  <a:lnTo>
                    <a:pt x="273" y="813"/>
                  </a:lnTo>
                  <a:lnTo>
                    <a:pt x="377" y="827"/>
                  </a:lnTo>
                  <a:lnTo>
                    <a:pt x="518" y="835"/>
                  </a:lnTo>
                  <a:lnTo>
                    <a:pt x="599" y="823"/>
                  </a:lnTo>
                  <a:lnTo>
                    <a:pt x="617" y="777"/>
                  </a:lnTo>
                  <a:lnTo>
                    <a:pt x="608" y="718"/>
                  </a:lnTo>
                  <a:lnTo>
                    <a:pt x="550" y="537"/>
                  </a:lnTo>
                  <a:lnTo>
                    <a:pt x="500" y="357"/>
                  </a:lnTo>
                  <a:lnTo>
                    <a:pt x="478" y="221"/>
                  </a:lnTo>
                  <a:lnTo>
                    <a:pt x="478" y="186"/>
                  </a:lnTo>
                  <a:lnTo>
                    <a:pt x="446" y="136"/>
                  </a:lnTo>
                  <a:lnTo>
                    <a:pt x="409" y="123"/>
                  </a:lnTo>
                  <a:lnTo>
                    <a:pt x="342" y="123"/>
                  </a:lnTo>
                  <a:close/>
                </a:path>
              </a:pathLst>
            </a:custGeom>
            <a:solidFill>
              <a:srgbClr val="404040"/>
            </a:solidFill>
            <a:ln w="3175">
              <a:solidFill>
                <a:srgbClr val="000000"/>
              </a:solidFill>
              <a:prstDash val="solid"/>
              <a:round/>
              <a:headEnd/>
              <a:tailEnd/>
            </a:ln>
          </p:spPr>
          <p:txBody>
            <a:bodyPr/>
            <a:lstStyle/>
            <a:p>
              <a:endParaRPr lang="zh-CN" altLang="en-US" b="1">
                <a:solidFill>
                  <a:srgbClr val="000099"/>
                </a:solidFill>
              </a:endParaRPr>
            </a:p>
          </p:txBody>
        </p:sp>
        <p:sp>
          <p:nvSpPr>
            <p:cNvPr id="26753" name="Freeform 189">
              <a:extLst>
                <a:ext uri="{FF2B5EF4-FFF2-40B4-BE49-F238E27FC236}">
                  <a16:creationId xmlns:a16="http://schemas.microsoft.com/office/drawing/2014/main" id="{5769C04D-34F6-0801-1867-2FA7F25384B4}"/>
                </a:ext>
              </a:extLst>
            </p:cNvPr>
            <p:cNvSpPr>
              <a:spLocks/>
            </p:cNvSpPr>
            <p:nvPr/>
          </p:nvSpPr>
          <p:spPr bwMode="auto">
            <a:xfrm>
              <a:off x="143" y="2019"/>
              <a:ext cx="106" cy="153"/>
            </a:xfrm>
            <a:custGeom>
              <a:avLst/>
              <a:gdLst>
                <a:gd name="T0" fmla="*/ 0 w 531"/>
                <a:gd name="T1" fmla="*/ 0 h 766"/>
                <a:gd name="T2" fmla="*/ 0 w 531"/>
                <a:gd name="T3" fmla="*/ 0 h 766"/>
                <a:gd name="T4" fmla="*/ 0 w 531"/>
                <a:gd name="T5" fmla="*/ 0 h 766"/>
                <a:gd name="T6" fmla="*/ 0 w 531"/>
                <a:gd name="T7" fmla="*/ 0 h 766"/>
                <a:gd name="T8" fmla="*/ 0 w 531"/>
                <a:gd name="T9" fmla="*/ 0 h 766"/>
                <a:gd name="T10" fmla="*/ 0 w 531"/>
                <a:gd name="T11" fmla="*/ 0 h 766"/>
                <a:gd name="T12" fmla="*/ 0 w 531"/>
                <a:gd name="T13" fmla="*/ 0 h 766"/>
                <a:gd name="T14" fmla="*/ 0 w 531"/>
                <a:gd name="T15" fmla="*/ 0 h 766"/>
                <a:gd name="T16" fmla="*/ 0 w 531"/>
                <a:gd name="T17" fmla="*/ 0 h 766"/>
                <a:gd name="T18" fmla="*/ 0 w 531"/>
                <a:gd name="T19" fmla="*/ 0 h 766"/>
                <a:gd name="T20" fmla="*/ 0 w 531"/>
                <a:gd name="T21" fmla="*/ 0 h 766"/>
                <a:gd name="T22" fmla="*/ 0 w 531"/>
                <a:gd name="T23" fmla="*/ 0 h 766"/>
                <a:gd name="T24" fmla="*/ 0 w 531"/>
                <a:gd name="T25" fmla="*/ 0 h 766"/>
                <a:gd name="T26" fmla="*/ 0 w 531"/>
                <a:gd name="T27" fmla="*/ 0 h 766"/>
                <a:gd name="T28" fmla="*/ 0 w 531"/>
                <a:gd name="T29" fmla="*/ 0 h 766"/>
                <a:gd name="T30" fmla="*/ 0 w 531"/>
                <a:gd name="T31" fmla="*/ 0 h 766"/>
                <a:gd name="T32" fmla="*/ 0 w 531"/>
                <a:gd name="T33" fmla="*/ 0 h 766"/>
                <a:gd name="T34" fmla="*/ 0 w 531"/>
                <a:gd name="T35" fmla="*/ 0 h 766"/>
                <a:gd name="T36" fmla="*/ 0 w 531"/>
                <a:gd name="T37" fmla="*/ 0 h 766"/>
                <a:gd name="T38" fmla="*/ 0 w 531"/>
                <a:gd name="T39" fmla="*/ 0 h 766"/>
                <a:gd name="T40" fmla="*/ 0 w 531"/>
                <a:gd name="T41" fmla="*/ 0 h 76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31" h="766">
                  <a:moveTo>
                    <a:pt x="347" y="154"/>
                  </a:moveTo>
                  <a:lnTo>
                    <a:pt x="248" y="150"/>
                  </a:lnTo>
                  <a:lnTo>
                    <a:pt x="143" y="131"/>
                  </a:lnTo>
                  <a:lnTo>
                    <a:pt x="81" y="99"/>
                  </a:lnTo>
                  <a:lnTo>
                    <a:pt x="46" y="72"/>
                  </a:lnTo>
                  <a:lnTo>
                    <a:pt x="0" y="0"/>
                  </a:lnTo>
                  <a:lnTo>
                    <a:pt x="67" y="589"/>
                  </a:lnTo>
                  <a:lnTo>
                    <a:pt x="113" y="643"/>
                  </a:lnTo>
                  <a:lnTo>
                    <a:pt x="162" y="694"/>
                  </a:lnTo>
                  <a:lnTo>
                    <a:pt x="225" y="729"/>
                  </a:lnTo>
                  <a:lnTo>
                    <a:pt x="279" y="747"/>
                  </a:lnTo>
                  <a:lnTo>
                    <a:pt x="347" y="756"/>
                  </a:lnTo>
                  <a:lnTo>
                    <a:pt x="409" y="766"/>
                  </a:lnTo>
                  <a:lnTo>
                    <a:pt x="480" y="766"/>
                  </a:lnTo>
                  <a:lnTo>
                    <a:pt x="512" y="756"/>
                  </a:lnTo>
                  <a:lnTo>
                    <a:pt x="531" y="729"/>
                  </a:lnTo>
                  <a:lnTo>
                    <a:pt x="522" y="685"/>
                  </a:lnTo>
                  <a:lnTo>
                    <a:pt x="476" y="581"/>
                  </a:lnTo>
                  <a:lnTo>
                    <a:pt x="399" y="229"/>
                  </a:lnTo>
                  <a:lnTo>
                    <a:pt x="387" y="180"/>
                  </a:lnTo>
                  <a:lnTo>
                    <a:pt x="347" y="154"/>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grpSp>
      <p:sp>
        <p:nvSpPr>
          <p:cNvPr id="26754" name="Freeform 190">
            <a:extLst>
              <a:ext uri="{FF2B5EF4-FFF2-40B4-BE49-F238E27FC236}">
                <a16:creationId xmlns:a16="http://schemas.microsoft.com/office/drawing/2014/main" id="{C4FC8754-7BC2-85F2-9D91-6D18B1FB445F}"/>
              </a:ext>
            </a:extLst>
          </p:cNvPr>
          <p:cNvSpPr>
            <a:spLocks/>
          </p:cNvSpPr>
          <p:nvPr/>
        </p:nvSpPr>
        <p:spPr bwMode="auto">
          <a:xfrm>
            <a:off x="867782" y="5374903"/>
            <a:ext cx="15478" cy="223838"/>
          </a:xfrm>
          <a:custGeom>
            <a:avLst/>
            <a:gdLst>
              <a:gd name="T0" fmla="*/ 2147483646 w 43"/>
              <a:gd name="T1" fmla="*/ 0 h 703"/>
              <a:gd name="T2" fmla="*/ 2147483646 w 43"/>
              <a:gd name="T3" fmla="*/ 2147483646 h 703"/>
              <a:gd name="T4" fmla="*/ 2147483646 w 43"/>
              <a:gd name="T5" fmla="*/ 2147483646 h 703"/>
              <a:gd name="T6" fmla="*/ 2147483646 w 43"/>
              <a:gd name="T7" fmla="*/ 2147483646 h 703"/>
              <a:gd name="T8" fmla="*/ 2147483646 w 43"/>
              <a:gd name="T9" fmla="*/ 2147483646 h 703"/>
              <a:gd name="T10" fmla="*/ 2147483646 w 43"/>
              <a:gd name="T11" fmla="*/ 2147483646 h 703"/>
              <a:gd name="T12" fmla="*/ 2147483646 w 43"/>
              <a:gd name="T13" fmla="*/ 2147483646 h 703"/>
              <a:gd name="T14" fmla="*/ 0 w 43"/>
              <a:gd name="T15" fmla="*/ 2147483646 h 703"/>
              <a:gd name="T16" fmla="*/ 2147483646 w 43"/>
              <a:gd name="T17" fmla="*/ 2147483646 h 703"/>
              <a:gd name="T18" fmla="*/ 2147483646 w 43"/>
              <a:gd name="T19" fmla="*/ 2147483646 h 703"/>
              <a:gd name="T20" fmla="*/ 2147483646 w 43"/>
              <a:gd name="T21" fmla="*/ 2147483646 h 703"/>
              <a:gd name="T22" fmla="*/ 2147483646 w 43"/>
              <a:gd name="T23" fmla="*/ 2147483646 h 703"/>
              <a:gd name="T24" fmla="*/ 2147483646 w 43"/>
              <a:gd name="T25" fmla="*/ 2147483646 h 703"/>
              <a:gd name="T26" fmla="*/ 2147483646 w 43"/>
              <a:gd name="T27" fmla="*/ 2147483646 h 703"/>
              <a:gd name="T28" fmla="*/ 2147483646 w 43"/>
              <a:gd name="T29" fmla="*/ 0 h 70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43" h="703">
                <a:moveTo>
                  <a:pt x="29" y="0"/>
                </a:moveTo>
                <a:lnTo>
                  <a:pt x="43" y="36"/>
                </a:lnTo>
                <a:lnTo>
                  <a:pt x="27" y="63"/>
                </a:lnTo>
                <a:lnTo>
                  <a:pt x="14" y="122"/>
                </a:lnTo>
                <a:lnTo>
                  <a:pt x="32" y="176"/>
                </a:lnTo>
                <a:lnTo>
                  <a:pt x="21" y="491"/>
                </a:lnTo>
                <a:lnTo>
                  <a:pt x="21" y="693"/>
                </a:lnTo>
                <a:lnTo>
                  <a:pt x="0" y="703"/>
                </a:lnTo>
                <a:lnTo>
                  <a:pt x="2" y="284"/>
                </a:lnTo>
                <a:lnTo>
                  <a:pt x="21" y="184"/>
                </a:lnTo>
                <a:lnTo>
                  <a:pt x="10" y="137"/>
                </a:lnTo>
                <a:lnTo>
                  <a:pt x="4" y="120"/>
                </a:lnTo>
                <a:lnTo>
                  <a:pt x="12" y="69"/>
                </a:lnTo>
                <a:lnTo>
                  <a:pt x="27" y="40"/>
                </a:lnTo>
                <a:lnTo>
                  <a:pt x="29"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6755" name="Freeform 191">
            <a:extLst>
              <a:ext uri="{FF2B5EF4-FFF2-40B4-BE49-F238E27FC236}">
                <a16:creationId xmlns:a16="http://schemas.microsoft.com/office/drawing/2014/main" id="{671D153E-97AE-8C70-0D75-E405FAC9F4A7}"/>
              </a:ext>
            </a:extLst>
          </p:cNvPr>
          <p:cNvSpPr>
            <a:spLocks/>
          </p:cNvSpPr>
          <p:nvPr/>
        </p:nvSpPr>
        <p:spPr bwMode="auto">
          <a:xfrm>
            <a:off x="805870" y="5378079"/>
            <a:ext cx="37835" cy="11113"/>
          </a:xfrm>
          <a:custGeom>
            <a:avLst/>
            <a:gdLst>
              <a:gd name="T0" fmla="*/ 2147483646 w 112"/>
              <a:gd name="T1" fmla="*/ 0 h 36"/>
              <a:gd name="T2" fmla="*/ 2147483646 w 112"/>
              <a:gd name="T3" fmla="*/ 2147483646 h 36"/>
              <a:gd name="T4" fmla="*/ 2147483646 w 112"/>
              <a:gd name="T5" fmla="*/ 2147483646 h 36"/>
              <a:gd name="T6" fmla="*/ 0 w 112"/>
              <a:gd name="T7" fmla="*/ 2147483646 h 36"/>
              <a:gd name="T8" fmla="*/ 2147483646 w 112"/>
              <a:gd name="T9" fmla="*/ 2147483646 h 36"/>
              <a:gd name="T10" fmla="*/ 2147483646 w 112"/>
              <a:gd name="T11" fmla="*/ 0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2" h="36">
                <a:moveTo>
                  <a:pt x="112" y="0"/>
                </a:moveTo>
                <a:lnTo>
                  <a:pt x="57" y="26"/>
                </a:lnTo>
                <a:lnTo>
                  <a:pt x="9" y="36"/>
                </a:lnTo>
                <a:lnTo>
                  <a:pt x="0" y="36"/>
                </a:lnTo>
                <a:lnTo>
                  <a:pt x="29" y="11"/>
                </a:lnTo>
                <a:lnTo>
                  <a:pt x="112"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6756" name="Freeform 192">
            <a:extLst>
              <a:ext uri="{FF2B5EF4-FFF2-40B4-BE49-F238E27FC236}">
                <a16:creationId xmlns:a16="http://schemas.microsoft.com/office/drawing/2014/main" id="{33CE2FCF-AB30-F787-57B3-B256A6F52470}"/>
              </a:ext>
            </a:extLst>
          </p:cNvPr>
          <p:cNvSpPr>
            <a:spLocks/>
          </p:cNvSpPr>
          <p:nvPr/>
        </p:nvSpPr>
        <p:spPr bwMode="auto">
          <a:xfrm>
            <a:off x="645929" y="4797053"/>
            <a:ext cx="51594" cy="128588"/>
          </a:xfrm>
          <a:custGeom>
            <a:avLst/>
            <a:gdLst>
              <a:gd name="T0" fmla="*/ 0 w 150"/>
              <a:gd name="T1" fmla="*/ 0 h 407"/>
              <a:gd name="T2" fmla="*/ 2147483646 w 150"/>
              <a:gd name="T3" fmla="*/ 2147483646 h 407"/>
              <a:gd name="T4" fmla="*/ 2147483646 w 150"/>
              <a:gd name="T5" fmla="*/ 2147483646 h 407"/>
              <a:gd name="T6" fmla="*/ 2147483646 w 150"/>
              <a:gd name="T7" fmla="*/ 2147483646 h 407"/>
              <a:gd name="T8" fmla="*/ 2147483646 w 150"/>
              <a:gd name="T9" fmla="*/ 2147483646 h 407"/>
              <a:gd name="T10" fmla="*/ 2147483646 w 150"/>
              <a:gd name="T11" fmla="*/ 2147483646 h 407"/>
              <a:gd name="T12" fmla="*/ 2147483646 w 150"/>
              <a:gd name="T13" fmla="*/ 2147483646 h 407"/>
              <a:gd name="T14" fmla="*/ 2147483646 w 150"/>
              <a:gd name="T15" fmla="*/ 2147483646 h 407"/>
              <a:gd name="T16" fmla="*/ 2147483646 w 150"/>
              <a:gd name="T17" fmla="*/ 2147483646 h 407"/>
              <a:gd name="T18" fmla="*/ 2147483646 w 150"/>
              <a:gd name="T19" fmla="*/ 2147483646 h 407"/>
              <a:gd name="T20" fmla="*/ 2147483646 w 150"/>
              <a:gd name="T21" fmla="*/ 2147483646 h 407"/>
              <a:gd name="T22" fmla="*/ 2147483646 w 150"/>
              <a:gd name="T23" fmla="*/ 2147483646 h 407"/>
              <a:gd name="T24" fmla="*/ 2147483646 w 150"/>
              <a:gd name="T25" fmla="*/ 2147483646 h 407"/>
              <a:gd name="T26" fmla="*/ 2147483646 w 150"/>
              <a:gd name="T27" fmla="*/ 2147483646 h 407"/>
              <a:gd name="T28" fmla="*/ 2147483646 w 150"/>
              <a:gd name="T29" fmla="*/ 2147483646 h 407"/>
              <a:gd name="T30" fmla="*/ 2147483646 w 150"/>
              <a:gd name="T31" fmla="*/ 2147483646 h 407"/>
              <a:gd name="T32" fmla="*/ 2147483646 w 150"/>
              <a:gd name="T33" fmla="*/ 2147483646 h 407"/>
              <a:gd name="T34" fmla="*/ 2147483646 w 150"/>
              <a:gd name="T35" fmla="*/ 2147483646 h 407"/>
              <a:gd name="T36" fmla="*/ 2147483646 w 150"/>
              <a:gd name="T37" fmla="*/ 2147483646 h 407"/>
              <a:gd name="T38" fmla="*/ 2147483646 w 150"/>
              <a:gd name="T39" fmla="*/ 2147483646 h 407"/>
              <a:gd name="T40" fmla="*/ 2147483646 w 150"/>
              <a:gd name="T41" fmla="*/ 2147483646 h 407"/>
              <a:gd name="T42" fmla="*/ 2147483646 w 150"/>
              <a:gd name="T43" fmla="*/ 2147483646 h 407"/>
              <a:gd name="T44" fmla="*/ 2147483646 w 150"/>
              <a:gd name="T45" fmla="*/ 2147483646 h 407"/>
              <a:gd name="T46" fmla="*/ 2147483646 w 150"/>
              <a:gd name="T47" fmla="*/ 2147483646 h 407"/>
              <a:gd name="T48" fmla="*/ 2147483646 w 150"/>
              <a:gd name="T49" fmla="*/ 2147483646 h 40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50" h="407">
                <a:moveTo>
                  <a:pt x="0" y="0"/>
                </a:moveTo>
                <a:lnTo>
                  <a:pt x="20" y="10"/>
                </a:lnTo>
                <a:lnTo>
                  <a:pt x="17" y="34"/>
                </a:lnTo>
                <a:lnTo>
                  <a:pt x="36" y="22"/>
                </a:lnTo>
                <a:lnTo>
                  <a:pt x="33" y="50"/>
                </a:lnTo>
                <a:lnTo>
                  <a:pt x="58" y="46"/>
                </a:lnTo>
                <a:lnTo>
                  <a:pt x="39" y="69"/>
                </a:lnTo>
                <a:lnTo>
                  <a:pt x="91" y="73"/>
                </a:lnTo>
                <a:lnTo>
                  <a:pt x="61" y="101"/>
                </a:lnTo>
                <a:lnTo>
                  <a:pt x="105" y="101"/>
                </a:lnTo>
                <a:lnTo>
                  <a:pt x="75" y="130"/>
                </a:lnTo>
                <a:lnTo>
                  <a:pt x="121" y="127"/>
                </a:lnTo>
                <a:lnTo>
                  <a:pt x="92" y="167"/>
                </a:lnTo>
                <a:lnTo>
                  <a:pt x="133" y="164"/>
                </a:lnTo>
                <a:lnTo>
                  <a:pt x="98" y="199"/>
                </a:lnTo>
                <a:lnTo>
                  <a:pt x="150" y="205"/>
                </a:lnTo>
                <a:lnTo>
                  <a:pt x="105" y="237"/>
                </a:lnTo>
                <a:lnTo>
                  <a:pt x="150" y="250"/>
                </a:lnTo>
                <a:lnTo>
                  <a:pt x="101" y="266"/>
                </a:lnTo>
                <a:lnTo>
                  <a:pt x="146" y="293"/>
                </a:lnTo>
                <a:lnTo>
                  <a:pt x="98" y="312"/>
                </a:lnTo>
                <a:lnTo>
                  <a:pt x="140" y="343"/>
                </a:lnTo>
                <a:lnTo>
                  <a:pt x="98" y="355"/>
                </a:lnTo>
                <a:lnTo>
                  <a:pt x="121" y="382"/>
                </a:lnTo>
                <a:lnTo>
                  <a:pt x="88" y="407"/>
                </a:lnTo>
              </a:path>
            </a:pathLst>
          </a:custGeom>
          <a:noFill/>
          <a:ln w="31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b="1">
              <a:solidFill>
                <a:srgbClr val="000099"/>
              </a:solidFill>
            </a:endParaRPr>
          </a:p>
        </p:txBody>
      </p:sp>
      <p:sp>
        <p:nvSpPr>
          <p:cNvPr id="26757" name="Text Box 193">
            <a:extLst>
              <a:ext uri="{FF2B5EF4-FFF2-40B4-BE49-F238E27FC236}">
                <a16:creationId xmlns:a16="http://schemas.microsoft.com/office/drawing/2014/main" id="{0958E806-A148-2C37-4268-62EF341FBECC}"/>
              </a:ext>
            </a:extLst>
          </p:cNvPr>
          <p:cNvSpPr txBox="1">
            <a:spLocks noChangeArrowheads="1"/>
          </p:cNvSpPr>
          <p:nvPr/>
        </p:nvSpPr>
        <p:spPr bwMode="auto">
          <a:xfrm>
            <a:off x="8378942" y="5513016"/>
            <a:ext cx="151691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1800" b="1" dirty="0">
                <a:solidFill>
                  <a:srgbClr val="000099"/>
                </a:solidFill>
                <a:latin typeface="Arial" charset="0"/>
                <a:ea typeface="黑体" pitchFamily="49" charset="-122"/>
              </a:rPr>
              <a:t>用户代理</a:t>
            </a:r>
            <a:r>
              <a:rPr kumimoji="1" lang="en-US" altLang="zh-CN" sz="1800" b="1" dirty="0">
                <a:solidFill>
                  <a:srgbClr val="000099"/>
                </a:solidFill>
                <a:latin typeface="Arial" charset="0"/>
                <a:ea typeface="黑体" pitchFamily="49" charset="-122"/>
              </a:rPr>
              <a:t>UA</a:t>
            </a:r>
            <a:endParaRPr kumimoji="1" lang="zh-CN" altLang="en-US" sz="1800" b="1" dirty="0">
              <a:solidFill>
                <a:srgbClr val="000099"/>
              </a:solidFill>
              <a:latin typeface="Arial" charset="0"/>
              <a:ea typeface="黑体" pitchFamily="49" charset="-122"/>
            </a:endParaRPr>
          </a:p>
        </p:txBody>
      </p:sp>
      <p:sp>
        <p:nvSpPr>
          <p:cNvPr id="26758" name="Oval 194">
            <a:extLst>
              <a:ext uri="{FF2B5EF4-FFF2-40B4-BE49-F238E27FC236}">
                <a16:creationId xmlns:a16="http://schemas.microsoft.com/office/drawing/2014/main" id="{6E2345BB-0219-1864-DC1E-32B969686F9A}"/>
              </a:ext>
            </a:extLst>
          </p:cNvPr>
          <p:cNvSpPr>
            <a:spLocks noChangeArrowheads="1"/>
          </p:cNvSpPr>
          <p:nvPr/>
        </p:nvSpPr>
        <p:spPr bwMode="auto">
          <a:xfrm>
            <a:off x="931414" y="4903417"/>
            <a:ext cx="323321" cy="1619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grpSp>
        <p:nvGrpSpPr>
          <p:cNvPr id="26759" name="Group 195">
            <a:extLst>
              <a:ext uri="{FF2B5EF4-FFF2-40B4-BE49-F238E27FC236}">
                <a16:creationId xmlns:a16="http://schemas.microsoft.com/office/drawing/2014/main" id="{6C6F7523-F072-B9E5-E74A-DFDE83779CC3}"/>
              </a:ext>
            </a:extLst>
          </p:cNvPr>
          <p:cNvGrpSpPr>
            <a:grpSpLocks/>
          </p:cNvGrpSpPr>
          <p:nvPr/>
        </p:nvGrpSpPr>
        <p:grpSpPr bwMode="auto">
          <a:xfrm>
            <a:off x="8692834" y="4539878"/>
            <a:ext cx="768746" cy="495300"/>
            <a:chOff x="4993" y="1674"/>
            <a:chExt cx="447" cy="312"/>
          </a:xfrm>
        </p:grpSpPr>
        <p:grpSp>
          <p:nvGrpSpPr>
            <p:cNvPr id="26760" name="Group 196">
              <a:extLst>
                <a:ext uri="{FF2B5EF4-FFF2-40B4-BE49-F238E27FC236}">
                  <a16:creationId xmlns:a16="http://schemas.microsoft.com/office/drawing/2014/main" id="{BDEE5065-343F-CE1B-F21C-289E0ABA632C}"/>
                </a:ext>
              </a:extLst>
            </p:cNvPr>
            <p:cNvGrpSpPr>
              <a:grpSpLocks/>
            </p:cNvGrpSpPr>
            <p:nvPr/>
          </p:nvGrpSpPr>
          <p:grpSpPr bwMode="auto">
            <a:xfrm>
              <a:off x="4993" y="1674"/>
              <a:ext cx="345" cy="282"/>
              <a:chOff x="4993" y="1674"/>
              <a:chExt cx="345" cy="282"/>
            </a:xfrm>
          </p:grpSpPr>
          <p:grpSp>
            <p:nvGrpSpPr>
              <p:cNvPr id="26793" name="Group 197">
                <a:extLst>
                  <a:ext uri="{FF2B5EF4-FFF2-40B4-BE49-F238E27FC236}">
                    <a16:creationId xmlns:a16="http://schemas.microsoft.com/office/drawing/2014/main" id="{1B0CDF8D-8484-B942-CB67-CE90E6ACE1D2}"/>
                  </a:ext>
                </a:extLst>
              </p:cNvPr>
              <p:cNvGrpSpPr>
                <a:grpSpLocks/>
              </p:cNvGrpSpPr>
              <p:nvPr/>
            </p:nvGrpSpPr>
            <p:grpSpPr bwMode="auto">
              <a:xfrm>
                <a:off x="4993" y="1674"/>
                <a:ext cx="345" cy="282"/>
                <a:chOff x="4993" y="1674"/>
                <a:chExt cx="345" cy="282"/>
              </a:xfrm>
            </p:grpSpPr>
            <p:grpSp>
              <p:nvGrpSpPr>
                <p:cNvPr id="26802" name="Group 198">
                  <a:extLst>
                    <a:ext uri="{FF2B5EF4-FFF2-40B4-BE49-F238E27FC236}">
                      <a16:creationId xmlns:a16="http://schemas.microsoft.com/office/drawing/2014/main" id="{E2A865F5-24B9-6A2F-0F1D-164525668ACC}"/>
                    </a:ext>
                  </a:extLst>
                </p:cNvPr>
                <p:cNvGrpSpPr>
                  <a:grpSpLocks/>
                </p:cNvGrpSpPr>
                <p:nvPr/>
              </p:nvGrpSpPr>
              <p:grpSpPr bwMode="auto">
                <a:xfrm>
                  <a:off x="4993" y="1833"/>
                  <a:ext cx="345" cy="123"/>
                  <a:chOff x="4993" y="1833"/>
                  <a:chExt cx="345" cy="123"/>
                </a:xfrm>
              </p:grpSpPr>
              <p:sp>
                <p:nvSpPr>
                  <p:cNvPr id="26808" name="Freeform 199">
                    <a:extLst>
                      <a:ext uri="{FF2B5EF4-FFF2-40B4-BE49-F238E27FC236}">
                        <a16:creationId xmlns:a16="http://schemas.microsoft.com/office/drawing/2014/main" id="{284A9262-9939-36A6-41C5-1F3369CAD987}"/>
                      </a:ext>
                    </a:extLst>
                  </p:cNvPr>
                  <p:cNvSpPr>
                    <a:spLocks/>
                  </p:cNvSpPr>
                  <p:nvPr/>
                </p:nvSpPr>
                <p:spPr bwMode="auto">
                  <a:xfrm>
                    <a:off x="5140" y="1833"/>
                    <a:ext cx="198" cy="123"/>
                  </a:xfrm>
                  <a:custGeom>
                    <a:avLst/>
                    <a:gdLst>
                      <a:gd name="T0" fmla="*/ 0 w 1188"/>
                      <a:gd name="T1" fmla="*/ 0 h 738"/>
                      <a:gd name="T2" fmla="*/ 0 w 1188"/>
                      <a:gd name="T3" fmla="*/ 0 h 738"/>
                      <a:gd name="T4" fmla="*/ 0 w 1188"/>
                      <a:gd name="T5" fmla="*/ 0 h 738"/>
                      <a:gd name="T6" fmla="*/ 0 w 1188"/>
                      <a:gd name="T7" fmla="*/ 0 h 738"/>
                      <a:gd name="T8" fmla="*/ 0 w 1188"/>
                      <a:gd name="T9" fmla="*/ 0 h 73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88" h="738">
                        <a:moveTo>
                          <a:pt x="0" y="225"/>
                        </a:moveTo>
                        <a:lnTo>
                          <a:pt x="0" y="738"/>
                        </a:lnTo>
                        <a:lnTo>
                          <a:pt x="1188" y="360"/>
                        </a:lnTo>
                        <a:lnTo>
                          <a:pt x="1188" y="0"/>
                        </a:lnTo>
                        <a:lnTo>
                          <a:pt x="0" y="225"/>
                        </a:lnTo>
                        <a:close/>
                      </a:path>
                    </a:pathLst>
                  </a:custGeom>
                  <a:solidFill>
                    <a:srgbClr val="A0A0A0"/>
                  </a:solidFill>
                  <a:ln w="1588">
                    <a:solidFill>
                      <a:srgbClr val="000000"/>
                    </a:solidFill>
                    <a:prstDash val="solid"/>
                    <a:round/>
                    <a:headEnd/>
                    <a:tailEnd/>
                  </a:ln>
                </p:spPr>
                <p:txBody>
                  <a:bodyPr/>
                  <a:lstStyle/>
                  <a:p>
                    <a:endParaRPr lang="zh-CN" altLang="en-US" b="1">
                      <a:solidFill>
                        <a:srgbClr val="000099"/>
                      </a:solidFill>
                    </a:endParaRPr>
                  </a:p>
                </p:txBody>
              </p:sp>
              <p:sp>
                <p:nvSpPr>
                  <p:cNvPr id="26809" name="Freeform 200">
                    <a:extLst>
                      <a:ext uri="{FF2B5EF4-FFF2-40B4-BE49-F238E27FC236}">
                        <a16:creationId xmlns:a16="http://schemas.microsoft.com/office/drawing/2014/main" id="{5647FAB2-A2C5-66B9-86D4-E622B4984B6D}"/>
                      </a:ext>
                    </a:extLst>
                  </p:cNvPr>
                  <p:cNvSpPr>
                    <a:spLocks/>
                  </p:cNvSpPr>
                  <p:nvPr/>
                </p:nvSpPr>
                <p:spPr bwMode="auto">
                  <a:xfrm>
                    <a:off x="4993" y="1862"/>
                    <a:ext cx="147" cy="94"/>
                  </a:xfrm>
                  <a:custGeom>
                    <a:avLst/>
                    <a:gdLst>
                      <a:gd name="T0" fmla="*/ 0 w 882"/>
                      <a:gd name="T1" fmla="*/ 0 h 563"/>
                      <a:gd name="T2" fmla="*/ 0 w 882"/>
                      <a:gd name="T3" fmla="*/ 0 h 563"/>
                      <a:gd name="T4" fmla="*/ 0 w 882"/>
                      <a:gd name="T5" fmla="*/ 0 h 563"/>
                      <a:gd name="T6" fmla="*/ 0 w 882"/>
                      <a:gd name="T7" fmla="*/ 0 h 563"/>
                      <a:gd name="T8" fmla="*/ 0 w 882"/>
                      <a:gd name="T9" fmla="*/ 0 h 5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82" h="563">
                        <a:moveTo>
                          <a:pt x="882" y="50"/>
                        </a:moveTo>
                        <a:lnTo>
                          <a:pt x="882" y="563"/>
                        </a:lnTo>
                        <a:lnTo>
                          <a:pt x="0" y="436"/>
                        </a:lnTo>
                        <a:lnTo>
                          <a:pt x="0" y="0"/>
                        </a:lnTo>
                        <a:lnTo>
                          <a:pt x="882" y="50"/>
                        </a:lnTo>
                        <a:close/>
                      </a:path>
                    </a:pathLst>
                  </a:custGeom>
                  <a:solidFill>
                    <a:srgbClr val="808080"/>
                  </a:solidFill>
                  <a:ln w="1588">
                    <a:solidFill>
                      <a:srgbClr val="000000"/>
                    </a:solidFill>
                    <a:prstDash val="solid"/>
                    <a:round/>
                    <a:headEnd/>
                    <a:tailEnd/>
                  </a:ln>
                </p:spPr>
                <p:txBody>
                  <a:bodyPr/>
                  <a:lstStyle/>
                  <a:p>
                    <a:endParaRPr lang="zh-CN" altLang="en-US" b="1">
                      <a:solidFill>
                        <a:srgbClr val="000099"/>
                      </a:solidFill>
                    </a:endParaRPr>
                  </a:p>
                </p:txBody>
              </p:sp>
              <p:sp>
                <p:nvSpPr>
                  <p:cNvPr id="26810" name="Freeform 201">
                    <a:extLst>
                      <a:ext uri="{FF2B5EF4-FFF2-40B4-BE49-F238E27FC236}">
                        <a16:creationId xmlns:a16="http://schemas.microsoft.com/office/drawing/2014/main" id="{09C4562F-BC20-ADF7-92FC-A5B9FFB06754}"/>
                      </a:ext>
                    </a:extLst>
                  </p:cNvPr>
                  <p:cNvSpPr>
                    <a:spLocks/>
                  </p:cNvSpPr>
                  <p:nvPr/>
                </p:nvSpPr>
                <p:spPr bwMode="auto">
                  <a:xfrm>
                    <a:off x="4993" y="1833"/>
                    <a:ext cx="345" cy="38"/>
                  </a:xfrm>
                  <a:custGeom>
                    <a:avLst/>
                    <a:gdLst>
                      <a:gd name="T0" fmla="*/ 0 w 2070"/>
                      <a:gd name="T1" fmla="*/ 0 h 225"/>
                      <a:gd name="T2" fmla="*/ 0 w 2070"/>
                      <a:gd name="T3" fmla="*/ 0 h 225"/>
                      <a:gd name="T4" fmla="*/ 0 w 2070"/>
                      <a:gd name="T5" fmla="*/ 0 h 225"/>
                      <a:gd name="T6" fmla="*/ 0 w 2070"/>
                      <a:gd name="T7" fmla="*/ 0 h 225"/>
                      <a:gd name="T8" fmla="*/ 0 w 2070"/>
                      <a:gd name="T9" fmla="*/ 0 h 2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70" h="225">
                        <a:moveTo>
                          <a:pt x="0" y="175"/>
                        </a:moveTo>
                        <a:lnTo>
                          <a:pt x="892" y="225"/>
                        </a:lnTo>
                        <a:lnTo>
                          <a:pt x="2070" y="0"/>
                        </a:lnTo>
                        <a:lnTo>
                          <a:pt x="1202" y="0"/>
                        </a:lnTo>
                        <a:lnTo>
                          <a:pt x="0" y="175"/>
                        </a:lnTo>
                        <a:close/>
                      </a:path>
                    </a:pathLst>
                  </a:custGeom>
                  <a:solidFill>
                    <a:srgbClr val="C0C0C0"/>
                  </a:solidFill>
                  <a:ln w="1588">
                    <a:solidFill>
                      <a:srgbClr val="000000"/>
                    </a:solidFill>
                    <a:prstDash val="solid"/>
                    <a:round/>
                    <a:headEnd/>
                    <a:tailEnd/>
                  </a:ln>
                </p:spPr>
                <p:txBody>
                  <a:bodyPr/>
                  <a:lstStyle/>
                  <a:p>
                    <a:endParaRPr lang="zh-CN" altLang="en-US" b="1">
                      <a:solidFill>
                        <a:srgbClr val="000099"/>
                      </a:solidFill>
                    </a:endParaRPr>
                  </a:p>
                </p:txBody>
              </p:sp>
            </p:grpSp>
            <p:sp>
              <p:nvSpPr>
                <p:cNvPr id="26803" name="Freeform 202">
                  <a:extLst>
                    <a:ext uri="{FF2B5EF4-FFF2-40B4-BE49-F238E27FC236}">
                      <a16:creationId xmlns:a16="http://schemas.microsoft.com/office/drawing/2014/main" id="{D23DDF7C-B851-A409-5C68-75AA9CBDDA77}"/>
                    </a:ext>
                  </a:extLst>
                </p:cNvPr>
                <p:cNvSpPr>
                  <a:spLocks/>
                </p:cNvSpPr>
                <p:nvPr/>
              </p:nvSpPr>
              <p:spPr bwMode="auto">
                <a:xfrm>
                  <a:off x="5105" y="1823"/>
                  <a:ext cx="126" cy="35"/>
                </a:xfrm>
                <a:custGeom>
                  <a:avLst/>
                  <a:gdLst>
                    <a:gd name="T0" fmla="*/ 0 w 751"/>
                    <a:gd name="T1" fmla="*/ 0 h 210"/>
                    <a:gd name="T2" fmla="*/ 0 w 751"/>
                    <a:gd name="T3" fmla="*/ 0 h 210"/>
                    <a:gd name="T4" fmla="*/ 0 w 751"/>
                    <a:gd name="T5" fmla="*/ 0 h 210"/>
                    <a:gd name="T6" fmla="*/ 0 w 751"/>
                    <a:gd name="T7" fmla="*/ 0 h 210"/>
                    <a:gd name="T8" fmla="*/ 0 w 751"/>
                    <a:gd name="T9" fmla="*/ 0 h 210"/>
                    <a:gd name="T10" fmla="*/ 0 w 751"/>
                    <a:gd name="T11" fmla="*/ 0 h 21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51" h="210">
                      <a:moveTo>
                        <a:pt x="0" y="120"/>
                      </a:moveTo>
                      <a:lnTo>
                        <a:pt x="0" y="188"/>
                      </a:lnTo>
                      <a:lnTo>
                        <a:pt x="351" y="210"/>
                      </a:lnTo>
                      <a:lnTo>
                        <a:pt x="751" y="135"/>
                      </a:lnTo>
                      <a:lnTo>
                        <a:pt x="751" y="0"/>
                      </a:lnTo>
                      <a:lnTo>
                        <a:pt x="0" y="120"/>
                      </a:lnTo>
                      <a:close/>
                    </a:path>
                  </a:pathLst>
                </a:custGeom>
                <a:solidFill>
                  <a:srgbClr val="606060"/>
                </a:solidFill>
                <a:ln w="1588">
                  <a:solidFill>
                    <a:srgbClr val="000000"/>
                  </a:solidFill>
                  <a:prstDash val="solid"/>
                  <a:round/>
                  <a:headEnd/>
                  <a:tailEnd/>
                </a:ln>
              </p:spPr>
              <p:txBody>
                <a:bodyPr/>
                <a:lstStyle/>
                <a:p>
                  <a:endParaRPr lang="zh-CN" altLang="en-US" b="1">
                    <a:solidFill>
                      <a:srgbClr val="000099"/>
                    </a:solidFill>
                  </a:endParaRPr>
                </a:p>
              </p:txBody>
            </p:sp>
            <p:grpSp>
              <p:nvGrpSpPr>
                <p:cNvPr id="26804" name="Group 203">
                  <a:extLst>
                    <a:ext uri="{FF2B5EF4-FFF2-40B4-BE49-F238E27FC236}">
                      <a16:creationId xmlns:a16="http://schemas.microsoft.com/office/drawing/2014/main" id="{CB262CF7-756C-0694-4A23-2C33CA30CFEF}"/>
                    </a:ext>
                  </a:extLst>
                </p:cNvPr>
                <p:cNvGrpSpPr>
                  <a:grpSpLocks/>
                </p:cNvGrpSpPr>
                <p:nvPr/>
              </p:nvGrpSpPr>
              <p:grpSpPr bwMode="auto">
                <a:xfrm>
                  <a:off x="5020" y="1674"/>
                  <a:ext cx="279" cy="176"/>
                  <a:chOff x="5020" y="1674"/>
                  <a:chExt cx="279" cy="176"/>
                </a:xfrm>
              </p:grpSpPr>
              <p:sp>
                <p:nvSpPr>
                  <p:cNvPr id="26805" name="Freeform 204">
                    <a:extLst>
                      <a:ext uri="{FF2B5EF4-FFF2-40B4-BE49-F238E27FC236}">
                        <a16:creationId xmlns:a16="http://schemas.microsoft.com/office/drawing/2014/main" id="{91143A0D-37AE-AABC-52DD-115E33B7F388}"/>
                      </a:ext>
                    </a:extLst>
                  </p:cNvPr>
                  <p:cNvSpPr>
                    <a:spLocks/>
                  </p:cNvSpPr>
                  <p:nvPr/>
                </p:nvSpPr>
                <p:spPr bwMode="auto">
                  <a:xfrm>
                    <a:off x="5139" y="1674"/>
                    <a:ext cx="160" cy="172"/>
                  </a:xfrm>
                  <a:custGeom>
                    <a:avLst/>
                    <a:gdLst>
                      <a:gd name="T0" fmla="*/ 0 w 960"/>
                      <a:gd name="T1" fmla="*/ 0 h 1031"/>
                      <a:gd name="T2" fmla="*/ 0 w 960"/>
                      <a:gd name="T3" fmla="*/ 0 h 1031"/>
                      <a:gd name="T4" fmla="*/ 0 w 960"/>
                      <a:gd name="T5" fmla="*/ 0 h 1031"/>
                      <a:gd name="T6" fmla="*/ 0 w 960"/>
                      <a:gd name="T7" fmla="*/ 0 h 1031"/>
                      <a:gd name="T8" fmla="*/ 0 w 960"/>
                      <a:gd name="T9" fmla="*/ 0 h 10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60" h="1031">
                        <a:moveTo>
                          <a:pt x="135" y="1031"/>
                        </a:moveTo>
                        <a:lnTo>
                          <a:pt x="0" y="33"/>
                        </a:lnTo>
                        <a:lnTo>
                          <a:pt x="827" y="0"/>
                        </a:lnTo>
                        <a:lnTo>
                          <a:pt x="960" y="889"/>
                        </a:lnTo>
                        <a:lnTo>
                          <a:pt x="135" y="1031"/>
                        </a:lnTo>
                        <a:close/>
                      </a:path>
                    </a:pathLst>
                  </a:custGeom>
                  <a:solidFill>
                    <a:srgbClr val="A0A0A0"/>
                  </a:solidFill>
                  <a:ln w="1588">
                    <a:solidFill>
                      <a:srgbClr val="000000"/>
                    </a:solidFill>
                    <a:prstDash val="solid"/>
                    <a:round/>
                    <a:headEnd/>
                    <a:tailEnd/>
                  </a:ln>
                </p:spPr>
                <p:txBody>
                  <a:bodyPr/>
                  <a:lstStyle/>
                  <a:p>
                    <a:endParaRPr lang="zh-CN" altLang="en-US" b="1">
                      <a:solidFill>
                        <a:srgbClr val="000099"/>
                      </a:solidFill>
                    </a:endParaRPr>
                  </a:p>
                </p:txBody>
              </p:sp>
              <p:sp>
                <p:nvSpPr>
                  <p:cNvPr id="26806" name="Freeform 205">
                    <a:extLst>
                      <a:ext uri="{FF2B5EF4-FFF2-40B4-BE49-F238E27FC236}">
                        <a16:creationId xmlns:a16="http://schemas.microsoft.com/office/drawing/2014/main" id="{119FC98E-EE39-C20A-DE5D-796EC55EE443}"/>
                      </a:ext>
                    </a:extLst>
                  </p:cNvPr>
                  <p:cNvSpPr>
                    <a:spLocks/>
                  </p:cNvSpPr>
                  <p:nvPr/>
                </p:nvSpPr>
                <p:spPr bwMode="auto">
                  <a:xfrm>
                    <a:off x="5020" y="1679"/>
                    <a:ext cx="141" cy="171"/>
                  </a:xfrm>
                  <a:custGeom>
                    <a:avLst/>
                    <a:gdLst>
                      <a:gd name="T0" fmla="*/ 0 w 850"/>
                      <a:gd name="T1" fmla="*/ 0 h 1026"/>
                      <a:gd name="T2" fmla="*/ 0 w 850"/>
                      <a:gd name="T3" fmla="*/ 0 h 1026"/>
                      <a:gd name="T4" fmla="*/ 0 w 850"/>
                      <a:gd name="T5" fmla="*/ 0 h 1026"/>
                      <a:gd name="T6" fmla="*/ 0 w 850"/>
                      <a:gd name="T7" fmla="*/ 0 h 1026"/>
                      <a:gd name="T8" fmla="*/ 0 w 850"/>
                      <a:gd name="T9" fmla="*/ 0 h 10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50" h="1026">
                        <a:moveTo>
                          <a:pt x="715" y="0"/>
                        </a:moveTo>
                        <a:lnTo>
                          <a:pt x="0" y="228"/>
                        </a:lnTo>
                        <a:lnTo>
                          <a:pt x="102" y="1026"/>
                        </a:lnTo>
                        <a:lnTo>
                          <a:pt x="850" y="1000"/>
                        </a:lnTo>
                        <a:lnTo>
                          <a:pt x="715" y="0"/>
                        </a:lnTo>
                        <a:close/>
                      </a:path>
                    </a:pathLst>
                  </a:custGeom>
                  <a:solidFill>
                    <a:srgbClr val="808080"/>
                  </a:solidFill>
                  <a:ln w="1588">
                    <a:solidFill>
                      <a:srgbClr val="000000"/>
                    </a:solidFill>
                    <a:prstDash val="solid"/>
                    <a:round/>
                    <a:headEnd/>
                    <a:tailEnd/>
                  </a:ln>
                </p:spPr>
                <p:txBody>
                  <a:bodyPr/>
                  <a:lstStyle/>
                  <a:p>
                    <a:endParaRPr lang="zh-CN" altLang="en-US" b="1">
                      <a:solidFill>
                        <a:srgbClr val="000099"/>
                      </a:solidFill>
                    </a:endParaRPr>
                  </a:p>
                </p:txBody>
              </p:sp>
              <p:sp>
                <p:nvSpPr>
                  <p:cNvPr id="26807" name="Freeform 206">
                    <a:extLst>
                      <a:ext uri="{FF2B5EF4-FFF2-40B4-BE49-F238E27FC236}">
                        <a16:creationId xmlns:a16="http://schemas.microsoft.com/office/drawing/2014/main" id="{89A3315A-5611-0393-A763-393C6F373B37}"/>
                      </a:ext>
                    </a:extLst>
                  </p:cNvPr>
                  <p:cNvSpPr>
                    <a:spLocks/>
                  </p:cNvSpPr>
                  <p:nvPr/>
                </p:nvSpPr>
                <p:spPr bwMode="auto">
                  <a:xfrm>
                    <a:off x="5166" y="1691"/>
                    <a:ext cx="115" cy="129"/>
                  </a:xfrm>
                  <a:custGeom>
                    <a:avLst/>
                    <a:gdLst>
                      <a:gd name="T0" fmla="*/ 0 w 689"/>
                      <a:gd name="T1" fmla="*/ 0 h 778"/>
                      <a:gd name="T2" fmla="*/ 0 w 689"/>
                      <a:gd name="T3" fmla="*/ 0 h 778"/>
                      <a:gd name="T4" fmla="*/ 0 w 689"/>
                      <a:gd name="T5" fmla="*/ 0 h 778"/>
                      <a:gd name="T6" fmla="*/ 0 w 689"/>
                      <a:gd name="T7" fmla="*/ 0 h 778"/>
                      <a:gd name="T8" fmla="*/ 0 w 689"/>
                      <a:gd name="T9" fmla="*/ 0 h 7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9" h="778">
                        <a:moveTo>
                          <a:pt x="0" y="36"/>
                        </a:moveTo>
                        <a:lnTo>
                          <a:pt x="98" y="778"/>
                        </a:lnTo>
                        <a:lnTo>
                          <a:pt x="689" y="689"/>
                        </a:lnTo>
                        <a:lnTo>
                          <a:pt x="587" y="0"/>
                        </a:lnTo>
                        <a:lnTo>
                          <a:pt x="0" y="36"/>
                        </a:lnTo>
                        <a:close/>
                      </a:path>
                    </a:pathLst>
                  </a:custGeom>
                  <a:solidFill>
                    <a:srgbClr val="00C0C0"/>
                  </a:solidFill>
                  <a:ln w="1588">
                    <a:solidFill>
                      <a:srgbClr val="000000"/>
                    </a:solidFill>
                    <a:prstDash val="solid"/>
                    <a:round/>
                    <a:headEnd/>
                    <a:tailEnd/>
                  </a:ln>
                </p:spPr>
                <p:txBody>
                  <a:bodyPr/>
                  <a:lstStyle/>
                  <a:p>
                    <a:endParaRPr lang="zh-CN" altLang="en-US" b="1">
                      <a:solidFill>
                        <a:srgbClr val="000099"/>
                      </a:solidFill>
                    </a:endParaRPr>
                  </a:p>
                </p:txBody>
              </p:sp>
            </p:grpSp>
          </p:grpSp>
          <p:grpSp>
            <p:nvGrpSpPr>
              <p:cNvPr id="26794" name="Group 207">
                <a:extLst>
                  <a:ext uri="{FF2B5EF4-FFF2-40B4-BE49-F238E27FC236}">
                    <a16:creationId xmlns:a16="http://schemas.microsoft.com/office/drawing/2014/main" id="{25DE7A3C-F569-0188-9045-D106A3CFA262}"/>
                  </a:ext>
                </a:extLst>
              </p:cNvPr>
              <p:cNvGrpSpPr>
                <a:grpSpLocks/>
              </p:cNvGrpSpPr>
              <p:nvPr/>
            </p:nvGrpSpPr>
            <p:grpSpPr bwMode="auto">
              <a:xfrm>
                <a:off x="5212" y="1846"/>
                <a:ext cx="113" cy="80"/>
                <a:chOff x="5212" y="1846"/>
                <a:chExt cx="113" cy="80"/>
              </a:xfrm>
            </p:grpSpPr>
            <p:sp>
              <p:nvSpPr>
                <p:cNvPr id="26795" name="Freeform 208">
                  <a:extLst>
                    <a:ext uri="{FF2B5EF4-FFF2-40B4-BE49-F238E27FC236}">
                      <a16:creationId xmlns:a16="http://schemas.microsoft.com/office/drawing/2014/main" id="{7BF31A90-E014-637D-5AA6-4121ED599853}"/>
                    </a:ext>
                  </a:extLst>
                </p:cNvPr>
                <p:cNvSpPr>
                  <a:spLocks/>
                </p:cNvSpPr>
                <p:nvPr/>
              </p:nvSpPr>
              <p:spPr bwMode="auto">
                <a:xfrm>
                  <a:off x="5212" y="1846"/>
                  <a:ext cx="112" cy="80"/>
                </a:xfrm>
                <a:custGeom>
                  <a:avLst/>
                  <a:gdLst>
                    <a:gd name="T0" fmla="*/ 0 w 674"/>
                    <a:gd name="T1" fmla="*/ 0 h 482"/>
                    <a:gd name="T2" fmla="*/ 0 w 674"/>
                    <a:gd name="T3" fmla="*/ 0 h 482"/>
                    <a:gd name="T4" fmla="*/ 0 w 674"/>
                    <a:gd name="T5" fmla="*/ 0 h 482"/>
                    <a:gd name="T6" fmla="*/ 0 w 674"/>
                    <a:gd name="T7" fmla="*/ 0 h 482"/>
                    <a:gd name="T8" fmla="*/ 0 w 674"/>
                    <a:gd name="T9" fmla="*/ 0 h 48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74" h="482">
                      <a:moveTo>
                        <a:pt x="674" y="0"/>
                      </a:moveTo>
                      <a:lnTo>
                        <a:pt x="0" y="143"/>
                      </a:lnTo>
                      <a:lnTo>
                        <a:pt x="0" y="482"/>
                      </a:lnTo>
                      <a:lnTo>
                        <a:pt x="674" y="271"/>
                      </a:lnTo>
                      <a:lnTo>
                        <a:pt x="674" y="0"/>
                      </a:lnTo>
                      <a:close/>
                    </a:path>
                  </a:pathLst>
                </a:custGeom>
                <a:solidFill>
                  <a:srgbClr val="404040"/>
                </a:solidFill>
                <a:ln w="1588">
                  <a:solidFill>
                    <a:srgbClr val="000000"/>
                  </a:solidFill>
                  <a:prstDash val="solid"/>
                  <a:round/>
                  <a:headEnd/>
                  <a:tailEnd/>
                </a:ln>
              </p:spPr>
              <p:txBody>
                <a:bodyPr/>
                <a:lstStyle/>
                <a:p>
                  <a:endParaRPr lang="zh-CN" altLang="en-US" b="1">
                    <a:solidFill>
                      <a:srgbClr val="000099"/>
                    </a:solidFill>
                  </a:endParaRPr>
                </a:p>
              </p:txBody>
            </p:sp>
            <p:sp>
              <p:nvSpPr>
                <p:cNvPr id="26796" name="Line 209">
                  <a:extLst>
                    <a:ext uri="{FF2B5EF4-FFF2-40B4-BE49-F238E27FC236}">
                      <a16:creationId xmlns:a16="http://schemas.microsoft.com/office/drawing/2014/main" id="{533F26C4-52F6-6030-CE9A-765192C3B2D5}"/>
                    </a:ext>
                  </a:extLst>
                </p:cNvPr>
                <p:cNvSpPr>
                  <a:spLocks noChangeShapeType="1"/>
                </p:cNvSpPr>
                <p:nvPr/>
              </p:nvSpPr>
              <p:spPr bwMode="auto">
                <a:xfrm flipV="1">
                  <a:off x="5286" y="1866"/>
                  <a:ext cx="30" cy="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6797" name="Line 210">
                  <a:extLst>
                    <a:ext uri="{FF2B5EF4-FFF2-40B4-BE49-F238E27FC236}">
                      <a16:creationId xmlns:a16="http://schemas.microsoft.com/office/drawing/2014/main" id="{B660B66B-2326-BA81-6528-1EF24D48F2FA}"/>
                    </a:ext>
                  </a:extLst>
                </p:cNvPr>
                <p:cNvSpPr>
                  <a:spLocks noChangeShapeType="1"/>
                </p:cNvSpPr>
                <p:nvPr/>
              </p:nvSpPr>
              <p:spPr bwMode="auto">
                <a:xfrm flipH="1">
                  <a:off x="5231" y="1876"/>
                  <a:ext cx="39" cy="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6798" name="Line 211">
                  <a:extLst>
                    <a:ext uri="{FF2B5EF4-FFF2-40B4-BE49-F238E27FC236}">
                      <a16:creationId xmlns:a16="http://schemas.microsoft.com/office/drawing/2014/main" id="{11A19CFC-8ECB-EE39-E346-117B7B2FC621}"/>
                    </a:ext>
                  </a:extLst>
                </p:cNvPr>
                <p:cNvSpPr>
                  <a:spLocks noChangeShapeType="1"/>
                </p:cNvSpPr>
                <p:nvPr/>
              </p:nvSpPr>
              <p:spPr bwMode="auto">
                <a:xfrm>
                  <a:off x="5277" y="1856"/>
                  <a:ext cx="1" cy="52"/>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6799" name="Line 212">
                  <a:extLst>
                    <a:ext uri="{FF2B5EF4-FFF2-40B4-BE49-F238E27FC236}">
                      <a16:creationId xmlns:a16="http://schemas.microsoft.com/office/drawing/2014/main" id="{1B85AD3D-5C81-43AE-CCA1-ADFCB0A16E4F}"/>
                    </a:ext>
                  </a:extLst>
                </p:cNvPr>
                <p:cNvSpPr>
                  <a:spLocks noChangeShapeType="1"/>
                </p:cNvSpPr>
                <p:nvPr/>
              </p:nvSpPr>
              <p:spPr bwMode="auto">
                <a:xfrm>
                  <a:off x="5223" y="1868"/>
                  <a:ext cx="1" cy="57"/>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6800" name="Line 213">
                  <a:extLst>
                    <a:ext uri="{FF2B5EF4-FFF2-40B4-BE49-F238E27FC236}">
                      <a16:creationId xmlns:a16="http://schemas.microsoft.com/office/drawing/2014/main" id="{4186E1A1-4A26-AC18-CD36-923B04996475}"/>
                    </a:ext>
                  </a:extLst>
                </p:cNvPr>
                <p:cNvSpPr>
                  <a:spLocks noChangeShapeType="1"/>
                </p:cNvSpPr>
                <p:nvPr/>
              </p:nvSpPr>
              <p:spPr bwMode="auto">
                <a:xfrm flipH="1">
                  <a:off x="5223" y="1867"/>
                  <a:ext cx="102" cy="26"/>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6801" name="Line 214">
                  <a:extLst>
                    <a:ext uri="{FF2B5EF4-FFF2-40B4-BE49-F238E27FC236}">
                      <a16:creationId xmlns:a16="http://schemas.microsoft.com/office/drawing/2014/main" id="{968015CE-CED9-076D-A8F3-85733D4066F9}"/>
                    </a:ext>
                  </a:extLst>
                </p:cNvPr>
                <p:cNvSpPr>
                  <a:spLocks noChangeShapeType="1"/>
                </p:cNvSpPr>
                <p:nvPr/>
              </p:nvSpPr>
              <p:spPr bwMode="auto">
                <a:xfrm flipV="1">
                  <a:off x="5223" y="1860"/>
                  <a:ext cx="102" cy="23"/>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grpSp>
          <p:nvGrpSpPr>
            <p:cNvPr id="26761" name="Group 215">
              <a:extLst>
                <a:ext uri="{FF2B5EF4-FFF2-40B4-BE49-F238E27FC236}">
                  <a16:creationId xmlns:a16="http://schemas.microsoft.com/office/drawing/2014/main" id="{74CD86C2-0E7D-FC63-EB95-FAA98E276105}"/>
                </a:ext>
              </a:extLst>
            </p:cNvPr>
            <p:cNvGrpSpPr>
              <a:grpSpLocks/>
            </p:cNvGrpSpPr>
            <p:nvPr/>
          </p:nvGrpSpPr>
          <p:grpSpPr bwMode="auto">
            <a:xfrm>
              <a:off x="5170" y="1848"/>
              <a:ext cx="270" cy="138"/>
              <a:chOff x="5170" y="1848"/>
              <a:chExt cx="270" cy="138"/>
            </a:xfrm>
          </p:grpSpPr>
          <p:grpSp>
            <p:nvGrpSpPr>
              <p:cNvPr id="26762" name="Group 216">
                <a:extLst>
                  <a:ext uri="{FF2B5EF4-FFF2-40B4-BE49-F238E27FC236}">
                    <a16:creationId xmlns:a16="http://schemas.microsoft.com/office/drawing/2014/main" id="{8B6C7F9E-2519-BDBC-E921-D1CF18A56181}"/>
                  </a:ext>
                </a:extLst>
              </p:cNvPr>
              <p:cNvGrpSpPr>
                <a:grpSpLocks/>
              </p:cNvGrpSpPr>
              <p:nvPr/>
            </p:nvGrpSpPr>
            <p:grpSpPr bwMode="auto">
              <a:xfrm>
                <a:off x="5188" y="1923"/>
                <a:ext cx="43" cy="32"/>
                <a:chOff x="5188" y="1923"/>
                <a:chExt cx="43" cy="32"/>
              </a:xfrm>
            </p:grpSpPr>
            <p:sp>
              <p:nvSpPr>
                <p:cNvPr id="26791" name="Freeform 217">
                  <a:extLst>
                    <a:ext uri="{FF2B5EF4-FFF2-40B4-BE49-F238E27FC236}">
                      <a16:creationId xmlns:a16="http://schemas.microsoft.com/office/drawing/2014/main" id="{4DDE0C7F-004B-1F20-30CE-3FF4C3BA6D86}"/>
                    </a:ext>
                  </a:extLst>
                </p:cNvPr>
                <p:cNvSpPr>
                  <a:spLocks/>
                </p:cNvSpPr>
                <p:nvPr/>
              </p:nvSpPr>
              <p:spPr bwMode="auto">
                <a:xfrm>
                  <a:off x="5188" y="1923"/>
                  <a:ext cx="12" cy="32"/>
                </a:xfrm>
                <a:custGeom>
                  <a:avLst/>
                  <a:gdLst>
                    <a:gd name="T0" fmla="*/ 0 w 75"/>
                    <a:gd name="T1" fmla="*/ 0 h 194"/>
                    <a:gd name="T2" fmla="*/ 0 w 75"/>
                    <a:gd name="T3" fmla="*/ 0 h 194"/>
                    <a:gd name="T4" fmla="*/ 0 w 75"/>
                    <a:gd name="T5" fmla="*/ 0 h 194"/>
                    <a:gd name="T6" fmla="*/ 0 w 75"/>
                    <a:gd name="T7" fmla="*/ 0 h 194"/>
                    <a:gd name="T8" fmla="*/ 0 w 75"/>
                    <a:gd name="T9" fmla="*/ 0 h 19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5" h="194">
                      <a:moveTo>
                        <a:pt x="23" y="0"/>
                      </a:moveTo>
                      <a:lnTo>
                        <a:pt x="0" y="183"/>
                      </a:lnTo>
                      <a:lnTo>
                        <a:pt x="55" y="194"/>
                      </a:lnTo>
                      <a:lnTo>
                        <a:pt x="75" y="8"/>
                      </a:lnTo>
                      <a:lnTo>
                        <a:pt x="23" y="0"/>
                      </a:lnTo>
                      <a:close/>
                    </a:path>
                  </a:pathLst>
                </a:custGeom>
                <a:solidFill>
                  <a:srgbClr val="606060"/>
                </a:solidFill>
                <a:ln w="1588">
                  <a:solidFill>
                    <a:srgbClr val="000000"/>
                  </a:solidFill>
                  <a:prstDash val="solid"/>
                  <a:round/>
                  <a:headEnd/>
                  <a:tailEnd/>
                </a:ln>
              </p:spPr>
              <p:txBody>
                <a:bodyPr/>
                <a:lstStyle/>
                <a:p>
                  <a:endParaRPr lang="zh-CN" altLang="en-US" b="1">
                    <a:solidFill>
                      <a:srgbClr val="000099"/>
                    </a:solidFill>
                  </a:endParaRPr>
                </a:p>
              </p:txBody>
            </p:sp>
            <p:sp>
              <p:nvSpPr>
                <p:cNvPr id="26792" name="Freeform 218">
                  <a:extLst>
                    <a:ext uri="{FF2B5EF4-FFF2-40B4-BE49-F238E27FC236}">
                      <a16:creationId xmlns:a16="http://schemas.microsoft.com/office/drawing/2014/main" id="{BD41D4D4-A065-C2EE-C2F0-2844E26AB327}"/>
                    </a:ext>
                  </a:extLst>
                </p:cNvPr>
                <p:cNvSpPr>
                  <a:spLocks/>
                </p:cNvSpPr>
                <p:nvPr/>
              </p:nvSpPr>
              <p:spPr bwMode="auto">
                <a:xfrm>
                  <a:off x="5197" y="1927"/>
                  <a:ext cx="34" cy="28"/>
                </a:xfrm>
                <a:custGeom>
                  <a:avLst/>
                  <a:gdLst>
                    <a:gd name="T0" fmla="*/ 0 w 206"/>
                    <a:gd name="T1" fmla="*/ 0 h 168"/>
                    <a:gd name="T2" fmla="*/ 0 w 206"/>
                    <a:gd name="T3" fmla="*/ 0 h 168"/>
                    <a:gd name="T4" fmla="*/ 0 w 206"/>
                    <a:gd name="T5" fmla="*/ 0 h 168"/>
                    <a:gd name="T6" fmla="*/ 0 w 206"/>
                    <a:gd name="T7" fmla="*/ 0 h 168"/>
                    <a:gd name="T8" fmla="*/ 0 w 206"/>
                    <a:gd name="T9" fmla="*/ 0 h 168"/>
                    <a:gd name="T10" fmla="*/ 0 w 206"/>
                    <a:gd name="T11" fmla="*/ 0 h 168"/>
                    <a:gd name="T12" fmla="*/ 0 w 206"/>
                    <a:gd name="T13" fmla="*/ 0 h 16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6" h="168">
                      <a:moveTo>
                        <a:pt x="17" y="5"/>
                      </a:moveTo>
                      <a:lnTo>
                        <a:pt x="0" y="168"/>
                      </a:lnTo>
                      <a:lnTo>
                        <a:pt x="206" y="84"/>
                      </a:lnTo>
                      <a:lnTo>
                        <a:pt x="126" y="58"/>
                      </a:lnTo>
                      <a:lnTo>
                        <a:pt x="52" y="97"/>
                      </a:lnTo>
                      <a:lnTo>
                        <a:pt x="75" y="0"/>
                      </a:lnTo>
                      <a:lnTo>
                        <a:pt x="17" y="5"/>
                      </a:lnTo>
                      <a:close/>
                    </a:path>
                  </a:pathLst>
                </a:custGeom>
                <a:solidFill>
                  <a:srgbClr val="404040"/>
                </a:solidFill>
                <a:ln w="1588">
                  <a:solidFill>
                    <a:srgbClr val="000000"/>
                  </a:solidFill>
                  <a:prstDash val="solid"/>
                  <a:round/>
                  <a:headEnd/>
                  <a:tailEnd/>
                </a:ln>
              </p:spPr>
              <p:txBody>
                <a:bodyPr/>
                <a:lstStyle/>
                <a:p>
                  <a:endParaRPr lang="zh-CN" altLang="en-US" b="1">
                    <a:solidFill>
                      <a:srgbClr val="000099"/>
                    </a:solidFill>
                  </a:endParaRPr>
                </a:p>
              </p:txBody>
            </p:sp>
          </p:grpSp>
          <p:grpSp>
            <p:nvGrpSpPr>
              <p:cNvPr id="26763" name="Group 219">
                <a:extLst>
                  <a:ext uri="{FF2B5EF4-FFF2-40B4-BE49-F238E27FC236}">
                    <a16:creationId xmlns:a16="http://schemas.microsoft.com/office/drawing/2014/main" id="{D9E4CBEC-AEB4-B4D6-7A54-73217775E39C}"/>
                  </a:ext>
                </a:extLst>
              </p:cNvPr>
              <p:cNvGrpSpPr>
                <a:grpSpLocks/>
              </p:cNvGrpSpPr>
              <p:nvPr/>
            </p:nvGrpSpPr>
            <p:grpSpPr bwMode="auto">
              <a:xfrm>
                <a:off x="5170" y="1848"/>
                <a:ext cx="270" cy="138"/>
                <a:chOff x="5170" y="1848"/>
                <a:chExt cx="270" cy="138"/>
              </a:xfrm>
            </p:grpSpPr>
            <p:sp>
              <p:nvSpPr>
                <p:cNvPr id="26764" name="Freeform 220">
                  <a:extLst>
                    <a:ext uri="{FF2B5EF4-FFF2-40B4-BE49-F238E27FC236}">
                      <a16:creationId xmlns:a16="http://schemas.microsoft.com/office/drawing/2014/main" id="{69CCAE9B-810D-68FB-E4C0-C01FEF5A7D89}"/>
                    </a:ext>
                  </a:extLst>
                </p:cNvPr>
                <p:cNvSpPr>
                  <a:spLocks/>
                </p:cNvSpPr>
                <p:nvPr/>
              </p:nvSpPr>
              <p:spPr bwMode="auto">
                <a:xfrm>
                  <a:off x="5175" y="1848"/>
                  <a:ext cx="264" cy="122"/>
                </a:xfrm>
                <a:custGeom>
                  <a:avLst/>
                  <a:gdLst>
                    <a:gd name="T0" fmla="*/ 0 w 1583"/>
                    <a:gd name="T1" fmla="*/ 0 h 729"/>
                    <a:gd name="T2" fmla="*/ 0 w 1583"/>
                    <a:gd name="T3" fmla="*/ 0 h 729"/>
                    <a:gd name="T4" fmla="*/ 0 w 1583"/>
                    <a:gd name="T5" fmla="*/ 0 h 729"/>
                    <a:gd name="T6" fmla="*/ 0 w 1583"/>
                    <a:gd name="T7" fmla="*/ 0 h 729"/>
                    <a:gd name="T8" fmla="*/ 0 w 1583"/>
                    <a:gd name="T9" fmla="*/ 0 h 7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83" h="729">
                      <a:moveTo>
                        <a:pt x="0" y="309"/>
                      </a:moveTo>
                      <a:lnTo>
                        <a:pt x="759" y="729"/>
                      </a:lnTo>
                      <a:lnTo>
                        <a:pt x="1583" y="318"/>
                      </a:lnTo>
                      <a:lnTo>
                        <a:pt x="951" y="0"/>
                      </a:lnTo>
                      <a:lnTo>
                        <a:pt x="0" y="309"/>
                      </a:lnTo>
                      <a:close/>
                    </a:path>
                  </a:pathLst>
                </a:custGeom>
                <a:solidFill>
                  <a:srgbClr val="808080"/>
                </a:solidFill>
                <a:ln w="1588">
                  <a:solidFill>
                    <a:srgbClr val="000000"/>
                  </a:solidFill>
                  <a:prstDash val="solid"/>
                  <a:round/>
                  <a:headEnd/>
                  <a:tailEnd/>
                </a:ln>
              </p:spPr>
              <p:txBody>
                <a:bodyPr/>
                <a:lstStyle/>
                <a:p>
                  <a:endParaRPr lang="zh-CN" altLang="en-US" b="1">
                    <a:solidFill>
                      <a:srgbClr val="000099"/>
                    </a:solidFill>
                  </a:endParaRPr>
                </a:p>
              </p:txBody>
            </p:sp>
            <p:sp>
              <p:nvSpPr>
                <p:cNvPr id="26765" name="Freeform 221">
                  <a:extLst>
                    <a:ext uri="{FF2B5EF4-FFF2-40B4-BE49-F238E27FC236}">
                      <a16:creationId xmlns:a16="http://schemas.microsoft.com/office/drawing/2014/main" id="{B20356B8-FA6F-8FC2-9C5B-6069CEBED8D7}"/>
                    </a:ext>
                  </a:extLst>
                </p:cNvPr>
                <p:cNvSpPr>
                  <a:spLocks/>
                </p:cNvSpPr>
                <p:nvPr/>
              </p:nvSpPr>
              <p:spPr bwMode="auto">
                <a:xfrm>
                  <a:off x="5170" y="1899"/>
                  <a:ext cx="133" cy="86"/>
                </a:xfrm>
                <a:custGeom>
                  <a:avLst/>
                  <a:gdLst>
                    <a:gd name="T0" fmla="*/ 0 w 792"/>
                    <a:gd name="T1" fmla="*/ 0 h 516"/>
                    <a:gd name="T2" fmla="*/ 0 w 792"/>
                    <a:gd name="T3" fmla="*/ 0 h 516"/>
                    <a:gd name="T4" fmla="*/ 0 w 792"/>
                    <a:gd name="T5" fmla="*/ 0 h 516"/>
                    <a:gd name="T6" fmla="*/ 0 w 792"/>
                    <a:gd name="T7" fmla="*/ 0 h 516"/>
                    <a:gd name="T8" fmla="*/ 0 w 792"/>
                    <a:gd name="T9" fmla="*/ 0 h 5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2" h="516">
                      <a:moveTo>
                        <a:pt x="28" y="0"/>
                      </a:moveTo>
                      <a:lnTo>
                        <a:pt x="792" y="426"/>
                      </a:lnTo>
                      <a:lnTo>
                        <a:pt x="770" y="516"/>
                      </a:lnTo>
                      <a:lnTo>
                        <a:pt x="0" y="82"/>
                      </a:lnTo>
                      <a:lnTo>
                        <a:pt x="28" y="0"/>
                      </a:lnTo>
                      <a:close/>
                    </a:path>
                  </a:pathLst>
                </a:custGeom>
                <a:solidFill>
                  <a:srgbClr val="606060"/>
                </a:solidFill>
                <a:ln w="1588">
                  <a:solidFill>
                    <a:srgbClr val="000000"/>
                  </a:solidFill>
                  <a:prstDash val="solid"/>
                  <a:round/>
                  <a:headEnd/>
                  <a:tailEnd/>
                </a:ln>
              </p:spPr>
              <p:txBody>
                <a:bodyPr/>
                <a:lstStyle/>
                <a:p>
                  <a:endParaRPr lang="zh-CN" altLang="en-US" b="1">
                    <a:solidFill>
                      <a:srgbClr val="000099"/>
                    </a:solidFill>
                  </a:endParaRPr>
                </a:p>
              </p:txBody>
            </p:sp>
            <p:sp>
              <p:nvSpPr>
                <p:cNvPr id="26766" name="Freeform 222">
                  <a:extLst>
                    <a:ext uri="{FF2B5EF4-FFF2-40B4-BE49-F238E27FC236}">
                      <a16:creationId xmlns:a16="http://schemas.microsoft.com/office/drawing/2014/main" id="{6D5410BA-BA3C-99E8-2F56-960A9AAC8F89}"/>
                    </a:ext>
                  </a:extLst>
                </p:cNvPr>
                <p:cNvSpPr>
                  <a:spLocks/>
                </p:cNvSpPr>
                <p:nvPr/>
              </p:nvSpPr>
              <p:spPr bwMode="auto">
                <a:xfrm>
                  <a:off x="5299" y="1901"/>
                  <a:ext cx="141" cy="85"/>
                </a:xfrm>
                <a:custGeom>
                  <a:avLst/>
                  <a:gdLst>
                    <a:gd name="T0" fmla="*/ 0 w 846"/>
                    <a:gd name="T1" fmla="*/ 0 h 507"/>
                    <a:gd name="T2" fmla="*/ 0 w 846"/>
                    <a:gd name="T3" fmla="*/ 0 h 507"/>
                    <a:gd name="T4" fmla="*/ 0 w 846"/>
                    <a:gd name="T5" fmla="*/ 0 h 507"/>
                    <a:gd name="T6" fmla="*/ 0 w 846"/>
                    <a:gd name="T7" fmla="*/ 0 h 507"/>
                    <a:gd name="T8" fmla="*/ 0 w 846"/>
                    <a:gd name="T9" fmla="*/ 0 h 50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46" h="507">
                      <a:moveTo>
                        <a:pt x="0" y="507"/>
                      </a:moveTo>
                      <a:lnTo>
                        <a:pt x="25" y="411"/>
                      </a:lnTo>
                      <a:lnTo>
                        <a:pt x="846" y="0"/>
                      </a:lnTo>
                      <a:lnTo>
                        <a:pt x="817" y="76"/>
                      </a:lnTo>
                      <a:lnTo>
                        <a:pt x="0" y="507"/>
                      </a:lnTo>
                      <a:close/>
                    </a:path>
                  </a:pathLst>
                </a:custGeom>
                <a:solidFill>
                  <a:srgbClr val="404040"/>
                </a:solidFill>
                <a:ln w="1588">
                  <a:solidFill>
                    <a:srgbClr val="000000"/>
                  </a:solidFill>
                  <a:prstDash val="solid"/>
                  <a:round/>
                  <a:headEnd/>
                  <a:tailEnd/>
                </a:ln>
              </p:spPr>
              <p:txBody>
                <a:bodyPr/>
                <a:lstStyle/>
                <a:p>
                  <a:endParaRPr lang="zh-CN" altLang="en-US" b="1">
                    <a:solidFill>
                      <a:srgbClr val="000099"/>
                    </a:solidFill>
                  </a:endParaRPr>
                </a:p>
              </p:txBody>
            </p:sp>
            <p:sp>
              <p:nvSpPr>
                <p:cNvPr id="26767" name="Freeform 223">
                  <a:extLst>
                    <a:ext uri="{FF2B5EF4-FFF2-40B4-BE49-F238E27FC236}">
                      <a16:creationId xmlns:a16="http://schemas.microsoft.com/office/drawing/2014/main" id="{BE3B0392-599E-8839-A553-1B98FEA562EC}"/>
                    </a:ext>
                  </a:extLst>
                </p:cNvPr>
                <p:cNvSpPr>
                  <a:spLocks/>
                </p:cNvSpPr>
                <p:nvPr/>
              </p:nvSpPr>
              <p:spPr bwMode="auto">
                <a:xfrm>
                  <a:off x="5227" y="1905"/>
                  <a:ext cx="106" cy="54"/>
                </a:xfrm>
                <a:custGeom>
                  <a:avLst/>
                  <a:gdLst>
                    <a:gd name="T0" fmla="*/ 0 w 637"/>
                    <a:gd name="T1" fmla="*/ 0 h 321"/>
                    <a:gd name="T2" fmla="*/ 0 w 637"/>
                    <a:gd name="T3" fmla="*/ 0 h 321"/>
                    <a:gd name="T4" fmla="*/ 0 w 637"/>
                    <a:gd name="T5" fmla="*/ 0 h 321"/>
                    <a:gd name="T6" fmla="*/ 0 w 637"/>
                    <a:gd name="T7" fmla="*/ 0 h 321"/>
                    <a:gd name="T8" fmla="*/ 0 w 637"/>
                    <a:gd name="T9" fmla="*/ 0 h 32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7" h="321">
                      <a:moveTo>
                        <a:pt x="0" y="83"/>
                      </a:moveTo>
                      <a:lnTo>
                        <a:pt x="220" y="0"/>
                      </a:lnTo>
                      <a:lnTo>
                        <a:pt x="637" y="224"/>
                      </a:lnTo>
                      <a:lnTo>
                        <a:pt x="425" y="321"/>
                      </a:lnTo>
                      <a:lnTo>
                        <a:pt x="0" y="83"/>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6768" name="Freeform 224">
                  <a:extLst>
                    <a:ext uri="{FF2B5EF4-FFF2-40B4-BE49-F238E27FC236}">
                      <a16:creationId xmlns:a16="http://schemas.microsoft.com/office/drawing/2014/main" id="{6038C470-940E-9253-8770-9A782E17DC1A}"/>
                    </a:ext>
                  </a:extLst>
                </p:cNvPr>
                <p:cNvSpPr>
                  <a:spLocks/>
                </p:cNvSpPr>
                <p:nvPr/>
              </p:nvSpPr>
              <p:spPr bwMode="auto">
                <a:xfrm>
                  <a:off x="5270" y="1868"/>
                  <a:ext cx="156" cy="72"/>
                </a:xfrm>
                <a:custGeom>
                  <a:avLst/>
                  <a:gdLst>
                    <a:gd name="T0" fmla="*/ 0 w 938"/>
                    <a:gd name="T1" fmla="*/ 0 h 434"/>
                    <a:gd name="T2" fmla="*/ 0 w 938"/>
                    <a:gd name="T3" fmla="*/ 0 h 434"/>
                    <a:gd name="T4" fmla="*/ 0 w 938"/>
                    <a:gd name="T5" fmla="*/ 0 h 434"/>
                    <a:gd name="T6" fmla="*/ 0 w 938"/>
                    <a:gd name="T7" fmla="*/ 0 h 434"/>
                    <a:gd name="T8" fmla="*/ 0 w 938"/>
                    <a:gd name="T9" fmla="*/ 0 h 4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38" h="434">
                      <a:moveTo>
                        <a:pt x="0" y="210"/>
                      </a:moveTo>
                      <a:lnTo>
                        <a:pt x="410" y="434"/>
                      </a:lnTo>
                      <a:lnTo>
                        <a:pt x="938" y="186"/>
                      </a:lnTo>
                      <a:lnTo>
                        <a:pt x="554" y="0"/>
                      </a:lnTo>
                      <a:lnTo>
                        <a:pt x="0" y="21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6769" name="Freeform 225">
                  <a:extLst>
                    <a:ext uri="{FF2B5EF4-FFF2-40B4-BE49-F238E27FC236}">
                      <a16:creationId xmlns:a16="http://schemas.microsoft.com/office/drawing/2014/main" id="{4F57EBA9-0A8C-4D97-BD59-BEA55093EB32}"/>
                    </a:ext>
                  </a:extLst>
                </p:cNvPr>
                <p:cNvSpPr>
                  <a:spLocks/>
                </p:cNvSpPr>
                <p:nvPr/>
              </p:nvSpPr>
              <p:spPr bwMode="auto">
                <a:xfrm>
                  <a:off x="5188" y="1852"/>
                  <a:ext cx="172" cy="66"/>
                </a:xfrm>
                <a:custGeom>
                  <a:avLst/>
                  <a:gdLst>
                    <a:gd name="T0" fmla="*/ 0 w 1034"/>
                    <a:gd name="T1" fmla="*/ 0 h 395"/>
                    <a:gd name="T2" fmla="*/ 0 w 1034"/>
                    <a:gd name="T3" fmla="*/ 0 h 395"/>
                    <a:gd name="T4" fmla="*/ 0 w 1034"/>
                    <a:gd name="T5" fmla="*/ 0 h 395"/>
                    <a:gd name="T6" fmla="*/ 0 w 1034"/>
                    <a:gd name="T7" fmla="*/ 0 h 395"/>
                    <a:gd name="T8" fmla="*/ 0 w 1034"/>
                    <a:gd name="T9" fmla="*/ 0 h 39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4" h="395">
                      <a:moveTo>
                        <a:pt x="216" y="395"/>
                      </a:moveTo>
                      <a:lnTo>
                        <a:pt x="0" y="285"/>
                      </a:lnTo>
                      <a:lnTo>
                        <a:pt x="867" y="0"/>
                      </a:lnTo>
                      <a:lnTo>
                        <a:pt x="1034" y="82"/>
                      </a:lnTo>
                      <a:lnTo>
                        <a:pt x="216" y="395"/>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6770" name="Line 226">
                  <a:extLst>
                    <a:ext uri="{FF2B5EF4-FFF2-40B4-BE49-F238E27FC236}">
                      <a16:creationId xmlns:a16="http://schemas.microsoft.com/office/drawing/2014/main" id="{85C51230-2148-9874-4048-4F0BA8DBA60E}"/>
                    </a:ext>
                  </a:extLst>
                </p:cNvPr>
                <p:cNvSpPr>
                  <a:spLocks noChangeShapeType="1"/>
                </p:cNvSpPr>
                <p:nvPr/>
              </p:nvSpPr>
              <p:spPr bwMode="auto">
                <a:xfrm flipV="1">
                  <a:off x="5193" y="1855"/>
                  <a:ext cx="148" cy="51"/>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6771" name="Line 227">
                  <a:extLst>
                    <a:ext uri="{FF2B5EF4-FFF2-40B4-BE49-F238E27FC236}">
                      <a16:creationId xmlns:a16="http://schemas.microsoft.com/office/drawing/2014/main" id="{77866D82-C244-B4A0-31B2-734801D28842}"/>
                    </a:ext>
                  </a:extLst>
                </p:cNvPr>
                <p:cNvSpPr>
                  <a:spLocks noChangeShapeType="1"/>
                </p:cNvSpPr>
                <p:nvPr/>
              </p:nvSpPr>
              <p:spPr bwMode="auto">
                <a:xfrm flipV="1">
                  <a:off x="5205" y="1858"/>
                  <a:ext cx="144" cy="52"/>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6772" name="Line 228">
                  <a:extLst>
                    <a:ext uri="{FF2B5EF4-FFF2-40B4-BE49-F238E27FC236}">
                      <a16:creationId xmlns:a16="http://schemas.microsoft.com/office/drawing/2014/main" id="{B4EE8D91-B05B-0435-7C77-FD9C86040A10}"/>
                    </a:ext>
                  </a:extLst>
                </p:cNvPr>
                <p:cNvSpPr>
                  <a:spLocks noChangeShapeType="1"/>
                </p:cNvSpPr>
                <p:nvPr/>
              </p:nvSpPr>
              <p:spPr bwMode="auto">
                <a:xfrm flipV="1">
                  <a:off x="5214" y="1862"/>
                  <a:ext cx="141" cy="54"/>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6773" name="Line 229">
                  <a:extLst>
                    <a:ext uri="{FF2B5EF4-FFF2-40B4-BE49-F238E27FC236}">
                      <a16:creationId xmlns:a16="http://schemas.microsoft.com/office/drawing/2014/main" id="{E7F9B79C-0D7B-CBA3-2EA1-B6B056721B03}"/>
                    </a:ext>
                  </a:extLst>
                </p:cNvPr>
                <p:cNvSpPr>
                  <a:spLocks noChangeShapeType="1"/>
                </p:cNvSpPr>
                <p:nvPr/>
              </p:nvSpPr>
              <p:spPr bwMode="auto">
                <a:xfrm flipV="1">
                  <a:off x="5235" y="1871"/>
                  <a:ext cx="138" cy="55"/>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6774" name="Line 230">
                  <a:extLst>
                    <a:ext uri="{FF2B5EF4-FFF2-40B4-BE49-F238E27FC236}">
                      <a16:creationId xmlns:a16="http://schemas.microsoft.com/office/drawing/2014/main" id="{1B8B7C9F-C081-AD8C-701E-21035029187E}"/>
                    </a:ext>
                  </a:extLst>
                </p:cNvPr>
                <p:cNvSpPr>
                  <a:spLocks noChangeShapeType="1"/>
                </p:cNvSpPr>
                <p:nvPr/>
              </p:nvSpPr>
              <p:spPr bwMode="auto">
                <a:xfrm flipV="1">
                  <a:off x="5246" y="1877"/>
                  <a:ext cx="137" cy="56"/>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6775" name="Line 231">
                  <a:extLst>
                    <a:ext uri="{FF2B5EF4-FFF2-40B4-BE49-F238E27FC236}">
                      <a16:creationId xmlns:a16="http://schemas.microsoft.com/office/drawing/2014/main" id="{ED50BF07-6F7E-125D-9FF6-ACDC74C6E89D}"/>
                    </a:ext>
                  </a:extLst>
                </p:cNvPr>
                <p:cNvSpPr>
                  <a:spLocks noChangeShapeType="1"/>
                </p:cNvSpPr>
                <p:nvPr/>
              </p:nvSpPr>
              <p:spPr bwMode="auto">
                <a:xfrm flipV="1">
                  <a:off x="5261" y="1885"/>
                  <a:ext cx="124" cy="53"/>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6776" name="Line 232">
                  <a:extLst>
                    <a:ext uri="{FF2B5EF4-FFF2-40B4-BE49-F238E27FC236}">
                      <a16:creationId xmlns:a16="http://schemas.microsoft.com/office/drawing/2014/main" id="{DB99D9E5-F9E4-7708-D2B2-C01FBCE3C401}"/>
                    </a:ext>
                  </a:extLst>
                </p:cNvPr>
                <p:cNvSpPr>
                  <a:spLocks noChangeShapeType="1"/>
                </p:cNvSpPr>
                <p:nvPr/>
              </p:nvSpPr>
              <p:spPr bwMode="auto">
                <a:xfrm flipV="1">
                  <a:off x="5274" y="1890"/>
                  <a:ext cx="119" cy="53"/>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6777" name="Line 233">
                  <a:extLst>
                    <a:ext uri="{FF2B5EF4-FFF2-40B4-BE49-F238E27FC236}">
                      <a16:creationId xmlns:a16="http://schemas.microsoft.com/office/drawing/2014/main" id="{368990DF-5FB3-03A8-122B-31108DE658E2}"/>
                    </a:ext>
                  </a:extLst>
                </p:cNvPr>
                <p:cNvSpPr>
                  <a:spLocks noChangeShapeType="1"/>
                </p:cNvSpPr>
                <p:nvPr/>
              </p:nvSpPr>
              <p:spPr bwMode="auto">
                <a:xfrm flipV="1">
                  <a:off x="5291" y="1897"/>
                  <a:ext cx="114" cy="52"/>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6778" name="Line 234">
                  <a:extLst>
                    <a:ext uri="{FF2B5EF4-FFF2-40B4-BE49-F238E27FC236}">
                      <a16:creationId xmlns:a16="http://schemas.microsoft.com/office/drawing/2014/main" id="{924D214F-6288-35FD-9BA8-4949E8454C31}"/>
                    </a:ext>
                  </a:extLst>
                </p:cNvPr>
                <p:cNvSpPr>
                  <a:spLocks noChangeShapeType="1"/>
                </p:cNvSpPr>
                <p:nvPr/>
              </p:nvSpPr>
              <p:spPr bwMode="auto">
                <a:xfrm>
                  <a:off x="5239" y="1915"/>
                  <a:ext cx="71" cy="40"/>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6779" name="Line 235">
                  <a:extLst>
                    <a:ext uri="{FF2B5EF4-FFF2-40B4-BE49-F238E27FC236}">
                      <a16:creationId xmlns:a16="http://schemas.microsoft.com/office/drawing/2014/main" id="{122CC26B-4112-94B0-99BE-CBA1744C3907}"/>
                    </a:ext>
                  </a:extLst>
                </p:cNvPr>
                <p:cNvSpPr>
                  <a:spLocks noChangeShapeType="1"/>
                </p:cNvSpPr>
                <p:nvPr/>
              </p:nvSpPr>
              <p:spPr bwMode="auto">
                <a:xfrm>
                  <a:off x="5255" y="1910"/>
                  <a:ext cx="69" cy="38"/>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6780" name="Line 236">
                  <a:extLst>
                    <a:ext uri="{FF2B5EF4-FFF2-40B4-BE49-F238E27FC236}">
                      <a16:creationId xmlns:a16="http://schemas.microsoft.com/office/drawing/2014/main" id="{7CB58D9E-72CB-379F-45B4-459FD0526A41}"/>
                    </a:ext>
                  </a:extLst>
                </p:cNvPr>
                <p:cNvSpPr>
                  <a:spLocks noChangeShapeType="1"/>
                </p:cNvSpPr>
                <p:nvPr/>
              </p:nvSpPr>
              <p:spPr bwMode="auto">
                <a:xfrm>
                  <a:off x="5285" y="1897"/>
                  <a:ext cx="68" cy="37"/>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6781" name="Line 237">
                  <a:extLst>
                    <a:ext uri="{FF2B5EF4-FFF2-40B4-BE49-F238E27FC236}">
                      <a16:creationId xmlns:a16="http://schemas.microsoft.com/office/drawing/2014/main" id="{E64C9FD7-8B99-4D70-D156-60A07093BB3D}"/>
                    </a:ext>
                  </a:extLst>
                </p:cNvPr>
                <p:cNvSpPr>
                  <a:spLocks noChangeShapeType="1"/>
                </p:cNvSpPr>
                <p:nvPr/>
              </p:nvSpPr>
              <p:spPr bwMode="auto">
                <a:xfrm>
                  <a:off x="5301" y="1891"/>
                  <a:ext cx="67" cy="36"/>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6782" name="Line 238">
                  <a:extLst>
                    <a:ext uri="{FF2B5EF4-FFF2-40B4-BE49-F238E27FC236}">
                      <a16:creationId xmlns:a16="http://schemas.microsoft.com/office/drawing/2014/main" id="{809FD436-5CBB-1253-144E-B60749EE048D}"/>
                    </a:ext>
                  </a:extLst>
                </p:cNvPr>
                <p:cNvSpPr>
                  <a:spLocks noChangeShapeType="1"/>
                </p:cNvSpPr>
                <p:nvPr/>
              </p:nvSpPr>
              <p:spPr bwMode="auto">
                <a:xfrm>
                  <a:off x="5318" y="1886"/>
                  <a:ext cx="65" cy="36"/>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6783" name="Line 239">
                  <a:extLst>
                    <a:ext uri="{FF2B5EF4-FFF2-40B4-BE49-F238E27FC236}">
                      <a16:creationId xmlns:a16="http://schemas.microsoft.com/office/drawing/2014/main" id="{D301BB38-39C6-2D96-3D5C-3BE5E76E93C6}"/>
                    </a:ext>
                  </a:extLst>
                </p:cNvPr>
                <p:cNvSpPr>
                  <a:spLocks noChangeShapeType="1"/>
                </p:cNvSpPr>
                <p:nvPr/>
              </p:nvSpPr>
              <p:spPr bwMode="auto">
                <a:xfrm>
                  <a:off x="5332" y="1880"/>
                  <a:ext cx="64" cy="34"/>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6784" name="Line 240">
                  <a:extLst>
                    <a:ext uri="{FF2B5EF4-FFF2-40B4-BE49-F238E27FC236}">
                      <a16:creationId xmlns:a16="http://schemas.microsoft.com/office/drawing/2014/main" id="{764CEDC3-C1FA-E311-EA71-283CFCC9A244}"/>
                    </a:ext>
                  </a:extLst>
                </p:cNvPr>
                <p:cNvSpPr>
                  <a:spLocks noChangeShapeType="1"/>
                </p:cNvSpPr>
                <p:nvPr/>
              </p:nvSpPr>
              <p:spPr bwMode="auto">
                <a:xfrm>
                  <a:off x="5346" y="1874"/>
                  <a:ext cx="64" cy="33"/>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6785" name="Line 241">
                  <a:extLst>
                    <a:ext uri="{FF2B5EF4-FFF2-40B4-BE49-F238E27FC236}">
                      <a16:creationId xmlns:a16="http://schemas.microsoft.com/office/drawing/2014/main" id="{4E217ABD-BC81-6558-39F4-78F734A0860B}"/>
                    </a:ext>
                  </a:extLst>
                </p:cNvPr>
                <p:cNvSpPr>
                  <a:spLocks noChangeShapeType="1"/>
                </p:cNvSpPr>
                <p:nvPr/>
              </p:nvSpPr>
              <p:spPr bwMode="auto">
                <a:xfrm>
                  <a:off x="5209" y="1892"/>
                  <a:ext cx="35" cy="18"/>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6786" name="Line 242">
                  <a:extLst>
                    <a:ext uri="{FF2B5EF4-FFF2-40B4-BE49-F238E27FC236}">
                      <a16:creationId xmlns:a16="http://schemas.microsoft.com/office/drawing/2014/main" id="{248B6533-7807-AAB2-DCC6-1B4D278655E1}"/>
                    </a:ext>
                  </a:extLst>
                </p:cNvPr>
                <p:cNvSpPr>
                  <a:spLocks noChangeShapeType="1"/>
                </p:cNvSpPr>
                <p:nvPr/>
              </p:nvSpPr>
              <p:spPr bwMode="auto">
                <a:xfrm>
                  <a:off x="5232" y="1885"/>
                  <a:ext cx="32" cy="17"/>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6787" name="Line 243">
                  <a:extLst>
                    <a:ext uri="{FF2B5EF4-FFF2-40B4-BE49-F238E27FC236}">
                      <a16:creationId xmlns:a16="http://schemas.microsoft.com/office/drawing/2014/main" id="{A8B34D8C-0FE2-DEEB-8F32-678D655E6036}"/>
                    </a:ext>
                  </a:extLst>
                </p:cNvPr>
                <p:cNvSpPr>
                  <a:spLocks noChangeShapeType="1"/>
                </p:cNvSpPr>
                <p:nvPr/>
              </p:nvSpPr>
              <p:spPr bwMode="auto">
                <a:xfrm>
                  <a:off x="5252" y="1879"/>
                  <a:ext cx="33" cy="17"/>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6788" name="Line 244">
                  <a:extLst>
                    <a:ext uri="{FF2B5EF4-FFF2-40B4-BE49-F238E27FC236}">
                      <a16:creationId xmlns:a16="http://schemas.microsoft.com/office/drawing/2014/main" id="{6E92B6BB-BC40-A456-D189-741DCC4CCE85}"/>
                    </a:ext>
                  </a:extLst>
                </p:cNvPr>
                <p:cNvSpPr>
                  <a:spLocks noChangeShapeType="1"/>
                </p:cNvSpPr>
                <p:nvPr/>
              </p:nvSpPr>
              <p:spPr bwMode="auto">
                <a:xfrm>
                  <a:off x="5272" y="1872"/>
                  <a:ext cx="32" cy="15"/>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6789" name="Line 245">
                  <a:extLst>
                    <a:ext uri="{FF2B5EF4-FFF2-40B4-BE49-F238E27FC236}">
                      <a16:creationId xmlns:a16="http://schemas.microsoft.com/office/drawing/2014/main" id="{ED3EA3FF-09C4-7B76-F7CA-0F0B7C527452}"/>
                    </a:ext>
                  </a:extLst>
                </p:cNvPr>
                <p:cNvSpPr>
                  <a:spLocks noChangeShapeType="1"/>
                </p:cNvSpPr>
                <p:nvPr/>
              </p:nvSpPr>
              <p:spPr bwMode="auto">
                <a:xfrm>
                  <a:off x="5292" y="1865"/>
                  <a:ext cx="31" cy="16"/>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sp>
              <p:nvSpPr>
                <p:cNvPr id="26790" name="Line 246">
                  <a:extLst>
                    <a:ext uri="{FF2B5EF4-FFF2-40B4-BE49-F238E27FC236}">
                      <a16:creationId xmlns:a16="http://schemas.microsoft.com/office/drawing/2014/main" id="{0B4D30FC-D3CE-B402-CF9F-1E68D8D51E7A}"/>
                    </a:ext>
                  </a:extLst>
                </p:cNvPr>
                <p:cNvSpPr>
                  <a:spLocks noChangeShapeType="1"/>
                </p:cNvSpPr>
                <p:nvPr/>
              </p:nvSpPr>
              <p:spPr bwMode="auto">
                <a:xfrm>
                  <a:off x="5315" y="1858"/>
                  <a:ext cx="29" cy="15"/>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endParaRPr>
                </a:p>
              </p:txBody>
            </p:sp>
          </p:grpSp>
        </p:grpSp>
      </p:grpSp>
      <p:grpSp>
        <p:nvGrpSpPr>
          <p:cNvPr id="26811" name="Group 247">
            <a:extLst>
              <a:ext uri="{FF2B5EF4-FFF2-40B4-BE49-F238E27FC236}">
                <a16:creationId xmlns:a16="http://schemas.microsoft.com/office/drawing/2014/main" id="{40F14080-9B6E-58E9-C129-0D371052C267}"/>
              </a:ext>
            </a:extLst>
          </p:cNvPr>
          <p:cNvGrpSpPr>
            <a:grpSpLocks/>
          </p:cNvGrpSpPr>
          <p:nvPr/>
        </p:nvGrpSpPr>
        <p:grpSpPr bwMode="auto">
          <a:xfrm>
            <a:off x="9162337" y="5103441"/>
            <a:ext cx="598488" cy="246062"/>
            <a:chOff x="5266" y="2029"/>
            <a:chExt cx="348" cy="155"/>
          </a:xfrm>
        </p:grpSpPr>
        <p:sp>
          <p:nvSpPr>
            <p:cNvPr id="26812" name="Freeform 248">
              <a:extLst>
                <a:ext uri="{FF2B5EF4-FFF2-40B4-BE49-F238E27FC236}">
                  <a16:creationId xmlns:a16="http://schemas.microsoft.com/office/drawing/2014/main" id="{D6D8A2D8-D94A-4508-DDEE-2208199E5937}"/>
                </a:ext>
              </a:extLst>
            </p:cNvPr>
            <p:cNvSpPr>
              <a:spLocks/>
            </p:cNvSpPr>
            <p:nvPr/>
          </p:nvSpPr>
          <p:spPr bwMode="auto">
            <a:xfrm>
              <a:off x="5266" y="2029"/>
              <a:ext cx="348" cy="155"/>
            </a:xfrm>
            <a:custGeom>
              <a:avLst/>
              <a:gdLst>
                <a:gd name="T0" fmla="*/ 0 w 2091"/>
                <a:gd name="T1" fmla="*/ 0 h 931"/>
                <a:gd name="T2" fmla="*/ 0 w 2091"/>
                <a:gd name="T3" fmla="*/ 0 h 931"/>
                <a:gd name="T4" fmla="*/ 0 w 2091"/>
                <a:gd name="T5" fmla="*/ 0 h 931"/>
                <a:gd name="T6" fmla="*/ 0 w 2091"/>
                <a:gd name="T7" fmla="*/ 0 h 931"/>
                <a:gd name="T8" fmla="*/ 0 w 2091"/>
                <a:gd name="T9" fmla="*/ 0 h 931"/>
                <a:gd name="T10" fmla="*/ 0 w 2091"/>
                <a:gd name="T11" fmla="*/ 0 h 931"/>
                <a:gd name="T12" fmla="*/ 0 w 2091"/>
                <a:gd name="T13" fmla="*/ 0 h 931"/>
                <a:gd name="T14" fmla="*/ 0 w 2091"/>
                <a:gd name="T15" fmla="*/ 0 h 931"/>
                <a:gd name="T16" fmla="*/ 0 w 2091"/>
                <a:gd name="T17" fmla="*/ 0 h 931"/>
                <a:gd name="T18" fmla="*/ 0 w 2091"/>
                <a:gd name="T19" fmla="*/ 0 h 931"/>
                <a:gd name="T20" fmla="*/ 0 w 2091"/>
                <a:gd name="T21" fmla="*/ 0 h 931"/>
                <a:gd name="T22" fmla="*/ 0 w 2091"/>
                <a:gd name="T23" fmla="*/ 0 h 931"/>
                <a:gd name="T24" fmla="*/ 0 w 2091"/>
                <a:gd name="T25" fmla="*/ 0 h 931"/>
                <a:gd name="T26" fmla="*/ 0 w 2091"/>
                <a:gd name="T27" fmla="*/ 0 h 931"/>
                <a:gd name="T28" fmla="*/ 0 w 2091"/>
                <a:gd name="T29" fmla="*/ 0 h 931"/>
                <a:gd name="T30" fmla="*/ 0 w 2091"/>
                <a:gd name="T31" fmla="*/ 0 h 931"/>
                <a:gd name="T32" fmla="*/ 0 w 2091"/>
                <a:gd name="T33" fmla="*/ 0 h 931"/>
                <a:gd name="T34" fmla="*/ 0 w 2091"/>
                <a:gd name="T35" fmla="*/ 0 h 931"/>
                <a:gd name="T36" fmla="*/ 0 w 2091"/>
                <a:gd name="T37" fmla="*/ 0 h 931"/>
                <a:gd name="T38" fmla="*/ 0 w 2091"/>
                <a:gd name="T39" fmla="*/ 0 h 931"/>
                <a:gd name="T40" fmla="*/ 0 w 2091"/>
                <a:gd name="T41" fmla="*/ 0 h 931"/>
                <a:gd name="T42" fmla="*/ 0 w 2091"/>
                <a:gd name="T43" fmla="*/ 0 h 931"/>
                <a:gd name="T44" fmla="*/ 0 w 2091"/>
                <a:gd name="T45" fmla="*/ 0 h 931"/>
                <a:gd name="T46" fmla="*/ 0 w 2091"/>
                <a:gd name="T47" fmla="*/ 0 h 931"/>
                <a:gd name="T48" fmla="*/ 0 w 2091"/>
                <a:gd name="T49" fmla="*/ 0 h 931"/>
                <a:gd name="T50" fmla="*/ 0 w 2091"/>
                <a:gd name="T51" fmla="*/ 0 h 931"/>
                <a:gd name="T52" fmla="*/ 0 w 2091"/>
                <a:gd name="T53" fmla="*/ 0 h 931"/>
                <a:gd name="T54" fmla="*/ 0 w 2091"/>
                <a:gd name="T55" fmla="*/ 0 h 931"/>
                <a:gd name="T56" fmla="*/ 0 w 2091"/>
                <a:gd name="T57" fmla="*/ 0 h 931"/>
                <a:gd name="T58" fmla="*/ 0 w 2091"/>
                <a:gd name="T59" fmla="*/ 0 h 931"/>
                <a:gd name="T60" fmla="*/ 0 w 2091"/>
                <a:gd name="T61" fmla="*/ 0 h 931"/>
                <a:gd name="T62" fmla="*/ 0 w 2091"/>
                <a:gd name="T63" fmla="*/ 0 h 931"/>
                <a:gd name="T64" fmla="*/ 0 w 2091"/>
                <a:gd name="T65" fmla="*/ 0 h 931"/>
                <a:gd name="T66" fmla="*/ 0 w 2091"/>
                <a:gd name="T67" fmla="*/ 0 h 931"/>
                <a:gd name="T68" fmla="*/ 0 w 2091"/>
                <a:gd name="T69" fmla="*/ 0 h 931"/>
                <a:gd name="T70" fmla="*/ 0 w 2091"/>
                <a:gd name="T71" fmla="*/ 0 h 931"/>
                <a:gd name="T72" fmla="*/ 0 w 2091"/>
                <a:gd name="T73" fmla="*/ 0 h 931"/>
                <a:gd name="T74" fmla="*/ 0 w 2091"/>
                <a:gd name="T75" fmla="*/ 0 h 931"/>
                <a:gd name="T76" fmla="*/ 0 w 2091"/>
                <a:gd name="T77" fmla="*/ 0 h 931"/>
                <a:gd name="T78" fmla="*/ 0 w 2091"/>
                <a:gd name="T79" fmla="*/ 0 h 931"/>
                <a:gd name="T80" fmla="*/ 0 w 2091"/>
                <a:gd name="T81" fmla="*/ 0 h 931"/>
                <a:gd name="T82" fmla="*/ 0 w 2091"/>
                <a:gd name="T83" fmla="*/ 0 h 931"/>
                <a:gd name="T84" fmla="*/ 0 w 2091"/>
                <a:gd name="T85" fmla="*/ 0 h 931"/>
                <a:gd name="T86" fmla="*/ 0 w 2091"/>
                <a:gd name="T87" fmla="*/ 0 h 931"/>
                <a:gd name="T88" fmla="*/ 0 w 2091"/>
                <a:gd name="T89" fmla="*/ 0 h 931"/>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2091" h="931">
                  <a:moveTo>
                    <a:pt x="182" y="927"/>
                  </a:moveTo>
                  <a:lnTo>
                    <a:pt x="5" y="905"/>
                  </a:lnTo>
                  <a:lnTo>
                    <a:pt x="0" y="695"/>
                  </a:lnTo>
                  <a:lnTo>
                    <a:pt x="9" y="537"/>
                  </a:lnTo>
                  <a:lnTo>
                    <a:pt x="100" y="442"/>
                  </a:lnTo>
                  <a:lnTo>
                    <a:pt x="210" y="387"/>
                  </a:lnTo>
                  <a:lnTo>
                    <a:pt x="460" y="296"/>
                  </a:lnTo>
                  <a:lnTo>
                    <a:pt x="828" y="207"/>
                  </a:lnTo>
                  <a:lnTo>
                    <a:pt x="900" y="201"/>
                  </a:lnTo>
                  <a:lnTo>
                    <a:pt x="948" y="207"/>
                  </a:lnTo>
                  <a:lnTo>
                    <a:pt x="960" y="188"/>
                  </a:lnTo>
                  <a:lnTo>
                    <a:pt x="980" y="169"/>
                  </a:lnTo>
                  <a:lnTo>
                    <a:pt x="1003" y="173"/>
                  </a:lnTo>
                  <a:lnTo>
                    <a:pt x="1035" y="176"/>
                  </a:lnTo>
                  <a:lnTo>
                    <a:pt x="1049" y="138"/>
                  </a:lnTo>
                  <a:lnTo>
                    <a:pt x="1077" y="118"/>
                  </a:lnTo>
                  <a:lnTo>
                    <a:pt x="1106" y="112"/>
                  </a:lnTo>
                  <a:lnTo>
                    <a:pt x="1144" y="112"/>
                  </a:lnTo>
                  <a:lnTo>
                    <a:pt x="1138" y="82"/>
                  </a:lnTo>
                  <a:lnTo>
                    <a:pt x="1182" y="0"/>
                  </a:lnTo>
                  <a:lnTo>
                    <a:pt x="2040" y="22"/>
                  </a:lnTo>
                  <a:lnTo>
                    <a:pt x="2037" y="110"/>
                  </a:lnTo>
                  <a:lnTo>
                    <a:pt x="2053" y="188"/>
                  </a:lnTo>
                  <a:lnTo>
                    <a:pt x="2065" y="244"/>
                  </a:lnTo>
                  <a:lnTo>
                    <a:pt x="2080" y="314"/>
                  </a:lnTo>
                  <a:lnTo>
                    <a:pt x="2091" y="427"/>
                  </a:lnTo>
                  <a:lnTo>
                    <a:pt x="2077" y="494"/>
                  </a:lnTo>
                  <a:lnTo>
                    <a:pt x="2053" y="557"/>
                  </a:lnTo>
                  <a:lnTo>
                    <a:pt x="2023" y="610"/>
                  </a:lnTo>
                  <a:lnTo>
                    <a:pt x="1983" y="629"/>
                  </a:lnTo>
                  <a:lnTo>
                    <a:pt x="1921" y="648"/>
                  </a:lnTo>
                  <a:lnTo>
                    <a:pt x="1838" y="673"/>
                  </a:lnTo>
                  <a:lnTo>
                    <a:pt x="1801" y="717"/>
                  </a:lnTo>
                  <a:lnTo>
                    <a:pt x="1757" y="754"/>
                  </a:lnTo>
                  <a:lnTo>
                    <a:pt x="1686" y="786"/>
                  </a:lnTo>
                  <a:lnTo>
                    <a:pt x="1605" y="812"/>
                  </a:lnTo>
                  <a:lnTo>
                    <a:pt x="1475" y="827"/>
                  </a:lnTo>
                  <a:lnTo>
                    <a:pt x="1364" y="827"/>
                  </a:lnTo>
                  <a:lnTo>
                    <a:pt x="1279" y="818"/>
                  </a:lnTo>
                  <a:lnTo>
                    <a:pt x="1202" y="812"/>
                  </a:lnTo>
                  <a:lnTo>
                    <a:pt x="1144" y="843"/>
                  </a:lnTo>
                  <a:lnTo>
                    <a:pt x="1031" y="837"/>
                  </a:lnTo>
                  <a:lnTo>
                    <a:pt x="582" y="901"/>
                  </a:lnTo>
                  <a:lnTo>
                    <a:pt x="386" y="931"/>
                  </a:lnTo>
                  <a:lnTo>
                    <a:pt x="182" y="927"/>
                  </a:lnTo>
                  <a:close/>
                </a:path>
              </a:pathLst>
            </a:custGeom>
            <a:solidFill>
              <a:srgbClr val="606060"/>
            </a:solidFill>
            <a:ln w="1588">
              <a:solidFill>
                <a:srgbClr val="000000"/>
              </a:solidFill>
              <a:prstDash val="solid"/>
              <a:round/>
              <a:headEnd/>
              <a:tailEnd/>
            </a:ln>
          </p:spPr>
          <p:txBody>
            <a:bodyPr/>
            <a:lstStyle/>
            <a:p>
              <a:endParaRPr lang="zh-CN" altLang="en-US" b="1">
                <a:solidFill>
                  <a:srgbClr val="000099"/>
                </a:solidFill>
              </a:endParaRPr>
            </a:p>
          </p:txBody>
        </p:sp>
        <p:sp>
          <p:nvSpPr>
            <p:cNvPr id="26813" name="Freeform 249">
              <a:extLst>
                <a:ext uri="{FF2B5EF4-FFF2-40B4-BE49-F238E27FC236}">
                  <a16:creationId xmlns:a16="http://schemas.microsoft.com/office/drawing/2014/main" id="{40531D98-851E-7AC0-9967-D26F490E6233}"/>
                </a:ext>
              </a:extLst>
            </p:cNvPr>
            <p:cNvSpPr>
              <a:spLocks/>
            </p:cNvSpPr>
            <p:nvPr/>
          </p:nvSpPr>
          <p:spPr bwMode="auto">
            <a:xfrm>
              <a:off x="5268" y="2043"/>
              <a:ext cx="342" cy="138"/>
            </a:xfrm>
            <a:custGeom>
              <a:avLst/>
              <a:gdLst>
                <a:gd name="T0" fmla="*/ 0 w 2049"/>
                <a:gd name="T1" fmla="*/ 0 h 829"/>
                <a:gd name="T2" fmla="*/ 0 w 2049"/>
                <a:gd name="T3" fmla="*/ 0 h 829"/>
                <a:gd name="T4" fmla="*/ 0 w 2049"/>
                <a:gd name="T5" fmla="*/ 0 h 829"/>
                <a:gd name="T6" fmla="*/ 0 w 2049"/>
                <a:gd name="T7" fmla="*/ 0 h 829"/>
                <a:gd name="T8" fmla="*/ 0 w 2049"/>
                <a:gd name="T9" fmla="*/ 0 h 829"/>
                <a:gd name="T10" fmla="*/ 0 w 2049"/>
                <a:gd name="T11" fmla="*/ 0 h 829"/>
                <a:gd name="T12" fmla="*/ 0 w 2049"/>
                <a:gd name="T13" fmla="*/ 0 h 829"/>
                <a:gd name="T14" fmla="*/ 0 w 2049"/>
                <a:gd name="T15" fmla="*/ 0 h 829"/>
                <a:gd name="T16" fmla="*/ 0 w 2049"/>
                <a:gd name="T17" fmla="*/ 0 h 829"/>
                <a:gd name="T18" fmla="*/ 0 w 2049"/>
                <a:gd name="T19" fmla="*/ 0 h 829"/>
                <a:gd name="T20" fmla="*/ 0 w 2049"/>
                <a:gd name="T21" fmla="*/ 0 h 829"/>
                <a:gd name="T22" fmla="*/ 0 w 2049"/>
                <a:gd name="T23" fmla="*/ 0 h 829"/>
                <a:gd name="T24" fmla="*/ 0 w 2049"/>
                <a:gd name="T25" fmla="*/ 0 h 829"/>
                <a:gd name="T26" fmla="*/ 0 w 2049"/>
                <a:gd name="T27" fmla="*/ 0 h 829"/>
                <a:gd name="T28" fmla="*/ 0 w 2049"/>
                <a:gd name="T29" fmla="*/ 0 h 829"/>
                <a:gd name="T30" fmla="*/ 0 w 2049"/>
                <a:gd name="T31" fmla="*/ 0 h 829"/>
                <a:gd name="T32" fmla="*/ 0 w 2049"/>
                <a:gd name="T33" fmla="*/ 0 h 829"/>
                <a:gd name="T34" fmla="*/ 0 w 2049"/>
                <a:gd name="T35" fmla="*/ 0 h 829"/>
                <a:gd name="T36" fmla="*/ 0 w 2049"/>
                <a:gd name="T37" fmla="*/ 0 h 829"/>
                <a:gd name="T38" fmla="*/ 0 w 2049"/>
                <a:gd name="T39" fmla="*/ 0 h 829"/>
                <a:gd name="T40" fmla="*/ 0 w 2049"/>
                <a:gd name="T41" fmla="*/ 0 h 829"/>
                <a:gd name="T42" fmla="*/ 0 w 2049"/>
                <a:gd name="T43" fmla="*/ 0 h 829"/>
                <a:gd name="T44" fmla="*/ 0 w 2049"/>
                <a:gd name="T45" fmla="*/ 0 h 829"/>
                <a:gd name="T46" fmla="*/ 0 w 2049"/>
                <a:gd name="T47" fmla="*/ 0 h 829"/>
                <a:gd name="T48" fmla="*/ 0 w 2049"/>
                <a:gd name="T49" fmla="*/ 0 h 829"/>
                <a:gd name="T50" fmla="*/ 0 w 2049"/>
                <a:gd name="T51" fmla="*/ 0 h 829"/>
                <a:gd name="T52" fmla="*/ 0 w 2049"/>
                <a:gd name="T53" fmla="*/ 0 h 829"/>
                <a:gd name="T54" fmla="*/ 0 w 2049"/>
                <a:gd name="T55" fmla="*/ 0 h 829"/>
                <a:gd name="T56" fmla="*/ 0 w 2049"/>
                <a:gd name="T57" fmla="*/ 0 h 829"/>
                <a:gd name="T58" fmla="*/ 0 w 2049"/>
                <a:gd name="T59" fmla="*/ 0 h 829"/>
                <a:gd name="T60" fmla="*/ 0 w 2049"/>
                <a:gd name="T61" fmla="*/ 0 h 829"/>
                <a:gd name="T62" fmla="*/ 0 w 2049"/>
                <a:gd name="T63" fmla="*/ 0 h 829"/>
                <a:gd name="T64" fmla="*/ 0 w 2049"/>
                <a:gd name="T65" fmla="*/ 0 h 829"/>
                <a:gd name="T66" fmla="*/ 0 w 2049"/>
                <a:gd name="T67" fmla="*/ 0 h 829"/>
                <a:gd name="T68" fmla="*/ 0 w 2049"/>
                <a:gd name="T69" fmla="*/ 0 h 829"/>
                <a:gd name="T70" fmla="*/ 0 w 2049"/>
                <a:gd name="T71" fmla="*/ 0 h 829"/>
                <a:gd name="T72" fmla="*/ 0 w 2049"/>
                <a:gd name="T73" fmla="*/ 0 h 829"/>
                <a:gd name="T74" fmla="*/ 0 w 2049"/>
                <a:gd name="T75" fmla="*/ 0 h 829"/>
                <a:gd name="T76" fmla="*/ 0 w 2049"/>
                <a:gd name="T77" fmla="*/ 0 h 829"/>
                <a:gd name="T78" fmla="*/ 0 w 2049"/>
                <a:gd name="T79" fmla="*/ 0 h 829"/>
                <a:gd name="T80" fmla="*/ 0 w 2049"/>
                <a:gd name="T81" fmla="*/ 0 h 829"/>
                <a:gd name="T82" fmla="*/ 0 w 2049"/>
                <a:gd name="T83" fmla="*/ 0 h 829"/>
                <a:gd name="T84" fmla="*/ 0 w 2049"/>
                <a:gd name="T85" fmla="*/ 0 h 82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049" h="829">
                  <a:moveTo>
                    <a:pt x="1982" y="31"/>
                  </a:moveTo>
                  <a:lnTo>
                    <a:pt x="1986" y="90"/>
                  </a:lnTo>
                  <a:lnTo>
                    <a:pt x="2010" y="67"/>
                  </a:lnTo>
                  <a:lnTo>
                    <a:pt x="2037" y="199"/>
                  </a:lnTo>
                  <a:lnTo>
                    <a:pt x="2049" y="353"/>
                  </a:lnTo>
                  <a:lnTo>
                    <a:pt x="1995" y="512"/>
                  </a:lnTo>
                  <a:lnTo>
                    <a:pt x="1868" y="549"/>
                  </a:lnTo>
                  <a:lnTo>
                    <a:pt x="1882" y="512"/>
                  </a:lnTo>
                  <a:lnTo>
                    <a:pt x="1814" y="567"/>
                  </a:lnTo>
                  <a:lnTo>
                    <a:pt x="1754" y="624"/>
                  </a:lnTo>
                  <a:lnTo>
                    <a:pt x="1622" y="688"/>
                  </a:lnTo>
                  <a:lnTo>
                    <a:pt x="1460" y="701"/>
                  </a:lnTo>
                  <a:lnTo>
                    <a:pt x="1264" y="710"/>
                  </a:lnTo>
                  <a:lnTo>
                    <a:pt x="1181" y="701"/>
                  </a:lnTo>
                  <a:lnTo>
                    <a:pt x="1255" y="669"/>
                  </a:lnTo>
                  <a:lnTo>
                    <a:pt x="1287" y="589"/>
                  </a:lnTo>
                  <a:lnTo>
                    <a:pt x="1228" y="656"/>
                  </a:lnTo>
                  <a:lnTo>
                    <a:pt x="1155" y="697"/>
                  </a:lnTo>
                  <a:lnTo>
                    <a:pt x="1086" y="733"/>
                  </a:lnTo>
                  <a:lnTo>
                    <a:pt x="1017" y="724"/>
                  </a:lnTo>
                  <a:lnTo>
                    <a:pt x="1063" y="692"/>
                  </a:lnTo>
                  <a:lnTo>
                    <a:pt x="1109" y="652"/>
                  </a:lnTo>
                  <a:lnTo>
                    <a:pt x="1036" y="678"/>
                  </a:lnTo>
                  <a:lnTo>
                    <a:pt x="963" y="733"/>
                  </a:lnTo>
                  <a:lnTo>
                    <a:pt x="726" y="761"/>
                  </a:lnTo>
                  <a:lnTo>
                    <a:pt x="491" y="797"/>
                  </a:lnTo>
                  <a:lnTo>
                    <a:pt x="409" y="793"/>
                  </a:lnTo>
                  <a:lnTo>
                    <a:pt x="495" y="742"/>
                  </a:lnTo>
                  <a:lnTo>
                    <a:pt x="581" y="724"/>
                  </a:lnTo>
                  <a:lnTo>
                    <a:pt x="486" y="720"/>
                  </a:lnTo>
                  <a:lnTo>
                    <a:pt x="414" y="752"/>
                  </a:lnTo>
                  <a:lnTo>
                    <a:pt x="319" y="815"/>
                  </a:lnTo>
                  <a:lnTo>
                    <a:pt x="386" y="720"/>
                  </a:lnTo>
                  <a:lnTo>
                    <a:pt x="473" y="669"/>
                  </a:lnTo>
                  <a:lnTo>
                    <a:pt x="359" y="692"/>
                  </a:lnTo>
                  <a:lnTo>
                    <a:pt x="300" y="765"/>
                  </a:lnTo>
                  <a:lnTo>
                    <a:pt x="287" y="829"/>
                  </a:lnTo>
                  <a:lnTo>
                    <a:pt x="214" y="742"/>
                  </a:lnTo>
                  <a:lnTo>
                    <a:pt x="140" y="701"/>
                  </a:lnTo>
                  <a:lnTo>
                    <a:pt x="182" y="746"/>
                  </a:lnTo>
                  <a:lnTo>
                    <a:pt x="241" y="829"/>
                  </a:lnTo>
                  <a:lnTo>
                    <a:pt x="59" y="793"/>
                  </a:lnTo>
                  <a:lnTo>
                    <a:pt x="23" y="778"/>
                  </a:lnTo>
                  <a:lnTo>
                    <a:pt x="0" y="674"/>
                  </a:lnTo>
                  <a:lnTo>
                    <a:pt x="13" y="530"/>
                  </a:lnTo>
                  <a:lnTo>
                    <a:pt x="40" y="435"/>
                  </a:lnTo>
                  <a:lnTo>
                    <a:pt x="155" y="362"/>
                  </a:lnTo>
                  <a:lnTo>
                    <a:pt x="296" y="298"/>
                  </a:lnTo>
                  <a:lnTo>
                    <a:pt x="572" y="207"/>
                  </a:lnTo>
                  <a:lnTo>
                    <a:pt x="795" y="145"/>
                  </a:lnTo>
                  <a:lnTo>
                    <a:pt x="917" y="135"/>
                  </a:lnTo>
                  <a:lnTo>
                    <a:pt x="968" y="207"/>
                  </a:lnTo>
                  <a:lnTo>
                    <a:pt x="1123" y="285"/>
                  </a:lnTo>
                  <a:lnTo>
                    <a:pt x="1040" y="217"/>
                  </a:lnTo>
                  <a:lnTo>
                    <a:pt x="977" y="182"/>
                  </a:lnTo>
                  <a:lnTo>
                    <a:pt x="953" y="131"/>
                  </a:lnTo>
                  <a:lnTo>
                    <a:pt x="963" y="108"/>
                  </a:lnTo>
                  <a:lnTo>
                    <a:pt x="1008" y="108"/>
                  </a:lnTo>
                  <a:lnTo>
                    <a:pt x="1036" y="135"/>
                  </a:lnTo>
                  <a:lnTo>
                    <a:pt x="1063" y="163"/>
                  </a:lnTo>
                  <a:lnTo>
                    <a:pt x="1132" y="190"/>
                  </a:lnTo>
                  <a:lnTo>
                    <a:pt x="1068" y="135"/>
                  </a:lnTo>
                  <a:lnTo>
                    <a:pt x="1040" y="95"/>
                  </a:lnTo>
                  <a:lnTo>
                    <a:pt x="1059" y="67"/>
                  </a:lnTo>
                  <a:lnTo>
                    <a:pt x="1113" y="50"/>
                  </a:lnTo>
                  <a:lnTo>
                    <a:pt x="1186" y="113"/>
                  </a:lnTo>
                  <a:lnTo>
                    <a:pt x="1255" y="154"/>
                  </a:lnTo>
                  <a:lnTo>
                    <a:pt x="1173" y="63"/>
                  </a:lnTo>
                  <a:lnTo>
                    <a:pt x="1145" y="27"/>
                  </a:lnTo>
                  <a:lnTo>
                    <a:pt x="1145" y="0"/>
                  </a:lnTo>
                  <a:lnTo>
                    <a:pt x="1213" y="10"/>
                  </a:lnTo>
                  <a:lnTo>
                    <a:pt x="1277" y="54"/>
                  </a:lnTo>
                  <a:lnTo>
                    <a:pt x="1319" y="86"/>
                  </a:lnTo>
                  <a:lnTo>
                    <a:pt x="1514" y="104"/>
                  </a:lnTo>
                  <a:lnTo>
                    <a:pt x="1508" y="54"/>
                  </a:lnTo>
                  <a:lnTo>
                    <a:pt x="1567" y="35"/>
                  </a:lnTo>
                  <a:lnTo>
                    <a:pt x="1567" y="99"/>
                  </a:lnTo>
                  <a:lnTo>
                    <a:pt x="1626" y="113"/>
                  </a:lnTo>
                  <a:lnTo>
                    <a:pt x="1754" y="131"/>
                  </a:lnTo>
                  <a:lnTo>
                    <a:pt x="1745" y="63"/>
                  </a:lnTo>
                  <a:lnTo>
                    <a:pt x="1790" y="63"/>
                  </a:lnTo>
                  <a:lnTo>
                    <a:pt x="1795" y="131"/>
                  </a:lnTo>
                  <a:lnTo>
                    <a:pt x="1868" y="127"/>
                  </a:lnTo>
                  <a:lnTo>
                    <a:pt x="1946" y="108"/>
                  </a:lnTo>
                  <a:lnTo>
                    <a:pt x="1950" y="54"/>
                  </a:lnTo>
                  <a:lnTo>
                    <a:pt x="1982"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6814" name="Freeform 250">
              <a:extLst>
                <a:ext uri="{FF2B5EF4-FFF2-40B4-BE49-F238E27FC236}">
                  <a16:creationId xmlns:a16="http://schemas.microsoft.com/office/drawing/2014/main" id="{9A772381-CA17-698F-33B0-F227AF370771}"/>
                </a:ext>
              </a:extLst>
            </p:cNvPr>
            <p:cNvSpPr>
              <a:spLocks/>
            </p:cNvSpPr>
            <p:nvPr/>
          </p:nvSpPr>
          <p:spPr bwMode="auto">
            <a:xfrm>
              <a:off x="5515" y="2093"/>
              <a:ext cx="47" cy="8"/>
            </a:xfrm>
            <a:custGeom>
              <a:avLst/>
              <a:gdLst>
                <a:gd name="T0" fmla="*/ 0 w 280"/>
                <a:gd name="T1" fmla="*/ 0 h 48"/>
                <a:gd name="T2" fmla="*/ 0 w 280"/>
                <a:gd name="T3" fmla="*/ 0 h 48"/>
                <a:gd name="T4" fmla="*/ 0 w 280"/>
                <a:gd name="T5" fmla="*/ 0 h 48"/>
                <a:gd name="T6" fmla="*/ 0 w 280"/>
                <a:gd name="T7" fmla="*/ 0 h 4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0" h="48">
                  <a:moveTo>
                    <a:pt x="280" y="0"/>
                  </a:moveTo>
                  <a:lnTo>
                    <a:pt x="149" y="48"/>
                  </a:lnTo>
                  <a:lnTo>
                    <a:pt x="0" y="35"/>
                  </a:lnTo>
                  <a:lnTo>
                    <a:pt x="28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6815" name="Freeform 251">
              <a:extLst>
                <a:ext uri="{FF2B5EF4-FFF2-40B4-BE49-F238E27FC236}">
                  <a16:creationId xmlns:a16="http://schemas.microsoft.com/office/drawing/2014/main" id="{EDE23878-1AF4-51FB-50C8-F092F7DD9655}"/>
                </a:ext>
              </a:extLst>
            </p:cNvPr>
            <p:cNvSpPr>
              <a:spLocks/>
            </p:cNvSpPr>
            <p:nvPr/>
          </p:nvSpPr>
          <p:spPr bwMode="auto">
            <a:xfrm>
              <a:off x="5580" y="2080"/>
              <a:ext cx="28" cy="10"/>
            </a:xfrm>
            <a:custGeom>
              <a:avLst/>
              <a:gdLst>
                <a:gd name="T0" fmla="*/ 0 w 170"/>
                <a:gd name="T1" fmla="*/ 0 h 57"/>
                <a:gd name="T2" fmla="*/ 0 w 170"/>
                <a:gd name="T3" fmla="*/ 0 h 57"/>
                <a:gd name="T4" fmla="*/ 0 w 170"/>
                <a:gd name="T5" fmla="*/ 0 h 57"/>
                <a:gd name="T6" fmla="*/ 0 w 170"/>
                <a:gd name="T7" fmla="*/ 0 h 57"/>
                <a:gd name="T8" fmla="*/ 0 w 170"/>
                <a:gd name="T9" fmla="*/ 0 h 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0" h="57">
                  <a:moveTo>
                    <a:pt x="170" y="0"/>
                  </a:moveTo>
                  <a:lnTo>
                    <a:pt x="125" y="35"/>
                  </a:lnTo>
                  <a:lnTo>
                    <a:pt x="0" y="53"/>
                  </a:lnTo>
                  <a:lnTo>
                    <a:pt x="130" y="57"/>
                  </a:lnTo>
                  <a:lnTo>
                    <a:pt x="17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6816" name="Freeform 252">
              <a:extLst>
                <a:ext uri="{FF2B5EF4-FFF2-40B4-BE49-F238E27FC236}">
                  <a16:creationId xmlns:a16="http://schemas.microsoft.com/office/drawing/2014/main" id="{5230C357-D662-9CB2-BEBF-CA156CB9593D}"/>
                </a:ext>
              </a:extLst>
            </p:cNvPr>
            <p:cNvSpPr>
              <a:spLocks/>
            </p:cNvSpPr>
            <p:nvPr/>
          </p:nvSpPr>
          <p:spPr bwMode="auto">
            <a:xfrm>
              <a:off x="5445" y="2073"/>
              <a:ext cx="44" cy="24"/>
            </a:xfrm>
            <a:custGeom>
              <a:avLst/>
              <a:gdLst>
                <a:gd name="T0" fmla="*/ 0 w 263"/>
                <a:gd name="T1" fmla="*/ 0 h 143"/>
                <a:gd name="T2" fmla="*/ 0 w 263"/>
                <a:gd name="T3" fmla="*/ 0 h 143"/>
                <a:gd name="T4" fmla="*/ 0 w 263"/>
                <a:gd name="T5" fmla="*/ 0 h 143"/>
                <a:gd name="T6" fmla="*/ 0 w 263"/>
                <a:gd name="T7" fmla="*/ 0 h 143"/>
                <a:gd name="T8" fmla="*/ 0 w 263"/>
                <a:gd name="T9" fmla="*/ 0 h 143"/>
                <a:gd name="T10" fmla="*/ 0 w 263"/>
                <a:gd name="T11" fmla="*/ 0 h 143"/>
                <a:gd name="T12" fmla="*/ 0 w 263"/>
                <a:gd name="T13" fmla="*/ 0 h 143"/>
                <a:gd name="T14" fmla="*/ 0 w 263"/>
                <a:gd name="T15" fmla="*/ 0 h 143"/>
                <a:gd name="T16" fmla="*/ 0 w 263"/>
                <a:gd name="T17" fmla="*/ 0 h 14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63" h="143">
                  <a:moveTo>
                    <a:pt x="263" y="0"/>
                  </a:moveTo>
                  <a:lnTo>
                    <a:pt x="145" y="13"/>
                  </a:lnTo>
                  <a:lnTo>
                    <a:pt x="122" y="31"/>
                  </a:lnTo>
                  <a:lnTo>
                    <a:pt x="122" y="76"/>
                  </a:lnTo>
                  <a:lnTo>
                    <a:pt x="113" y="124"/>
                  </a:lnTo>
                  <a:lnTo>
                    <a:pt x="0" y="143"/>
                  </a:lnTo>
                  <a:lnTo>
                    <a:pt x="136" y="138"/>
                  </a:lnTo>
                  <a:lnTo>
                    <a:pt x="159" y="48"/>
                  </a:lnTo>
                  <a:lnTo>
                    <a:pt x="263"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6817" name="Freeform 253">
              <a:extLst>
                <a:ext uri="{FF2B5EF4-FFF2-40B4-BE49-F238E27FC236}">
                  <a16:creationId xmlns:a16="http://schemas.microsoft.com/office/drawing/2014/main" id="{EE0C8B05-D7AB-F726-2795-39F83DA49AE4}"/>
                </a:ext>
              </a:extLst>
            </p:cNvPr>
            <p:cNvSpPr>
              <a:spLocks/>
            </p:cNvSpPr>
            <p:nvPr/>
          </p:nvSpPr>
          <p:spPr bwMode="auto">
            <a:xfrm>
              <a:off x="5303" y="2127"/>
              <a:ext cx="142" cy="35"/>
            </a:xfrm>
            <a:custGeom>
              <a:avLst/>
              <a:gdLst>
                <a:gd name="T0" fmla="*/ 0 w 853"/>
                <a:gd name="T1" fmla="*/ 0 h 212"/>
                <a:gd name="T2" fmla="*/ 0 w 853"/>
                <a:gd name="T3" fmla="*/ 0 h 212"/>
                <a:gd name="T4" fmla="*/ 0 w 853"/>
                <a:gd name="T5" fmla="*/ 0 h 212"/>
                <a:gd name="T6" fmla="*/ 0 w 853"/>
                <a:gd name="T7" fmla="*/ 0 h 212"/>
                <a:gd name="T8" fmla="*/ 0 w 853"/>
                <a:gd name="T9" fmla="*/ 0 h 212"/>
                <a:gd name="T10" fmla="*/ 0 w 853"/>
                <a:gd name="T11" fmla="*/ 0 h 212"/>
                <a:gd name="T12" fmla="*/ 0 w 853"/>
                <a:gd name="T13" fmla="*/ 0 h 212"/>
                <a:gd name="T14" fmla="*/ 0 w 853"/>
                <a:gd name="T15" fmla="*/ 0 h 212"/>
                <a:gd name="T16" fmla="*/ 0 w 853"/>
                <a:gd name="T17" fmla="*/ 0 h 212"/>
                <a:gd name="T18" fmla="*/ 0 w 853"/>
                <a:gd name="T19" fmla="*/ 0 h 212"/>
                <a:gd name="T20" fmla="*/ 0 w 853"/>
                <a:gd name="T21" fmla="*/ 0 h 212"/>
                <a:gd name="T22" fmla="*/ 0 w 853"/>
                <a:gd name="T23" fmla="*/ 0 h 212"/>
                <a:gd name="T24" fmla="*/ 0 w 853"/>
                <a:gd name="T25" fmla="*/ 0 h 212"/>
                <a:gd name="T26" fmla="*/ 0 w 853"/>
                <a:gd name="T27" fmla="*/ 0 h 2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3" h="212">
                  <a:moveTo>
                    <a:pt x="853" y="0"/>
                  </a:moveTo>
                  <a:lnTo>
                    <a:pt x="636" y="10"/>
                  </a:lnTo>
                  <a:lnTo>
                    <a:pt x="413" y="63"/>
                  </a:lnTo>
                  <a:lnTo>
                    <a:pt x="249" y="71"/>
                  </a:lnTo>
                  <a:lnTo>
                    <a:pt x="114" y="99"/>
                  </a:lnTo>
                  <a:lnTo>
                    <a:pt x="64" y="170"/>
                  </a:lnTo>
                  <a:lnTo>
                    <a:pt x="0" y="212"/>
                  </a:lnTo>
                  <a:lnTo>
                    <a:pt x="64" y="198"/>
                  </a:lnTo>
                  <a:lnTo>
                    <a:pt x="123" y="117"/>
                  </a:lnTo>
                  <a:lnTo>
                    <a:pt x="304" y="81"/>
                  </a:lnTo>
                  <a:lnTo>
                    <a:pt x="413" y="81"/>
                  </a:lnTo>
                  <a:lnTo>
                    <a:pt x="500" y="63"/>
                  </a:lnTo>
                  <a:lnTo>
                    <a:pt x="649" y="23"/>
                  </a:lnTo>
                  <a:lnTo>
                    <a:pt x="853"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grpSp>
      <p:grpSp>
        <p:nvGrpSpPr>
          <p:cNvPr id="26818" name="Group 254">
            <a:extLst>
              <a:ext uri="{FF2B5EF4-FFF2-40B4-BE49-F238E27FC236}">
                <a16:creationId xmlns:a16="http://schemas.microsoft.com/office/drawing/2014/main" id="{107E6394-9AC8-439E-25B1-1B05D1D30D8F}"/>
              </a:ext>
            </a:extLst>
          </p:cNvPr>
          <p:cNvGrpSpPr>
            <a:grpSpLocks/>
          </p:cNvGrpSpPr>
          <p:nvPr/>
        </p:nvGrpSpPr>
        <p:grpSpPr bwMode="auto">
          <a:xfrm>
            <a:off x="9263805" y="4835154"/>
            <a:ext cx="247650" cy="125413"/>
            <a:chOff x="5325" y="1860"/>
            <a:chExt cx="144" cy="79"/>
          </a:xfrm>
        </p:grpSpPr>
        <p:grpSp>
          <p:nvGrpSpPr>
            <p:cNvPr id="26819" name="Group 255">
              <a:extLst>
                <a:ext uri="{FF2B5EF4-FFF2-40B4-BE49-F238E27FC236}">
                  <a16:creationId xmlns:a16="http://schemas.microsoft.com/office/drawing/2014/main" id="{667BE5D6-F9D2-61D8-1941-7BE7D78B1FBD}"/>
                </a:ext>
              </a:extLst>
            </p:cNvPr>
            <p:cNvGrpSpPr>
              <a:grpSpLocks/>
            </p:cNvGrpSpPr>
            <p:nvPr/>
          </p:nvGrpSpPr>
          <p:grpSpPr bwMode="auto">
            <a:xfrm>
              <a:off x="5325" y="1860"/>
              <a:ext cx="125" cy="63"/>
              <a:chOff x="5325" y="1860"/>
              <a:chExt cx="125" cy="63"/>
            </a:xfrm>
          </p:grpSpPr>
          <p:sp>
            <p:nvSpPr>
              <p:cNvPr id="26823" name="Freeform 256">
                <a:extLst>
                  <a:ext uri="{FF2B5EF4-FFF2-40B4-BE49-F238E27FC236}">
                    <a16:creationId xmlns:a16="http://schemas.microsoft.com/office/drawing/2014/main" id="{40F2474E-30C3-14EC-7377-3E0BDFAD442C}"/>
                  </a:ext>
                </a:extLst>
              </p:cNvPr>
              <p:cNvSpPr>
                <a:spLocks/>
              </p:cNvSpPr>
              <p:nvPr/>
            </p:nvSpPr>
            <p:spPr bwMode="auto">
              <a:xfrm>
                <a:off x="5325" y="1860"/>
                <a:ext cx="125" cy="63"/>
              </a:xfrm>
              <a:custGeom>
                <a:avLst/>
                <a:gdLst>
                  <a:gd name="T0" fmla="*/ 0 w 751"/>
                  <a:gd name="T1" fmla="*/ 0 h 379"/>
                  <a:gd name="T2" fmla="*/ 0 w 751"/>
                  <a:gd name="T3" fmla="*/ 0 h 379"/>
                  <a:gd name="T4" fmla="*/ 0 w 751"/>
                  <a:gd name="T5" fmla="*/ 0 h 379"/>
                  <a:gd name="T6" fmla="*/ 0 w 751"/>
                  <a:gd name="T7" fmla="*/ 0 h 379"/>
                  <a:gd name="T8" fmla="*/ 0 w 751"/>
                  <a:gd name="T9" fmla="*/ 0 h 379"/>
                  <a:gd name="T10" fmla="*/ 0 w 751"/>
                  <a:gd name="T11" fmla="*/ 0 h 379"/>
                  <a:gd name="T12" fmla="*/ 0 w 751"/>
                  <a:gd name="T13" fmla="*/ 0 h 379"/>
                  <a:gd name="T14" fmla="*/ 0 w 751"/>
                  <a:gd name="T15" fmla="*/ 0 h 379"/>
                  <a:gd name="T16" fmla="*/ 0 w 751"/>
                  <a:gd name="T17" fmla="*/ 0 h 379"/>
                  <a:gd name="T18" fmla="*/ 0 w 751"/>
                  <a:gd name="T19" fmla="*/ 0 h 379"/>
                  <a:gd name="T20" fmla="*/ 0 w 751"/>
                  <a:gd name="T21" fmla="*/ 0 h 379"/>
                  <a:gd name="T22" fmla="*/ 0 w 751"/>
                  <a:gd name="T23" fmla="*/ 0 h 379"/>
                  <a:gd name="T24" fmla="*/ 0 w 751"/>
                  <a:gd name="T25" fmla="*/ 0 h 379"/>
                  <a:gd name="T26" fmla="*/ 0 w 751"/>
                  <a:gd name="T27" fmla="*/ 0 h 379"/>
                  <a:gd name="T28" fmla="*/ 0 w 751"/>
                  <a:gd name="T29" fmla="*/ 0 h 379"/>
                  <a:gd name="T30" fmla="*/ 0 w 751"/>
                  <a:gd name="T31" fmla="*/ 0 h 379"/>
                  <a:gd name="T32" fmla="*/ 0 w 751"/>
                  <a:gd name="T33" fmla="*/ 0 h 379"/>
                  <a:gd name="T34" fmla="*/ 0 w 751"/>
                  <a:gd name="T35" fmla="*/ 0 h 379"/>
                  <a:gd name="T36" fmla="*/ 0 w 751"/>
                  <a:gd name="T37" fmla="*/ 0 h 379"/>
                  <a:gd name="T38" fmla="*/ 0 w 751"/>
                  <a:gd name="T39" fmla="*/ 0 h 379"/>
                  <a:gd name="T40" fmla="*/ 0 w 751"/>
                  <a:gd name="T41" fmla="*/ 0 h 379"/>
                  <a:gd name="T42" fmla="*/ 0 w 751"/>
                  <a:gd name="T43" fmla="*/ 0 h 379"/>
                  <a:gd name="T44" fmla="*/ 0 w 751"/>
                  <a:gd name="T45" fmla="*/ 0 h 379"/>
                  <a:gd name="T46" fmla="*/ 0 w 751"/>
                  <a:gd name="T47" fmla="*/ 0 h 379"/>
                  <a:gd name="T48" fmla="*/ 0 w 751"/>
                  <a:gd name="T49" fmla="*/ 0 h 379"/>
                  <a:gd name="T50" fmla="*/ 0 w 751"/>
                  <a:gd name="T51" fmla="*/ 0 h 379"/>
                  <a:gd name="T52" fmla="*/ 0 w 751"/>
                  <a:gd name="T53" fmla="*/ 0 h 379"/>
                  <a:gd name="T54" fmla="*/ 0 w 751"/>
                  <a:gd name="T55" fmla="*/ 0 h 379"/>
                  <a:gd name="T56" fmla="*/ 0 w 751"/>
                  <a:gd name="T57" fmla="*/ 0 h 379"/>
                  <a:gd name="T58" fmla="*/ 0 w 751"/>
                  <a:gd name="T59" fmla="*/ 0 h 379"/>
                  <a:gd name="T60" fmla="*/ 0 w 751"/>
                  <a:gd name="T61" fmla="*/ 0 h 379"/>
                  <a:gd name="T62" fmla="*/ 0 w 751"/>
                  <a:gd name="T63" fmla="*/ 0 h 379"/>
                  <a:gd name="T64" fmla="*/ 0 w 751"/>
                  <a:gd name="T65" fmla="*/ 0 h 379"/>
                  <a:gd name="T66" fmla="*/ 0 w 751"/>
                  <a:gd name="T67" fmla="*/ 0 h 379"/>
                  <a:gd name="T68" fmla="*/ 0 w 751"/>
                  <a:gd name="T69" fmla="*/ 0 h 379"/>
                  <a:gd name="T70" fmla="*/ 0 w 751"/>
                  <a:gd name="T71" fmla="*/ 0 h 379"/>
                  <a:gd name="T72" fmla="*/ 0 w 751"/>
                  <a:gd name="T73" fmla="*/ 0 h 379"/>
                  <a:gd name="T74" fmla="*/ 0 w 751"/>
                  <a:gd name="T75" fmla="*/ 0 h 379"/>
                  <a:gd name="T76" fmla="*/ 0 w 751"/>
                  <a:gd name="T77" fmla="*/ 0 h 379"/>
                  <a:gd name="T78" fmla="*/ 0 w 751"/>
                  <a:gd name="T79" fmla="*/ 0 h 379"/>
                  <a:gd name="T80" fmla="*/ 0 w 751"/>
                  <a:gd name="T81" fmla="*/ 0 h 379"/>
                  <a:gd name="T82" fmla="*/ 0 w 751"/>
                  <a:gd name="T83" fmla="*/ 0 h 379"/>
                  <a:gd name="T84" fmla="*/ 0 w 751"/>
                  <a:gd name="T85" fmla="*/ 0 h 379"/>
                  <a:gd name="T86" fmla="*/ 0 w 751"/>
                  <a:gd name="T87" fmla="*/ 0 h 379"/>
                  <a:gd name="T88" fmla="*/ 0 w 751"/>
                  <a:gd name="T89" fmla="*/ 0 h 379"/>
                  <a:gd name="T90" fmla="*/ 0 w 751"/>
                  <a:gd name="T91" fmla="*/ 0 h 379"/>
                  <a:gd name="T92" fmla="*/ 0 w 751"/>
                  <a:gd name="T93" fmla="*/ 0 h 379"/>
                  <a:gd name="T94" fmla="*/ 0 w 751"/>
                  <a:gd name="T95" fmla="*/ 0 h 379"/>
                  <a:gd name="T96" fmla="*/ 0 w 751"/>
                  <a:gd name="T97" fmla="*/ 0 h 379"/>
                  <a:gd name="T98" fmla="*/ 0 w 751"/>
                  <a:gd name="T99" fmla="*/ 0 h 379"/>
                  <a:gd name="T100" fmla="*/ 0 w 751"/>
                  <a:gd name="T101" fmla="*/ 0 h 379"/>
                  <a:gd name="T102" fmla="*/ 0 w 751"/>
                  <a:gd name="T103" fmla="*/ 0 h 379"/>
                  <a:gd name="T104" fmla="*/ 0 w 751"/>
                  <a:gd name="T105" fmla="*/ 0 h 379"/>
                  <a:gd name="T106" fmla="*/ 0 w 751"/>
                  <a:gd name="T107" fmla="*/ 0 h 379"/>
                  <a:gd name="T108" fmla="*/ 0 w 751"/>
                  <a:gd name="T109" fmla="*/ 0 h 379"/>
                  <a:gd name="T110" fmla="*/ 0 w 751"/>
                  <a:gd name="T111" fmla="*/ 0 h 379"/>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751" h="379">
                    <a:moveTo>
                      <a:pt x="679" y="379"/>
                    </a:moveTo>
                    <a:lnTo>
                      <a:pt x="639" y="370"/>
                    </a:lnTo>
                    <a:lnTo>
                      <a:pt x="600" y="352"/>
                    </a:lnTo>
                    <a:lnTo>
                      <a:pt x="564" y="344"/>
                    </a:lnTo>
                    <a:lnTo>
                      <a:pt x="502" y="353"/>
                    </a:lnTo>
                    <a:lnTo>
                      <a:pt x="457" y="352"/>
                    </a:lnTo>
                    <a:lnTo>
                      <a:pt x="425" y="341"/>
                    </a:lnTo>
                    <a:lnTo>
                      <a:pt x="399" y="332"/>
                    </a:lnTo>
                    <a:lnTo>
                      <a:pt x="373" y="320"/>
                    </a:lnTo>
                    <a:lnTo>
                      <a:pt x="346" y="295"/>
                    </a:lnTo>
                    <a:lnTo>
                      <a:pt x="324" y="273"/>
                    </a:lnTo>
                    <a:lnTo>
                      <a:pt x="288" y="246"/>
                    </a:lnTo>
                    <a:lnTo>
                      <a:pt x="238" y="254"/>
                    </a:lnTo>
                    <a:lnTo>
                      <a:pt x="208" y="256"/>
                    </a:lnTo>
                    <a:lnTo>
                      <a:pt x="190" y="251"/>
                    </a:lnTo>
                    <a:lnTo>
                      <a:pt x="182" y="243"/>
                    </a:lnTo>
                    <a:lnTo>
                      <a:pt x="176" y="228"/>
                    </a:lnTo>
                    <a:lnTo>
                      <a:pt x="180" y="215"/>
                    </a:lnTo>
                    <a:lnTo>
                      <a:pt x="190" y="200"/>
                    </a:lnTo>
                    <a:lnTo>
                      <a:pt x="208" y="193"/>
                    </a:lnTo>
                    <a:lnTo>
                      <a:pt x="248" y="188"/>
                    </a:lnTo>
                    <a:lnTo>
                      <a:pt x="296" y="171"/>
                    </a:lnTo>
                    <a:lnTo>
                      <a:pt x="256" y="140"/>
                    </a:lnTo>
                    <a:lnTo>
                      <a:pt x="209" y="121"/>
                    </a:lnTo>
                    <a:lnTo>
                      <a:pt x="168" y="124"/>
                    </a:lnTo>
                    <a:lnTo>
                      <a:pt x="121" y="121"/>
                    </a:lnTo>
                    <a:lnTo>
                      <a:pt x="93" y="131"/>
                    </a:lnTo>
                    <a:lnTo>
                      <a:pt x="54" y="132"/>
                    </a:lnTo>
                    <a:lnTo>
                      <a:pt x="42" y="121"/>
                    </a:lnTo>
                    <a:lnTo>
                      <a:pt x="39" y="105"/>
                    </a:lnTo>
                    <a:lnTo>
                      <a:pt x="18" y="106"/>
                    </a:lnTo>
                    <a:lnTo>
                      <a:pt x="6" y="103"/>
                    </a:lnTo>
                    <a:lnTo>
                      <a:pt x="0" y="87"/>
                    </a:lnTo>
                    <a:lnTo>
                      <a:pt x="4" y="74"/>
                    </a:lnTo>
                    <a:lnTo>
                      <a:pt x="15" y="68"/>
                    </a:lnTo>
                    <a:lnTo>
                      <a:pt x="36" y="56"/>
                    </a:lnTo>
                    <a:lnTo>
                      <a:pt x="52" y="44"/>
                    </a:lnTo>
                    <a:lnTo>
                      <a:pt x="71" y="34"/>
                    </a:lnTo>
                    <a:lnTo>
                      <a:pt x="93" y="27"/>
                    </a:lnTo>
                    <a:lnTo>
                      <a:pt x="112" y="27"/>
                    </a:lnTo>
                    <a:lnTo>
                      <a:pt x="203" y="9"/>
                    </a:lnTo>
                    <a:lnTo>
                      <a:pt x="222" y="4"/>
                    </a:lnTo>
                    <a:lnTo>
                      <a:pt x="244" y="0"/>
                    </a:lnTo>
                    <a:lnTo>
                      <a:pt x="267" y="4"/>
                    </a:lnTo>
                    <a:lnTo>
                      <a:pt x="295" y="13"/>
                    </a:lnTo>
                    <a:lnTo>
                      <a:pt x="373" y="56"/>
                    </a:lnTo>
                    <a:lnTo>
                      <a:pt x="410" y="64"/>
                    </a:lnTo>
                    <a:lnTo>
                      <a:pt x="443" y="71"/>
                    </a:lnTo>
                    <a:lnTo>
                      <a:pt x="469" y="87"/>
                    </a:lnTo>
                    <a:lnTo>
                      <a:pt x="484" y="108"/>
                    </a:lnTo>
                    <a:lnTo>
                      <a:pt x="549" y="153"/>
                    </a:lnTo>
                    <a:lnTo>
                      <a:pt x="578" y="174"/>
                    </a:lnTo>
                    <a:lnTo>
                      <a:pt x="617" y="215"/>
                    </a:lnTo>
                    <a:lnTo>
                      <a:pt x="641" y="227"/>
                    </a:lnTo>
                    <a:lnTo>
                      <a:pt x="751" y="232"/>
                    </a:lnTo>
                    <a:lnTo>
                      <a:pt x="679" y="379"/>
                    </a:lnTo>
                    <a:close/>
                  </a:path>
                </a:pathLst>
              </a:custGeom>
              <a:solidFill>
                <a:srgbClr val="FFC080"/>
              </a:solidFill>
              <a:ln w="1588">
                <a:solidFill>
                  <a:srgbClr val="402000"/>
                </a:solidFill>
                <a:prstDash val="solid"/>
                <a:round/>
                <a:headEnd/>
                <a:tailEnd/>
              </a:ln>
            </p:spPr>
            <p:txBody>
              <a:bodyPr/>
              <a:lstStyle/>
              <a:p>
                <a:endParaRPr lang="zh-CN" altLang="en-US" b="1">
                  <a:solidFill>
                    <a:srgbClr val="000099"/>
                  </a:solidFill>
                </a:endParaRPr>
              </a:p>
            </p:txBody>
          </p:sp>
          <p:sp>
            <p:nvSpPr>
              <p:cNvPr id="26824" name="Freeform 257">
                <a:extLst>
                  <a:ext uri="{FF2B5EF4-FFF2-40B4-BE49-F238E27FC236}">
                    <a16:creationId xmlns:a16="http://schemas.microsoft.com/office/drawing/2014/main" id="{BA79241E-9D83-AC4D-7BB9-B0C6B8B0E826}"/>
                  </a:ext>
                </a:extLst>
              </p:cNvPr>
              <p:cNvSpPr>
                <a:spLocks/>
              </p:cNvSpPr>
              <p:nvPr/>
            </p:nvSpPr>
            <p:spPr bwMode="auto">
              <a:xfrm>
                <a:off x="5374" y="1888"/>
                <a:ext cx="29" cy="7"/>
              </a:xfrm>
              <a:custGeom>
                <a:avLst/>
                <a:gdLst>
                  <a:gd name="T0" fmla="*/ 0 w 179"/>
                  <a:gd name="T1" fmla="*/ 0 h 43"/>
                  <a:gd name="T2" fmla="*/ 0 w 179"/>
                  <a:gd name="T3" fmla="*/ 0 h 43"/>
                  <a:gd name="T4" fmla="*/ 0 w 179"/>
                  <a:gd name="T5" fmla="*/ 0 h 43"/>
                  <a:gd name="T6" fmla="*/ 0 w 179"/>
                  <a:gd name="T7" fmla="*/ 0 h 43"/>
                  <a:gd name="T8" fmla="*/ 0 w 179"/>
                  <a:gd name="T9" fmla="*/ 0 h 43"/>
                  <a:gd name="T10" fmla="*/ 0 w 179"/>
                  <a:gd name="T11" fmla="*/ 0 h 43"/>
                  <a:gd name="T12" fmla="*/ 0 w 179"/>
                  <a:gd name="T13" fmla="*/ 0 h 43"/>
                  <a:gd name="T14" fmla="*/ 0 w 179"/>
                  <a:gd name="T15" fmla="*/ 0 h 43"/>
                  <a:gd name="T16" fmla="*/ 0 w 179"/>
                  <a:gd name="T17" fmla="*/ 0 h 43"/>
                  <a:gd name="T18" fmla="*/ 0 w 179"/>
                  <a:gd name="T19" fmla="*/ 0 h 43"/>
                  <a:gd name="T20" fmla="*/ 0 w 179"/>
                  <a:gd name="T21" fmla="*/ 0 h 43"/>
                  <a:gd name="T22" fmla="*/ 0 w 179"/>
                  <a:gd name="T23" fmla="*/ 0 h 43"/>
                  <a:gd name="T24" fmla="*/ 0 w 179"/>
                  <a:gd name="T25" fmla="*/ 0 h 43"/>
                  <a:gd name="T26" fmla="*/ 0 w 179"/>
                  <a:gd name="T27" fmla="*/ 0 h 43"/>
                  <a:gd name="T28" fmla="*/ 0 w 179"/>
                  <a:gd name="T29" fmla="*/ 0 h 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79" h="43">
                    <a:moveTo>
                      <a:pt x="0" y="0"/>
                    </a:moveTo>
                    <a:lnTo>
                      <a:pt x="6" y="11"/>
                    </a:lnTo>
                    <a:lnTo>
                      <a:pt x="38" y="10"/>
                    </a:lnTo>
                    <a:lnTo>
                      <a:pt x="50" y="16"/>
                    </a:lnTo>
                    <a:lnTo>
                      <a:pt x="76" y="29"/>
                    </a:lnTo>
                    <a:lnTo>
                      <a:pt x="112" y="37"/>
                    </a:lnTo>
                    <a:lnTo>
                      <a:pt x="150" y="38"/>
                    </a:lnTo>
                    <a:lnTo>
                      <a:pt x="179" y="43"/>
                    </a:lnTo>
                    <a:lnTo>
                      <a:pt x="155" y="34"/>
                    </a:lnTo>
                    <a:lnTo>
                      <a:pt x="125" y="29"/>
                    </a:lnTo>
                    <a:lnTo>
                      <a:pt x="105" y="29"/>
                    </a:lnTo>
                    <a:lnTo>
                      <a:pt x="76" y="21"/>
                    </a:lnTo>
                    <a:lnTo>
                      <a:pt x="53" y="8"/>
                    </a:lnTo>
                    <a:lnTo>
                      <a:pt x="43" y="2"/>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6825" name="Freeform 258">
                <a:extLst>
                  <a:ext uri="{FF2B5EF4-FFF2-40B4-BE49-F238E27FC236}">
                    <a16:creationId xmlns:a16="http://schemas.microsoft.com/office/drawing/2014/main" id="{CFF35A10-27BD-77BB-2814-10B4694C2287}"/>
                  </a:ext>
                </a:extLst>
              </p:cNvPr>
              <p:cNvSpPr>
                <a:spLocks/>
              </p:cNvSpPr>
              <p:nvPr/>
            </p:nvSpPr>
            <p:spPr bwMode="auto">
              <a:xfrm>
                <a:off x="5362" y="1894"/>
                <a:ext cx="4" cy="4"/>
              </a:xfrm>
              <a:custGeom>
                <a:avLst/>
                <a:gdLst>
                  <a:gd name="T0" fmla="*/ 0 w 20"/>
                  <a:gd name="T1" fmla="*/ 0 h 24"/>
                  <a:gd name="T2" fmla="*/ 0 w 20"/>
                  <a:gd name="T3" fmla="*/ 0 h 24"/>
                  <a:gd name="T4" fmla="*/ 0 w 20"/>
                  <a:gd name="T5" fmla="*/ 0 h 24"/>
                  <a:gd name="T6" fmla="*/ 0 w 20"/>
                  <a:gd name="T7" fmla="*/ 0 h 24"/>
                  <a:gd name="T8" fmla="*/ 0 w 20"/>
                  <a:gd name="T9" fmla="*/ 0 h 24"/>
                  <a:gd name="T10" fmla="*/ 0 w 20"/>
                  <a:gd name="T11" fmla="*/ 0 h 24"/>
                  <a:gd name="T12" fmla="*/ 0 w 20"/>
                  <a:gd name="T13" fmla="*/ 0 h 2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 h="24">
                    <a:moveTo>
                      <a:pt x="4" y="0"/>
                    </a:moveTo>
                    <a:lnTo>
                      <a:pt x="12" y="6"/>
                    </a:lnTo>
                    <a:lnTo>
                      <a:pt x="9" y="15"/>
                    </a:lnTo>
                    <a:lnTo>
                      <a:pt x="0" y="24"/>
                    </a:lnTo>
                    <a:lnTo>
                      <a:pt x="17" y="18"/>
                    </a:lnTo>
                    <a:lnTo>
                      <a:pt x="20" y="8"/>
                    </a:lnTo>
                    <a:lnTo>
                      <a:pt x="4"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6826" name="Freeform 259">
                <a:extLst>
                  <a:ext uri="{FF2B5EF4-FFF2-40B4-BE49-F238E27FC236}">
                    <a16:creationId xmlns:a16="http://schemas.microsoft.com/office/drawing/2014/main" id="{5E930D40-A4CA-A200-956E-37BAAAF73101}"/>
                  </a:ext>
                </a:extLst>
              </p:cNvPr>
              <p:cNvSpPr>
                <a:spLocks/>
              </p:cNvSpPr>
              <p:nvPr/>
            </p:nvSpPr>
            <p:spPr bwMode="auto">
              <a:xfrm>
                <a:off x="5331" y="1869"/>
                <a:ext cx="17" cy="8"/>
              </a:xfrm>
              <a:custGeom>
                <a:avLst/>
                <a:gdLst>
                  <a:gd name="T0" fmla="*/ 0 w 104"/>
                  <a:gd name="T1" fmla="*/ 0 h 48"/>
                  <a:gd name="T2" fmla="*/ 0 w 104"/>
                  <a:gd name="T3" fmla="*/ 0 h 48"/>
                  <a:gd name="T4" fmla="*/ 0 w 104"/>
                  <a:gd name="T5" fmla="*/ 0 h 48"/>
                  <a:gd name="T6" fmla="*/ 0 w 104"/>
                  <a:gd name="T7" fmla="*/ 0 h 48"/>
                  <a:gd name="T8" fmla="*/ 0 w 104"/>
                  <a:gd name="T9" fmla="*/ 0 h 48"/>
                  <a:gd name="T10" fmla="*/ 0 w 104"/>
                  <a:gd name="T11" fmla="*/ 0 h 48"/>
                  <a:gd name="T12" fmla="*/ 0 w 104"/>
                  <a:gd name="T13" fmla="*/ 0 h 48"/>
                  <a:gd name="T14" fmla="*/ 0 w 104"/>
                  <a:gd name="T15" fmla="*/ 0 h 48"/>
                  <a:gd name="T16" fmla="*/ 0 w 104"/>
                  <a:gd name="T17" fmla="*/ 0 h 48"/>
                  <a:gd name="T18" fmla="*/ 0 w 104"/>
                  <a:gd name="T19" fmla="*/ 0 h 48"/>
                  <a:gd name="T20" fmla="*/ 0 w 104"/>
                  <a:gd name="T21" fmla="*/ 0 h 48"/>
                  <a:gd name="T22" fmla="*/ 0 w 104"/>
                  <a:gd name="T23" fmla="*/ 0 h 48"/>
                  <a:gd name="T24" fmla="*/ 0 w 104"/>
                  <a:gd name="T25" fmla="*/ 0 h 4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4" h="48">
                    <a:moveTo>
                      <a:pt x="0" y="45"/>
                    </a:moveTo>
                    <a:lnTo>
                      <a:pt x="11" y="48"/>
                    </a:lnTo>
                    <a:lnTo>
                      <a:pt x="25" y="33"/>
                    </a:lnTo>
                    <a:lnTo>
                      <a:pt x="46" y="25"/>
                    </a:lnTo>
                    <a:lnTo>
                      <a:pt x="56" y="14"/>
                    </a:lnTo>
                    <a:lnTo>
                      <a:pt x="66" y="9"/>
                    </a:lnTo>
                    <a:lnTo>
                      <a:pt x="89" y="4"/>
                    </a:lnTo>
                    <a:lnTo>
                      <a:pt x="104" y="1"/>
                    </a:lnTo>
                    <a:lnTo>
                      <a:pt x="84" y="0"/>
                    </a:lnTo>
                    <a:lnTo>
                      <a:pt x="58" y="4"/>
                    </a:lnTo>
                    <a:lnTo>
                      <a:pt x="49" y="12"/>
                    </a:lnTo>
                    <a:lnTo>
                      <a:pt x="37" y="20"/>
                    </a:lnTo>
                    <a:lnTo>
                      <a:pt x="0" y="4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6827" name="Freeform 260">
                <a:extLst>
                  <a:ext uri="{FF2B5EF4-FFF2-40B4-BE49-F238E27FC236}">
                    <a16:creationId xmlns:a16="http://schemas.microsoft.com/office/drawing/2014/main" id="{A426CFFC-9D2E-91E5-E448-1657D9458DB9}"/>
                  </a:ext>
                </a:extLst>
              </p:cNvPr>
              <p:cNvSpPr>
                <a:spLocks/>
              </p:cNvSpPr>
              <p:nvPr/>
            </p:nvSpPr>
            <p:spPr bwMode="auto">
              <a:xfrm>
                <a:off x="5357" y="1866"/>
                <a:ext cx="27" cy="7"/>
              </a:xfrm>
              <a:custGeom>
                <a:avLst/>
                <a:gdLst>
                  <a:gd name="T0" fmla="*/ 0 w 166"/>
                  <a:gd name="T1" fmla="*/ 0 h 42"/>
                  <a:gd name="T2" fmla="*/ 0 w 166"/>
                  <a:gd name="T3" fmla="*/ 0 h 42"/>
                  <a:gd name="T4" fmla="*/ 0 w 166"/>
                  <a:gd name="T5" fmla="*/ 0 h 42"/>
                  <a:gd name="T6" fmla="*/ 0 w 166"/>
                  <a:gd name="T7" fmla="*/ 0 h 42"/>
                  <a:gd name="T8" fmla="*/ 0 w 166"/>
                  <a:gd name="T9" fmla="*/ 0 h 42"/>
                  <a:gd name="T10" fmla="*/ 0 w 166"/>
                  <a:gd name="T11" fmla="*/ 0 h 42"/>
                  <a:gd name="T12" fmla="*/ 0 w 166"/>
                  <a:gd name="T13" fmla="*/ 0 h 42"/>
                  <a:gd name="T14" fmla="*/ 0 w 166"/>
                  <a:gd name="T15" fmla="*/ 0 h 42"/>
                  <a:gd name="T16" fmla="*/ 0 w 166"/>
                  <a:gd name="T17" fmla="*/ 0 h 42"/>
                  <a:gd name="T18" fmla="*/ 0 w 166"/>
                  <a:gd name="T19" fmla="*/ 0 h 42"/>
                  <a:gd name="T20" fmla="*/ 0 w 166"/>
                  <a:gd name="T21" fmla="*/ 0 h 42"/>
                  <a:gd name="T22" fmla="*/ 0 w 166"/>
                  <a:gd name="T23" fmla="*/ 0 h 42"/>
                  <a:gd name="T24" fmla="*/ 0 w 166"/>
                  <a:gd name="T25" fmla="*/ 0 h 42"/>
                  <a:gd name="T26" fmla="*/ 0 w 166"/>
                  <a:gd name="T27" fmla="*/ 0 h 42"/>
                  <a:gd name="T28" fmla="*/ 0 w 166"/>
                  <a:gd name="T29" fmla="*/ 0 h 42"/>
                  <a:gd name="T30" fmla="*/ 0 w 166"/>
                  <a:gd name="T31" fmla="*/ 0 h 4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66" h="42">
                    <a:moveTo>
                      <a:pt x="0" y="10"/>
                    </a:moveTo>
                    <a:lnTo>
                      <a:pt x="35" y="6"/>
                    </a:lnTo>
                    <a:lnTo>
                      <a:pt x="55" y="0"/>
                    </a:lnTo>
                    <a:lnTo>
                      <a:pt x="63" y="0"/>
                    </a:lnTo>
                    <a:lnTo>
                      <a:pt x="85" y="5"/>
                    </a:lnTo>
                    <a:lnTo>
                      <a:pt x="94" y="14"/>
                    </a:lnTo>
                    <a:lnTo>
                      <a:pt x="111" y="23"/>
                    </a:lnTo>
                    <a:lnTo>
                      <a:pt x="143" y="36"/>
                    </a:lnTo>
                    <a:lnTo>
                      <a:pt x="166" y="36"/>
                    </a:lnTo>
                    <a:lnTo>
                      <a:pt x="142" y="42"/>
                    </a:lnTo>
                    <a:lnTo>
                      <a:pt x="126" y="39"/>
                    </a:lnTo>
                    <a:lnTo>
                      <a:pt x="91" y="22"/>
                    </a:lnTo>
                    <a:lnTo>
                      <a:pt x="79" y="10"/>
                    </a:lnTo>
                    <a:lnTo>
                      <a:pt x="55" y="8"/>
                    </a:lnTo>
                    <a:lnTo>
                      <a:pt x="35" y="10"/>
                    </a:lnTo>
                    <a:lnTo>
                      <a:pt x="0" y="1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6828" name="Freeform 261">
                <a:extLst>
                  <a:ext uri="{FF2B5EF4-FFF2-40B4-BE49-F238E27FC236}">
                    <a16:creationId xmlns:a16="http://schemas.microsoft.com/office/drawing/2014/main" id="{4D7EAE67-E148-3B22-A540-ED41DAFE538D}"/>
                  </a:ext>
                </a:extLst>
              </p:cNvPr>
              <p:cNvSpPr>
                <a:spLocks/>
              </p:cNvSpPr>
              <p:nvPr/>
            </p:nvSpPr>
            <p:spPr bwMode="auto">
              <a:xfrm>
                <a:off x="5335" y="1874"/>
                <a:ext cx="6" cy="5"/>
              </a:xfrm>
              <a:custGeom>
                <a:avLst/>
                <a:gdLst>
                  <a:gd name="T0" fmla="*/ 0 w 33"/>
                  <a:gd name="T1" fmla="*/ 0 h 30"/>
                  <a:gd name="T2" fmla="*/ 0 w 33"/>
                  <a:gd name="T3" fmla="*/ 0 h 30"/>
                  <a:gd name="T4" fmla="*/ 0 w 33"/>
                  <a:gd name="T5" fmla="*/ 0 h 30"/>
                  <a:gd name="T6" fmla="*/ 0 w 33"/>
                  <a:gd name="T7" fmla="*/ 0 h 30"/>
                  <a:gd name="T8" fmla="*/ 0 w 33"/>
                  <a:gd name="T9" fmla="*/ 0 h 30"/>
                  <a:gd name="T10" fmla="*/ 0 w 33"/>
                  <a:gd name="T11" fmla="*/ 0 h 3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3" h="30">
                    <a:moveTo>
                      <a:pt x="25" y="0"/>
                    </a:moveTo>
                    <a:lnTo>
                      <a:pt x="33" y="11"/>
                    </a:lnTo>
                    <a:lnTo>
                      <a:pt x="23" y="24"/>
                    </a:lnTo>
                    <a:lnTo>
                      <a:pt x="0" y="30"/>
                    </a:lnTo>
                    <a:lnTo>
                      <a:pt x="25" y="15"/>
                    </a:lnTo>
                    <a:lnTo>
                      <a:pt x="25"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6829" name="Freeform 262">
                <a:extLst>
                  <a:ext uri="{FF2B5EF4-FFF2-40B4-BE49-F238E27FC236}">
                    <a16:creationId xmlns:a16="http://schemas.microsoft.com/office/drawing/2014/main" id="{742132F9-FB70-3E00-7AAE-C0F42E5BB34C}"/>
                  </a:ext>
                </a:extLst>
              </p:cNvPr>
              <p:cNvSpPr>
                <a:spLocks/>
              </p:cNvSpPr>
              <p:nvPr/>
            </p:nvSpPr>
            <p:spPr bwMode="auto">
              <a:xfrm>
                <a:off x="5329" y="1870"/>
                <a:ext cx="6" cy="4"/>
              </a:xfrm>
              <a:custGeom>
                <a:avLst/>
                <a:gdLst>
                  <a:gd name="T0" fmla="*/ 0 w 33"/>
                  <a:gd name="T1" fmla="*/ 0 h 28"/>
                  <a:gd name="T2" fmla="*/ 0 w 33"/>
                  <a:gd name="T3" fmla="*/ 0 h 28"/>
                  <a:gd name="T4" fmla="*/ 0 w 33"/>
                  <a:gd name="T5" fmla="*/ 0 h 28"/>
                  <a:gd name="T6" fmla="*/ 0 w 33"/>
                  <a:gd name="T7" fmla="*/ 0 h 28"/>
                  <a:gd name="T8" fmla="*/ 0 w 33"/>
                  <a:gd name="T9" fmla="*/ 0 h 28"/>
                  <a:gd name="T10" fmla="*/ 0 w 33"/>
                  <a:gd name="T11" fmla="*/ 0 h 2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3" h="28">
                    <a:moveTo>
                      <a:pt x="33" y="16"/>
                    </a:moveTo>
                    <a:lnTo>
                      <a:pt x="25" y="0"/>
                    </a:lnTo>
                    <a:lnTo>
                      <a:pt x="24" y="13"/>
                    </a:lnTo>
                    <a:lnTo>
                      <a:pt x="0" y="26"/>
                    </a:lnTo>
                    <a:lnTo>
                      <a:pt x="3" y="28"/>
                    </a:lnTo>
                    <a:lnTo>
                      <a:pt x="33" y="16"/>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6830" name="Freeform 263">
                <a:extLst>
                  <a:ext uri="{FF2B5EF4-FFF2-40B4-BE49-F238E27FC236}">
                    <a16:creationId xmlns:a16="http://schemas.microsoft.com/office/drawing/2014/main" id="{C9057D33-C515-3B27-717C-453E26C45144}"/>
                  </a:ext>
                </a:extLst>
              </p:cNvPr>
              <p:cNvSpPr>
                <a:spLocks/>
              </p:cNvSpPr>
              <p:nvPr/>
            </p:nvSpPr>
            <p:spPr bwMode="auto">
              <a:xfrm>
                <a:off x="5399" y="1876"/>
                <a:ext cx="6" cy="7"/>
              </a:xfrm>
              <a:custGeom>
                <a:avLst/>
                <a:gdLst>
                  <a:gd name="T0" fmla="*/ 0 w 37"/>
                  <a:gd name="T1" fmla="*/ 0 h 42"/>
                  <a:gd name="T2" fmla="*/ 0 w 37"/>
                  <a:gd name="T3" fmla="*/ 0 h 42"/>
                  <a:gd name="T4" fmla="*/ 0 w 37"/>
                  <a:gd name="T5" fmla="*/ 0 h 42"/>
                  <a:gd name="T6" fmla="*/ 0 w 37"/>
                  <a:gd name="T7" fmla="*/ 0 h 42"/>
                  <a:gd name="T8" fmla="*/ 0 w 37"/>
                  <a:gd name="T9" fmla="*/ 0 h 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7" h="42">
                    <a:moveTo>
                      <a:pt x="0" y="0"/>
                    </a:moveTo>
                    <a:lnTo>
                      <a:pt x="8" y="21"/>
                    </a:lnTo>
                    <a:lnTo>
                      <a:pt x="23" y="39"/>
                    </a:lnTo>
                    <a:lnTo>
                      <a:pt x="37" y="42"/>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6831" name="Freeform 264">
                <a:extLst>
                  <a:ext uri="{FF2B5EF4-FFF2-40B4-BE49-F238E27FC236}">
                    <a16:creationId xmlns:a16="http://schemas.microsoft.com/office/drawing/2014/main" id="{EB0E1EFD-2C0E-37A5-A685-145DBB4EEC07}"/>
                  </a:ext>
                </a:extLst>
              </p:cNvPr>
              <p:cNvSpPr>
                <a:spLocks/>
              </p:cNvSpPr>
              <p:nvPr/>
            </p:nvSpPr>
            <p:spPr bwMode="auto">
              <a:xfrm>
                <a:off x="5420" y="1907"/>
                <a:ext cx="9" cy="6"/>
              </a:xfrm>
              <a:custGeom>
                <a:avLst/>
                <a:gdLst>
                  <a:gd name="T0" fmla="*/ 0 w 50"/>
                  <a:gd name="T1" fmla="*/ 0 h 39"/>
                  <a:gd name="T2" fmla="*/ 0 w 50"/>
                  <a:gd name="T3" fmla="*/ 0 h 39"/>
                  <a:gd name="T4" fmla="*/ 0 w 50"/>
                  <a:gd name="T5" fmla="*/ 0 h 39"/>
                  <a:gd name="T6" fmla="*/ 0 w 50"/>
                  <a:gd name="T7" fmla="*/ 0 h 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 h="39">
                    <a:moveTo>
                      <a:pt x="50" y="0"/>
                    </a:moveTo>
                    <a:lnTo>
                      <a:pt x="17" y="14"/>
                    </a:lnTo>
                    <a:lnTo>
                      <a:pt x="0" y="39"/>
                    </a:lnTo>
                    <a:lnTo>
                      <a:pt x="5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grpSp>
        <p:grpSp>
          <p:nvGrpSpPr>
            <p:cNvPr id="26820" name="Group 265">
              <a:extLst>
                <a:ext uri="{FF2B5EF4-FFF2-40B4-BE49-F238E27FC236}">
                  <a16:creationId xmlns:a16="http://schemas.microsoft.com/office/drawing/2014/main" id="{2907A32B-E622-9F6B-676E-783D3228104C}"/>
                </a:ext>
              </a:extLst>
            </p:cNvPr>
            <p:cNvGrpSpPr>
              <a:grpSpLocks/>
            </p:cNvGrpSpPr>
            <p:nvPr/>
          </p:nvGrpSpPr>
          <p:grpSpPr bwMode="auto">
            <a:xfrm>
              <a:off x="5432" y="1894"/>
              <a:ext cx="37" cy="45"/>
              <a:chOff x="5432" y="1894"/>
              <a:chExt cx="37" cy="45"/>
            </a:xfrm>
          </p:grpSpPr>
          <p:sp>
            <p:nvSpPr>
              <p:cNvPr id="26821" name="Freeform 266">
                <a:extLst>
                  <a:ext uri="{FF2B5EF4-FFF2-40B4-BE49-F238E27FC236}">
                    <a16:creationId xmlns:a16="http://schemas.microsoft.com/office/drawing/2014/main" id="{929B7D6E-6D3D-AE86-CD0C-D53BFF5BE5DD}"/>
                  </a:ext>
                </a:extLst>
              </p:cNvPr>
              <p:cNvSpPr>
                <a:spLocks/>
              </p:cNvSpPr>
              <p:nvPr/>
            </p:nvSpPr>
            <p:spPr bwMode="auto">
              <a:xfrm>
                <a:off x="5432" y="1894"/>
                <a:ext cx="37" cy="45"/>
              </a:xfrm>
              <a:custGeom>
                <a:avLst/>
                <a:gdLst>
                  <a:gd name="T0" fmla="*/ 0 w 219"/>
                  <a:gd name="T1" fmla="*/ 0 h 267"/>
                  <a:gd name="T2" fmla="*/ 0 w 219"/>
                  <a:gd name="T3" fmla="*/ 0 h 267"/>
                  <a:gd name="T4" fmla="*/ 0 w 219"/>
                  <a:gd name="T5" fmla="*/ 0 h 267"/>
                  <a:gd name="T6" fmla="*/ 0 w 219"/>
                  <a:gd name="T7" fmla="*/ 0 h 267"/>
                  <a:gd name="T8" fmla="*/ 0 w 219"/>
                  <a:gd name="T9" fmla="*/ 0 h 267"/>
                  <a:gd name="T10" fmla="*/ 0 w 219"/>
                  <a:gd name="T11" fmla="*/ 0 h 267"/>
                  <a:gd name="T12" fmla="*/ 0 w 219"/>
                  <a:gd name="T13" fmla="*/ 0 h 267"/>
                  <a:gd name="T14" fmla="*/ 0 w 219"/>
                  <a:gd name="T15" fmla="*/ 0 h 267"/>
                  <a:gd name="T16" fmla="*/ 0 w 219"/>
                  <a:gd name="T17" fmla="*/ 0 h 267"/>
                  <a:gd name="T18" fmla="*/ 0 w 219"/>
                  <a:gd name="T19" fmla="*/ 0 h 26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9" h="267">
                    <a:moveTo>
                      <a:pt x="77" y="17"/>
                    </a:moveTo>
                    <a:lnTo>
                      <a:pt x="42" y="55"/>
                    </a:lnTo>
                    <a:lnTo>
                      <a:pt x="26" y="87"/>
                    </a:lnTo>
                    <a:lnTo>
                      <a:pt x="11" y="138"/>
                    </a:lnTo>
                    <a:lnTo>
                      <a:pt x="11" y="167"/>
                    </a:lnTo>
                    <a:lnTo>
                      <a:pt x="0" y="210"/>
                    </a:lnTo>
                    <a:lnTo>
                      <a:pt x="178" y="267"/>
                    </a:lnTo>
                    <a:lnTo>
                      <a:pt x="219" y="0"/>
                    </a:lnTo>
                    <a:lnTo>
                      <a:pt x="146" y="17"/>
                    </a:lnTo>
                    <a:lnTo>
                      <a:pt x="77" y="17"/>
                    </a:lnTo>
                    <a:close/>
                  </a:path>
                </a:pathLst>
              </a:custGeom>
              <a:solidFill>
                <a:srgbClr val="C0C0C0"/>
              </a:solidFill>
              <a:ln w="1588">
                <a:solidFill>
                  <a:srgbClr val="000000"/>
                </a:solidFill>
                <a:prstDash val="solid"/>
                <a:round/>
                <a:headEnd/>
                <a:tailEnd/>
              </a:ln>
            </p:spPr>
            <p:txBody>
              <a:bodyPr/>
              <a:lstStyle/>
              <a:p>
                <a:endParaRPr lang="zh-CN" altLang="en-US" b="1">
                  <a:solidFill>
                    <a:srgbClr val="000099"/>
                  </a:solidFill>
                </a:endParaRPr>
              </a:p>
            </p:txBody>
          </p:sp>
          <p:sp>
            <p:nvSpPr>
              <p:cNvPr id="26822" name="Freeform 267">
                <a:extLst>
                  <a:ext uri="{FF2B5EF4-FFF2-40B4-BE49-F238E27FC236}">
                    <a16:creationId xmlns:a16="http://schemas.microsoft.com/office/drawing/2014/main" id="{DA2CA06B-0A62-9B2B-3302-F0388C2B7F57}"/>
                  </a:ext>
                </a:extLst>
              </p:cNvPr>
              <p:cNvSpPr>
                <a:spLocks/>
              </p:cNvSpPr>
              <p:nvPr/>
            </p:nvSpPr>
            <p:spPr bwMode="auto">
              <a:xfrm>
                <a:off x="5436" y="1898"/>
                <a:ext cx="29" cy="37"/>
              </a:xfrm>
              <a:custGeom>
                <a:avLst/>
                <a:gdLst>
                  <a:gd name="T0" fmla="*/ 0 w 175"/>
                  <a:gd name="T1" fmla="*/ 0 h 220"/>
                  <a:gd name="T2" fmla="*/ 0 w 175"/>
                  <a:gd name="T3" fmla="*/ 0 h 220"/>
                  <a:gd name="T4" fmla="*/ 0 w 175"/>
                  <a:gd name="T5" fmla="*/ 0 h 220"/>
                  <a:gd name="T6" fmla="*/ 0 w 175"/>
                  <a:gd name="T7" fmla="*/ 0 h 220"/>
                  <a:gd name="T8" fmla="*/ 0 w 175"/>
                  <a:gd name="T9" fmla="*/ 0 h 220"/>
                  <a:gd name="T10" fmla="*/ 0 w 175"/>
                  <a:gd name="T11" fmla="*/ 0 h 220"/>
                  <a:gd name="T12" fmla="*/ 0 w 175"/>
                  <a:gd name="T13" fmla="*/ 0 h 220"/>
                  <a:gd name="T14" fmla="*/ 0 w 175"/>
                  <a:gd name="T15" fmla="*/ 0 h 220"/>
                  <a:gd name="T16" fmla="*/ 0 w 175"/>
                  <a:gd name="T17" fmla="*/ 0 h 2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75" h="220">
                    <a:moveTo>
                      <a:pt x="69" y="7"/>
                    </a:moveTo>
                    <a:lnTo>
                      <a:pt x="38" y="42"/>
                    </a:lnTo>
                    <a:lnTo>
                      <a:pt x="12" y="92"/>
                    </a:lnTo>
                    <a:lnTo>
                      <a:pt x="6" y="128"/>
                    </a:lnTo>
                    <a:lnTo>
                      <a:pt x="0" y="171"/>
                    </a:lnTo>
                    <a:lnTo>
                      <a:pt x="140" y="220"/>
                    </a:lnTo>
                    <a:lnTo>
                      <a:pt x="175" y="0"/>
                    </a:lnTo>
                    <a:lnTo>
                      <a:pt x="122" y="10"/>
                    </a:lnTo>
                    <a:lnTo>
                      <a:pt x="69" y="7"/>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grpSp>
      </p:grpSp>
      <p:sp>
        <p:nvSpPr>
          <p:cNvPr id="26832" name="Freeform 268">
            <a:extLst>
              <a:ext uri="{FF2B5EF4-FFF2-40B4-BE49-F238E27FC236}">
                <a16:creationId xmlns:a16="http://schemas.microsoft.com/office/drawing/2014/main" id="{289A0CB5-AC9E-8228-6161-D851AEE78054}"/>
              </a:ext>
            </a:extLst>
          </p:cNvPr>
          <p:cNvSpPr>
            <a:spLocks/>
          </p:cNvSpPr>
          <p:nvPr/>
        </p:nvSpPr>
        <p:spPr bwMode="auto">
          <a:xfrm>
            <a:off x="9504576" y="4503367"/>
            <a:ext cx="211534" cy="212725"/>
          </a:xfrm>
          <a:custGeom>
            <a:avLst/>
            <a:gdLst>
              <a:gd name="T0" fmla="*/ 2147483646 w 741"/>
              <a:gd name="T1" fmla="*/ 2147483646 h 807"/>
              <a:gd name="T2" fmla="*/ 2147483646 w 741"/>
              <a:gd name="T3" fmla="*/ 2147483646 h 807"/>
              <a:gd name="T4" fmla="*/ 2147483646 w 741"/>
              <a:gd name="T5" fmla="*/ 2147483646 h 807"/>
              <a:gd name="T6" fmla="*/ 2147483646 w 741"/>
              <a:gd name="T7" fmla="*/ 2147483646 h 807"/>
              <a:gd name="T8" fmla="*/ 2147483646 w 741"/>
              <a:gd name="T9" fmla="*/ 2147483646 h 807"/>
              <a:gd name="T10" fmla="*/ 2147483646 w 741"/>
              <a:gd name="T11" fmla="*/ 2147483646 h 807"/>
              <a:gd name="T12" fmla="*/ 2147483646 w 741"/>
              <a:gd name="T13" fmla="*/ 2147483646 h 807"/>
              <a:gd name="T14" fmla="*/ 2147483646 w 741"/>
              <a:gd name="T15" fmla="*/ 2147483646 h 807"/>
              <a:gd name="T16" fmla="*/ 2147483646 w 741"/>
              <a:gd name="T17" fmla="*/ 2147483646 h 807"/>
              <a:gd name="T18" fmla="*/ 0 w 741"/>
              <a:gd name="T19" fmla="*/ 2147483646 h 807"/>
              <a:gd name="T20" fmla="*/ 0 w 741"/>
              <a:gd name="T21" fmla="*/ 2147483646 h 807"/>
              <a:gd name="T22" fmla="*/ 2147483646 w 741"/>
              <a:gd name="T23" fmla="*/ 2147483646 h 807"/>
              <a:gd name="T24" fmla="*/ 2147483646 w 741"/>
              <a:gd name="T25" fmla="*/ 2147483646 h 807"/>
              <a:gd name="T26" fmla="*/ 2147483646 w 741"/>
              <a:gd name="T27" fmla="*/ 2147483646 h 807"/>
              <a:gd name="T28" fmla="*/ 2147483646 w 741"/>
              <a:gd name="T29" fmla="*/ 2147483646 h 807"/>
              <a:gd name="T30" fmla="*/ 2147483646 w 741"/>
              <a:gd name="T31" fmla="*/ 2147483646 h 807"/>
              <a:gd name="T32" fmla="*/ 2147483646 w 741"/>
              <a:gd name="T33" fmla="*/ 2147483646 h 807"/>
              <a:gd name="T34" fmla="*/ 2147483646 w 741"/>
              <a:gd name="T35" fmla="*/ 2147483646 h 807"/>
              <a:gd name="T36" fmla="*/ 2147483646 w 741"/>
              <a:gd name="T37" fmla="*/ 2147483646 h 807"/>
              <a:gd name="T38" fmla="*/ 2147483646 w 741"/>
              <a:gd name="T39" fmla="*/ 2147483646 h 807"/>
              <a:gd name="T40" fmla="*/ 2147483646 w 741"/>
              <a:gd name="T41" fmla="*/ 2147483646 h 807"/>
              <a:gd name="T42" fmla="*/ 2147483646 w 741"/>
              <a:gd name="T43" fmla="*/ 2147483646 h 807"/>
              <a:gd name="T44" fmla="*/ 2147483646 w 741"/>
              <a:gd name="T45" fmla="*/ 2147483646 h 807"/>
              <a:gd name="T46" fmla="*/ 2147483646 w 741"/>
              <a:gd name="T47" fmla="*/ 2147483646 h 807"/>
              <a:gd name="T48" fmla="*/ 2147483646 w 741"/>
              <a:gd name="T49" fmla="*/ 2147483646 h 807"/>
              <a:gd name="T50" fmla="*/ 2147483646 w 741"/>
              <a:gd name="T51" fmla="*/ 2147483646 h 807"/>
              <a:gd name="T52" fmla="*/ 2147483646 w 741"/>
              <a:gd name="T53" fmla="*/ 2147483646 h 807"/>
              <a:gd name="T54" fmla="*/ 2147483646 w 741"/>
              <a:gd name="T55" fmla="*/ 2147483646 h 807"/>
              <a:gd name="T56" fmla="*/ 2147483646 w 741"/>
              <a:gd name="T57" fmla="*/ 2147483646 h 807"/>
              <a:gd name="T58" fmla="*/ 2147483646 w 741"/>
              <a:gd name="T59" fmla="*/ 2147483646 h 807"/>
              <a:gd name="T60" fmla="*/ 2147483646 w 741"/>
              <a:gd name="T61" fmla="*/ 2147483646 h 807"/>
              <a:gd name="T62" fmla="*/ 2147483646 w 741"/>
              <a:gd name="T63" fmla="*/ 2147483646 h 807"/>
              <a:gd name="T64" fmla="*/ 2147483646 w 741"/>
              <a:gd name="T65" fmla="*/ 2147483646 h 807"/>
              <a:gd name="T66" fmla="*/ 2147483646 w 741"/>
              <a:gd name="T67" fmla="*/ 0 h 807"/>
              <a:gd name="T68" fmla="*/ 2147483646 w 741"/>
              <a:gd name="T69" fmla="*/ 2147483646 h 807"/>
              <a:gd name="T70" fmla="*/ 2147483646 w 741"/>
              <a:gd name="T71" fmla="*/ 2147483646 h 80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741" h="807">
                <a:moveTo>
                  <a:pt x="243" y="26"/>
                </a:moveTo>
                <a:lnTo>
                  <a:pt x="179" y="74"/>
                </a:lnTo>
                <a:lnTo>
                  <a:pt x="144" y="131"/>
                </a:lnTo>
                <a:lnTo>
                  <a:pt x="112" y="192"/>
                </a:lnTo>
                <a:lnTo>
                  <a:pt x="92" y="224"/>
                </a:lnTo>
                <a:lnTo>
                  <a:pt x="92" y="259"/>
                </a:lnTo>
                <a:lnTo>
                  <a:pt x="109" y="300"/>
                </a:lnTo>
                <a:lnTo>
                  <a:pt x="77" y="332"/>
                </a:lnTo>
                <a:lnTo>
                  <a:pt x="26" y="420"/>
                </a:lnTo>
                <a:lnTo>
                  <a:pt x="0" y="467"/>
                </a:lnTo>
                <a:lnTo>
                  <a:pt x="0" y="482"/>
                </a:lnTo>
                <a:lnTo>
                  <a:pt x="6" y="498"/>
                </a:lnTo>
                <a:lnTo>
                  <a:pt x="28" y="503"/>
                </a:lnTo>
                <a:lnTo>
                  <a:pt x="60" y="504"/>
                </a:lnTo>
                <a:lnTo>
                  <a:pt x="79" y="511"/>
                </a:lnTo>
                <a:lnTo>
                  <a:pt x="77" y="546"/>
                </a:lnTo>
                <a:lnTo>
                  <a:pt x="67" y="587"/>
                </a:lnTo>
                <a:lnTo>
                  <a:pt x="86" y="609"/>
                </a:lnTo>
                <a:lnTo>
                  <a:pt x="80" y="639"/>
                </a:lnTo>
                <a:lnTo>
                  <a:pt x="95" y="659"/>
                </a:lnTo>
                <a:lnTo>
                  <a:pt x="110" y="713"/>
                </a:lnTo>
                <a:lnTo>
                  <a:pt x="133" y="728"/>
                </a:lnTo>
                <a:lnTo>
                  <a:pt x="167" y="728"/>
                </a:lnTo>
                <a:lnTo>
                  <a:pt x="217" y="721"/>
                </a:lnTo>
                <a:lnTo>
                  <a:pt x="269" y="713"/>
                </a:lnTo>
                <a:lnTo>
                  <a:pt x="263" y="807"/>
                </a:lnTo>
                <a:lnTo>
                  <a:pt x="658" y="681"/>
                </a:lnTo>
                <a:lnTo>
                  <a:pt x="626" y="606"/>
                </a:lnTo>
                <a:lnTo>
                  <a:pt x="634" y="549"/>
                </a:lnTo>
                <a:lnTo>
                  <a:pt x="741" y="441"/>
                </a:lnTo>
                <a:lnTo>
                  <a:pt x="741" y="155"/>
                </a:lnTo>
                <a:lnTo>
                  <a:pt x="668" y="77"/>
                </a:lnTo>
                <a:lnTo>
                  <a:pt x="577" y="35"/>
                </a:lnTo>
                <a:lnTo>
                  <a:pt x="481" y="0"/>
                </a:lnTo>
                <a:lnTo>
                  <a:pt x="355" y="18"/>
                </a:lnTo>
                <a:lnTo>
                  <a:pt x="243" y="26"/>
                </a:lnTo>
                <a:close/>
              </a:path>
            </a:pathLst>
          </a:custGeom>
          <a:solidFill>
            <a:srgbClr val="FFC080"/>
          </a:solidFill>
          <a:ln w="1588">
            <a:solidFill>
              <a:srgbClr val="402000"/>
            </a:solidFill>
            <a:prstDash val="solid"/>
            <a:round/>
            <a:headEnd/>
            <a:tailEnd/>
          </a:ln>
        </p:spPr>
        <p:txBody>
          <a:bodyPr/>
          <a:lstStyle/>
          <a:p>
            <a:endParaRPr lang="zh-CN" altLang="en-US" b="1">
              <a:solidFill>
                <a:srgbClr val="000099"/>
              </a:solidFill>
            </a:endParaRPr>
          </a:p>
        </p:txBody>
      </p:sp>
      <p:sp>
        <p:nvSpPr>
          <p:cNvPr id="26833" name="Freeform 269">
            <a:extLst>
              <a:ext uri="{FF2B5EF4-FFF2-40B4-BE49-F238E27FC236}">
                <a16:creationId xmlns:a16="http://schemas.microsoft.com/office/drawing/2014/main" id="{C503D63F-CDB7-780D-9BE9-6ED840ADB3BA}"/>
              </a:ext>
            </a:extLst>
          </p:cNvPr>
          <p:cNvSpPr>
            <a:spLocks/>
          </p:cNvSpPr>
          <p:nvPr/>
        </p:nvSpPr>
        <p:spPr bwMode="auto">
          <a:xfrm>
            <a:off x="9514895" y="4631954"/>
            <a:ext cx="12038" cy="3175"/>
          </a:xfrm>
          <a:custGeom>
            <a:avLst/>
            <a:gdLst>
              <a:gd name="T0" fmla="*/ 0 w 42"/>
              <a:gd name="T1" fmla="*/ 2147483646 h 9"/>
              <a:gd name="T2" fmla="*/ 2147483646 w 42"/>
              <a:gd name="T3" fmla="*/ 2147483646 h 9"/>
              <a:gd name="T4" fmla="*/ 2147483646 w 42"/>
              <a:gd name="T5" fmla="*/ 2147483646 h 9"/>
              <a:gd name="T6" fmla="*/ 2147483646 w 42"/>
              <a:gd name="T7" fmla="*/ 2147483646 h 9"/>
              <a:gd name="T8" fmla="*/ 2147483646 w 42"/>
              <a:gd name="T9" fmla="*/ 2147483646 h 9"/>
              <a:gd name="T10" fmla="*/ 2147483646 w 42"/>
              <a:gd name="T11" fmla="*/ 0 h 9"/>
              <a:gd name="T12" fmla="*/ 0 w 42"/>
              <a:gd name="T13" fmla="*/ 2147483646 h 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2" h="9">
                <a:moveTo>
                  <a:pt x="0" y="3"/>
                </a:moveTo>
                <a:lnTo>
                  <a:pt x="9" y="8"/>
                </a:lnTo>
                <a:lnTo>
                  <a:pt x="30" y="6"/>
                </a:lnTo>
                <a:lnTo>
                  <a:pt x="39" y="9"/>
                </a:lnTo>
                <a:lnTo>
                  <a:pt x="42" y="2"/>
                </a:lnTo>
                <a:lnTo>
                  <a:pt x="29" y="0"/>
                </a:lnTo>
                <a:lnTo>
                  <a:pt x="0" y="3"/>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6834" name="Freeform 270">
            <a:extLst>
              <a:ext uri="{FF2B5EF4-FFF2-40B4-BE49-F238E27FC236}">
                <a16:creationId xmlns:a16="http://schemas.microsoft.com/office/drawing/2014/main" id="{58738E7B-D62A-BDC3-65A0-CD0B8DAC82AE}"/>
              </a:ext>
            </a:extLst>
          </p:cNvPr>
          <p:cNvSpPr>
            <a:spLocks/>
          </p:cNvSpPr>
          <p:nvPr/>
        </p:nvSpPr>
        <p:spPr bwMode="auto">
          <a:xfrm>
            <a:off x="9526933" y="4624017"/>
            <a:ext cx="5160" cy="7937"/>
          </a:xfrm>
          <a:custGeom>
            <a:avLst/>
            <a:gdLst>
              <a:gd name="T0" fmla="*/ 0 w 17"/>
              <a:gd name="T1" fmla="*/ 0 h 31"/>
              <a:gd name="T2" fmla="*/ 2147483646 w 17"/>
              <a:gd name="T3" fmla="*/ 2147483646 h 31"/>
              <a:gd name="T4" fmla="*/ 2147483646 w 17"/>
              <a:gd name="T5" fmla="*/ 2147483646 h 31"/>
              <a:gd name="T6" fmla="*/ 2147483646 w 17"/>
              <a:gd name="T7" fmla="*/ 2147483646 h 31"/>
              <a:gd name="T8" fmla="*/ 2147483646 w 17"/>
              <a:gd name="T9" fmla="*/ 2147483646 h 31"/>
              <a:gd name="T10" fmla="*/ 2147483646 w 17"/>
              <a:gd name="T11" fmla="*/ 2147483646 h 31"/>
              <a:gd name="T12" fmla="*/ 0 w 17"/>
              <a:gd name="T13" fmla="*/ 0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7" h="31">
                <a:moveTo>
                  <a:pt x="0" y="0"/>
                </a:moveTo>
                <a:lnTo>
                  <a:pt x="11" y="7"/>
                </a:lnTo>
                <a:lnTo>
                  <a:pt x="11" y="16"/>
                </a:lnTo>
                <a:lnTo>
                  <a:pt x="13" y="31"/>
                </a:lnTo>
                <a:lnTo>
                  <a:pt x="17" y="12"/>
                </a:lnTo>
                <a:lnTo>
                  <a:pt x="17" y="1"/>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6835" name="Freeform 271">
            <a:extLst>
              <a:ext uri="{FF2B5EF4-FFF2-40B4-BE49-F238E27FC236}">
                <a16:creationId xmlns:a16="http://schemas.microsoft.com/office/drawing/2014/main" id="{94386A58-5364-9E1C-A404-50F8E39C48F0}"/>
              </a:ext>
            </a:extLst>
          </p:cNvPr>
          <p:cNvSpPr>
            <a:spLocks/>
          </p:cNvSpPr>
          <p:nvPr/>
        </p:nvSpPr>
        <p:spPr bwMode="auto">
          <a:xfrm>
            <a:off x="9535532" y="4597029"/>
            <a:ext cx="5159" cy="15875"/>
          </a:xfrm>
          <a:custGeom>
            <a:avLst/>
            <a:gdLst>
              <a:gd name="T0" fmla="*/ 2147483646 w 19"/>
              <a:gd name="T1" fmla="*/ 0 h 60"/>
              <a:gd name="T2" fmla="*/ 2147483646 w 19"/>
              <a:gd name="T3" fmla="*/ 2147483646 h 60"/>
              <a:gd name="T4" fmla="*/ 0 w 19"/>
              <a:gd name="T5" fmla="*/ 2147483646 h 60"/>
              <a:gd name="T6" fmla="*/ 2147483646 w 19"/>
              <a:gd name="T7" fmla="*/ 2147483646 h 60"/>
              <a:gd name="T8" fmla="*/ 2147483646 w 19"/>
              <a:gd name="T9" fmla="*/ 0 h 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60">
                <a:moveTo>
                  <a:pt x="19" y="0"/>
                </a:moveTo>
                <a:lnTo>
                  <a:pt x="5" y="34"/>
                </a:lnTo>
                <a:lnTo>
                  <a:pt x="0" y="60"/>
                </a:lnTo>
                <a:lnTo>
                  <a:pt x="9" y="43"/>
                </a:lnTo>
                <a:lnTo>
                  <a:pt x="19"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6836" name="Freeform 272">
            <a:extLst>
              <a:ext uri="{FF2B5EF4-FFF2-40B4-BE49-F238E27FC236}">
                <a16:creationId xmlns:a16="http://schemas.microsoft.com/office/drawing/2014/main" id="{DACC5C4C-8B46-4452-1B86-FBED2F40E58A}"/>
              </a:ext>
            </a:extLst>
          </p:cNvPr>
          <p:cNvSpPr>
            <a:spLocks/>
          </p:cNvSpPr>
          <p:nvPr/>
        </p:nvSpPr>
        <p:spPr bwMode="auto">
          <a:xfrm>
            <a:off x="9538972" y="4581153"/>
            <a:ext cx="22357" cy="14288"/>
          </a:xfrm>
          <a:custGeom>
            <a:avLst/>
            <a:gdLst>
              <a:gd name="T0" fmla="*/ 0 w 80"/>
              <a:gd name="T1" fmla="*/ 0 h 51"/>
              <a:gd name="T2" fmla="*/ 2147483646 w 80"/>
              <a:gd name="T3" fmla="*/ 2147483646 h 51"/>
              <a:gd name="T4" fmla="*/ 2147483646 w 80"/>
              <a:gd name="T5" fmla="*/ 2147483646 h 51"/>
              <a:gd name="T6" fmla="*/ 2147483646 w 80"/>
              <a:gd name="T7" fmla="*/ 2147483646 h 51"/>
              <a:gd name="T8" fmla="*/ 2147483646 w 80"/>
              <a:gd name="T9" fmla="*/ 2147483646 h 51"/>
              <a:gd name="T10" fmla="*/ 2147483646 w 80"/>
              <a:gd name="T11" fmla="*/ 2147483646 h 51"/>
              <a:gd name="T12" fmla="*/ 2147483646 w 80"/>
              <a:gd name="T13" fmla="*/ 2147483646 h 51"/>
              <a:gd name="T14" fmla="*/ 2147483646 w 80"/>
              <a:gd name="T15" fmla="*/ 2147483646 h 51"/>
              <a:gd name="T16" fmla="*/ 2147483646 w 80"/>
              <a:gd name="T17" fmla="*/ 2147483646 h 51"/>
              <a:gd name="T18" fmla="*/ 2147483646 w 80"/>
              <a:gd name="T19" fmla="*/ 2147483646 h 51"/>
              <a:gd name="T20" fmla="*/ 0 w 80"/>
              <a:gd name="T21" fmla="*/ 0 h 5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80" h="51">
                <a:moveTo>
                  <a:pt x="0" y="0"/>
                </a:moveTo>
                <a:lnTo>
                  <a:pt x="17" y="28"/>
                </a:lnTo>
                <a:lnTo>
                  <a:pt x="13" y="35"/>
                </a:lnTo>
                <a:lnTo>
                  <a:pt x="13" y="40"/>
                </a:lnTo>
                <a:lnTo>
                  <a:pt x="9" y="51"/>
                </a:lnTo>
                <a:lnTo>
                  <a:pt x="20" y="34"/>
                </a:lnTo>
                <a:lnTo>
                  <a:pt x="35" y="34"/>
                </a:lnTo>
                <a:lnTo>
                  <a:pt x="52" y="28"/>
                </a:lnTo>
                <a:lnTo>
                  <a:pt x="80" y="26"/>
                </a:lnTo>
                <a:lnTo>
                  <a:pt x="52" y="9"/>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6837" name="Freeform 273">
            <a:extLst>
              <a:ext uri="{FF2B5EF4-FFF2-40B4-BE49-F238E27FC236}">
                <a16:creationId xmlns:a16="http://schemas.microsoft.com/office/drawing/2014/main" id="{5D2CEB90-DDF5-D529-C938-99EBA85823C4}"/>
              </a:ext>
            </a:extLst>
          </p:cNvPr>
          <p:cNvSpPr>
            <a:spLocks/>
          </p:cNvSpPr>
          <p:nvPr/>
        </p:nvSpPr>
        <p:spPr bwMode="auto">
          <a:xfrm>
            <a:off x="9533813" y="4562103"/>
            <a:ext cx="37835" cy="12700"/>
          </a:xfrm>
          <a:custGeom>
            <a:avLst/>
            <a:gdLst>
              <a:gd name="T0" fmla="*/ 0 w 135"/>
              <a:gd name="T1" fmla="*/ 2147483646 h 48"/>
              <a:gd name="T2" fmla="*/ 2147483646 w 135"/>
              <a:gd name="T3" fmla="*/ 2147483646 h 48"/>
              <a:gd name="T4" fmla="*/ 2147483646 w 135"/>
              <a:gd name="T5" fmla="*/ 2147483646 h 48"/>
              <a:gd name="T6" fmla="*/ 2147483646 w 135"/>
              <a:gd name="T7" fmla="*/ 2147483646 h 48"/>
              <a:gd name="T8" fmla="*/ 2147483646 w 135"/>
              <a:gd name="T9" fmla="*/ 2147483646 h 48"/>
              <a:gd name="T10" fmla="*/ 2147483646 w 135"/>
              <a:gd name="T11" fmla="*/ 2147483646 h 48"/>
              <a:gd name="T12" fmla="*/ 2147483646 w 135"/>
              <a:gd name="T13" fmla="*/ 2147483646 h 48"/>
              <a:gd name="T14" fmla="*/ 2147483646 w 135"/>
              <a:gd name="T15" fmla="*/ 2147483646 h 48"/>
              <a:gd name="T16" fmla="*/ 2147483646 w 135"/>
              <a:gd name="T17" fmla="*/ 2147483646 h 48"/>
              <a:gd name="T18" fmla="*/ 2147483646 w 135"/>
              <a:gd name="T19" fmla="*/ 0 h 48"/>
              <a:gd name="T20" fmla="*/ 2147483646 w 135"/>
              <a:gd name="T21" fmla="*/ 2147483646 h 48"/>
              <a:gd name="T22" fmla="*/ 2147483646 w 135"/>
              <a:gd name="T23" fmla="*/ 2147483646 h 48"/>
              <a:gd name="T24" fmla="*/ 2147483646 w 135"/>
              <a:gd name="T25" fmla="*/ 2147483646 h 48"/>
              <a:gd name="T26" fmla="*/ 2147483646 w 135"/>
              <a:gd name="T27" fmla="*/ 2147483646 h 48"/>
              <a:gd name="T28" fmla="*/ 0 w 135"/>
              <a:gd name="T29" fmla="*/ 2147483646 h 4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35" h="48">
                <a:moveTo>
                  <a:pt x="0" y="25"/>
                </a:moveTo>
                <a:lnTo>
                  <a:pt x="6" y="42"/>
                </a:lnTo>
                <a:lnTo>
                  <a:pt x="20" y="48"/>
                </a:lnTo>
                <a:lnTo>
                  <a:pt x="42" y="34"/>
                </a:lnTo>
                <a:lnTo>
                  <a:pt x="69" y="25"/>
                </a:lnTo>
                <a:lnTo>
                  <a:pt x="113" y="24"/>
                </a:lnTo>
                <a:lnTo>
                  <a:pt x="135" y="27"/>
                </a:lnTo>
                <a:lnTo>
                  <a:pt x="101" y="12"/>
                </a:lnTo>
                <a:lnTo>
                  <a:pt x="77" y="6"/>
                </a:lnTo>
                <a:lnTo>
                  <a:pt x="80" y="0"/>
                </a:lnTo>
                <a:lnTo>
                  <a:pt x="57" y="9"/>
                </a:lnTo>
                <a:lnTo>
                  <a:pt x="59" y="3"/>
                </a:lnTo>
                <a:lnTo>
                  <a:pt x="40" y="12"/>
                </a:lnTo>
                <a:lnTo>
                  <a:pt x="23" y="12"/>
                </a:lnTo>
                <a:lnTo>
                  <a:pt x="0" y="2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6838" name="Freeform 274">
            <a:extLst>
              <a:ext uri="{FF2B5EF4-FFF2-40B4-BE49-F238E27FC236}">
                <a16:creationId xmlns:a16="http://schemas.microsoft.com/office/drawing/2014/main" id="{D84D335B-303D-4354-EB25-66918E122CFC}"/>
              </a:ext>
            </a:extLst>
          </p:cNvPr>
          <p:cNvSpPr>
            <a:spLocks/>
          </p:cNvSpPr>
          <p:nvPr/>
        </p:nvSpPr>
        <p:spPr bwMode="auto">
          <a:xfrm>
            <a:off x="9619801" y="4579567"/>
            <a:ext cx="22358" cy="41275"/>
          </a:xfrm>
          <a:custGeom>
            <a:avLst/>
            <a:gdLst>
              <a:gd name="T0" fmla="*/ 0 w 78"/>
              <a:gd name="T1" fmla="*/ 2147483646 h 159"/>
              <a:gd name="T2" fmla="*/ 2147483646 w 78"/>
              <a:gd name="T3" fmla="*/ 2147483646 h 159"/>
              <a:gd name="T4" fmla="*/ 2147483646 w 78"/>
              <a:gd name="T5" fmla="*/ 2147483646 h 159"/>
              <a:gd name="T6" fmla="*/ 2147483646 w 78"/>
              <a:gd name="T7" fmla="*/ 2147483646 h 159"/>
              <a:gd name="T8" fmla="*/ 2147483646 w 78"/>
              <a:gd name="T9" fmla="*/ 2147483646 h 159"/>
              <a:gd name="T10" fmla="*/ 2147483646 w 78"/>
              <a:gd name="T11" fmla="*/ 2147483646 h 159"/>
              <a:gd name="T12" fmla="*/ 2147483646 w 78"/>
              <a:gd name="T13" fmla="*/ 2147483646 h 159"/>
              <a:gd name="T14" fmla="*/ 2147483646 w 78"/>
              <a:gd name="T15" fmla="*/ 2147483646 h 159"/>
              <a:gd name="T16" fmla="*/ 2147483646 w 78"/>
              <a:gd name="T17" fmla="*/ 2147483646 h 159"/>
              <a:gd name="T18" fmla="*/ 2147483646 w 78"/>
              <a:gd name="T19" fmla="*/ 2147483646 h 159"/>
              <a:gd name="T20" fmla="*/ 2147483646 w 78"/>
              <a:gd name="T21" fmla="*/ 2147483646 h 159"/>
              <a:gd name="T22" fmla="*/ 2147483646 w 78"/>
              <a:gd name="T23" fmla="*/ 2147483646 h 159"/>
              <a:gd name="T24" fmla="*/ 2147483646 w 78"/>
              <a:gd name="T25" fmla="*/ 2147483646 h 159"/>
              <a:gd name="T26" fmla="*/ 2147483646 w 78"/>
              <a:gd name="T27" fmla="*/ 2147483646 h 159"/>
              <a:gd name="T28" fmla="*/ 2147483646 w 78"/>
              <a:gd name="T29" fmla="*/ 2147483646 h 159"/>
              <a:gd name="T30" fmla="*/ 2147483646 w 78"/>
              <a:gd name="T31" fmla="*/ 2147483646 h 159"/>
              <a:gd name="T32" fmla="*/ 2147483646 w 78"/>
              <a:gd name="T33" fmla="*/ 2147483646 h 159"/>
              <a:gd name="T34" fmla="*/ 2147483646 w 78"/>
              <a:gd name="T35" fmla="*/ 2147483646 h 159"/>
              <a:gd name="T36" fmla="*/ 2147483646 w 78"/>
              <a:gd name="T37" fmla="*/ 2147483646 h 159"/>
              <a:gd name="T38" fmla="*/ 2147483646 w 78"/>
              <a:gd name="T39" fmla="*/ 2147483646 h 159"/>
              <a:gd name="T40" fmla="*/ 2147483646 w 78"/>
              <a:gd name="T41" fmla="*/ 0 h 159"/>
              <a:gd name="T42" fmla="*/ 2147483646 w 78"/>
              <a:gd name="T43" fmla="*/ 2147483646 h 159"/>
              <a:gd name="T44" fmla="*/ 0 w 78"/>
              <a:gd name="T45" fmla="*/ 2147483646 h 15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78" h="159">
                <a:moveTo>
                  <a:pt x="0" y="30"/>
                </a:moveTo>
                <a:lnTo>
                  <a:pt x="24" y="10"/>
                </a:lnTo>
                <a:lnTo>
                  <a:pt x="52" y="15"/>
                </a:lnTo>
                <a:lnTo>
                  <a:pt x="68" y="41"/>
                </a:lnTo>
                <a:lnTo>
                  <a:pt x="71" y="77"/>
                </a:lnTo>
                <a:lnTo>
                  <a:pt x="68" y="105"/>
                </a:lnTo>
                <a:lnTo>
                  <a:pt x="59" y="128"/>
                </a:lnTo>
                <a:lnTo>
                  <a:pt x="44" y="93"/>
                </a:lnTo>
                <a:lnTo>
                  <a:pt x="31" y="73"/>
                </a:lnTo>
                <a:lnTo>
                  <a:pt x="5" y="60"/>
                </a:lnTo>
                <a:lnTo>
                  <a:pt x="25" y="89"/>
                </a:lnTo>
                <a:lnTo>
                  <a:pt x="47" y="111"/>
                </a:lnTo>
                <a:lnTo>
                  <a:pt x="49" y="134"/>
                </a:lnTo>
                <a:lnTo>
                  <a:pt x="40" y="156"/>
                </a:lnTo>
                <a:lnTo>
                  <a:pt x="28" y="159"/>
                </a:lnTo>
                <a:lnTo>
                  <a:pt x="61" y="151"/>
                </a:lnTo>
                <a:lnTo>
                  <a:pt x="77" y="117"/>
                </a:lnTo>
                <a:lnTo>
                  <a:pt x="78" y="73"/>
                </a:lnTo>
                <a:lnTo>
                  <a:pt x="77" y="33"/>
                </a:lnTo>
                <a:lnTo>
                  <a:pt x="59" y="7"/>
                </a:lnTo>
                <a:lnTo>
                  <a:pt x="34" y="0"/>
                </a:lnTo>
                <a:lnTo>
                  <a:pt x="10" y="4"/>
                </a:lnTo>
                <a:lnTo>
                  <a:pt x="0" y="3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6839" name="Freeform 275">
            <a:extLst>
              <a:ext uri="{FF2B5EF4-FFF2-40B4-BE49-F238E27FC236}">
                <a16:creationId xmlns:a16="http://schemas.microsoft.com/office/drawing/2014/main" id="{425A26E0-DEEF-ECF1-CBB4-6D2724324009}"/>
              </a:ext>
            </a:extLst>
          </p:cNvPr>
          <p:cNvSpPr>
            <a:spLocks/>
          </p:cNvSpPr>
          <p:nvPr/>
        </p:nvSpPr>
        <p:spPr bwMode="auto">
          <a:xfrm>
            <a:off x="9614643" y="4573216"/>
            <a:ext cx="36115" cy="55562"/>
          </a:xfrm>
          <a:custGeom>
            <a:avLst/>
            <a:gdLst>
              <a:gd name="T0" fmla="*/ 0 w 129"/>
              <a:gd name="T1" fmla="*/ 2147483646 h 215"/>
              <a:gd name="T2" fmla="*/ 2147483646 w 129"/>
              <a:gd name="T3" fmla="*/ 2147483646 h 215"/>
              <a:gd name="T4" fmla="*/ 2147483646 w 129"/>
              <a:gd name="T5" fmla="*/ 2147483646 h 215"/>
              <a:gd name="T6" fmla="*/ 2147483646 w 129"/>
              <a:gd name="T7" fmla="*/ 2147483646 h 215"/>
              <a:gd name="T8" fmla="*/ 2147483646 w 129"/>
              <a:gd name="T9" fmla="*/ 2147483646 h 215"/>
              <a:gd name="T10" fmla="*/ 2147483646 w 129"/>
              <a:gd name="T11" fmla="*/ 2147483646 h 215"/>
              <a:gd name="T12" fmla="*/ 2147483646 w 129"/>
              <a:gd name="T13" fmla="*/ 2147483646 h 215"/>
              <a:gd name="T14" fmla="*/ 2147483646 w 129"/>
              <a:gd name="T15" fmla="*/ 2147483646 h 215"/>
              <a:gd name="T16" fmla="*/ 2147483646 w 129"/>
              <a:gd name="T17" fmla="*/ 2147483646 h 215"/>
              <a:gd name="T18" fmla="*/ 2147483646 w 129"/>
              <a:gd name="T19" fmla="*/ 2147483646 h 215"/>
              <a:gd name="T20" fmla="*/ 2147483646 w 129"/>
              <a:gd name="T21" fmla="*/ 2147483646 h 215"/>
              <a:gd name="T22" fmla="*/ 2147483646 w 129"/>
              <a:gd name="T23" fmla="*/ 2147483646 h 215"/>
              <a:gd name="T24" fmla="*/ 2147483646 w 129"/>
              <a:gd name="T25" fmla="*/ 2147483646 h 215"/>
              <a:gd name="T26" fmla="*/ 2147483646 w 129"/>
              <a:gd name="T27" fmla="*/ 2147483646 h 215"/>
              <a:gd name="T28" fmla="*/ 2147483646 w 129"/>
              <a:gd name="T29" fmla="*/ 2147483646 h 215"/>
              <a:gd name="T30" fmla="*/ 2147483646 w 129"/>
              <a:gd name="T31" fmla="*/ 2147483646 h 215"/>
              <a:gd name="T32" fmla="*/ 2147483646 w 129"/>
              <a:gd name="T33" fmla="*/ 2147483646 h 215"/>
              <a:gd name="T34" fmla="*/ 2147483646 w 129"/>
              <a:gd name="T35" fmla="*/ 2147483646 h 215"/>
              <a:gd name="T36" fmla="*/ 2147483646 w 129"/>
              <a:gd name="T37" fmla="*/ 2147483646 h 215"/>
              <a:gd name="T38" fmla="*/ 2147483646 w 129"/>
              <a:gd name="T39" fmla="*/ 2147483646 h 215"/>
              <a:gd name="T40" fmla="*/ 2147483646 w 129"/>
              <a:gd name="T41" fmla="*/ 2147483646 h 215"/>
              <a:gd name="T42" fmla="*/ 2147483646 w 129"/>
              <a:gd name="T43" fmla="*/ 2147483646 h 215"/>
              <a:gd name="T44" fmla="*/ 2147483646 w 129"/>
              <a:gd name="T45" fmla="*/ 2147483646 h 215"/>
              <a:gd name="T46" fmla="*/ 2147483646 w 129"/>
              <a:gd name="T47" fmla="*/ 0 h 215"/>
              <a:gd name="T48" fmla="*/ 2147483646 w 129"/>
              <a:gd name="T49" fmla="*/ 2147483646 h 215"/>
              <a:gd name="T50" fmla="*/ 2147483646 w 129"/>
              <a:gd name="T51" fmla="*/ 2147483646 h 215"/>
              <a:gd name="T52" fmla="*/ 0 w 129"/>
              <a:gd name="T53" fmla="*/ 2147483646 h 215"/>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129" h="215">
                <a:moveTo>
                  <a:pt x="0" y="53"/>
                </a:moveTo>
                <a:lnTo>
                  <a:pt x="20" y="19"/>
                </a:lnTo>
                <a:lnTo>
                  <a:pt x="54" y="9"/>
                </a:lnTo>
                <a:lnTo>
                  <a:pt x="95" y="16"/>
                </a:lnTo>
                <a:lnTo>
                  <a:pt x="109" y="35"/>
                </a:lnTo>
                <a:lnTo>
                  <a:pt x="120" y="67"/>
                </a:lnTo>
                <a:lnTo>
                  <a:pt x="120" y="93"/>
                </a:lnTo>
                <a:lnTo>
                  <a:pt x="114" y="111"/>
                </a:lnTo>
                <a:lnTo>
                  <a:pt x="114" y="137"/>
                </a:lnTo>
                <a:lnTo>
                  <a:pt x="107" y="168"/>
                </a:lnTo>
                <a:lnTo>
                  <a:pt x="80" y="198"/>
                </a:lnTo>
                <a:lnTo>
                  <a:pt x="63" y="198"/>
                </a:lnTo>
                <a:lnTo>
                  <a:pt x="40" y="198"/>
                </a:lnTo>
                <a:lnTo>
                  <a:pt x="40" y="203"/>
                </a:lnTo>
                <a:lnTo>
                  <a:pt x="57" y="215"/>
                </a:lnTo>
                <a:lnTo>
                  <a:pt x="76" y="211"/>
                </a:lnTo>
                <a:lnTo>
                  <a:pt x="101" y="201"/>
                </a:lnTo>
                <a:lnTo>
                  <a:pt x="121" y="171"/>
                </a:lnTo>
                <a:lnTo>
                  <a:pt x="123" y="121"/>
                </a:lnTo>
                <a:lnTo>
                  <a:pt x="129" y="87"/>
                </a:lnTo>
                <a:lnTo>
                  <a:pt x="129" y="58"/>
                </a:lnTo>
                <a:lnTo>
                  <a:pt x="117" y="32"/>
                </a:lnTo>
                <a:lnTo>
                  <a:pt x="103" y="9"/>
                </a:lnTo>
                <a:lnTo>
                  <a:pt x="69" y="0"/>
                </a:lnTo>
                <a:lnTo>
                  <a:pt x="20" y="6"/>
                </a:lnTo>
                <a:lnTo>
                  <a:pt x="3" y="19"/>
                </a:lnTo>
                <a:lnTo>
                  <a:pt x="0" y="53"/>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6840" name="Freeform 276">
            <a:extLst>
              <a:ext uri="{FF2B5EF4-FFF2-40B4-BE49-F238E27FC236}">
                <a16:creationId xmlns:a16="http://schemas.microsoft.com/office/drawing/2014/main" id="{2168D034-3653-BBC9-120B-B016AC0E2BCA}"/>
              </a:ext>
            </a:extLst>
          </p:cNvPr>
          <p:cNvSpPr>
            <a:spLocks/>
          </p:cNvSpPr>
          <p:nvPr/>
        </p:nvSpPr>
        <p:spPr bwMode="auto">
          <a:xfrm>
            <a:off x="9595725" y="4633542"/>
            <a:ext cx="32677" cy="47625"/>
          </a:xfrm>
          <a:custGeom>
            <a:avLst/>
            <a:gdLst>
              <a:gd name="T0" fmla="*/ 2147483646 w 118"/>
              <a:gd name="T1" fmla="*/ 0 h 179"/>
              <a:gd name="T2" fmla="*/ 2147483646 w 118"/>
              <a:gd name="T3" fmla="*/ 2147483646 h 179"/>
              <a:gd name="T4" fmla="*/ 2147483646 w 118"/>
              <a:gd name="T5" fmla="*/ 2147483646 h 179"/>
              <a:gd name="T6" fmla="*/ 2147483646 w 118"/>
              <a:gd name="T7" fmla="*/ 2147483646 h 179"/>
              <a:gd name="T8" fmla="*/ 2147483646 w 118"/>
              <a:gd name="T9" fmla="*/ 2147483646 h 179"/>
              <a:gd name="T10" fmla="*/ 0 w 118"/>
              <a:gd name="T11" fmla="*/ 2147483646 h 179"/>
              <a:gd name="T12" fmla="*/ 2147483646 w 118"/>
              <a:gd name="T13" fmla="*/ 2147483646 h 179"/>
              <a:gd name="T14" fmla="*/ 2147483646 w 118"/>
              <a:gd name="T15" fmla="*/ 2147483646 h 179"/>
              <a:gd name="T16" fmla="*/ 2147483646 w 118"/>
              <a:gd name="T17" fmla="*/ 2147483646 h 179"/>
              <a:gd name="T18" fmla="*/ 2147483646 w 118"/>
              <a:gd name="T19" fmla="*/ 0 h 17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8" h="179">
                <a:moveTo>
                  <a:pt x="118" y="0"/>
                </a:moveTo>
                <a:lnTo>
                  <a:pt x="102" y="39"/>
                </a:lnTo>
                <a:lnTo>
                  <a:pt x="77" y="80"/>
                </a:lnTo>
                <a:lnTo>
                  <a:pt x="52" y="116"/>
                </a:lnTo>
                <a:lnTo>
                  <a:pt x="17" y="164"/>
                </a:lnTo>
                <a:lnTo>
                  <a:pt x="0" y="179"/>
                </a:lnTo>
                <a:lnTo>
                  <a:pt x="39" y="159"/>
                </a:lnTo>
                <a:lnTo>
                  <a:pt x="70" y="115"/>
                </a:lnTo>
                <a:lnTo>
                  <a:pt x="99" y="67"/>
                </a:lnTo>
                <a:lnTo>
                  <a:pt x="118"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6841" name="Freeform 277">
            <a:extLst>
              <a:ext uri="{FF2B5EF4-FFF2-40B4-BE49-F238E27FC236}">
                <a16:creationId xmlns:a16="http://schemas.microsoft.com/office/drawing/2014/main" id="{F2A87659-D890-378B-A11E-10266DF6593B}"/>
              </a:ext>
            </a:extLst>
          </p:cNvPr>
          <p:cNvSpPr>
            <a:spLocks/>
          </p:cNvSpPr>
          <p:nvPr/>
        </p:nvSpPr>
        <p:spPr bwMode="auto">
          <a:xfrm>
            <a:off x="9538972" y="4473204"/>
            <a:ext cx="192617" cy="176213"/>
          </a:xfrm>
          <a:custGeom>
            <a:avLst/>
            <a:gdLst>
              <a:gd name="T0" fmla="*/ 2147483646 w 671"/>
              <a:gd name="T1" fmla="*/ 2147483646 h 670"/>
              <a:gd name="T2" fmla="*/ 2147483646 w 671"/>
              <a:gd name="T3" fmla="*/ 2147483646 h 670"/>
              <a:gd name="T4" fmla="*/ 2147483646 w 671"/>
              <a:gd name="T5" fmla="*/ 2147483646 h 670"/>
              <a:gd name="T6" fmla="*/ 2147483646 w 671"/>
              <a:gd name="T7" fmla="*/ 2147483646 h 670"/>
              <a:gd name="T8" fmla="*/ 2147483646 w 671"/>
              <a:gd name="T9" fmla="*/ 2147483646 h 670"/>
              <a:gd name="T10" fmla="*/ 2147483646 w 671"/>
              <a:gd name="T11" fmla="*/ 2147483646 h 670"/>
              <a:gd name="T12" fmla="*/ 2147483646 w 671"/>
              <a:gd name="T13" fmla="*/ 2147483646 h 670"/>
              <a:gd name="T14" fmla="*/ 2147483646 w 671"/>
              <a:gd name="T15" fmla="*/ 2147483646 h 670"/>
              <a:gd name="T16" fmla="*/ 2147483646 w 671"/>
              <a:gd name="T17" fmla="*/ 2147483646 h 670"/>
              <a:gd name="T18" fmla="*/ 2147483646 w 671"/>
              <a:gd name="T19" fmla="*/ 2147483646 h 670"/>
              <a:gd name="T20" fmla="*/ 2147483646 w 671"/>
              <a:gd name="T21" fmla="*/ 2147483646 h 670"/>
              <a:gd name="T22" fmla="*/ 2147483646 w 671"/>
              <a:gd name="T23" fmla="*/ 2147483646 h 670"/>
              <a:gd name="T24" fmla="*/ 2147483646 w 671"/>
              <a:gd name="T25" fmla="*/ 2147483646 h 670"/>
              <a:gd name="T26" fmla="*/ 2147483646 w 671"/>
              <a:gd name="T27" fmla="*/ 2147483646 h 670"/>
              <a:gd name="T28" fmla="*/ 2147483646 w 671"/>
              <a:gd name="T29" fmla="*/ 2147483646 h 670"/>
              <a:gd name="T30" fmla="*/ 2147483646 w 671"/>
              <a:gd name="T31" fmla="*/ 2147483646 h 670"/>
              <a:gd name="T32" fmla="*/ 2147483646 w 671"/>
              <a:gd name="T33" fmla="*/ 2147483646 h 670"/>
              <a:gd name="T34" fmla="*/ 2147483646 w 671"/>
              <a:gd name="T35" fmla="*/ 2147483646 h 670"/>
              <a:gd name="T36" fmla="*/ 2147483646 w 671"/>
              <a:gd name="T37" fmla="*/ 2147483646 h 670"/>
              <a:gd name="T38" fmla="*/ 2147483646 w 671"/>
              <a:gd name="T39" fmla="*/ 2147483646 h 670"/>
              <a:gd name="T40" fmla="*/ 2147483646 w 671"/>
              <a:gd name="T41" fmla="*/ 2147483646 h 670"/>
              <a:gd name="T42" fmla="*/ 2147483646 w 671"/>
              <a:gd name="T43" fmla="*/ 2147483646 h 670"/>
              <a:gd name="T44" fmla="*/ 2147483646 w 671"/>
              <a:gd name="T45" fmla="*/ 2147483646 h 670"/>
              <a:gd name="T46" fmla="*/ 2147483646 w 671"/>
              <a:gd name="T47" fmla="*/ 2147483646 h 670"/>
              <a:gd name="T48" fmla="*/ 2147483646 w 671"/>
              <a:gd name="T49" fmla="*/ 2147483646 h 670"/>
              <a:gd name="T50" fmla="*/ 2147483646 w 671"/>
              <a:gd name="T51" fmla="*/ 2147483646 h 670"/>
              <a:gd name="T52" fmla="*/ 2147483646 w 671"/>
              <a:gd name="T53" fmla="*/ 2147483646 h 670"/>
              <a:gd name="T54" fmla="*/ 2147483646 w 671"/>
              <a:gd name="T55" fmla="*/ 2147483646 h 670"/>
              <a:gd name="T56" fmla="*/ 2147483646 w 671"/>
              <a:gd name="T57" fmla="*/ 2147483646 h 670"/>
              <a:gd name="T58" fmla="*/ 2147483646 w 671"/>
              <a:gd name="T59" fmla="*/ 2147483646 h 670"/>
              <a:gd name="T60" fmla="*/ 2147483646 w 671"/>
              <a:gd name="T61" fmla="*/ 0 h 670"/>
              <a:gd name="T62" fmla="*/ 2147483646 w 671"/>
              <a:gd name="T63" fmla="*/ 2147483646 h 670"/>
              <a:gd name="T64" fmla="*/ 2147483646 w 671"/>
              <a:gd name="T65" fmla="*/ 2147483646 h 670"/>
              <a:gd name="T66" fmla="*/ 2147483646 w 671"/>
              <a:gd name="T67" fmla="*/ 2147483646 h 670"/>
              <a:gd name="T68" fmla="*/ 2147483646 w 671"/>
              <a:gd name="T69" fmla="*/ 2147483646 h 670"/>
              <a:gd name="T70" fmla="*/ 0 w 671"/>
              <a:gd name="T71" fmla="*/ 2147483646 h 670"/>
              <a:gd name="T72" fmla="*/ 2147483646 w 671"/>
              <a:gd name="T73" fmla="*/ 2147483646 h 670"/>
              <a:gd name="T74" fmla="*/ 2147483646 w 671"/>
              <a:gd name="T75" fmla="*/ 2147483646 h 67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671" h="670">
                <a:moveTo>
                  <a:pt x="54" y="193"/>
                </a:moveTo>
                <a:lnTo>
                  <a:pt x="155" y="177"/>
                </a:lnTo>
                <a:lnTo>
                  <a:pt x="223" y="187"/>
                </a:lnTo>
                <a:lnTo>
                  <a:pt x="264" y="234"/>
                </a:lnTo>
                <a:lnTo>
                  <a:pt x="238" y="290"/>
                </a:lnTo>
                <a:lnTo>
                  <a:pt x="206" y="311"/>
                </a:lnTo>
                <a:lnTo>
                  <a:pt x="197" y="366"/>
                </a:lnTo>
                <a:lnTo>
                  <a:pt x="217" y="401"/>
                </a:lnTo>
                <a:lnTo>
                  <a:pt x="200" y="453"/>
                </a:lnTo>
                <a:lnTo>
                  <a:pt x="242" y="453"/>
                </a:lnTo>
                <a:lnTo>
                  <a:pt x="254" y="394"/>
                </a:lnTo>
                <a:lnTo>
                  <a:pt x="280" y="366"/>
                </a:lnTo>
                <a:lnTo>
                  <a:pt x="329" y="366"/>
                </a:lnTo>
                <a:lnTo>
                  <a:pt x="378" y="378"/>
                </a:lnTo>
                <a:lnTo>
                  <a:pt x="393" y="419"/>
                </a:lnTo>
                <a:lnTo>
                  <a:pt x="399" y="475"/>
                </a:lnTo>
                <a:lnTo>
                  <a:pt x="393" y="516"/>
                </a:lnTo>
                <a:lnTo>
                  <a:pt x="393" y="547"/>
                </a:lnTo>
                <a:lnTo>
                  <a:pt x="396" y="581"/>
                </a:lnTo>
                <a:lnTo>
                  <a:pt x="428" y="613"/>
                </a:lnTo>
                <a:lnTo>
                  <a:pt x="451" y="632"/>
                </a:lnTo>
                <a:lnTo>
                  <a:pt x="510" y="670"/>
                </a:lnTo>
                <a:lnTo>
                  <a:pt x="620" y="558"/>
                </a:lnTo>
                <a:lnTo>
                  <a:pt x="652" y="466"/>
                </a:lnTo>
                <a:lnTo>
                  <a:pt x="665" y="318"/>
                </a:lnTo>
                <a:lnTo>
                  <a:pt x="671" y="215"/>
                </a:lnTo>
                <a:lnTo>
                  <a:pt x="658" y="114"/>
                </a:lnTo>
                <a:lnTo>
                  <a:pt x="629" y="59"/>
                </a:lnTo>
                <a:lnTo>
                  <a:pt x="562" y="21"/>
                </a:lnTo>
                <a:lnTo>
                  <a:pt x="502" y="8"/>
                </a:lnTo>
                <a:lnTo>
                  <a:pt x="384" y="0"/>
                </a:lnTo>
                <a:lnTo>
                  <a:pt x="270" y="5"/>
                </a:lnTo>
                <a:lnTo>
                  <a:pt x="129" y="30"/>
                </a:lnTo>
                <a:lnTo>
                  <a:pt x="64" y="62"/>
                </a:lnTo>
                <a:lnTo>
                  <a:pt x="32" y="94"/>
                </a:lnTo>
                <a:lnTo>
                  <a:pt x="0" y="140"/>
                </a:lnTo>
                <a:lnTo>
                  <a:pt x="6" y="166"/>
                </a:lnTo>
                <a:lnTo>
                  <a:pt x="54" y="193"/>
                </a:lnTo>
                <a:close/>
              </a:path>
            </a:pathLst>
          </a:custGeom>
          <a:solidFill>
            <a:srgbClr val="603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6842" name="Freeform 278">
            <a:extLst>
              <a:ext uri="{FF2B5EF4-FFF2-40B4-BE49-F238E27FC236}">
                <a16:creationId xmlns:a16="http://schemas.microsoft.com/office/drawing/2014/main" id="{E1E2B22F-B5CB-2237-1F66-30584EB49787}"/>
              </a:ext>
            </a:extLst>
          </p:cNvPr>
          <p:cNvSpPr>
            <a:spLocks/>
          </p:cNvSpPr>
          <p:nvPr/>
        </p:nvSpPr>
        <p:spPr bwMode="auto">
          <a:xfrm>
            <a:off x="9544131" y="4474791"/>
            <a:ext cx="184018" cy="169862"/>
          </a:xfrm>
          <a:custGeom>
            <a:avLst/>
            <a:gdLst>
              <a:gd name="T0" fmla="*/ 2147483646 w 636"/>
              <a:gd name="T1" fmla="*/ 2147483646 h 643"/>
              <a:gd name="T2" fmla="*/ 2147483646 w 636"/>
              <a:gd name="T3" fmla="*/ 2147483646 h 643"/>
              <a:gd name="T4" fmla="*/ 2147483646 w 636"/>
              <a:gd name="T5" fmla="*/ 2147483646 h 643"/>
              <a:gd name="T6" fmla="*/ 2147483646 w 636"/>
              <a:gd name="T7" fmla="*/ 2147483646 h 643"/>
              <a:gd name="T8" fmla="*/ 2147483646 w 636"/>
              <a:gd name="T9" fmla="*/ 2147483646 h 643"/>
              <a:gd name="T10" fmla="*/ 2147483646 w 636"/>
              <a:gd name="T11" fmla="*/ 2147483646 h 643"/>
              <a:gd name="T12" fmla="*/ 2147483646 w 636"/>
              <a:gd name="T13" fmla="*/ 2147483646 h 643"/>
              <a:gd name="T14" fmla="*/ 2147483646 w 636"/>
              <a:gd name="T15" fmla="*/ 2147483646 h 643"/>
              <a:gd name="T16" fmla="*/ 2147483646 w 636"/>
              <a:gd name="T17" fmla="*/ 2147483646 h 643"/>
              <a:gd name="T18" fmla="*/ 2147483646 w 636"/>
              <a:gd name="T19" fmla="*/ 2147483646 h 643"/>
              <a:gd name="T20" fmla="*/ 2147483646 w 636"/>
              <a:gd name="T21" fmla="*/ 2147483646 h 643"/>
              <a:gd name="T22" fmla="*/ 2147483646 w 636"/>
              <a:gd name="T23" fmla="*/ 2147483646 h 643"/>
              <a:gd name="T24" fmla="*/ 2147483646 w 636"/>
              <a:gd name="T25" fmla="*/ 2147483646 h 643"/>
              <a:gd name="T26" fmla="*/ 2147483646 w 636"/>
              <a:gd name="T27" fmla="*/ 2147483646 h 643"/>
              <a:gd name="T28" fmla="*/ 2147483646 w 636"/>
              <a:gd name="T29" fmla="*/ 2147483646 h 643"/>
              <a:gd name="T30" fmla="*/ 2147483646 w 636"/>
              <a:gd name="T31" fmla="*/ 2147483646 h 643"/>
              <a:gd name="T32" fmla="*/ 2147483646 w 636"/>
              <a:gd name="T33" fmla="*/ 2147483646 h 643"/>
              <a:gd name="T34" fmla="*/ 2147483646 w 636"/>
              <a:gd name="T35" fmla="*/ 2147483646 h 643"/>
              <a:gd name="T36" fmla="*/ 2147483646 w 636"/>
              <a:gd name="T37" fmla="*/ 2147483646 h 643"/>
              <a:gd name="T38" fmla="*/ 2147483646 w 636"/>
              <a:gd name="T39" fmla="*/ 2147483646 h 643"/>
              <a:gd name="T40" fmla="*/ 2147483646 w 636"/>
              <a:gd name="T41" fmla="*/ 2147483646 h 643"/>
              <a:gd name="T42" fmla="*/ 2147483646 w 636"/>
              <a:gd name="T43" fmla="*/ 2147483646 h 643"/>
              <a:gd name="T44" fmla="*/ 2147483646 w 636"/>
              <a:gd name="T45" fmla="*/ 2147483646 h 643"/>
              <a:gd name="T46" fmla="*/ 2147483646 w 636"/>
              <a:gd name="T47" fmla="*/ 2147483646 h 643"/>
              <a:gd name="T48" fmla="*/ 2147483646 w 636"/>
              <a:gd name="T49" fmla="*/ 2147483646 h 643"/>
              <a:gd name="T50" fmla="*/ 2147483646 w 636"/>
              <a:gd name="T51" fmla="*/ 2147483646 h 643"/>
              <a:gd name="T52" fmla="*/ 2147483646 w 636"/>
              <a:gd name="T53" fmla="*/ 2147483646 h 643"/>
              <a:gd name="T54" fmla="*/ 2147483646 w 636"/>
              <a:gd name="T55" fmla="*/ 2147483646 h 643"/>
              <a:gd name="T56" fmla="*/ 2147483646 w 636"/>
              <a:gd name="T57" fmla="*/ 2147483646 h 643"/>
              <a:gd name="T58" fmla="*/ 2147483646 w 636"/>
              <a:gd name="T59" fmla="*/ 2147483646 h 643"/>
              <a:gd name="T60" fmla="*/ 2147483646 w 636"/>
              <a:gd name="T61" fmla="*/ 2147483646 h 643"/>
              <a:gd name="T62" fmla="*/ 2147483646 w 636"/>
              <a:gd name="T63" fmla="*/ 2147483646 h 643"/>
              <a:gd name="T64" fmla="*/ 2147483646 w 636"/>
              <a:gd name="T65" fmla="*/ 2147483646 h 643"/>
              <a:gd name="T66" fmla="*/ 2147483646 w 636"/>
              <a:gd name="T67" fmla="*/ 2147483646 h 643"/>
              <a:gd name="T68" fmla="*/ 2147483646 w 636"/>
              <a:gd name="T69" fmla="*/ 2147483646 h 643"/>
              <a:gd name="T70" fmla="*/ 2147483646 w 636"/>
              <a:gd name="T71" fmla="*/ 2147483646 h 643"/>
              <a:gd name="T72" fmla="*/ 2147483646 w 636"/>
              <a:gd name="T73" fmla="*/ 2147483646 h 643"/>
              <a:gd name="T74" fmla="*/ 2147483646 w 636"/>
              <a:gd name="T75" fmla="*/ 2147483646 h 643"/>
              <a:gd name="T76" fmla="*/ 2147483646 w 636"/>
              <a:gd name="T77" fmla="*/ 2147483646 h 643"/>
              <a:gd name="T78" fmla="*/ 2147483646 w 636"/>
              <a:gd name="T79" fmla="*/ 2147483646 h 643"/>
              <a:gd name="T80" fmla="*/ 2147483646 w 636"/>
              <a:gd name="T81" fmla="*/ 2147483646 h 643"/>
              <a:gd name="T82" fmla="*/ 2147483646 w 636"/>
              <a:gd name="T83" fmla="*/ 2147483646 h 643"/>
              <a:gd name="T84" fmla="*/ 2147483646 w 636"/>
              <a:gd name="T85" fmla="*/ 2147483646 h 643"/>
              <a:gd name="T86" fmla="*/ 2147483646 w 636"/>
              <a:gd name="T87" fmla="*/ 2147483646 h 643"/>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636" h="643">
                <a:moveTo>
                  <a:pt x="104" y="41"/>
                </a:moveTo>
                <a:lnTo>
                  <a:pt x="51" y="63"/>
                </a:lnTo>
                <a:lnTo>
                  <a:pt x="25" y="98"/>
                </a:lnTo>
                <a:lnTo>
                  <a:pt x="10" y="121"/>
                </a:lnTo>
                <a:lnTo>
                  <a:pt x="0" y="138"/>
                </a:lnTo>
                <a:lnTo>
                  <a:pt x="13" y="152"/>
                </a:lnTo>
                <a:lnTo>
                  <a:pt x="41" y="169"/>
                </a:lnTo>
                <a:lnTo>
                  <a:pt x="110" y="158"/>
                </a:lnTo>
                <a:lnTo>
                  <a:pt x="160" y="158"/>
                </a:lnTo>
                <a:lnTo>
                  <a:pt x="194" y="141"/>
                </a:lnTo>
                <a:lnTo>
                  <a:pt x="245" y="129"/>
                </a:lnTo>
                <a:lnTo>
                  <a:pt x="290" y="126"/>
                </a:lnTo>
                <a:lnTo>
                  <a:pt x="342" y="129"/>
                </a:lnTo>
                <a:lnTo>
                  <a:pt x="267" y="138"/>
                </a:lnTo>
                <a:lnTo>
                  <a:pt x="229" y="148"/>
                </a:lnTo>
                <a:lnTo>
                  <a:pt x="201" y="158"/>
                </a:lnTo>
                <a:lnTo>
                  <a:pt x="194" y="161"/>
                </a:lnTo>
                <a:lnTo>
                  <a:pt x="213" y="169"/>
                </a:lnTo>
                <a:lnTo>
                  <a:pt x="229" y="185"/>
                </a:lnTo>
                <a:lnTo>
                  <a:pt x="255" y="169"/>
                </a:lnTo>
                <a:lnTo>
                  <a:pt x="277" y="163"/>
                </a:lnTo>
                <a:lnTo>
                  <a:pt x="325" y="155"/>
                </a:lnTo>
                <a:lnTo>
                  <a:pt x="339" y="155"/>
                </a:lnTo>
                <a:lnTo>
                  <a:pt x="293" y="172"/>
                </a:lnTo>
                <a:lnTo>
                  <a:pt x="258" y="188"/>
                </a:lnTo>
                <a:lnTo>
                  <a:pt x="239" y="201"/>
                </a:lnTo>
                <a:lnTo>
                  <a:pt x="255" y="217"/>
                </a:lnTo>
                <a:lnTo>
                  <a:pt x="293" y="204"/>
                </a:lnTo>
                <a:lnTo>
                  <a:pt x="325" y="198"/>
                </a:lnTo>
                <a:lnTo>
                  <a:pt x="267" y="226"/>
                </a:lnTo>
                <a:lnTo>
                  <a:pt x="248" y="239"/>
                </a:lnTo>
                <a:lnTo>
                  <a:pt x="242" y="266"/>
                </a:lnTo>
                <a:lnTo>
                  <a:pt x="232" y="280"/>
                </a:lnTo>
                <a:lnTo>
                  <a:pt x="267" y="263"/>
                </a:lnTo>
                <a:lnTo>
                  <a:pt x="298" y="257"/>
                </a:lnTo>
                <a:lnTo>
                  <a:pt x="348" y="255"/>
                </a:lnTo>
                <a:lnTo>
                  <a:pt x="272" y="276"/>
                </a:lnTo>
                <a:lnTo>
                  <a:pt x="226" y="294"/>
                </a:lnTo>
                <a:lnTo>
                  <a:pt x="194" y="310"/>
                </a:lnTo>
                <a:lnTo>
                  <a:pt x="191" y="335"/>
                </a:lnTo>
                <a:lnTo>
                  <a:pt x="229" y="317"/>
                </a:lnTo>
                <a:lnTo>
                  <a:pt x="280" y="300"/>
                </a:lnTo>
                <a:lnTo>
                  <a:pt x="304" y="300"/>
                </a:lnTo>
                <a:lnTo>
                  <a:pt x="248" y="320"/>
                </a:lnTo>
                <a:lnTo>
                  <a:pt x="204" y="338"/>
                </a:lnTo>
                <a:lnTo>
                  <a:pt x="187" y="355"/>
                </a:lnTo>
                <a:lnTo>
                  <a:pt x="194" y="370"/>
                </a:lnTo>
                <a:lnTo>
                  <a:pt x="229" y="358"/>
                </a:lnTo>
                <a:lnTo>
                  <a:pt x="261" y="344"/>
                </a:lnTo>
                <a:lnTo>
                  <a:pt x="327" y="341"/>
                </a:lnTo>
                <a:lnTo>
                  <a:pt x="354" y="344"/>
                </a:lnTo>
                <a:lnTo>
                  <a:pt x="415" y="348"/>
                </a:lnTo>
                <a:lnTo>
                  <a:pt x="488" y="338"/>
                </a:lnTo>
                <a:lnTo>
                  <a:pt x="444" y="355"/>
                </a:lnTo>
                <a:lnTo>
                  <a:pt x="368" y="367"/>
                </a:lnTo>
                <a:lnTo>
                  <a:pt x="384" y="393"/>
                </a:lnTo>
                <a:lnTo>
                  <a:pt x="438" y="379"/>
                </a:lnTo>
                <a:lnTo>
                  <a:pt x="491" y="361"/>
                </a:lnTo>
                <a:lnTo>
                  <a:pt x="525" y="344"/>
                </a:lnTo>
                <a:lnTo>
                  <a:pt x="460" y="393"/>
                </a:lnTo>
                <a:lnTo>
                  <a:pt x="419" y="405"/>
                </a:lnTo>
                <a:lnTo>
                  <a:pt x="384" y="417"/>
                </a:lnTo>
                <a:lnTo>
                  <a:pt x="387" y="442"/>
                </a:lnTo>
                <a:lnTo>
                  <a:pt x="438" y="434"/>
                </a:lnTo>
                <a:lnTo>
                  <a:pt x="478" y="423"/>
                </a:lnTo>
                <a:lnTo>
                  <a:pt x="454" y="440"/>
                </a:lnTo>
                <a:lnTo>
                  <a:pt x="409" y="452"/>
                </a:lnTo>
                <a:lnTo>
                  <a:pt x="387" y="455"/>
                </a:lnTo>
                <a:lnTo>
                  <a:pt x="387" y="511"/>
                </a:lnTo>
                <a:lnTo>
                  <a:pt x="435" y="492"/>
                </a:lnTo>
                <a:lnTo>
                  <a:pt x="473" y="477"/>
                </a:lnTo>
                <a:lnTo>
                  <a:pt x="432" y="508"/>
                </a:lnTo>
                <a:lnTo>
                  <a:pt x="380" y="530"/>
                </a:lnTo>
                <a:lnTo>
                  <a:pt x="384" y="556"/>
                </a:lnTo>
                <a:lnTo>
                  <a:pt x="412" y="586"/>
                </a:lnTo>
                <a:lnTo>
                  <a:pt x="438" y="553"/>
                </a:lnTo>
                <a:lnTo>
                  <a:pt x="473" y="511"/>
                </a:lnTo>
                <a:lnTo>
                  <a:pt x="496" y="471"/>
                </a:lnTo>
                <a:lnTo>
                  <a:pt x="473" y="533"/>
                </a:lnTo>
                <a:lnTo>
                  <a:pt x="454" y="556"/>
                </a:lnTo>
                <a:lnTo>
                  <a:pt x="419" y="599"/>
                </a:lnTo>
                <a:lnTo>
                  <a:pt x="444" y="628"/>
                </a:lnTo>
                <a:lnTo>
                  <a:pt x="485" y="594"/>
                </a:lnTo>
                <a:lnTo>
                  <a:pt x="514" y="553"/>
                </a:lnTo>
                <a:lnTo>
                  <a:pt x="540" y="508"/>
                </a:lnTo>
                <a:lnTo>
                  <a:pt x="517" y="573"/>
                </a:lnTo>
                <a:lnTo>
                  <a:pt x="491" y="602"/>
                </a:lnTo>
                <a:lnTo>
                  <a:pt x="465" y="631"/>
                </a:lnTo>
                <a:lnTo>
                  <a:pt x="488" y="643"/>
                </a:lnTo>
                <a:lnTo>
                  <a:pt x="540" y="599"/>
                </a:lnTo>
                <a:lnTo>
                  <a:pt x="589" y="530"/>
                </a:lnTo>
                <a:lnTo>
                  <a:pt x="607" y="477"/>
                </a:lnTo>
                <a:lnTo>
                  <a:pt x="620" y="386"/>
                </a:lnTo>
                <a:lnTo>
                  <a:pt x="627" y="317"/>
                </a:lnTo>
                <a:lnTo>
                  <a:pt x="636" y="239"/>
                </a:lnTo>
                <a:lnTo>
                  <a:pt x="582" y="255"/>
                </a:lnTo>
                <a:lnTo>
                  <a:pt x="522" y="276"/>
                </a:lnTo>
                <a:lnTo>
                  <a:pt x="432" y="297"/>
                </a:lnTo>
                <a:lnTo>
                  <a:pt x="514" y="266"/>
                </a:lnTo>
                <a:lnTo>
                  <a:pt x="543" y="249"/>
                </a:lnTo>
                <a:lnTo>
                  <a:pt x="601" y="229"/>
                </a:lnTo>
                <a:lnTo>
                  <a:pt x="630" y="223"/>
                </a:lnTo>
                <a:lnTo>
                  <a:pt x="630" y="182"/>
                </a:lnTo>
                <a:lnTo>
                  <a:pt x="623" y="129"/>
                </a:lnTo>
                <a:lnTo>
                  <a:pt x="551" y="141"/>
                </a:lnTo>
                <a:lnTo>
                  <a:pt x="505" y="155"/>
                </a:lnTo>
                <a:lnTo>
                  <a:pt x="447" y="182"/>
                </a:lnTo>
                <a:lnTo>
                  <a:pt x="499" y="141"/>
                </a:lnTo>
                <a:lnTo>
                  <a:pt x="560" y="124"/>
                </a:lnTo>
                <a:lnTo>
                  <a:pt x="620" y="109"/>
                </a:lnTo>
                <a:lnTo>
                  <a:pt x="607" y="69"/>
                </a:lnTo>
                <a:lnTo>
                  <a:pt x="589" y="45"/>
                </a:lnTo>
                <a:lnTo>
                  <a:pt x="534" y="28"/>
                </a:lnTo>
                <a:lnTo>
                  <a:pt x="482" y="41"/>
                </a:lnTo>
                <a:lnTo>
                  <a:pt x="432" y="76"/>
                </a:lnTo>
                <a:lnTo>
                  <a:pt x="465" y="35"/>
                </a:lnTo>
                <a:lnTo>
                  <a:pt x="517" y="16"/>
                </a:lnTo>
                <a:lnTo>
                  <a:pt x="460" y="6"/>
                </a:lnTo>
                <a:lnTo>
                  <a:pt x="419" y="3"/>
                </a:lnTo>
                <a:lnTo>
                  <a:pt x="359" y="13"/>
                </a:lnTo>
                <a:lnTo>
                  <a:pt x="318" y="38"/>
                </a:lnTo>
                <a:lnTo>
                  <a:pt x="255" y="51"/>
                </a:lnTo>
                <a:lnTo>
                  <a:pt x="298" y="32"/>
                </a:lnTo>
                <a:lnTo>
                  <a:pt x="330" y="13"/>
                </a:lnTo>
                <a:lnTo>
                  <a:pt x="348" y="0"/>
                </a:lnTo>
                <a:lnTo>
                  <a:pt x="287" y="3"/>
                </a:lnTo>
                <a:lnTo>
                  <a:pt x="232" y="6"/>
                </a:lnTo>
                <a:lnTo>
                  <a:pt x="198" y="22"/>
                </a:lnTo>
                <a:lnTo>
                  <a:pt x="163" y="54"/>
                </a:lnTo>
                <a:lnTo>
                  <a:pt x="136" y="95"/>
                </a:lnTo>
                <a:lnTo>
                  <a:pt x="151" y="48"/>
                </a:lnTo>
                <a:lnTo>
                  <a:pt x="184" y="16"/>
                </a:lnTo>
                <a:lnTo>
                  <a:pt x="104" y="41"/>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grpSp>
        <p:nvGrpSpPr>
          <p:cNvPr id="26843" name="Group 279">
            <a:extLst>
              <a:ext uri="{FF2B5EF4-FFF2-40B4-BE49-F238E27FC236}">
                <a16:creationId xmlns:a16="http://schemas.microsoft.com/office/drawing/2014/main" id="{08215D82-A6D0-2EC8-DB74-A283CF287110}"/>
              </a:ext>
            </a:extLst>
          </p:cNvPr>
          <p:cNvGrpSpPr>
            <a:grpSpLocks/>
          </p:cNvGrpSpPr>
          <p:nvPr/>
        </p:nvGrpSpPr>
        <p:grpSpPr bwMode="auto">
          <a:xfrm>
            <a:off x="9158897" y="4905004"/>
            <a:ext cx="199496" cy="112713"/>
            <a:chOff x="5264" y="1904"/>
            <a:chExt cx="116" cy="71"/>
          </a:xfrm>
        </p:grpSpPr>
        <p:sp>
          <p:nvSpPr>
            <p:cNvPr id="26844" name="Freeform 280">
              <a:extLst>
                <a:ext uri="{FF2B5EF4-FFF2-40B4-BE49-F238E27FC236}">
                  <a16:creationId xmlns:a16="http://schemas.microsoft.com/office/drawing/2014/main" id="{7E075A87-5305-FA0B-052B-273CBD0B7850}"/>
                </a:ext>
              </a:extLst>
            </p:cNvPr>
            <p:cNvSpPr>
              <a:spLocks/>
            </p:cNvSpPr>
            <p:nvPr/>
          </p:nvSpPr>
          <p:spPr bwMode="auto">
            <a:xfrm>
              <a:off x="5264" y="1904"/>
              <a:ext cx="116" cy="71"/>
            </a:xfrm>
            <a:custGeom>
              <a:avLst/>
              <a:gdLst>
                <a:gd name="T0" fmla="*/ 0 w 698"/>
                <a:gd name="T1" fmla="*/ 0 h 425"/>
                <a:gd name="T2" fmla="*/ 0 w 698"/>
                <a:gd name="T3" fmla="*/ 0 h 425"/>
                <a:gd name="T4" fmla="*/ 0 w 698"/>
                <a:gd name="T5" fmla="*/ 0 h 425"/>
                <a:gd name="T6" fmla="*/ 0 w 698"/>
                <a:gd name="T7" fmla="*/ 0 h 425"/>
                <a:gd name="T8" fmla="*/ 0 w 698"/>
                <a:gd name="T9" fmla="*/ 0 h 425"/>
                <a:gd name="T10" fmla="*/ 0 w 698"/>
                <a:gd name="T11" fmla="*/ 0 h 425"/>
                <a:gd name="T12" fmla="*/ 0 w 698"/>
                <a:gd name="T13" fmla="*/ 0 h 425"/>
                <a:gd name="T14" fmla="*/ 0 w 698"/>
                <a:gd name="T15" fmla="*/ 0 h 425"/>
                <a:gd name="T16" fmla="*/ 0 w 698"/>
                <a:gd name="T17" fmla="*/ 0 h 425"/>
                <a:gd name="T18" fmla="*/ 0 w 698"/>
                <a:gd name="T19" fmla="*/ 0 h 425"/>
                <a:gd name="T20" fmla="*/ 0 w 698"/>
                <a:gd name="T21" fmla="*/ 0 h 425"/>
                <a:gd name="T22" fmla="*/ 0 w 698"/>
                <a:gd name="T23" fmla="*/ 0 h 425"/>
                <a:gd name="T24" fmla="*/ 0 w 698"/>
                <a:gd name="T25" fmla="*/ 0 h 425"/>
                <a:gd name="T26" fmla="*/ 0 w 698"/>
                <a:gd name="T27" fmla="*/ 0 h 425"/>
                <a:gd name="T28" fmla="*/ 0 w 698"/>
                <a:gd name="T29" fmla="*/ 0 h 425"/>
                <a:gd name="T30" fmla="*/ 0 w 698"/>
                <a:gd name="T31" fmla="*/ 0 h 425"/>
                <a:gd name="T32" fmla="*/ 0 w 698"/>
                <a:gd name="T33" fmla="*/ 0 h 425"/>
                <a:gd name="T34" fmla="*/ 0 w 698"/>
                <a:gd name="T35" fmla="*/ 0 h 425"/>
                <a:gd name="T36" fmla="*/ 0 w 698"/>
                <a:gd name="T37" fmla="*/ 0 h 425"/>
                <a:gd name="T38" fmla="*/ 0 w 698"/>
                <a:gd name="T39" fmla="*/ 0 h 425"/>
                <a:gd name="T40" fmla="*/ 0 w 698"/>
                <a:gd name="T41" fmla="*/ 0 h 425"/>
                <a:gd name="T42" fmla="*/ 0 w 698"/>
                <a:gd name="T43" fmla="*/ 0 h 425"/>
                <a:gd name="T44" fmla="*/ 0 w 698"/>
                <a:gd name="T45" fmla="*/ 0 h 425"/>
                <a:gd name="T46" fmla="*/ 0 w 698"/>
                <a:gd name="T47" fmla="*/ 0 h 425"/>
                <a:gd name="T48" fmla="*/ 0 w 698"/>
                <a:gd name="T49" fmla="*/ 0 h 425"/>
                <a:gd name="T50" fmla="*/ 0 w 698"/>
                <a:gd name="T51" fmla="*/ 0 h 425"/>
                <a:gd name="T52" fmla="*/ 0 w 698"/>
                <a:gd name="T53" fmla="*/ 0 h 425"/>
                <a:gd name="T54" fmla="*/ 0 w 698"/>
                <a:gd name="T55" fmla="*/ 0 h 425"/>
                <a:gd name="T56" fmla="*/ 0 w 698"/>
                <a:gd name="T57" fmla="*/ 0 h 425"/>
                <a:gd name="T58" fmla="*/ 0 w 698"/>
                <a:gd name="T59" fmla="*/ 0 h 425"/>
                <a:gd name="T60" fmla="*/ 0 w 698"/>
                <a:gd name="T61" fmla="*/ 0 h 425"/>
                <a:gd name="T62" fmla="*/ 0 w 698"/>
                <a:gd name="T63" fmla="*/ 0 h 425"/>
                <a:gd name="T64" fmla="*/ 0 w 698"/>
                <a:gd name="T65" fmla="*/ 0 h 425"/>
                <a:gd name="T66" fmla="*/ 0 w 698"/>
                <a:gd name="T67" fmla="*/ 0 h 425"/>
                <a:gd name="T68" fmla="*/ 0 w 698"/>
                <a:gd name="T69" fmla="*/ 0 h 425"/>
                <a:gd name="T70" fmla="*/ 0 w 698"/>
                <a:gd name="T71" fmla="*/ 0 h 425"/>
                <a:gd name="T72" fmla="*/ 0 w 698"/>
                <a:gd name="T73" fmla="*/ 0 h 425"/>
                <a:gd name="T74" fmla="*/ 0 w 698"/>
                <a:gd name="T75" fmla="*/ 0 h 425"/>
                <a:gd name="T76" fmla="*/ 0 w 698"/>
                <a:gd name="T77" fmla="*/ 0 h 425"/>
                <a:gd name="T78" fmla="*/ 0 w 698"/>
                <a:gd name="T79" fmla="*/ 0 h 425"/>
                <a:gd name="T80" fmla="*/ 0 w 698"/>
                <a:gd name="T81" fmla="*/ 0 h 425"/>
                <a:gd name="T82" fmla="*/ 0 w 698"/>
                <a:gd name="T83" fmla="*/ 0 h 425"/>
                <a:gd name="T84" fmla="*/ 0 w 698"/>
                <a:gd name="T85" fmla="*/ 0 h 425"/>
                <a:gd name="T86" fmla="*/ 0 w 698"/>
                <a:gd name="T87" fmla="*/ 0 h 425"/>
                <a:gd name="T88" fmla="*/ 0 w 698"/>
                <a:gd name="T89" fmla="*/ 0 h 425"/>
                <a:gd name="T90" fmla="*/ 0 w 698"/>
                <a:gd name="T91" fmla="*/ 0 h 425"/>
                <a:gd name="T92" fmla="*/ 0 w 698"/>
                <a:gd name="T93" fmla="*/ 0 h 425"/>
                <a:gd name="T94" fmla="*/ 0 w 698"/>
                <a:gd name="T95" fmla="*/ 0 h 425"/>
                <a:gd name="T96" fmla="*/ 0 w 698"/>
                <a:gd name="T97" fmla="*/ 0 h 425"/>
                <a:gd name="T98" fmla="*/ 0 w 698"/>
                <a:gd name="T99" fmla="*/ 0 h 425"/>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698" h="425">
                  <a:moveTo>
                    <a:pt x="698" y="253"/>
                  </a:moveTo>
                  <a:lnTo>
                    <a:pt x="611" y="233"/>
                  </a:lnTo>
                  <a:lnTo>
                    <a:pt x="579" y="227"/>
                  </a:lnTo>
                  <a:lnTo>
                    <a:pt x="558" y="210"/>
                  </a:lnTo>
                  <a:lnTo>
                    <a:pt x="538" y="182"/>
                  </a:lnTo>
                  <a:lnTo>
                    <a:pt x="496" y="143"/>
                  </a:lnTo>
                  <a:lnTo>
                    <a:pt x="420" y="79"/>
                  </a:lnTo>
                  <a:lnTo>
                    <a:pt x="407" y="58"/>
                  </a:lnTo>
                  <a:lnTo>
                    <a:pt x="387" y="38"/>
                  </a:lnTo>
                  <a:lnTo>
                    <a:pt x="347" y="32"/>
                  </a:lnTo>
                  <a:lnTo>
                    <a:pt x="225" y="11"/>
                  </a:lnTo>
                  <a:lnTo>
                    <a:pt x="192" y="0"/>
                  </a:lnTo>
                  <a:lnTo>
                    <a:pt x="162" y="14"/>
                  </a:lnTo>
                  <a:lnTo>
                    <a:pt x="147" y="27"/>
                  </a:lnTo>
                  <a:lnTo>
                    <a:pt x="75" y="52"/>
                  </a:lnTo>
                  <a:lnTo>
                    <a:pt x="48" y="62"/>
                  </a:lnTo>
                  <a:lnTo>
                    <a:pt x="37" y="73"/>
                  </a:lnTo>
                  <a:lnTo>
                    <a:pt x="24" y="114"/>
                  </a:lnTo>
                  <a:lnTo>
                    <a:pt x="16" y="133"/>
                  </a:lnTo>
                  <a:lnTo>
                    <a:pt x="9" y="146"/>
                  </a:lnTo>
                  <a:lnTo>
                    <a:pt x="0" y="165"/>
                  </a:lnTo>
                  <a:lnTo>
                    <a:pt x="0" y="181"/>
                  </a:lnTo>
                  <a:lnTo>
                    <a:pt x="15" y="191"/>
                  </a:lnTo>
                  <a:lnTo>
                    <a:pt x="43" y="190"/>
                  </a:lnTo>
                  <a:lnTo>
                    <a:pt x="89" y="168"/>
                  </a:lnTo>
                  <a:lnTo>
                    <a:pt x="147" y="158"/>
                  </a:lnTo>
                  <a:lnTo>
                    <a:pt x="198" y="165"/>
                  </a:lnTo>
                  <a:lnTo>
                    <a:pt x="144" y="179"/>
                  </a:lnTo>
                  <a:lnTo>
                    <a:pt x="105" y="191"/>
                  </a:lnTo>
                  <a:lnTo>
                    <a:pt x="61" y="210"/>
                  </a:lnTo>
                  <a:lnTo>
                    <a:pt x="51" y="224"/>
                  </a:lnTo>
                  <a:lnTo>
                    <a:pt x="51" y="242"/>
                  </a:lnTo>
                  <a:lnTo>
                    <a:pt x="67" y="253"/>
                  </a:lnTo>
                  <a:lnTo>
                    <a:pt x="87" y="250"/>
                  </a:lnTo>
                  <a:lnTo>
                    <a:pt x="150" y="233"/>
                  </a:lnTo>
                  <a:lnTo>
                    <a:pt x="205" y="230"/>
                  </a:lnTo>
                  <a:lnTo>
                    <a:pt x="249" y="233"/>
                  </a:lnTo>
                  <a:lnTo>
                    <a:pt x="273" y="250"/>
                  </a:lnTo>
                  <a:lnTo>
                    <a:pt x="301" y="279"/>
                  </a:lnTo>
                  <a:lnTo>
                    <a:pt x="323" y="310"/>
                  </a:lnTo>
                  <a:lnTo>
                    <a:pt x="346" y="342"/>
                  </a:lnTo>
                  <a:lnTo>
                    <a:pt x="364" y="366"/>
                  </a:lnTo>
                  <a:lnTo>
                    <a:pt x="397" y="389"/>
                  </a:lnTo>
                  <a:lnTo>
                    <a:pt x="429" y="396"/>
                  </a:lnTo>
                  <a:lnTo>
                    <a:pt x="464" y="399"/>
                  </a:lnTo>
                  <a:lnTo>
                    <a:pt x="507" y="396"/>
                  </a:lnTo>
                  <a:lnTo>
                    <a:pt x="539" y="393"/>
                  </a:lnTo>
                  <a:lnTo>
                    <a:pt x="582" y="404"/>
                  </a:lnTo>
                  <a:lnTo>
                    <a:pt x="698" y="425"/>
                  </a:lnTo>
                  <a:lnTo>
                    <a:pt x="698" y="253"/>
                  </a:lnTo>
                  <a:close/>
                </a:path>
              </a:pathLst>
            </a:custGeom>
            <a:solidFill>
              <a:srgbClr val="FFC080"/>
            </a:solidFill>
            <a:ln w="1588">
              <a:solidFill>
                <a:srgbClr val="402000"/>
              </a:solidFill>
              <a:prstDash val="solid"/>
              <a:round/>
              <a:headEnd/>
              <a:tailEnd/>
            </a:ln>
          </p:spPr>
          <p:txBody>
            <a:bodyPr/>
            <a:lstStyle/>
            <a:p>
              <a:endParaRPr lang="zh-CN" altLang="en-US" b="1">
                <a:solidFill>
                  <a:srgbClr val="000099"/>
                </a:solidFill>
              </a:endParaRPr>
            </a:p>
          </p:txBody>
        </p:sp>
        <p:sp>
          <p:nvSpPr>
            <p:cNvPr id="26845" name="Freeform 281">
              <a:extLst>
                <a:ext uri="{FF2B5EF4-FFF2-40B4-BE49-F238E27FC236}">
                  <a16:creationId xmlns:a16="http://schemas.microsoft.com/office/drawing/2014/main" id="{EB4231FA-BC2B-3C5B-C0F5-3D93D0428E39}"/>
                </a:ext>
              </a:extLst>
            </p:cNvPr>
            <p:cNvSpPr>
              <a:spLocks/>
            </p:cNvSpPr>
            <p:nvPr/>
          </p:nvSpPr>
          <p:spPr bwMode="auto">
            <a:xfrm>
              <a:off x="5269" y="1916"/>
              <a:ext cx="37" cy="9"/>
            </a:xfrm>
            <a:custGeom>
              <a:avLst/>
              <a:gdLst>
                <a:gd name="T0" fmla="*/ 0 w 223"/>
                <a:gd name="T1" fmla="*/ 0 h 52"/>
                <a:gd name="T2" fmla="*/ 0 w 223"/>
                <a:gd name="T3" fmla="*/ 0 h 52"/>
                <a:gd name="T4" fmla="*/ 0 w 223"/>
                <a:gd name="T5" fmla="*/ 0 h 52"/>
                <a:gd name="T6" fmla="*/ 0 w 223"/>
                <a:gd name="T7" fmla="*/ 0 h 52"/>
                <a:gd name="T8" fmla="*/ 0 w 223"/>
                <a:gd name="T9" fmla="*/ 0 h 52"/>
                <a:gd name="T10" fmla="*/ 0 w 223"/>
                <a:gd name="T11" fmla="*/ 0 h 52"/>
                <a:gd name="T12" fmla="*/ 0 w 223"/>
                <a:gd name="T13" fmla="*/ 0 h 52"/>
                <a:gd name="T14" fmla="*/ 0 w 223"/>
                <a:gd name="T15" fmla="*/ 0 h 52"/>
                <a:gd name="T16" fmla="*/ 0 w 223"/>
                <a:gd name="T17" fmla="*/ 0 h 52"/>
                <a:gd name="T18" fmla="*/ 0 w 223"/>
                <a:gd name="T19" fmla="*/ 0 h 52"/>
                <a:gd name="T20" fmla="*/ 0 w 223"/>
                <a:gd name="T21" fmla="*/ 0 h 52"/>
                <a:gd name="T22" fmla="*/ 0 w 223"/>
                <a:gd name="T23" fmla="*/ 0 h 52"/>
                <a:gd name="T24" fmla="*/ 0 w 223"/>
                <a:gd name="T25" fmla="*/ 0 h 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23" h="52">
                  <a:moveTo>
                    <a:pt x="0" y="52"/>
                  </a:moveTo>
                  <a:lnTo>
                    <a:pt x="38" y="36"/>
                  </a:lnTo>
                  <a:lnTo>
                    <a:pt x="69" y="30"/>
                  </a:lnTo>
                  <a:lnTo>
                    <a:pt x="107" y="18"/>
                  </a:lnTo>
                  <a:lnTo>
                    <a:pt x="139" y="11"/>
                  </a:lnTo>
                  <a:lnTo>
                    <a:pt x="189" y="15"/>
                  </a:lnTo>
                  <a:lnTo>
                    <a:pt x="223" y="18"/>
                  </a:lnTo>
                  <a:lnTo>
                    <a:pt x="171" y="8"/>
                  </a:lnTo>
                  <a:lnTo>
                    <a:pt x="127" y="0"/>
                  </a:lnTo>
                  <a:lnTo>
                    <a:pt x="69" y="24"/>
                  </a:lnTo>
                  <a:lnTo>
                    <a:pt x="38" y="28"/>
                  </a:lnTo>
                  <a:lnTo>
                    <a:pt x="3" y="45"/>
                  </a:lnTo>
                  <a:lnTo>
                    <a:pt x="0" y="52"/>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6846" name="Freeform 282">
              <a:extLst>
                <a:ext uri="{FF2B5EF4-FFF2-40B4-BE49-F238E27FC236}">
                  <a16:creationId xmlns:a16="http://schemas.microsoft.com/office/drawing/2014/main" id="{E41506B2-0185-91DE-E309-8616FB207B0C}"/>
                </a:ext>
              </a:extLst>
            </p:cNvPr>
            <p:cNvSpPr>
              <a:spLocks/>
            </p:cNvSpPr>
            <p:nvPr/>
          </p:nvSpPr>
          <p:spPr bwMode="auto">
            <a:xfrm>
              <a:off x="5289" y="1907"/>
              <a:ext cx="31" cy="6"/>
            </a:xfrm>
            <a:custGeom>
              <a:avLst/>
              <a:gdLst>
                <a:gd name="T0" fmla="*/ 0 w 188"/>
                <a:gd name="T1" fmla="*/ 0 h 36"/>
                <a:gd name="T2" fmla="*/ 0 w 188"/>
                <a:gd name="T3" fmla="*/ 0 h 36"/>
                <a:gd name="T4" fmla="*/ 0 w 188"/>
                <a:gd name="T5" fmla="*/ 0 h 36"/>
                <a:gd name="T6" fmla="*/ 0 w 188"/>
                <a:gd name="T7" fmla="*/ 0 h 36"/>
                <a:gd name="T8" fmla="*/ 0 w 188"/>
                <a:gd name="T9" fmla="*/ 0 h 36"/>
                <a:gd name="T10" fmla="*/ 0 w 188"/>
                <a:gd name="T11" fmla="*/ 0 h 36"/>
                <a:gd name="T12" fmla="*/ 0 w 188"/>
                <a:gd name="T13" fmla="*/ 0 h 36"/>
                <a:gd name="T14" fmla="*/ 0 w 188"/>
                <a:gd name="T15" fmla="*/ 0 h 36"/>
                <a:gd name="T16" fmla="*/ 0 w 188"/>
                <a:gd name="T17" fmla="*/ 0 h 36"/>
                <a:gd name="T18" fmla="*/ 0 w 188"/>
                <a:gd name="T19" fmla="*/ 0 h 36"/>
                <a:gd name="T20" fmla="*/ 0 w 188"/>
                <a:gd name="T21" fmla="*/ 0 h 36"/>
                <a:gd name="T22" fmla="*/ 0 w 188"/>
                <a:gd name="T23" fmla="*/ 0 h 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88" h="36">
                  <a:moveTo>
                    <a:pt x="51" y="0"/>
                  </a:moveTo>
                  <a:lnTo>
                    <a:pt x="29" y="1"/>
                  </a:lnTo>
                  <a:lnTo>
                    <a:pt x="0" y="11"/>
                  </a:lnTo>
                  <a:lnTo>
                    <a:pt x="19" y="9"/>
                  </a:lnTo>
                  <a:lnTo>
                    <a:pt x="48" y="4"/>
                  </a:lnTo>
                  <a:lnTo>
                    <a:pt x="109" y="20"/>
                  </a:lnTo>
                  <a:lnTo>
                    <a:pt x="143" y="30"/>
                  </a:lnTo>
                  <a:lnTo>
                    <a:pt x="181" y="36"/>
                  </a:lnTo>
                  <a:lnTo>
                    <a:pt x="188" y="30"/>
                  </a:lnTo>
                  <a:lnTo>
                    <a:pt x="146" y="22"/>
                  </a:lnTo>
                  <a:lnTo>
                    <a:pt x="97" y="11"/>
                  </a:lnTo>
                  <a:lnTo>
                    <a:pt x="51"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6847" name="Freeform 283">
              <a:extLst>
                <a:ext uri="{FF2B5EF4-FFF2-40B4-BE49-F238E27FC236}">
                  <a16:creationId xmlns:a16="http://schemas.microsoft.com/office/drawing/2014/main" id="{74C19087-4698-BD89-830E-6DC5842C877B}"/>
                </a:ext>
              </a:extLst>
            </p:cNvPr>
            <p:cNvSpPr>
              <a:spLocks/>
            </p:cNvSpPr>
            <p:nvPr/>
          </p:nvSpPr>
          <p:spPr bwMode="auto">
            <a:xfrm>
              <a:off x="5295" y="1929"/>
              <a:ext cx="13" cy="3"/>
            </a:xfrm>
            <a:custGeom>
              <a:avLst/>
              <a:gdLst>
                <a:gd name="T0" fmla="*/ 0 w 76"/>
                <a:gd name="T1" fmla="*/ 0 h 17"/>
                <a:gd name="T2" fmla="*/ 0 w 76"/>
                <a:gd name="T3" fmla="*/ 0 h 17"/>
                <a:gd name="T4" fmla="*/ 0 w 76"/>
                <a:gd name="T5" fmla="*/ 0 h 17"/>
                <a:gd name="T6" fmla="*/ 0 w 76"/>
                <a:gd name="T7" fmla="*/ 0 h 17"/>
                <a:gd name="T8" fmla="*/ 0 w 76"/>
                <a:gd name="T9" fmla="*/ 0 h 17"/>
                <a:gd name="T10" fmla="*/ 0 w 76"/>
                <a:gd name="T11" fmla="*/ 0 h 17"/>
                <a:gd name="T12" fmla="*/ 0 w 76"/>
                <a:gd name="T13" fmla="*/ 0 h 1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6" h="17">
                  <a:moveTo>
                    <a:pt x="0" y="8"/>
                  </a:moveTo>
                  <a:lnTo>
                    <a:pt x="8" y="17"/>
                  </a:lnTo>
                  <a:lnTo>
                    <a:pt x="36" y="12"/>
                  </a:lnTo>
                  <a:lnTo>
                    <a:pt x="67" y="12"/>
                  </a:lnTo>
                  <a:lnTo>
                    <a:pt x="76" y="0"/>
                  </a:lnTo>
                  <a:lnTo>
                    <a:pt x="55" y="4"/>
                  </a:lnTo>
                  <a:lnTo>
                    <a:pt x="0" y="8"/>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6848" name="Freeform 284">
              <a:extLst>
                <a:ext uri="{FF2B5EF4-FFF2-40B4-BE49-F238E27FC236}">
                  <a16:creationId xmlns:a16="http://schemas.microsoft.com/office/drawing/2014/main" id="{A2BE6EA5-0010-4871-E65A-292FB44B5675}"/>
                </a:ext>
              </a:extLst>
            </p:cNvPr>
            <p:cNvSpPr>
              <a:spLocks/>
            </p:cNvSpPr>
            <p:nvPr/>
          </p:nvSpPr>
          <p:spPr bwMode="auto">
            <a:xfrm>
              <a:off x="5268" y="1926"/>
              <a:ext cx="3" cy="6"/>
            </a:xfrm>
            <a:custGeom>
              <a:avLst/>
              <a:gdLst>
                <a:gd name="T0" fmla="*/ 0 w 19"/>
                <a:gd name="T1" fmla="*/ 0 h 32"/>
                <a:gd name="T2" fmla="*/ 0 w 19"/>
                <a:gd name="T3" fmla="*/ 0 h 32"/>
                <a:gd name="T4" fmla="*/ 0 w 19"/>
                <a:gd name="T5" fmla="*/ 0 h 32"/>
                <a:gd name="T6" fmla="*/ 0 w 19"/>
                <a:gd name="T7" fmla="*/ 0 h 32"/>
                <a:gd name="T8" fmla="*/ 0 w 19"/>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32">
                  <a:moveTo>
                    <a:pt x="19" y="0"/>
                  </a:moveTo>
                  <a:lnTo>
                    <a:pt x="19" y="9"/>
                  </a:lnTo>
                  <a:lnTo>
                    <a:pt x="14" y="24"/>
                  </a:lnTo>
                  <a:lnTo>
                    <a:pt x="0" y="32"/>
                  </a:lnTo>
                  <a:lnTo>
                    <a:pt x="19"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6849" name="Freeform 285">
              <a:extLst>
                <a:ext uri="{FF2B5EF4-FFF2-40B4-BE49-F238E27FC236}">
                  <a16:creationId xmlns:a16="http://schemas.microsoft.com/office/drawing/2014/main" id="{7671D3BD-511D-109B-3143-9F25879D9153}"/>
                </a:ext>
              </a:extLst>
            </p:cNvPr>
            <p:cNvSpPr>
              <a:spLocks/>
            </p:cNvSpPr>
            <p:nvPr/>
          </p:nvSpPr>
          <p:spPr bwMode="auto">
            <a:xfrm>
              <a:off x="5277" y="1940"/>
              <a:ext cx="3" cy="3"/>
            </a:xfrm>
            <a:custGeom>
              <a:avLst/>
              <a:gdLst>
                <a:gd name="T0" fmla="*/ 0 w 14"/>
                <a:gd name="T1" fmla="*/ 0 h 18"/>
                <a:gd name="T2" fmla="*/ 0 w 14"/>
                <a:gd name="T3" fmla="*/ 0 h 18"/>
                <a:gd name="T4" fmla="*/ 0 w 14"/>
                <a:gd name="T5" fmla="*/ 0 h 18"/>
                <a:gd name="T6" fmla="*/ 0 w 14"/>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18">
                  <a:moveTo>
                    <a:pt x="14" y="0"/>
                  </a:moveTo>
                  <a:lnTo>
                    <a:pt x="11" y="9"/>
                  </a:lnTo>
                  <a:lnTo>
                    <a:pt x="0" y="18"/>
                  </a:lnTo>
                  <a:lnTo>
                    <a:pt x="14"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6850" name="Freeform 286">
              <a:extLst>
                <a:ext uri="{FF2B5EF4-FFF2-40B4-BE49-F238E27FC236}">
                  <a16:creationId xmlns:a16="http://schemas.microsoft.com/office/drawing/2014/main" id="{B194A714-6783-246F-FFDA-AB15BEC0539F}"/>
                </a:ext>
              </a:extLst>
            </p:cNvPr>
            <p:cNvSpPr>
              <a:spLocks/>
            </p:cNvSpPr>
            <p:nvPr/>
          </p:nvSpPr>
          <p:spPr bwMode="auto">
            <a:xfrm>
              <a:off x="5319" y="1921"/>
              <a:ext cx="6" cy="7"/>
            </a:xfrm>
            <a:custGeom>
              <a:avLst/>
              <a:gdLst>
                <a:gd name="T0" fmla="*/ 0 w 35"/>
                <a:gd name="T1" fmla="*/ 0 h 43"/>
                <a:gd name="T2" fmla="*/ 0 w 35"/>
                <a:gd name="T3" fmla="*/ 0 h 43"/>
                <a:gd name="T4" fmla="*/ 0 w 35"/>
                <a:gd name="T5" fmla="*/ 0 h 43"/>
                <a:gd name="T6" fmla="*/ 0 w 35"/>
                <a:gd name="T7" fmla="*/ 0 h 43"/>
                <a:gd name="T8" fmla="*/ 0 w 35"/>
                <a:gd name="T9" fmla="*/ 0 h 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43">
                  <a:moveTo>
                    <a:pt x="0" y="0"/>
                  </a:moveTo>
                  <a:lnTo>
                    <a:pt x="7" y="14"/>
                  </a:lnTo>
                  <a:lnTo>
                    <a:pt x="7" y="24"/>
                  </a:lnTo>
                  <a:lnTo>
                    <a:pt x="35" y="43"/>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6851" name="Freeform 287">
              <a:extLst>
                <a:ext uri="{FF2B5EF4-FFF2-40B4-BE49-F238E27FC236}">
                  <a16:creationId xmlns:a16="http://schemas.microsoft.com/office/drawing/2014/main" id="{D3038D0F-B6E4-788E-99F5-48F5F0D5B71B}"/>
                </a:ext>
              </a:extLst>
            </p:cNvPr>
            <p:cNvSpPr>
              <a:spLocks/>
            </p:cNvSpPr>
            <p:nvPr/>
          </p:nvSpPr>
          <p:spPr bwMode="auto">
            <a:xfrm>
              <a:off x="5330" y="1921"/>
              <a:ext cx="19" cy="19"/>
            </a:xfrm>
            <a:custGeom>
              <a:avLst/>
              <a:gdLst>
                <a:gd name="T0" fmla="*/ 0 w 114"/>
                <a:gd name="T1" fmla="*/ 0 h 114"/>
                <a:gd name="T2" fmla="*/ 0 w 114"/>
                <a:gd name="T3" fmla="*/ 0 h 114"/>
                <a:gd name="T4" fmla="*/ 0 w 114"/>
                <a:gd name="T5" fmla="*/ 0 h 114"/>
                <a:gd name="T6" fmla="*/ 0 w 114"/>
                <a:gd name="T7" fmla="*/ 0 h 114"/>
                <a:gd name="T8" fmla="*/ 0 w 114"/>
                <a:gd name="T9" fmla="*/ 0 h 114"/>
                <a:gd name="T10" fmla="*/ 0 w 114"/>
                <a:gd name="T11" fmla="*/ 0 h 11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4" h="114">
                  <a:moveTo>
                    <a:pt x="0" y="0"/>
                  </a:moveTo>
                  <a:lnTo>
                    <a:pt x="21" y="35"/>
                  </a:lnTo>
                  <a:lnTo>
                    <a:pt x="43" y="63"/>
                  </a:lnTo>
                  <a:lnTo>
                    <a:pt x="114" y="114"/>
                  </a:lnTo>
                  <a:lnTo>
                    <a:pt x="47" y="53"/>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6852" name="Freeform 288">
              <a:extLst>
                <a:ext uri="{FF2B5EF4-FFF2-40B4-BE49-F238E27FC236}">
                  <a16:creationId xmlns:a16="http://schemas.microsoft.com/office/drawing/2014/main" id="{42746CF0-5E9B-FF38-0EDD-77545F01B62A}"/>
                </a:ext>
              </a:extLst>
            </p:cNvPr>
            <p:cNvSpPr>
              <a:spLocks/>
            </p:cNvSpPr>
            <p:nvPr/>
          </p:nvSpPr>
          <p:spPr bwMode="auto">
            <a:xfrm>
              <a:off x="5354" y="1948"/>
              <a:ext cx="4" cy="13"/>
            </a:xfrm>
            <a:custGeom>
              <a:avLst/>
              <a:gdLst>
                <a:gd name="T0" fmla="*/ 0 w 27"/>
                <a:gd name="T1" fmla="*/ 0 h 82"/>
                <a:gd name="T2" fmla="*/ 0 w 27"/>
                <a:gd name="T3" fmla="*/ 0 h 82"/>
                <a:gd name="T4" fmla="*/ 0 w 27"/>
                <a:gd name="T5" fmla="*/ 0 h 82"/>
                <a:gd name="T6" fmla="*/ 0 w 27"/>
                <a:gd name="T7" fmla="*/ 0 h 82"/>
                <a:gd name="T8" fmla="*/ 0 w 27"/>
                <a:gd name="T9" fmla="*/ 0 h 82"/>
                <a:gd name="T10" fmla="*/ 0 w 27"/>
                <a:gd name="T11" fmla="*/ 0 h 82"/>
                <a:gd name="T12" fmla="*/ 0 w 27"/>
                <a:gd name="T13" fmla="*/ 0 h 8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7" h="82">
                  <a:moveTo>
                    <a:pt x="27" y="0"/>
                  </a:moveTo>
                  <a:lnTo>
                    <a:pt x="9" y="29"/>
                  </a:lnTo>
                  <a:lnTo>
                    <a:pt x="4" y="57"/>
                  </a:lnTo>
                  <a:lnTo>
                    <a:pt x="3" y="82"/>
                  </a:lnTo>
                  <a:lnTo>
                    <a:pt x="0" y="47"/>
                  </a:lnTo>
                  <a:lnTo>
                    <a:pt x="3" y="21"/>
                  </a:lnTo>
                  <a:lnTo>
                    <a:pt x="27"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6853" name="Freeform 289">
              <a:extLst>
                <a:ext uri="{FF2B5EF4-FFF2-40B4-BE49-F238E27FC236}">
                  <a16:creationId xmlns:a16="http://schemas.microsoft.com/office/drawing/2014/main" id="{EF4A7A98-57A3-49E5-437F-B24B932B9C79}"/>
                </a:ext>
              </a:extLst>
            </p:cNvPr>
            <p:cNvSpPr>
              <a:spLocks/>
            </p:cNvSpPr>
            <p:nvPr/>
          </p:nvSpPr>
          <p:spPr bwMode="auto">
            <a:xfrm>
              <a:off x="5312" y="1934"/>
              <a:ext cx="2" cy="5"/>
            </a:xfrm>
            <a:custGeom>
              <a:avLst/>
              <a:gdLst>
                <a:gd name="T0" fmla="*/ 0 w 15"/>
                <a:gd name="T1" fmla="*/ 0 h 30"/>
                <a:gd name="T2" fmla="*/ 0 w 15"/>
                <a:gd name="T3" fmla="*/ 0 h 30"/>
                <a:gd name="T4" fmla="*/ 0 w 15"/>
                <a:gd name="T5" fmla="*/ 0 h 30"/>
                <a:gd name="T6" fmla="*/ 0 w 15"/>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 h="30">
                  <a:moveTo>
                    <a:pt x="11" y="0"/>
                  </a:moveTo>
                  <a:lnTo>
                    <a:pt x="15" y="12"/>
                  </a:lnTo>
                  <a:lnTo>
                    <a:pt x="0" y="30"/>
                  </a:lnTo>
                  <a:lnTo>
                    <a:pt x="11"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grpSp>
      <p:grpSp>
        <p:nvGrpSpPr>
          <p:cNvPr id="26854" name="Group 290">
            <a:extLst>
              <a:ext uri="{FF2B5EF4-FFF2-40B4-BE49-F238E27FC236}">
                <a16:creationId xmlns:a16="http://schemas.microsoft.com/office/drawing/2014/main" id="{14467FD5-6C70-2D44-45CD-8CE128847E79}"/>
              </a:ext>
            </a:extLst>
          </p:cNvPr>
          <p:cNvGrpSpPr>
            <a:grpSpLocks/>
          </p:cNvGrpSpPr>
          <p:nvPr/>
        </p:nvGrpSpPr>
        <p:grpSpPr bwMode="auto">
          <a:xfrm>
            <a:off x="9327437" y="4657353"/>
            <a:ext cx="460904" cy="484188"/>
            <a:chOff x="5362" y="1748"/>
            <a:chExt cx="268" cy="305"/>
          </a:xfrm>
        </p:grpSpPr>
        <p:sp>
          <p:nvSpPr>
            <p:cNvPr id="26855" name="Freeform 291">
              <a:extLst>
                <a:ext uri="{FF2B5EF4-FFF2-40B4-BE49-F238E27FC236}">
                  <a16:creationId xmlns:a16="http://schemas.microsoft.com/office/drawing/2014/main" id="{D81B5BC1-2C69-6494-0202-E8B5182ECBFE}"/>
                </a:ext>
              </a:extLst>
            </p:cNvPr>
            <p:cNvSpPr>
              <a:spLocks/>
            </p:cNvSpPr>
            <p:nvPr/>
          </p:nvSpPr>
          <p:spPr bwMode="auto">
            <a:xfrm>
              <a:off x="5477" y="1748"/>
              <a:ext cx="8" cy="6"/>
            </a:xfrm>
            <a:custGeom>
              <a:avLst/>
              <a:gdLst>
                <a:gd name="T0" fmla="*/ 0 w 51"/>
                <a:gd name="T1" fmla="*/ 0 h 36"/>
                <a:gd name="T2" fmla="*/ 0 w 51"/>
                <a:gd name="T3" fmla="*/ 0 h 36"/>
                <a:gd name="T4" fmla="*/ 0 w 51"/>
                <a:gd name="T5" fmla="*/ 0 h 36"/>
                <a:gd name="T6" fmla="*/ 0 w 51"/>
                <a:gd name="T7" fmla="*/ 0 h 36"/>
                <a:gd name="T8" fmla="*/ 0 w 51"/>
                <a:gd name="T9" fmla="*/ 0 h 36"/>
                <a:gd name="T10" fmla="*/ 0 w 51"/>
                <a:gd name="T11" fmla="*/ 0 h 36"/>
                <a:gd name="T12" fmla="*/ 0 w 51"/>
                <a:gd name="T13" fmla="*/ 0 h 36"/>
                <a:gd name="T14" fmla="*/ 0 w 51"/>
                <a:gd name="T15" fmla="*/ 0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1" h="36">
                  <a:moveTo>
                    <a:pt x="0" y="0"/>
                  </a:moveTo>
                  <a:lnTo>
                    <a:pt x="14" y="10"/>
                  </a:lnTo>
                  <a:lnTo>
                    <a:pt x="29" y="15"/>
                  </a:lnTo>
                  <a:lnTo>
                    <a:pt x="43" y="23"/>
                  </a:lnTo>
                  <a:lnTo>
                    <a:pt x="51" y="36"/>
                  </a:lnTo>
                  <a:lnTo>
                    <a:pt x="39" y="32"/>
                  </a:lnTo>
                  <a:lnTo>
                    <a:pt x="14" y="24"/>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6856" name="Freeform 292">
              <a:extLst>
                <a:ext uri="{FF2B5EF4-FFF2-40B4-BE49-F238E27FC236}">
                  <a16:creationId xmlns:a16="http://schemas.microsoft.com/office/drawing/2014/main" id="{557E95ED-E41F-DCF1-3520-BF4097CC3D10}"/>
                </a:ext>
              </a:extLst>
            </p:cNvPr>
            <p:cNvSpPr>
              <a:spLocks/>
            </p:cNvSpPr>
            <p:nvPr/>
          </p:nvSpPr>
          <p:spPr bwMode="auto">
            <a:xfrm>
              <a:off x="5479" y="1758"/>
              <a:ext cx="2" cy="4"/>
            </a:xfrm>
            <a:custGeom>
              <a:avLst/>
              <a:gdLst>
                <a:gd name="T0" fmla="*/ 0 w 14"/>
                <a:gd name="T1" fmla="*/ 0 h 24"/>
                <a:gd name="T2" fmla="*/ 0 w 14"/>
                <a:gd name="T3" fmla="*/ 0 h 24"/>
                <a:gd name="T4" fmla="*/ 0 w 14"/>
                <a:gd name="T5" fmla="*/ 0 h 24"/>
                <a:gd name="T6" fmla="*/ 0 w 14"/>
                <a:gd name="T7" fmla="*/ 0 h 2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4">
                  <a:moveTo>
                    <a:pt x="0" y="0"/>
                  </a:moveTo>
                  <a:lnTo>
                    <a:pt x="14" y="0"/>
                  </a:lnTo>
                  <a:lnTo>
                    <a:pt x="14" y="24"/>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6857" name="Freeform 293">
              <a:extLst>
                <a:ext uri="{FF2B5EF4-FFF2-40B4-BE49-F238E27FC236}">
                  <a16:creationId xmlns:a16="http://schemas.microsoft.com/office/drawing/2014/main" id="{35842F9B-6879-D389-E158-9F46A5DB47F5}"/>
                </a:ext>
              </a:extLst>
            </p:cNvPr>
            <p:cNvSpPr>
              <a:spLocks/>
            </p:cNvSpPr>
            <p:nvPr/>
          </p:nvSpPr>
          <p:spPr bwMode="auto">
            <a:xfrm>
              <a:off x="5444" y="1788"/>
              <a:ext cx="71" cy="180"/>
            </a:xfrm>
            <a:custGeom>
              <a:avLst/>
              <a:gdLst>
                <a:gd name="T0" fmla="*/ 0 w 431"/>
                <a:gd name="T1" fmla="*/ 0 h 1076"/>
                <a:gd name="T2" fmla="*/ 0 w 431"/>
                <a:gd name="T3" fmla="*/ 0 h 1076"/>
                <a:gd name="T4" fmla="*/ 0 w 431"/>
                <a:gd name="T5" fmla="*/ 0 h 1076"/>
                <a:gd name="T6" fmla="*/ 0 w 431"/>
                <a:gd name="T7" fmla="*/ 0 h 1076"/>
                <a:gd name="T8" fmla="*/ 0 w 431"/>
                <a:gd name="T9" fmla="*/ 0 h 1076"/>
                <a:gd name="T10" fmla="*/ 0 w 431"/>
                <a:gd name="T11" fmla="*/ 0 h 1076"/>
                <a:gd name="T12" fmla="*/ 0 w 431"/>
                <a:gd name="T13" fmla="*/ 0 h 1076"/>
                <a:gd name="T14" fmla="*/ 0 w 431"/>
                <a:gd name="T15" fmla="*/ 0 h 1076"/>
                <a:gd name="T16" fmla="*/ 0 w 431"/>
                <a:gd name="T17" fmla="*/ 0 h 1076"/>
                <a:gd name="T18" fmla="*/ 0 w 431"/>
                <a:gd name="T19" fmla="*/ 0 h 107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31" h="1076">
                  <a:moveTo>
                    <a:pt x="369" y="0"/>
                  </a:moveTo>
                  <a:lnTo>
                    <a:pt x="328" y="44"/>
                  </a:lnTo>
                  <a:lnTo>
                    <a:pt x="317" y="108"/>
                  </a:lnTo>
                  <a:lnTo>
                    <a:pt x="254" y="170"/>
                  </a:lnTo>
                  <a:lnTo>
                    <a:pt x="126" y="461"/>
                  </a:lnTo>
                  <a:lnTo>
                    <a:pt x="57" y="724"/>
                  </a:lnTo>
                  <a:lnTo>
                    <a:pt x="0" y="1076"/>
                  </a:lnTo>
                  <a:lnTo>
                    <a:pt x="178" y="919"/>
                  </a:lnTo>
                  <a:lnTo>
                    <a:pt x="431" y="140"/>
                  </a:lnTo>
                  <a:lnTo>
                    <a:pt x="369" y="0"/>
                  </a:lnTo>
                  <a:close/>
                </a:path>
              </a:pathLst>
            </a:custGeom>
            <a:solidFill>
              <a:srgbClr val="400000"/>
            </a:solidFill>
            <a:ln w="1588">
              <a:solidFill>
                <a:srgbClr val="000000"/>
              </a:solidFill>
              <a:prstDash val="solid"/>
              <a:round/>
              <a:headEnd/>
              <a:tailEnd/>
            </a:ln>
          </p:spPr>
          <p:txBody>
            <a:bodyPr/>
            <a:lstStyle/>
            <a:p>
              <a:endParaRPr lang="zh-CN" altLang="en-US" b="1">
                <a:solidFill>
                  <a:srgbClr val="000099"/>
                </a:solidFill>
              </a:endParaRPr>
            </a:p>
          </p:txBody>
        </p:sp>
        <p:sp>
          <p:nvSpPr>
            <p:cNvPr id="26858" name="Freeform 294">
              <a:extLst>
                <a:ext uri="{FF2B5EF4-FFF2-40B4-BE49-F238E27FC236}">
                  <a16:creationId xmlns:a16="http://schemas.microsoft.com/office/drawing/2014/main" id="{6ABC9678-0004-5E77-581B-158DF612784C}"/>
                </a:ext>
              </a:extLst>
            </p:cNvPr>
            <p:cNvSpPr>
              <a:spLocks/>
            </p:cNvSpPr>
            <p:nvPr/>
          </p:nvSpPr>
          <p:spPr bwMode="auto">
            <a:xfrm>
              <a:off x="5362" y="1754"/>
              <a:ext cx="268" cy="299"/>
            </a:xfrm>
            <a:custGeom>
              <a:avLst/>
              <a:gdLst>
                <a:gd name="T0" fmla="*/ 0 w 1606"/>
                <a:gd name="T1" fmla="*/ 0 h 1792"/>
                <a:gd name="T2" fmla="*/ 0 w 1606"/>
                <a:gd name="T3" fmla="*/ 0 h 1792"/>
                <a:gd name="T4" fmla="*/ 0 w 1606"/>
                <a:gd name="T5" fmla="*/ 0 h 1792"/>
                <a:gd name="T6" fmla="*/ 0 w 1606"/>
                <a:gd name="T7" fmla="*/ 0 h 1792"/>
                <a:gd name="T8" fmla="*/ 0 w 1606"/>
                <a:gd name="T9" fmla="*/ 0 h 1792"/>
                <a:gd name="T10" fmla="*/ 0 w 1606"/>
                <a:gd name="T11" fmla="*/ 0 h 1792"/>
                <a:gd name="T12" fmla="*/ 0 w 1606"/>
                <a:gd name="T13" fmla="*/ 0 h 1792"/>
                <a:gd name="T14" fmla="*/ 0 w 1606"/>
                <a:gd name="T15" fmla="*/ 0 h 1792"/>
                <a:gd name="T16" fmla="*/ 0 w 1606"/>
                <a:gd name="T17" fmla="*/ 0 h 1792"/>
                <a:gd name="T18" fmla="*/ 0 w 1606"/>
                <a:gd name="T19" fmla="*/ 0 h 1792"/>
                <a:gd name="T20" fmla="*/ 0 w 1606"/>
                <a:gd name="T21" fmla="*/ 0 h 1792"/>
                <a:gd name="T22" fmla="*/ 0 w 1606"/>
                <a:gd name="T23" fmla="*/ 0 h 1792"/>
                <a:gd name="T24" fmla="*/ 0 w 1606"/>
                <a:gd name="T25" fmla="*/ 0 h 1792"/>
                <a:gd name="T26" fmla="*/ 0 w 1606"/>
                <a:gd name="T27" fmla="*/ 0 h 1792"/>
                <a:gd name="T28" fmla="*/ 0 w 1606"/>
                <a:gd name="T29" fmla="*/ 0 h 1792"/>
                <a:gd name="T30" fmla="*/ 0 w 1606"/>
                <a:gd name="T31" fmla="*/ 0 h 1792"/>
                <a:gd name="T32" fmla="*/ 0 w 1606"/>
                <a:gd name="T33" fmla="*/ 0 h 1792"/>
                <a:gd name="T34" fmla="*/ 0 w 1606"/>
                <a:gd name="T35" fmla="*/ 0 h 1792"/>
                <a:gd name="T36" fmla="*/ 0 w 1606"/>
                <a:gd name="T37" fmla="*/ 0 h 1792"/>
                <a:gd name="T38" fmla="*/ 0 w 1606"/>
                <a:gd name="T39" fmla="*/ 0 h 1792"/>
                <a:gd name="T40" fmla="*/ 0 w 1606"/>
                <a:gd name="T41" fmla="*/ 0 h 1792"/>
                <a:gd name="T42" fmla="*/ 0 w 1606"/>
                <a:gd name="T43" fmla="*/ 0 h 1792"/>
                <a:gd name="T44" fmla="*/ 0 w 1606"/>
                <a:gd name="T45" fmla="*/ 0 h 1792"/>
                <a:gd name="T46" fmla="*/ 0 w 1606"/>
                <a:gd name="T47" fmla="*/ 0 h 1792"/>
                <a:gd name="T48" fmla="*/ 0 w 1606"/>
                <a:gd name="T49" fmla="*/ 0 h 1792"/>
                <a:gd name="T50" fmla="*/ 0 w 1606"/>
                <a:gd name="T51" fmla="*/ 0 h 1792"/>
                <a:gd name="T52" fmla="*/ 0 w 1606"/>
                <a:gd name="T53" fmla="*/ 0 h 1792"/>
                <a:gd name="T54" fmla="*/ 0 w 1606"/>
                <a:gd name="T55" fmla="*/ 0 h 1792"/>
                <a:gd name="T56" fmla="*/ 0 w 1606"/>
                <a:gd name="T57" fmla="*/ 0 h 1792"/>
                <a:gd name="T58" fmla="*/ 0 w 1606"/>
                <a:gd name="T59" fmla="*/ 0 h 1792"/>
                <a:gd name="T60" fmla="*/ 0 w 1606"/>
                <a:gd name="T61" fmla="*/ 0 h 1792"/>
                <a:gd name="T62" fmla="*/ 0 w 1606"/>
                <a:gd name="T63" fmla="*/ 0 h 1792"/>
                <a:gd name="T64" fmla="*/ 0 w 1606"/>
                <a:gd name="T65" fmla="*/ 0 h 1792"/>
                <a:gd name="T66" fmla="*/ 0 w 1606"/>
                <a:gd name="T67" fmla="*/ 0 h 1792"/>
                <a:gd name="T68" fmla="*/ 0 w 1606"/>
                <a:gd name="T69" fmla="*/ 0 h 1792"/>
                <a:gd name="T70" fmla="*/ 0 w 1606"/>
                <a:gd name="T71" fmla="*/ 0 h 1792"/>
                <a:gd name="T72" fmla="*/ 0 w 1606"/>
                <a:gd name="T73" fmla="*/ 0 h 1792"/>
                <a:gd name="T74" fmla="*/ 0 w 1606"/>
                <a:gd name="T75" fmla="*/ 0 h 1792"/>
                <a:gd name="T76" fmla="*/ 0 w 1606"/>
                <a:gd name="T77" fmla="*/ 0 h 1792"/>
                <a:gd name="T78" fmla="*/ 0 w 1606"/>
                <a:gd name="T79" fmla="*/ 0 h 1792"/>
                <a:gd name="T80" fmla="*/ 0 w 1606"/>
                <a:gd name="T81" fmla="*/ 0 h 1792"/>
                <a:gd name="T82" fmla="*/ 0 w 1606"/>
                <a:gd name="T83" fmla="*/ 0 h 1792"/>
                <a:gd name="T84" fmla="*/ 0 w 1606"/>
                <a:gd name="T85" fmla="*/ 0 h 1792"/>
                <a:gd name="T86" fmla="*/ 0 w 1606"/>
                <a:gd name="T87" fmla="*/ 0 h 1792"/>
                <a:gd name="T88" fmla="*/ 0 w 1606"/>
                <a:gd name="T89" fmla="*/ 0 h 1792"/>
                <a:gd name="T90" fmla="*/ 0 w 1606"/>
                <a:gd name="T91" fmla="*/ 0 h 1792"/>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1606" h="1792">
                  <a:moveTo>
                    <a:pt x="1309" y="94"/>
                  </a:moveTo>
                  <a:lnTo>
                    <a:pt x="1258" y="0"/>
                  </a:lnTo>
                  <a:lnTo>
                    <a:pt x="867" y="163"/>
                  </a:lnTo>
                  <a:lnTo>
                    <a:pt x="850" y="288"/>
                  </a:lnTo>
                  <a:lnTo>
                    <a:pt x="818" y="332"/>
                  </a:lnTo>
                  <a:lnTo>
                    <a:pt x="773" y="382"/>
                  </a:lnTo>
                  <a:lnTo>
                    <a:pt x="747" y="472"/>
                  </a:lnTo>
                  <a:lnTo>
                    <a:pt x="660" y="678"/>
                  </a:lnTo>
                  <a:lnTo>
                    <a:pt x="590" y="924"/>
                  </a:lnTo>
                  <a:lnTo>
                    <a:pt x="558" y="1088"/>
                  </a:lnTo>
                  <a:lnTo>
                    <a:pt x="243" y="1094"/>
                  </a:lnTo>
                  <a:lnTo>
                    <a:pt x="192" y="1125"/>
                  </a:lnTo>
                  <a:lnTo>
                    <a:pt x="47" y="1125"/>
                  </a:lnTo>
                  <a:lnTo>
                    <a:pt x="7" y="1189"/>
                  </a:lnTo>
                  <a:lnTo>
                    <a:pt x="0" y="1264"/>
                  </a:lnTo>
                  <a:lnTo>
                    <a:pt x="15" y="1332"/>
                  </a:lnTo>
                  <a:lnTo>
                    <a:pt x="148" y="1358"/>
                  </a:lnTo>
                  <a:lnTo>
                    <a:pt x="211" y="1452"/>
                  </a:lnTo>
                  <a:lnTo>
                    <a:pt x="337" y="1484"/>
                  </a:lnTo>
                  <a:lnTo>
                    <a:pt x="430" y="1484"/>
                  </a:lnTo>
                  <a:lnTo>
                    <a:pt x="538" y="1503"/>
                  </a:lnTo>
                  <a:lnTo>
                    <a:pt x="544" y="1548"/>
                  </a:lnTo>
                  <a:lnTo>
                    <a:pt x="538" y="1642"/>
                  </a:lnTo>
                  <a:lnTo>
                    <a:pt x="550" y="1705"/>
                  </a:lnTo>
                  <a:lnTo>
                    <a:pt x="608" y="1712"/>
                  </a:lnTo>
                  <a:lnTo>
                    <a:pt x="677" y="1724"/>
                  </a:lnTo>
                  <a:lnTo>
                    <a:pt x="747" y="1786"/>
                  </a:lnTo>
                  <a:lnTo>
                    <a:pt x="830" y="1786"/>
                  </a:lnTo>
                  <a:lnTo>
                    <a:pt x="905" y="1779"/>
                  </a:lnTo>
                  <a:lnTo>
                    <a:pt x="1019" y="1744"/>
                  </a:lnTo>
                  <a:lnTo>
                    <a:pt x="1145" y="1756"/>
                  </a:lnTo>
                  <a:lnTo>
                    <a:pt x="1273" y="1792"/>
                  </a:lnTo>
                  <a:lnTo>
                    <a:pt x="1392" y="1766"/>
                  </a:lnTo>
                  <a:lnTo>
                    <a:pt x="1473" y="1674"/>
                  </a:lnTo>
                  <a:lnTo>
                    <a:pt x="1467" y="1571"/>
                  </a:lnTo>
                  <a:lnTo>
                    <a:pt x="1497" y="1446"/>
                  </a:lnTo>
                  <a:lnTo>
                    <a:pt x="1516" y="1282"/>
                  </a:lnTo>
                  <a:lnTo>
                    <a:pt x="1554" y="1131"/>
                  </a:lnTo>
                  <a:lnTo>
                    <a:pt x="1606" y="906"/>
                  </a:lnTo>
                  <a:lnTo>
                    <a:pt x="1598" y="678"/>
                  </a:lnTo>
                  <a:lnTo>
                    <a:pt x="1598" y="478"/>
                  </a:lnTo>
                  <a:lnTo>
                    <a:pt x="1586" y="338"/>
                  </a:lnTo>
                  <a:lnTo>
                    <a:pt x="1554" y="276"/>
                  </a:lnTo>
                  <a:lnTo>
                    <a:pt x="1484" y="225"/>
                  </a:lnTo>
                  <a:lnTo>
                    <a:pt x="1403" y="142"/>
                  </a:lnTo>
                  <a:lnTo>
                    <a:pt x="1309" y="94"/>
                  </a:lnTo>
                  <a:close/>
                </a:path>
              </a:pathLst>
            </a:custGeom>
            <a:solidFill>
              <a:srgbClr val="C0C0C0"/>
            </a:solidFill>
            <a:ln w="1588">
              <a:solidFill>
                <a:srgbClr val="000000"/>
              </a:solidFill>
              <a:prstDash val="solid"/>
              <a:round/>
              <a:headEnd/>
              <a:tailEnd/>
            </a:ln>
          </p:spPr>
          <p:txBody>
            <a:bodyPr/>
            <a:lstStyle/>
            <a:p>
              <a:endParaRPr lang="zh-CN" altLang="en-US" b="1">
                <a:solidFill>
                  <a:srgbClr val="000099"/>
                </a:solidFill>
              </a:endParaRPr>
            </a:p>
          </p:txBody>
        </p:sp>
        <p:sp>
          <p:nvSpPr>
            <p:cNvPr id="26859" name="Freeform 295">
              <a:extLst>
                <a:ext uri="{FF2B5EF4-FFF2-40B4-BE49-F238E27FC236}">
                  <a16:creationId xmlns:a16="http://schemas.microsoft.com/office/drawing/2014/main" id="{B8A61EF9-960D-A538-5900-1752EC7AFEB8}"/>
                </a:ext>
              </a:extLst>
            </p:cNvPr>
            <p:cNvSpPr>
              <a:spLocks/>
            </p:cNvSpPr>
            <p:nvPr/>
          </p:nvSpPr>
          <p:spPr bwMode="auto">
            <a:xfrm>
              <a:off x="5456" y="1772"/>
              <a:ext cx="169" cy="278"/>
            </a:xfrm>
            <a:custGeom>
              <a:avLst/>
              <a:gdLst>
                <a:gd name="T0" fmla="*/ 0 w 1014"/>
                <a:gd name="T1" fmla="*/ 0 h 1671"/>
                <a:gd name="T2" fmla="*/ 0 w 1014"/>
                <a:gd name="T3" fmla="*/ 0 h 1671"/>
                <a:gd name="T4" fmla="*/ 0 w 1014"/>
                <a:gd name="T5" fmla="*/ 0 h 1671"/>
                <a:gd name="T6" fmla="*/ 0 w 1014"/>
                <a:gd name="T7" fmla="*/ 0 h 1671"/>
                <a:gd name="T8" fmla="*/ 0 w 1014"/>
                <a:gd name="T9" fmla="*/ 0 h 1671"/>
                <a:gd name="T10" fmla="*/ 0 w 1014"/>
                <a:gd name="T11" fmla="*/ 0 h 1671"/>
                <a:gd name="T12" fmla="*/ 0 w 1014"/>
                <a:gd name="T13" fmla="*/ 0 h 1671"/>
                <a:gd name="T14" fmla="*/ 0 w 1014"/>
                <a:gd name="T15" fmla="*/ 0 h 1671"/>
                <a:gd name="T16" fmla="*/ 0 w 1014"/>
                <a:gd name="T17" fmla="*/ 0 h 1671"/>
                <a:gd name="T18" fmla="*/ 0 w 1014"/>
                <a:gd name="T19" fmla="*/ 0 h 1671"/>
                <a:gd name="T20" fmla="*/ 0 w 1014"/>
                <a:gd name="T21" fmla="*/ 0 h 1671"/>
                <a:gd name="T22" fmla="*/ 0 w 1014"/>
                <a:gd name="T23" fmla="*/ 0 h 1671"/>
                <a:gd name="T24" fmla="*/ 0 w 1014"/>
                <a:gd name="T25" fmla="*/ 0 h 1671"/>
                <a:gd name="T26" fmla="*/ 0 w 1014"/>
                <a:gd name="T27" fmla="*/ 0 h 1671"/>
                <a:gd name="T28" fmla="*/ 0 w 1014"/>
                <a:gd name="T29" fmla="*/ 0 h 1671"/>
                <a:gd name="T30" fmla="*/ 0 w 1014"/>
                <a:gd name="T31" fmla="*/ 0 h 1671"/>
                <a:gd name="T32" fmla="*/ 0 w 1014"/>
                <a:gd name="T33" fmla="*/ 0 h 1671"/>
                <a:gd name="T34" fmla="*/ 0 w 1014"/>
                <a:gd name="T35" fmla="*/ 0 h 1671"/>
                <a:gd name="T36" fmla="*/ 0 w 1014"/>
                <a:gd name="T37" fmla="*/ 0 h 1671"/>
                <a:gd name="T38" fmla="*/ 0 w 1014"/>
                <a:gd name="T39" fmla="*/ 0 h 1671"/>
                <a:gd name="T40" fmla="*/ 0 w 1014"/>
                <a:gd name="T41" fmla="*/ 0 h 1671"/>
                <a:gd name="T42" fmla="*/ 0 w 1014"/>
                <a:gd name="T43" fmla="*/ 0 h 1671"/>
                <a:gd name="T44" fmla="*/ 0 w 1014"/>
                <a:gd name="T45" fmla="*/ 0 h 1671"/>
                <a:gd name="T46" fmla="*/ 0 w 1014"/>
                <a:gd name="T47" fmla="*/ 0 h 1671"/>
                <a:gd name="T48" fmla="*/ 0 w 1014"/>
                <a:gd name="T49" fmla="*/ 0 h 1671"/>
                <a:gd name="T50" fmla="*/ 0 w 1014"/>
                <a:gd name="T51" fmla="*/ 0 h 1671"/>
                <a:gd name="T52" fmla="*/ 0 w 1014"/>
                <a:gd name="T53" fmla="*/ 0 h 1671"/>
                <a:gd name="T54" fmla="*/ 0 w 1014"/>
                <a:gd name="T55" fmla="*/ 0 h 1671"/>
                <a:gd name="T56" fmla="*/ 0 w 1014"/>
                <a:gd name="T57" fmla="*/ 0 h 1671"/>
                <a:gd name="T58" fmla="*/ 0 w 1014"/>
                <a:gd name="T59" fmla="*/ 0 h 1671"/>
                <a:gd name="T60" fmla="*/ 0 w 1014"/>
                <a:gd name="T61" fmla="*/ 0 h 1671"/>
                <a:gd name="T62" fmla="*/ 0 w 1014"/>
                <a:gd name="T63" fmla="*/ 0 h 1671"/>
                <a:gd name="T64" fmla="*/ 0 w 1014"/>
                <a:gd name="T65" fmla="*/ 0 h 1671"/>
                <a:gd name="T66" fmla="*/ 0 w 1014"/>
                <a:gd name="T67" fmla="*/ 0 h 1671"/>
                <a:gd name="T68" fmla="*/ 0 w 1014"/>
                <a:gd name="T69" fmla="*/ 0 h 1671"/>
                <a:gd name="T70" fmla="*/ 0 w 1014"/>
                <a:gd name="T71" fmla="*/ 0 h 1671"/>
                <a:gd name="T72" fmla="*/ 0 w 1014"/>
                <a:gd name="T73" fmla="*/ 0 h 1671"/>
                <a:gd name="T74" fmla="*/ 0 w 1014"/>
                <a:gd name="T75" fmla="*/ 0 h 1671"/>
                <a:gd name="T76" fmla="*/ 0 w 1014"/>
                <a:gd name="T77" fmla="*/ 0 h 167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1014" h="1671">
                  <a:moveTo>
                    <a:pt x="0" y="1402"/>
                  </a:moveTo>
                  <a:lnTo>
                    <a:pt x="132" y="1382"/>
                  </a:lnTo>
                  <a:lnTo>
                    <a:pt x="245" y="1376"/>
                  </a:lnTo>
                  <a:lnTo>
                    <a:pt x="370" y="1363"/>
                  </a:lnTo>
                  <a:lnTo>
                    <a:pt x="509" y="1344"/>
                  </a:lnTo>
                  <a:lnTo>
                    <a:pt x="573" y="1301"/>
                  </a:lnTo>
                  <a:lnTo>
                    <a:pt x="744" y="1088"/>
                  </a:lnTo>
                  <a:lnTo>
                    <a:pt x="656" y="1149"/>
                  </a:lnTo>
                  <a:lnTo>
                    <a:pt x="598" y="1201"/>
                  </a:lnTo>
                  <a:lnTo>
                    <a:pt x="630" y="1050"/>
                  </a:lnTo>
                  <a:lnTo>
                    <a:pt x="693" y="992"/>
                  </a:lnTo>
                  <a:lnTo>
                    <a:pt x="787" y="837"/>
                  </a:lnTo>
                  <a:lnTo>
                    <a:pt x="699" y="911"/>
                  </a:lnTo>
                  <a:lnTo>
                    <a:pt x="642" y="931"/>
                  </a:lnTo>
                  <a:lnTo>
                    <a:pt x="656" y="823"/>
                  </a:lnTo>
                  <a:lnTo>
                    <a:pt x="718" y="741"/>
                  </a:lnTo>
                  <a:lnTo>
                    <a:pt x="781" y="679"/>
                  </a:lnTo>
                  <a:lnTo>
                    <a:pt x="845" y="497"/>
                  </a:lnTo>
                  <a:lnTo>
                    <a:pt x="724" y="647"/>
                  </a:lnTo>
                  <a:lnTo>
                    <a:pt x="656" y="703"/>
                  </a:lnTo>
                  <a:lnTo>
                    <a:pt x="648" y="471"/>
                  </a:lnTo>
                  <a:lnTo>
                    <a:pt x="630" y="378"/>
                  </a:lnTo>
                  <a:lnTo>
                    <a:pt x="592" y="334"/>
                  </a:lnTo>
                  <a:lnTo>
                    <a:pt x="535" y="264"/>
                  </a:lnTo>
                  <a:lnTo>
                    <a:pt x="445" y="232"/>
                  </a:lnTo>
                  <a:lnTo>
                    <a:pt x="402" y="214"/>
                  </a:lnTo>
                  <a:lnTo>
                    <a:pt x="528" y="94"/>
                  </a:lnTo>
                  <a:lnTo>
                    <a:pt x="661" y="126"/>
                  </a:lnTo>
                  <a:lnTo>
                    <a:pt x="750" y="176"/>
                  </a:lnTo>
                  <a:lnTo>
                    <a:pt x="781" y="226"/>
                  </a:lnTo>
                  <a:lnTo>
                    <a:pt x="756" y="150"/>
                  </a:lnTo>
                  <a:lnTo>
                    <a:pt x="705" y="126"/>
                  </a:lnTo>
                  <a:lnTo>
                    <a:pt x="624" y="94"/>
                  </a:lnTo>
                  <a:lnTo>
                    <a:pt x="560" y="82"/>
                  </a:lnTo>
                  <a:lnTo>
                    <a:pt x="598" y="62"/>
                  </a:lnTo>
                  <a:lnTo>
                    <a:pt x="661" y="44"/>
                  </a:lnTo>
                  <a:lnTo>
                    <a:pt x="718" y="25"/>
                  </a:lnTo>
                  <a:lnTo>
                    <a:pt x="750" y="0"/>
                  </a:lnTo>
                  <a:lnTo>
                    <a:pt x="825" y="50"/>
                  </a:lnTo>
                  <a:lnTo>
                    <a:pt x="868" y="94"/>
                  </a:lnTo>
                  <a:lnTo>
                    <a:pt x="913" y="150"/>
                  </a:lnTo>
                  <a:lnTo>
                    <a:pt x="976" y="182"/>
                  </a:lnTo>
                  <a:lnTo>
                    <a:pt x="988" y="240"/>
                  </a:lnTo>
                  <a:lnTo>
                    <a:pt x="1014" y="334"/>
                  </a:lnTo>
                  <a:lnTo>
                    <a:pt x="1014" y="478"/>
                  </a:lnTo>
                  <a:lnTo>
                    <a:pt x="1008" y="628"/>
                  </a:lnTo>
                  <a:lnTo>
                    <a:pt x="1002" y="799"/>
                  </a:lnTo>
                  <a:lnTo>
                    <a:pt x="970" y="975"/>
                  </a:lnTo>
                  <a:lnTo>
                    <a:pt x="931" y="1157"/>
                  </a:lnTo>
                  <a:lnTo>
                    <a:pt x="913" y="1314"/>
                  </a:lnTo>
                  <a:lnTo>
                    <a:pt x="882" y="1426"/>
                  </a:lnTo>
                  <a:lnTo>
                    <a:pt x="888" y="1527"/>
                  </a:lnTo>
                  <a:lnTo>
                    <a:pt x="875" y="1584"/>
                  </a:lnTo>
                  <a:lnTo>
                    <a:pt x="830" y="1627"/>
                  </a:lnTo>
                  <a:lnTo>
                    <a:pt x="775" y="1664"/>
                  </a:lnTo>
                  <a:lnTo>
                    <a:pt x="699" y="1671"/>
                  </a:lnTo>
                  <a:lnTo>
                    <a:pt x="661" y="1652"/>
                  </a:lnTo>
                  <a:lnTo>
                    <a:pt x="612" y="1648"/>
                  </a:lnTo>
                  <a:lnTo>
                    <a:pt x="490" y="1622"/>
                  </a:lnTo>
                  <a:lnTo>
                    <a:pt x="541" y="1559"/>
                  </a:lnTo>
                  <a:lnTo>
                    <a:pt x="598" y="1470"/>
                  </a:lnTo>
                  <a:lnTo>
                    <a:pt x="516" y="1534"/>
                  </a:lnTo>
                  <a:lnTo>
                    <a:pt x="452" y="1590"/>
                  </a:lnTo>
                  <a:lnTo>
                    <a:pt x="407" y="1622"/>
                  </a:lnTo>
                  <a:lnTo>
                    <a:pt x="345" y="1652"/>
                  </a:lnTo>
                  <a:lnTo>
                    <a:pt x="276" y="1652"/>
                  </a:lnTo>
                  <a:lnTo>
                    <a:pt x="208" y="1652"/>
                  </a:lnTo>
                  <a:lnTo>
                    <a:pt x="170" y="1636"/>
                  </a:lnTo>
                  <a:lnTo>
                    <a:pt x="151" y="1616"/>
                  </a:lnTo>
                  <a:lnTo>
                    <a:pt x="240" y="1565"/>
                  </a:lnTo>
                  <a:lnTo>
                    <a:pt x="327" y="1484"/>
                  </a:lnTo>
                  <a:lnTo>
                    <a:pt x="352" y="1446"/>
                  </a:lnTo>
                  <a:lnTo>
                    <a:pt x="282" y="1463"/>
                  </a:lnTo>
                  <a:lnTo>
                    <a:pt x="176" y="1546"/>
                  </a:lnTo>
                  <a:lnTo>
                    <a:pt x="132" y="1584"/>
                  </a:lnTo>
                  <a:lnTo>
                    <a:pt x="32" y="1590"/>
                  </a:lnTo>
                  <a:lnTo>
                    <a:pt x="0" y="1572"/>
                  </a:lnTo>
                  <a:lnTo>
                    <a:pt x="0" y="1527"/>
                  </a:lnTo>
                  <a:lnTo>
                    <a:pt x="0" y="1402"/>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6860" name="Freeform 296">
              <a:extLst>
                <a:ext uri="{FF2B5EF4-FFF2-40B4-BE49-F238E27FC236}">
                  <a16:creationId xmlns:a16="http://schemas.microsoft.com/office/drawing/2014/main" id="{36CFD3CD-0B03-8E25-D12C-845C55EDFDCA}"/>
                </a:ext>
              </a:extLst>
            </p:cNvPr>
            <p:cNvSpPr>
              <a:spLocks/>
            </p:cNvSpPr>
            <p:nvPr/>
          </p:nvSpPr>
          <p:spPr bwMode="auto">
            <a:xfrm>
              <a:off x="5563" y="1910"/>
              <a:ext cx="50" cy="129"/>
            </a:xfrm>
            <a:custGeom>
              <a:avLst/>
              <a:gdLst>
                <a:gd name="T0" fmla="*/ 0 w 295"/>
                <a:gd name="T1" fmla="*/ 0 h 774"/>
                <a:gd name="T2" fmla="*/ 0 w 295"/>
                <a:gd name="T3" fmla="*/ 0 h 774"/>
                <a:gd name="T4" fmla="*/ 0 w 295"/>
                <a:gd name="T5" fmla="*/ 0 h 774"/>
                <a:gd name="T6" fmla="*/ 0 w 295"/>
                <a:gd name="T7" fmla="*/ 0 h 774"/>
                <a:gd name="T8" fmla="*/ 0 w 295"/>
                <a:gd name="T9" fmla="*/ 0 h 774"/>
                <a:gd name="T10" fmla="*/ 0 w 295"/>
                <a:gd name="T11" fmla="*/ 0 h 774"/>
                <a:gd name="T12" fmla="*/ 0 w 295"/>
                <a:gd name="T13" fmla="*/ 0 h 774"/>
                <a:gd name="T14" fmla="*/ 0 w 295"/>
                <a:gd name="T15" fmla="*/ 0 h 774"/>
                <a:gd name="T16" fmla="*/ 0 w 295"/>
                <a:gd name="T17" fmla="*/ 0 h 774"/>
                <a:gd name="T18" fmla="*/ 0 w 295"/>
                <a:gd name="T19" fmla="*/ 0 h 774"/>
                <a:gd name="T20" fmla="*/ 0 w 295"/>
                <a:gd name="T21" fmla="*/ 0 h 774"/>
                <a:gd name="T22" fmla="*/ 0 w 295"/>
                <a:gd name="T23" fmla="*/ 0 h 774"/>
                <a:gd name="T24" fmla="*/ 0 w 295"/>
                <a:gd name="T25" fmla="*/ 0 h 774"/>
                <a:gd name="T26" fmla="*/ 0 w 295"/>
                <a:gd name="T27" fmla="*/ 0 h 77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95" h="774">
                  <a:moveTo>
                    <a:pt x="0" y="774"/>
                  </a:moveTo>
                  <a:lnTo>
                    <a:pt x="51" y="748"/>
                  </a:lnTo>
                  <a:lnTo>
                    <a:pt x="107" y="686"/>
                  </a:lnTo>
                  <a:lnTo>
                    <a:pt x="156" y="573"/>
                  </a:lnTo>
                  <a:lnTo>
                    <a:pt x="183" y="477"/>
                  </a:lnTo>
                  <a:lnTo>
                    <a:pt x="220" y="371"/>
                  </a:lnTo>
                  <a:lnTo>
                    <a:pt x="239" y="270"/>
                  </a:lnTo>
                  <a:lnTo>
                    <a:pt x="270" y="114"/>
                  </a:lnTo>
                  <a:lnTo>
                    <a:pt x="295" y="0"/>
                  </a:lnTo>
                  <a:lnTo>
                    <a:pt x="232" y="226"/>
                  </a:lnTo>
                  <a:lnTo>
                    <a:pt x="183" y="402"/>
                  </a:lnTo>
                  <a:lnTo>
                    <a:pt x="126" y="521"/>
                  </a:lnTo>
                  <a:lnTo>
                    <a:pt x="38" y="648"/>
                  </a:lnTo>
                  <a:lnTo>
                    <a:pt x="0" y="774"/>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6861" name="Freeform 297">
              <a:extLst>
                <a:ext uri="{FF2B5EF4-FFF2-40B4-BE49-F238E27FC236}">
                  <a16:creationId xmlns:a16="http://schemas.microsoft.com/office/drawing/2014/main" id="{9D9B7B81-BD66-5E10-5A36-7BA4312DCA51}"/>
                </a:ext>
              </a:extLst>
            </p:cNvPr>
            <p:cNvSpPr>
              <a:spLocks/>
            </p:cNvSpPr>
            <p:nvPr/>
          </p:nvSpPr>
          <p:spPr bwMode="auto">
            <a:xfrm>
              <a:off x="5367" y="1806"/>
              <a:ext cx="195" cy="194"/>
            </a:xfrm>
            <a:custGeom>
              <a:avLst/>
              <a:gdLst>
                <a:gd name="T0" fmla="*/ 0 w 1172"/>
                <a:gd name="T1" fmla="*/ 0 h 1162"/>
                <a:gd name="T2" fmla="*/ 0 w 1172"/>
                <a:gd name="T3" fmla="*/ 0 h 1162"/>
                <a:gd name="T4" fmla="*/ 0 w 1172"/>
                <a:gd name="T5" fmla="*/ 0 h 1162"/>
                <a:gd name="T6" fmla="*/ 0 w 1172"/>
                <a:gd name="T7" fmla="*/ 0 h 1162"/>
                <a:gd name="T8" fmla="*/ 0 w 1172"/>
                <a:gd name="T9" fmla="*/ 0 h 1162"/>
                <a:gd name="T10" fmla="*/ 0 w 1172"/>
                <a:gd name="T11" fmla="*/ 0 h 1162"/>
                <a:gd name="T12" fmla="*/ 0 w 1172"/>
                <a:gd name="T13" fmla="*/ 0 h 1162"/>
                <a:gd name="T14" fmla="*/ 0 w 1172"/>
                <a:gd name="T15" fmla="*/ 0 h 1162"/>
                <a:gd name="T16" fmla="*/ 0 w 1172"/>
                <a:gd name="T17" fmla="*/ 0 h 1162"/>
                <a:gd name="T18" fmla="*/ 0 w 1172"/>
                <a:gd name="T19" fmla="*/ 0 h 1162"/>
                <a:gd name="T20" fmla="*/ 0 w 1172"/>
                <a:gd name="T21" fmla="*/ 0 h 1162"/>
                <a:gd name="T22" fmla="*/ 0 w 1172"/>
                <a:gd name="T23" fmla="*/ 0 h 1162"/>
                <a:gd name="T24" fmla="*/ 0 w 1172"/>
                <a:gd name="T25" fmla="*/ 0 h 1162"/>
                <a:gd name="T26" fmla="*/ 0 w 1172"/>
                <a:gd name="T27" fmla="*/ 0 h 1162"/>
                <a:gd name="T28" fmla="*/ 0 w 1172"/>
                <a:gd name="T29" fmla="*/ 0 h 1162"/>
                <a:gd name="T30" fmla="*/ 0 w 1172"/>
                <a:gd name="T31" fmla="*/ 0 h 1162"/>
                <a:gd name="T32" fmla="*/ 0 w 1172"/>
                <a:gd name="T33" fmla="*/ 0 h 1162"/>
                <a:gd name="T34" fmla="*/ 0 w 1172"/>
                <a:gd name="T35" fmla="*/ 0 h 1162"/>
                <a:gd name="T36" fmla="*/ 0 w 1172"/>
                <a:gd name="T37" fmla="*/ 0 h 1162"/>
                <a:gd name="T38" fmla="*/ 0 w 1172"/>
                <a:gd name="T39" fmla="*/ 0 h 1162"/>
                <a:gd name="T40" fmla="*/ 0 w 1172"/>
                <a:gd name="T41" fmla="*/ 0 h 1162"/>
                <a:gd name="T42" fmla="*/ 0 w 1172"/>
                <a:gd name="T43" fmla="*/ 0 h 1162"/>
                <a:gd name="T44" fmla="*/ 0 w 1172"/>
                <a:gd name="T45" fmla="*/ 0 h 1162"/>
                <a:gd name="T46" fmla="*/ 0 w 1172"/>
                <a:gd name="T47" fmla="*/ 0 h 1162"/>
                <a:gd name="T48" fmla="*/ 0 w 1172"/>
                <a:gd name="T49" fmla="*/ 0 h 1162"/>
                <a:gd name="T50" fmla="*/ 0 w 1172"/>
                <a:gd name="T51" fmla="*/ 0 h 1162"/>
                <a:gd name="T52" fmla="*/ 0 w 1172"/>
                <a:gd name="T53" fmla="*/ 0 h 1162"/>
                <a:gd name="T54" fmla="*/ 0 w 1172"/>
                <a:gd name="T55" fmla="*/ 0 h 1162"/>
                <a:gd name="T56" fmla="*/ 0 w 1172"/>
                <a:gd name="T57" fmla="*/ 0 h 1162"/>
                <a:gd name="T58" fmla="*/ 0 w 1172"/>
                <a:gd name="T59" fmla="*/ 0 h 1162"/>
                <a:gd name="T60" fmla="*/ 0 w 1172"/>
                <a:gd name="T61" fmla="*/ 0 h 1162"/>
                <a:gd name="T62" fmla="*/ 0 w 1172"/>
                <a:gd name="T63" fmla="*/ 0 h 1162"/>
                <a:gd name="T64" fmla="*/ 0 w 1172"/>
                <a:gd name="T65" fmla="*/ 0 h 1162"/>
                <a:gd name="T66" fmla="*/ 0 w 1172"/>
                <a:gd name="T67" fmla="*/ 0 h 1162"/>
                <a:gd name="T68" fmla="*/ 0 w 1172"/>
                <a:gd name="T69" fmla="*/ 0 h 1162"/>
                <a:gd name="T70" fmla="*/ 0 w 1172"/>
                <a:gd name="T71" fmla="*/ 0 h 1162"/>
                <a:gd name="T72" fmla="*/ 0 w 1172"/>
                <a:gd name="T73" fmla="*/ 0 h 1162"/>
                <a:gd name="T74" fmla="*/ 0 w 1172"/>
                <a:gd name="T75" fmla="*/ 0 h 1162"/>
                <a:gd name="T76" fmla="*/ 0 w 1172"/>
                <a:gd name="T77" fmla="*/ 0 h 1162"/>
                <a:gd name="T78" fmla="*/ 0 w 1172"/>
                <a:gd name="T79" fmla="*/ 0 h 1162"/>
                <a:gd name="T80" fmla="*/ 0 w 1172"/>
                <a:gd name="T81" fmla="*/ 0 h 1162"/>
                <a:gd name="T82" fmla="*/ 0 w 1172"/>
                <a:gd name="T83" fmla="*/ 0 h 1162"/>
                <a:gd name="T84" fmla="*/ 0 w 1172"/>
                <a:gd name="T85" fmla="*/ 0 h 1162"/>
                <a:gd name="T86" fmla="*/ 0 w 1172"/>
                <a:gd name="T87" fmla="*/ 0 h 1162"/>
                <a:gd name="T88" fmla="*/ 0 w 1172"/>
                <a:gd name="T89" fmla="*/ 0 h 1162"/>
                <a:gd name="T90" fmla="*/ 0 w 1172"/>
                <a:gd name="T91" fmla="*/ 0 h 1162"/>
                <a:gd name="T92" fmla="*/ 0 w 1172"/>
                <a:gd name="T93" fmla="*/ 0 h 1162"/>
                <a:gd name="T94" fmla="*/ 0 w 1172"/>
                <a:gd name="T95" fmla="*/ 0 h 1162"/>
                <a:gd name="T96" fmla="*/ 0 w 1172"/>
                <a:gd name="T97" fmla="*/ 0 h 1162"/>
                <a:gd name="T98" fmla="*/ 0 w 1172"/>
                <a:gd name="T99" fmla="*/ 0 h 1162"/>
                <a:gd name="T100" fmla="*/ 0 w 1172"/>
                <a:gd name="T101" fmla="*/ 0 h 1162"/>
                <a:gd name="T102" fmla="*/ 0 w 1172"/>
                <a:gd name="T103" fmla="*/ 0 h 1162"/>
                <a:gd name="T104" fmla="*/ 0 w 1172"/>
                <a:gd name="T105" fmla="*/ 0 h 1162"/>
                <a:gd name="T106" fmla="*/ 0 w 1172"/>
                <a:gd name="T107" fmla="*/ 0 h 1162"/>
                <a:gd name="T108" fmla="*/ 0 w 1172"/>
                <a:gd name="T109" fmla="*/ 0 h 1162"/>
                <a:gd name="T110" fmla="*/ 0 w 1172"/>
                <a:gd name="T111" fmla="*/ 0 h 1162"/>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1172" h="1162">
                  <a:moveTo>
                    <a:pt x="959" y="0"/>
                  </a:moveTo>
                  <a:lnTo>
                    <a:pt x="820" y="43"/>
                  </a:lnTo>
                  <a:lnTo>
                    <a:pt x="756" y="100"/>
                  </a:lnTo>
                  <a:lnTo>
                    <a:pt x="719" y="213"/>
                  </a:lnTo>
                  <a:lnTo>
                    <a:pt x="719" y="321"/>
                  </a:lnTo>
                  <a:lnTo>
                    <a:pt x="739" y="381"/>
                  </a:lnTo>
                  <a:lnTo>
                    <a:pt x="727" y="489"/>
                  </a:lnTo>
                  <a:lnTo>
                    <a:pt x="727" y="571"/>
                  </a:lnTo>
                  <a:lnTo>
                    <a:pt x="745" y="591"/>
                  </a:lnTo>
                  <a:lnTo>
                    <a:pt x="727" y="621"/>
                  </a:lnTo>
                  <a:lnTo>
                    <a:pt x="713" y="652"/>
                  </a:lnTo>
                  <a:lnTo>
                    <a:pt x="739" y="684"/>
                  </a:lnTo>
                  <a:lnTo>
                    <a:pt x="739" y="716"/>
                  </a:lnTo>
                  <a:lnTo>
                    <a:pt x="688" y="729"/>
                  </a:lnTo>
                  <a:lnTo>
                    <a:pt x="695" y="761"/>
                  </a:lnTo>
                  <a:lnTo>
                    <a:pt x="644" y="779"/>
                  </a:lnTo>
                  <a:lnTo>
                    <a:pt x="599" y="767"/>
                  </a:lnTo>
                  <a:lnTo>
                    <a:pt x="569" y="779"/>
                  </a:lnTo>
                  <a:lnTo>
                    <a:pt x="428" y="799"/>
                  </a:lnTo>
                  <a:lnTo>
                    <a:pt x="304" y="793"/>
                  </a:lnTo>
                  <a:lnTo>
                    <a:pt x="222" y="799"/>
                  </a:lnTo>
                  <a:lnTo>
                    <a:pt x="170" y="831"/>
                  </a:lnTo>
                  <a:lnTo>
                    <a:pt x="45" y="831"/>
                  </a:lnTo>
                  <a:lnTo>
                    <a:pt x="0" y="873"/>
                  </a:lnTo>
                  <a:lnTo>
                    <a:pt x="0" y="923"/>
                  </a:lnTo>
                  <a:lnTo>
                    <a:pt x="6" y="1004"/>
                  </a:lnTo>
                  <a:lnTo>
                    <a:pt x="109" y="1030"/>
                  </a:lnTo>
                  <a:lnTo>
                    <a:pt x="109" y="978"/>
                  </a:lnTo>
                  <a:lnTo>
                    <a:pt x="115" y="935"/>
                  </a:lnTo>
                  <a:lnTo>
                    <a:pt x="133" y="916"/>
                  </a:lnTo>
                  <a:lnTo>
                    <a:pt x="141" y="966"/>
                  </a:lnTo>
                  <a:lnTo>
                    <a:pt x="147" y="1030"/>
                  </a:lnTo>
                  <a:lnTo>
                    <a:pt x="170" y="1068"/>
                  </a:lnTo>
                  <a:lnTo>
                    <a:pt x="215" y="1118"/>
                  </a:lnTo>
                  <a:lnTo>
                    <a:pt x="321" y="1142"/>
                  </a:lnTo>
                  <a:lnTo>
                    <a:pt x="403" y="1155"/>
                  </a:lnTo>
                  <a:lnTo>
                    <a:pt x="499" y="1162"/>
                  </a:lnTo>
                  <a:lnTo>
                    <a:pt x="379" y="1093"/>
                  </a:lnTo>
                  <a:lnTo>
                    <a:pt x="297" y="1030"/>
                  </a:lnTo>
                  <a:lnTo>
                    <a:pt x="279" y="978"/>
                  </a:lnTo>
                  <a:lnTo>
                    <a:pt x="291" y="935"/>
                  </a:lnTo>
                  <a:lnTo>
                    <a:pt x="358" y="929"/>
                  </a:lnTo>
                  <a:lnTo>
                    <a:pt x="385" y="978"/>
                  </a:lnTo>
                  <a:lnTo>
                    <a:pt x="403" y="1036"/>
                  </a:lnTo>
                  <a:lnTo>
                    <a:pt x="467" y="1098"/>
                  </a:lnTo>
                  <a:lnTo>
                    <a:pt x="537" y="1149"/>
                  </a:lnTo>
                  <a:lnTo>
                    <a:pt x="607" y="1155"/>
                  </a:lnTo>
                  <a:lnTo>
                    <a:pt x="713" y="1149"/>
                  </a:lnTo>
                  <a:lnTo>
                    <a:pt x="599" y="1061"/>
                  </a:lnTo>
                  <a:lnTo>
                    <a:pt x="517" y="1016"/>
                  </a:lnTo>
                  <a:lnTo>
                    <a:pt x="454" y="966"/>
                  </a:lnTo>
                  <a:lnTo>
                    <a:pt x="435" y="929"/>
                  </a:lnTo>
                  <a:lnTo>
                    <a:pt x="441" y="891"/>
                  </a:lnTo>
                  <a:lnTo>
                    <a:pt x="479" y="885"/>
                  </a:lnTo>
                  <a:lnTo>
                    <a:pt x="523" y="923"/>
                  </a:lnTo>
                  <a:lnTo>
                    <a:pt x="549" y="972"/>
                  </a:lnTo>
                  <a:lnTo>
                    <a:pt x="607" y="1036"/>
                  </a:lnTo>
                  <a:lnTo>
                    <a:pt x="675" y="1068"/>
                  </a:lnTo>
                  <a:lnTo>
                    <a:pt x="727" y="1098"/>
                  </a:lnTo>
                  <a:lnTo>
                    <a:pt x="782" y="1123"/>
                  </a:lnTo>
                  <a:lnTo>
                    <a:pt x="846" y="1136"/>
                  </a:lnTo>
                  <a:lnTo>
                    <a:pt x="921" y="1136"/>
                  </a:lnTo>
                  <a:lnTo>
                    <a:pt x="994" y="1122"/>
                  </a:lnTo>
                  <a:lnTo>
                    <a:pt x="833" y="1068"/>
                  </a:lnTo>
                  <a:lnTo>
                    <a:pt x="771" y="1036"/>
                  </a:lnTo>
                  <a:lnTo>
                    <a:pt x="727" y="978"/>
                  </a:lnTo>
                  <a:lnTo>
                    <a:pt x="719" y="929"/>
                  </a:lnTo>
                  <a:lnTo>
                    <a:pt x="756" y="929"/>
                  </a:lnTo>
                  <a:lnTo>
                    <a:pt x="777" y="972"/>
                  </a:lnTo>
                  <a:lnTo>
                    <a:pt x="808" y="1010"/>
                  </a:lnTo>
                  <a:lnTo>
                    <a:pt x="859" y="1049"/>
                  </a:lnTo>
                  <a:lnTo>
                    <a:pt x="914" y="1087"/>
                  </a:lnTo>
                  <a:lnTo>
                    <a:pt x="989" y="1119"/>
                  </a:lnTo>
                  <a:lnTo>
                    <a:pt x="1046" y="1098"/>
                  </a:lnTo>
                  <a:lnTo>
                    <a:pt x="1072" y="1068"/>
                  </a:lnTo>
                  <a:lnTo>
                    <a:pt x="1117" y="991"/>
                  </a:lnTo>
                  <a:lnTo>
                    <a:pt x="1034" y="972"/>
                  </a:lnTo>
                  <a:lnTo>
                    <a:pt x="878" y="954"/>
                  </a:lnTo>
                  <a:lnTo>
                    <a:pt x="782" y="910"/>
                  </a:lnTo>
                  <a:lnTo>
                    <a:pt x="733" y="868"/>
                  </a:lnTo>
                  <a:lnTo>
                    <a:pt x="713" y="816"/>
                  </a:lnTo>
                  <a:lnTo>
                    <a:pt x="707" y="793"/>
                  </a:lnTo>
                  <a:lnTo>
                    <a:pt x="733" y="793"/>
                  </a:lnTo>
                  <a:lnTo>
                    <a:pt x="765" y="831"/>
                  </a:lnTo>
                  <a:lnTo>
                    <a:pt x="814" y="897"/>
                  </a:lnTo>
                  <a:lnTo>
                    <a:pt x="927" y="935"/>
                  </a:lnTo>
                  <a:lnTo>
                    <a:pt x="1034" y="968"/>
                  </a:lnTo>
                  <a:lnTo>
                    <a:pt x="1117" y="991"/>
                  </a:lnTo>
                  <a:lnTo>
                    <a:pt x="1149" y="861"/>
                  </a:lnTo>
                  <a:lnTo>
                    <a:pt x="1155" y="767"/>
                  </a:lnTo>
                  <a:lnTo>
                    <a:pt x="1155" y="683"/>
                  </a:lnTo>
                  <a:lnTo>
                    <a:pt x="1046" y="741"/>
                  </a:lnTo>
                  <a:lnTo>
                    <a:pt x="921" y="767"/>
                  </a:lnTo>
                  <a:lnTo>
                    <a:pt x="820" y="761"/>
                  </a:lnTo>
                  <a:lnTo>
                    <a:pt x="795" y="748"/>
                  </a:lnTo>
                  <a:lnTo>
                    <a:pt x="782" y="716"/>
                  </a:lnTo>
                  <a:lnTo>
                    <a:pt x="840" y="716"/>
                  </a:lnTo>
                  <a:lnTo>
                    <a:pt x="901" y="735"/>
                  </a:lnTo>
                  <a:lnTo>
                    <a:pt x="1049" y="741"/>
                  </a:lnTo>
                  <a:lnTo>
                    <a:pt x="1155" y="684"/>
                  </a:lnTo>
                  <a:lnTo>
                    <a:pt x="1161" y="565"/>
                  </a:lnTo>
                  <a:lnTo>
                    <a:pt x="1167" y="483"/>
                  </a:lnTo>
                  <a:lnTo>
                    <a:pt x="1172" y="401"/>
                  </a:lnTo>
                  <a:lnTo>
                    <a:pt x="1161" y="264"/>
                  </a:lnTo>
                  <a:lnTo>
                    <a:pt x="1129" y="213"/>
                  </a:lnTo>
                  <a:lnTo>
                    <a:pt x="1034" y="152"/>
                  </a:lnTo>
                  <a:lnTo>
                    <a:pt x="1065" y="158"/>
                  </a:lnTo>
                  <a:lnTo>
                    <a:pt x="1161" y="201"/>
                  </a:lnTo>
                  <a:lnTo>
                    <a:pt x="1123" y="113"/>
                  </a:lnTo>
                  <a:lnTo>
                    <a:pt x="1091" y="68"/>
                  </a:lnTo>
                  <a:lnTo>
                    <a:pt x="1065" y="38"/>
                  </a:lnTo>
                  <a:lnTo>
                    <a:pt x="959"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6862" name="Freeform 298">
              <a:extLst>
                <a:ext uri="{FF2B5EF4-FFF2-40B4-BE49-F238E27FC236}">
                  <a16:creationId xmlns:a16="http://schemas.microsoft.com/office/drawing/2014/main" id="{1DC374E7-9001-FD12-189A-E80DE188EE93}"/>
                </a:ext>
              </a:extLst>
            </p:cNvPr>
            <p:cNvSpPr>
              <a:spLocks/>
            </p:cNvSpPr>
            <p:nvPr/>
          </p:nvSpPr>
          <p:spPr bwMode="auto">
            <a:xfrm>
              <a:off x="5500" y="1878"/>
              <a:ext cx="49" cy="44"/>
            </a:xfrm>
            <a:custGeom>
              <a:avLst/>
              <a:gdLst>
                <a:gd name="T0" fmla="*/ 0 w 295"/>
                <a:gd name="T1" fmla="*/ 0 h 263"/>
                <a:gd name="T2" fmla="*/ 0 w 295"/>
                <a:gd name="T3" fmla="*/ 0 h 263"/>
                <a:gd name="T4" fmla="*/ 0 w 295"/>
                <a:gd name="T5" fmla="*/ 0 h 263"/>
                <a:gd name="T6" fmla="*/ 0 w 295"/>
                <a:gd name="T7" fmla="*/ 0 h 263"/>
                <a:gd name="T8" fmla="*/ 0 w 295"/>
                <a:gd name="T9" fmla="*/ 0 h 263"/>
                <a:gd name="T10" fmla="*/ 0 w 295"/>
                <a:gd name="T11" fmla="*/ 0 h 263"/>
                <a:gd name="T12" fmla="*/ 0 w 295"/>
                <a:gd name="T13" fmla="*/ 0 h 263"/>
                <a:gd name="T14" fmla="*/ 0 w 295"/>
                <a:gd name="T15" fmla="*/ 0 h 263"/>
                <a:gd name="T16" fmla="*/ 0 w 295"/>
                <a:gd name="T17" fmla="*/ 0 h 263"/>
                <a:gd name="T18" fmla="*/ 0 w 295"/>
                <a:gd name="T19" fmla="*/ 0 h 263"/>
                <a:gd name="T20" fmla="*/ 0 w 295"/>
                <a:gd name="T21" fmla="*/ 0 h 263"/>
                <a:gd name="T22" fmla="*/ 0 w 295"/>
                <a:gd name="T23" fmla="*/ 0 h 263"/>
                <a:gd name="T24" fmla="*/ 0 w 295"/>
                <a:gd name="T25" fmla="*/ 0 h 263"/>
                <a:gd name="T26" fmla="*/ 0 w 295"/>
                <a:gd name="T27" fmla="*/ 0 h 263"/>
                <a:gd name="T28" fmla="*/ 0 w 295"/>
                <a:gd name="T29" fmla="*/ 0 h 263"/>
                <a:gd name="T30" fmla="*/ 0 w 295"/>
                <a:gd name="T31" fmla="*/ 0 h 263"/>
                <a:gd name="T32" fmla="*/ 0 w 295"/>
                <a:gd name="T33" fmla="*/ 0 h 263"/>
                <a:gd name="T34" fmla="*/ 0 w 295"/>
                <a:gd name="T35" fmla="*/ 0 h 263"/>
                <a:gd name="T36" fmla="*/ 0 w 295"/>
                <a:gd name="T37" fmla="*/ 0 h 263"/>
                <a:gd name="T38" fmla="*/ 0 w 295"/>
                <a:gd name="T39" fmla="*/ 0 h 263"/>
                <a:gd name="T40" fmla="*/ 0 w 295"/>
                <a:gd name="T41" fmla="*/ 0 h 263"/>
                <a:gd name="T42" fmla="*/ 0 w 295"/>
                <a:gd name="T43" fmla="*/ 0 h 263"/>
                <a:gd name="T44" fmla="*/ 0 w 295"/>
                <a:gd name="T45" fmla="*/ 0 h 26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295" h="263">
                  <a:moveTo>
                    <a:pt x="0" y="0"/>
                  </a:moveTo>
                  <a:lnTo>
                    <a:pt x="0" y="21"/>
                  </a:lnTo>
                  <a:lnTo>
                    <a:pt x="38" y="71"/>
                  </a:lnTo>
                  <a:lnTo>
                    <a:pt x="75" y="99"/>
                  </a:lnTo>
                  <a:lnTo>
                    <a:pt x="152" y="158"/>
                  </a:lnTo>
                  <a:lnTo>
                    <a:pt x="184" y="182"/>
                  </a:lnTo>
                  <a:lnTo>
                    <a:pt x="260" y="239"/>
                  </a:lnTo>
                  <a:lnTo>
                    <a:pt x="178" y="213"/>
                  </a:lnTo>
                  <a:lnTo>
                    <a:pt x="97" y="188"/>
                  </a:lnTo>
                  <a:lnTo>
                    <a:pt x="16" y="182"/>
                  </a:lnTo>
                  <a:lnTo>
                    <a:pt x="22" y="207"/>
                  </a:lnTo>
                  <a:lnTo>
                    <a:pt x="152" y="231"/>
                  </a:lnTo>
                  <a:lnTo>
                    <a:pt x="222" y="257"/>
                  </a:lnTo>
                  <a:lnTo>
                    <a:pt x="260" y="263"/>
                  </a:lnTo>
                  <a:lnTo>
                    <a:pt x="292" y="252"/>
                  </a:lnTo>
                  <a:lnTo>
                    <a:pt x="295" y="222"/>
                  </a:lnTo>
                  <a:lnTo>
                    <a:pt x="269" y="199"/>
                  </a:lnTo>
                  <a:lnTo>
                    <a:pt x="232" y="162"/>
                  </a:lnTo>
                  <a:lnTo>
                    <a:pt x="188" y="112"/>
                  </a:lnTo>
                  <a:lnTo>
                    <a:pt x="144" y="56"/>
                  </a:lnTo>
                  <a:lnTo>
                    <a:pt x="91" y="17"/>
                  </a:lnTo>
                  <a:lnTo>
                    <a:pt x="35" y="3"/>
                  </a:lnTo>
                  <a:lnTo>
                    <a:pt x="0"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6863" name="Freeform 299">
              <a:extLst>
                <a:ext uri="{FF2B5EF4-FFF2-40B4-BE49-F238E27FC236}">
                  <a16:creationId xmlns:a16="http://schemas.microsoft.com/office/drawing/2014/main" id="{934A1D21-C347-B292-60DD-E9875FC157CA}"/>
                </a:ext>
              </a:extLst>
            </p:cNvPr>
            <p:cNvSpPr>
              <a:spLocks/>
            </p:cNvSpPr>
            <p:nvPr/>
          </p:nvSpPr>
          <p:spPr bwMode="auto">
            <a:xfrm>
              <a:off x="5503" y="1842"/>
              <a:ext cx="44" cy="57"/>
            </a:xfrm>
            <a:custGeom>
              <a:avLst/>
              <a:gdLst>
                <a:gd name="T0" fmla="*/ 0 w 270"/>
                <a:gd name="T1" fmla="*/ 0 h 345"/>
                <a:gd name="T2" fmla="*/ 0 w 270"/>
                <a:gd name="T3" fmla="*/ 0 h 345"/>
                <a:gd name="T4" fmla="*/ 0 w 270"/>
                <a:gd name="T5" fmla="*/ 0 h 345"/>
                <a:gd name="T6" fmla="*/ 0 w 270"/>
                <a:gd name="T7" fmla="*/ 0 h 345"/>
                <a:gd name="T8" fmla="*/ 0 w 270"/>
                <a:gd name="T9" fmla="*/ 0 h 345"/>
                <a:gd name="T10" fmla="*/ 0 w 270"/>
                <a:gd name="T11" fmla="*/ 0 h 345"/>
                <a:gd name="T12" fmla="*/ 0 w 270"/>
                <a:gd name="T13" fmla="*/ 0 h 345"/>
                <a:gd name="T14" fmla="*/ 0 w 270"/>
                <a:gd name="T15" fmla="*/ 0 h 345"/>
                <a:gd name="T16" fmla="*/ 0 w 270"/>
                <a:gd name="T17" fmla="*/ 0 h 345"/>
                <a:gd name="T18" fmla="*/ 0 w 270"/>
                <a:gd name="T19" fmla="*/ 0 h 345"/>
                <a:gd name="T20" fmla="*/ 0 w 270"/>
                <a:gd name="T21" fmla="*/ 0 h 345"/>
                <a:gd name="T22" fmla="*/ 0 w 270"/>
                <a:gd name="T23" fmla="*/ 0 h 345"/>
                <a:gd name="T24" fmla="*/ 0 w 270"/>
                <a:gd name="T25" fmla="*/ 0 h 345"/>
                <a:gd name="T26" fmla="*/ 0 w 270"/>
                <a:gd name="T27" fmla="*/ 0 h 345"/>
                <a:gd name="T28" fmla="*/ 0 w 270"/>
                <a:gd name="T29" fmla="*/ 0 h 345"/>
                <a:gd name="T30" fmla="*/ 0 w 270"/>
                <a:gd name="T31" fmla="*/ 0 h 345"/>
                <a:gd name="T32" fmla="*/ 0 w 270"/>
                <a:gd name="T33" fmla="*/ 0 h 34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70" h="345">
                  <a:moveTo>
                    <a:pt x="51" y="0"/>
                  </a:moveTo>
                  <a:lnTo>
                    <a:pt x="13" y="7"/>
                  </a:lnTo>
                  <a:lnTo>
                    <a:pt x="0" y="39"/>
                  </a:lnTo>
                  <a:lnTo>
                    <a:pt x="3" y="65"/>
                  </a:lnTo>
                  <a:lnTo>
                    <a:pt x="26" y="101"/>
                  </a:lnTo>
                  <a:lnTo>
                    <a:pt x="57" y="112"/>
                  </a:lnTo>
                  <a:lnTo>
                    <a:pt x="116" y="149"/>
                  </a:lnTo>
                  <a:lnTo>
                    <a:pt x="172" y="195"/>
                  </a:lnTo>
                  <a:lnTo>
                    <a:pt x="212" y="259"/>
                  </a:lnTo>
                  <a:lnTo>
                    <a:pt x="257" y="325"/>
                  </a:lnTo>
                  <a:lnTo>
                    <a:pt x="270" y="345"/>
                  </a:lnTo>
                  <a:lnTo>
                    <a:pt x="257" y="267"/>
                  </a:lnTo>
                  <a:lnTo>
                    <a:pt x="247" y="198"/>
                  </a:lnTo>
                  <a:lnTo>
                    <a:pt x="225" y="140"/>
                  </a:lnTo>
                  <a:lnTo>
                    <a:pt x="188" y="86"/>
                  </a:lnTo>
                  <a:lnTo>
                    <a:pt x="90" y="10"/>
                  </a:lnTo>
                  <a:lnTo>
                    <a:pt x="51"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6864" name="Freeform 300">
              <a:extLst>
                <a:ext uri="{FF2B5EF4-FFF2-40B4-BE49-F238E27FC236}">
                  <a16:creationId xmlns:a16="http://schemas.microsoft.com/office/drawing/2014/main" id="{A36FF6BE-64F6-7D85-FEEE-7BFFB757B0C7}"/>
                </a:ext>
              </a:extLst>
            </p:cNvPr>
            <p:cNvSpPr>
              <a:spLocks/>
            </p:cNvSpPr>
            <p:nvPr/>
          </p:nvSpPr>
          <p:spPr bwMode="auto">
            <a:xfrm>
              <a:off x="5494" y="1785"/>
              <a:ext cx="48" cy="34"/>
            </a:xfrm>
            <a:custGeom>
              <a:avLst/>
              <a:gdLst>
                <a:gd name="T0" fmla="*/ 0 w 287"/>
                <a:gd name="T1" fmla="*/ 0 h 199"/>
                <a:gd name="T2" fmla="*/ 0 w 287"/>
                <a:gd name="T3" fmla="*/ 0 h 199"/>
                <a:gd name="T4" fmla="*/ 0 w 287"/>
                <a:gd name="T5" fmla="*/ 0 h 199"/>
                <a:gd name="T6" fmla="*/ 0 w 287"/>
                <a:gd name="T7" fmla="*/ 0 h 199"/>
                <a:gd name="T8" fmla="*/ 0 w 287"/>
                <a:gd name="T9" fmla="*/ 0 h 199"/>
                <a:gd name="T10" fmla="*/ 0 w 287"/>
                <a:gd name="T11" fmla="*/ 0 h 199"/>
                <a:gd name="T12" fmla="*/ 0 w 287"/>
                <a:gd name="T13" fmla="*/ 0 h 199"/>
                <a:gd name="T14" fmla="*/ 0 w 287"/>
                <a:gd name="T15" fmla="*/ 0 h 199"/>
                <a:gd name="T16" fmla="*/ 0 w 287"/>
                <a:gd name="T17" fmla="*/ 0 h 199"/>
                <a:gd name="T18" fmla="*/ 0 w 287"/>
                <a:gd name="T19" fmla="*/ 0 h 19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87" h="199">
                  <a:moveTo>
                    <a:pt x="0" y="199"/>
                  </a:moveTo>
                  <a:lnTo>
                    <a:pt x="49" y="156"/>
                  </a:lnTo>
                  <a:lnTo>
                    <a:pt x="130" y="125"/>
                  </a:lnTo>
                  <a:lnTo>
                    <a:pt x="185" y="111"/>
                  </a:lnTo>
                  <a:lnTo>
                    <a:pt x="287" y="0"/>
                  </a:lnTo>
                  <a:lnTo>
                    <a:pt x="211" y="44"/>
                  </a:lnTo>
                  <a:lnTo>
                    <a:pt x="142" y="74"/>
                  </a:lnTo>
                  <a:lnTo>
                    <a:pt x="93" y="99"/>
                  </a:lnTo>
                  <a:lnTo>
                    <a:pt x="68" y="125"/>
                  </a:lnTo>
                  <a:lnTo>
                    <a:pt x="0" y="199"/>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6865" name="Freeform 301">
              <a:extLst>
                <a:ext uri="{FF2B5EF4-FFF2-40B4-BE49-F238E27FC236}">
                  <a16:creationId xmlns:a16="http://schemas.microsoft.com/office/drawing/2014/main" id="{93445227-2304-F472-9B74-1AD77CC7DEF6}"/>
                </a:ext>
              </a:extLst>
            </p:cNvPr>
            <p:cNvSpPr>
              <a:spLocks/>
            </p:cNvSpPr>
            <p:nvPr/>
          </p:nvSpPr>
          <p:spPr bwMode="auto">
            <a:xfrm>
              <a:off x="5458" y="1846"/>
              <a:ext cx="27" cy="86"/>
            </a:xfrm>
            <a:custGeom>
              <a:avLst/>
              <a:gdLst>
                <a:gd name="T0" fmla="*/ 0 w 162"/>
                <a:gd name="T1" fmla="*/ 0 h 514"/>
                <a:gd name="T2" fmla="*/ 0 w 162"/>
                <a:gd name="T3" fmla="*/ 0 h 514"/>
                <a:gd name="T4" fmla="*/ 0 w 162"/>
                <a:gd name="T5" fmla="*/ 0 h 514"/>
                <a:gd name="T6" fmla="*/ 0 w 162"/>
                <a:gd name="T7" fmla="*/ 0 h 514"/>
                <a:gd name="T8" fmla="*/ 0 w 162"/>
                <a:gd name="T9" fmla="*/ 0 h 514"/>
                <a:gd name="T10" fmla="*/ 0 w 162"/>
                <a:gd name="T11" fmla="*/ 0 h 514"/>
                <a:gd name="T12" fmla="*/ 0 w 162"/>
                <a:gd name="T13" fmla="*/ 0 h 514"/>
                <a:gd name="T14" fmla="*/ 0 w 162"/>
                <a:gd name="T15" fmla="*/ 0 h 514"/>
                <a:gd name="T16" fmla="*/ 0 w 162"/>
                <a:gd name="T17" fmla="*/ 0 h 514"/>
                <a:gd name="T18" fmla="*/ 0 w 162"/>
                <a:gd name="T19" fmla="*/ 0 h 514"/>
                <a:gd name="T20" fmla="*/ 0 w 162"/>
                <a:gd name="T21" fmla="*/ 0 h 514"/>
                <a:gd name="T22" fmla="*/ 0 w 162"/>
                <a:gd name="T23" fmla="*/ 0 h 514"/>
                <a:gd name="T24" fmla="*/ 0 w 162"/>
                <a:gd name="T25" fmla="*/ 0 h 514"/>
                <a:gd name="T26" fmla="*/ 0 w 162"/>
                <a:gd name="T27" fmla="*/ 0 h 514"/>
                <a:gd name="T28" fmla="*/ 0 w 162"/>
                <a:gd name="T29" fmla="*/ 0 h 514"/>
                <a:gd name="T30" fmla="*/ 0 w 162"/>
                <a:gd name="T31" fmla="*/ 0 h 514"/>
                <a:gd name="T32" fmla="*/ 0 w 162"/>
                <a:gd name="T33" fmla="*/ 0 h 514"/>
                <a:gd name="T34" fmla="*/ 0 w 162"/>
                <a:gd name="T35" fmla="*/ 0 h 514"/>
                <a:gd name="T36" fmla="*/ 0 w 162"/>
                <a:gd name="T37" fmla="*/ 0 h 51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62" h="514">
                  <a:moveTo>
                    <a:pt x="0" y="514"/>
                  </a:moveTo>
                  <a:lnTo>
                    <a:pt x="81" y="514"/>
                  </a:lnTo>
                  <a:lnTo>
                    <a:pt x="106" y="508"/>
                  </a:lnTo>
                  <a:lnTo>
                    <a:pt x="106" y="489"/>
                  </a:lnTo>
                  <a:lnTo>
                    <a:pt x="124" y="470"/>
                  </a:lnTo>
                  <a:lnTo>
                    <a:pt x="150" y="451"/>
                  </a:lnTo>
                  <a:lnTo>
                    <a:pt x="137" y="433"/>
                  </a:lnTo>
                  <a:lnTo>
                    <a:pt x="137" y="407"/>
                  </a:lnTo>
                  <a:lnTo>
                    <a:pt x="156" y="376"/>
                  </a:lnTo>
                  <a:lnTo>
                    <a:pt x="156" y="344"/>
                  </a:lnTo>
                  <a:lnTo>
                    <a:pt x="144" y="306"/>
                  </a:lnTo>
                  <a:lnTo>
                    <a:pt x="144" y="224"/>
                  </a:lnTo>
                  <a:lnTo>
                    <a:pt x="162" y="150"/>
                  </a:lnTo>
                  <a:lnTo>
                    <a:pt x="156" y="94"/>
                  </a:lnTo>
                  <a:lnTo>
                    <a:pt x="156" y="0"/>
                  </a:lnTo>
                  <a:lnTo>
                    <a:pt x="106" y="142"/>
                  </a:lnTo>
                  <a:lnTo>
                    <a:pt x="62" y="275"/>
                  </a:lnTo>
                  <a:lnTo>
                    <a:pt x="32" y="419"/>
                  </a:lnTo>
                  <a:lnTo>
                    <a:pt x="0" y="514"/>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6866" name="Freeform 302">
              <a:extLst>
                <a:ext uri="{FF2B5EF4-FFF2-40B4-BE49-F238E27FC236}">
                  <a16:creationId xmlns:a16="http://schemas.microsoft.com/office/drawing/2014/main" id="{4B5C88A3-3DC2-D2A1-4272-7C7C2CA5836A}"/>
                </a:ext>
              </a:extLst>
            </p:cNvPr>
            <p:cNvSpPr>
              <a:spLocks/>
            </p:cNvSpPr>
            <p:nvPr/>
          </p:nvSpPr>
          <p:spPr bwMode="auto">
            <a:xfrm>
              <a:off x="5498" y="1939"/>
              <a:ext cx="48" cy="16"/>
            </a:xfrm>
            <a:custGeom>
              <a:avLst/>
              <a:gdLst>
                <a:gd name="T0" fmla="*/ 0 w 289"/>
                <a:gd name="T1" fmla="*/ 0 h 97"/>
                <a:gd name="T2" fmla="*/ 0 w 289"/>
                <a:gd name="T3" fmla="*/ 0 h 97"/>
                <a:gd name="T4" fmla="*/ 0 w 289"/>
                <a:gd name="T5" fmla="*/ 0 h 97"/>
                <a:gd name="T6" fmla="*/ 0 w 289"/>
                <a:gd name="T7" fmla="*/ 0 h 97"/>
                <a:gd name="T8" fmla="*/ 0 w 289"/>
                <a:gd name="T9" fmla="*/ 0 h 97"/>
                <a:gd name="T10" fmla="*/ 0 w 289"/>
                <a:gd name="T11" fmla="*/ 0 h 97"/>
                <a:gd name="T12" fmla="*/ 0 w 289"/>
                <a:gd name="T13" fmla="*/ 0 h 97"/>
                <a:gd name="T14" fmla="*/ 0 w 289"/>
                <a:gd name="T15" fmla="*/ 0 h 97"/>
                <a:gd name="T16" fmla="*/ 0 w 289"/>
                <a:gd name="T17" fmla="*/ 0 h 97"/>
                <a:gd name="T18" fmla="*/ 0 w 289"/>
                <a:gd name="T19" fmla="*/ 0 h 97"/>
                <a:gd name="T20" fmla="*/ 0 w 289"/>
                <a:gd name="T21" fmla="*/ 0 h 9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89" h="97">
                  <a:moveTo>
                    <a:pt x="232" y="47"/>
                  </a:moveTo>
                  <a:lnTo>
                    <a:pt x="168" y="19"/>
                  </a:lnTo>
                  <a:lnTo>
                    <a:pt x="110" y="4"/>
                  </a:lnTo>
                  <a:lnTo>
                    <a:pt x="32" y="0"/>
                  </a:lnTo>
                  <a:lnTo>
                    <a:pt x="0" y="6"/>
                  </a:lnTo>
                  <a:lnTo>
                    <a:pt x="15" y="37"/>
                  </a:lnTo>
                  <a:lnTo>
                    <a:pt x="45" y="61"/>
                  </a:lnTo>
                  <a:lnTo>
                    <a:pt x="113" y="79"/>
                  </a:lnTo>
                  <a:lnTo>
                    <a:pt x="219" y="97"/>
                  </a:lnTo>
                  <a:lnTo>
                    <a:pt x="289" y="91"/>
                  </a:lnTo>
                  <a:lnTo>
                    <a:pt x="232" y="4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6867" name="Freeform 303">
              <a:extLst>
                <a:ext uri="{FF2B5EF4-FFF2-40B4-BE49-F238E27FC236}">
                  <a16:creationId xmlns:a16="http://schemas.microsoft.com/office/drawing/2014/main" id="{F4319D10-B078-EB39-9BFE-C3C00DE889F4}"/>
                </a:ext>
              </a:extLst>
            </p:cNvPr>
            <p:cNvSpPr>
              <a:spLocks/>
            </p:cNvSpPr>
            <p:nvPr/>
          </p:nvSpPr>
          <p:spPr bwMode="auto">
            <a:xfrm>
              <a:off x="5458" y="1947"/>
              <a:ext cx="30" cy="36"/>
            </a:xfrm>
            <a:custGeom>
              <a:avLst/>
              <a:gdLst>
                <a:gd name="T0" fmla="*/ 0 w 176"/>
                <a:gd name="T1" fmla="*/ 0 h 216"/>
                <a:gd name="T2" fmla="*/ 0 w 176"/>
                <a:gd name="T3" fmla="*/ 0 h 216"/>
                <a:gd name="T4" fmla="*/ 0 w 176"/>
                <a:gd name="T5" fmla="*/ 0 h 216"/>
                <a:gd name="T6" fmla="*/ 0 w 176"/>
                <a:gd name="T7" fmla="*/ 0 h 216"/>
                <a:gd name="T8" fmla="*/ 0 w 176"/>
                <a:gd name="T9" fmla="*/ 0 h 216"/>
                <a:gd name="T10" fmla="*/ 0 w 176"/>
                <a:gd name="T11" fmla="*/ 0 h 216"/>
                <a:gd name="T12" fmla="*/ 0 w 176"/>
                <a:gd name="T13" fmla="*/ 0 h 216"/>
                <a:gd name="T14" fmla="*/ 0 w 176"/>
                <a:gd name="T15" fmla="*/ 0 h 216"/>
                <a:gd name="T16" fmla="*/ 0 w 176"/>
                <a:gd name="T17" fmla="*/ 0 h 216"/>
                <a:gd name="T18" fmla="*/ 0 w 176"/>
                <a:gd name="T19" fmla="*/ 0 h 216"/>
                <a:gd name="T20" fmla="*/ 0 w 176"/>
                <a:gd name="T21" fmla="*/ 0 h 216"/>
                <a:gd name="T22" fmla="*/ 0 w 176"/>
                <a:gd name="T23" fmla="*/ 0 h 216"/>
                <a:gd name="T24" fmla="*/ 0 w 176"/>
                <a:gd name="T25" fmla="*/ 0 h 21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6" h="216">
                  <a:moveTo>
                    <a:pt x="81" y="59"/>
                  </a:moveTo>
                  <a:lnTo>
                    <a:pt x="59" y="14"/>
                  </a:lnTo>
                  <a:lnTo>
                    <a:pt x="26" y="0"/>
                  </a:lnTo>
                  <a:lnTo>
                    <a:pt x="3" y="11"/>
                  </a:lnTo>
                  <a:lnTo>
                    <a:pt x="0" y="35"/>
                  </a:lnTo>
                  <a:lnTo>
                    <a:pt x="15" y="76"/>
                  </a:lnTo>
                  <a:lnTo>
                    <a:pt x="40" y="115"/>
                  </a:lnTo>
                  <a:lnTo>
                    <a:pt x="71" y="150"/>
                  </a:lnTo>
                  <a:lnTo>
                    <a:pt x="113" y="185"/>
                  </a:lnTo>
                  <a:lnTo>
                    <a:pt x="176" y="216"/>
                  </a:lnTo>
                  <a:lnTo>
                    <a:pt x="119" y="153"/>
                  </a:lnTo>
                  <a:lnTo>
                    <a:pt x="100" y="108"/>
                  </a:lnTo>
                  <a:lnTo>
                    <a:pt x="81" y="59"/>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sp>
          <p:nvSpPr>
            <p:cNvPr id="26868" name="Freeform 304">
              <a:extLst>
                <a:ext uri="{FF2B5EF4-FFF2-40B4-BE49-F238E27FC236}">
                  <a16:creationId xmlns:a16="http://schemas.microsoft.com/office/drawing/2014/main" id="{60C8E9EE-310A-6C3B-D6A2-04965001303E}"/>
                </a:ext>
              </a:extLst>
            </p:cNvPr>
            <p:cNvSpPr>
              <a:spLocks/>
            </p:cNvSpPr>
            <p:nvPr/>
          </p:nvSpPr>
          <p:spPr bwMode="auto">
            <a:xfrm>
              <a:off x="5506" y="1757"/>
              <a:ext cx="70" cy="44"/>
            </a:xfrm>
            <a:custGeom>
              <a:avLst/>
              <a:gdLst>
                <a:gd name="T0" fmla="*/ 0 w 418"/>
                <a:gd name="T1" fmla="*/ 0 h 260"/>
                <a:gd name="T2" fmla="*/ 0 w 418"/>
                <a:gd name="T3" fmla="*/ 0 h 260"/>
                <a:gd name="T4" fmla="*/ 0 w 418"/>
                <a:gd name="T5" fmla="*/ 0 h 260"/>
                <a:gd name="T6" fmla="*/ 0 w 418"/>
                <a:gd name="T7" fmla="*/ 0 h 260"/>
                <a:gd name="T8" fmla="*/ 0 w 418"/>
                <a:gd name="T9" fmla="*/ 0 h 260"/>
                <a:gd name="T10" fmla="*/ 0 w 418"/>
                <a:gd name="T11" fmla="*/ 0 h 260"/>
                <a:gd name="T12" fmla="*/ 0 w 418"/>
                <a:gd name="T13" fmla="*/ 0 h 260"/>
                <a:gd name="T14" fmla="*/ 0 w 418"/>
                <a:gd name="T15" fmla="*/ 0 h 260"/>
                <a:gd name="T16" fmla="*/ 0 w 418"/>
                <a:gd name="T17" fmla="*/ 0 h 260"/>
                <a:gd name="T18" fmla="*/ 0 w 418"/>
                <a:gd name="T19" fmla="*/ 0 h 260"/>
                <a:gd name="T20" fmla="*/ 0 w 418"/>
                <a:gd name="T21" fmla="*/ 0 h 260"/>
                <a:gd name="T22" fmla="*/ 0 w 418"/>
                <a:gd name="T23" fmla="*/ 0 h 26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18" h="260">
                  <a:moveTo>
                    <a:pt x="0" y="260"/>
                  </a:moveTo>
                  <a:lnTo>
                    <a:pt x="13" y="153"/>
                  </a:lnTo>
                  <a:lnTo>
                    <a:pt x="101" y="116"/>
                  </a:lnTo>
                  <a:lnTo>
                    <a:pt x="220" y="69"/>
                  </a:lnTo>
                  <a:lnTo>
                    <a:pt x="304" y="35"/>
                  </a:lnTo>
                  <a:lnTo>
                    <a:pt x="386" y="0"/>
                  </a:lnTo>
                  <a:lnTo>
                    <a:pt x="418" y="76"/>
                  </a:lnTo>
                  <a:lnTo>
                    <a:pt x="341" y="119"/>
                  </a:lnTo>
                  <a:lnTo>
                    <a:pt x="252" y="150"/>
                  </a:lnTo>
                  <a:lnTo>
                    <a:pt x="182" y="170"/>
                  </a:lnTo>
                  <a:lnTo>
                    <a:pt x="98" y="216"/>
                  </a:lnTo>
                  <a:lnTo>
                    <a:pt x="0" y="26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grpSp>
      <p:grpSp>
        <p:nvGrpSpPr>
          <p:cNvPr id="26869" name="Group 305">
            <a:extLst>
              <a:ext uri="{FF2B5EF4-FFF2-40B4-BE49-F238E27FC236}">
                <a16:creationId xmlns:a16="http://schemas.microsoft.com/office/drawing/2014/main" id="{A6FE203F-D8AB-96B3-EE01-7D5C400AA919}"/>
              </a:ext>
            </a:extLst>
          </p:cNvPr>
          <p:cNvGrpSpPr>
            <a:grpSpLocks/>
          </p:cNvGrpSpPr>
          <p:nvPr/>
        </p:nvGrpSpPr>
        <p:grpSpPr bwMode="auto">
          <a:xfrm>
            <a:off x="9583686" y="4993904"/>
            <a:ext cx="247650" cy="307975"/>
            <a:chOff x="5511" y="1960"/>
            <a:chExt cx="144" cy="194"/>
          </a:xfrm>
        </p:grpSpPr>
        <p:sp>
          <p:nvSpPr>
            <p:cNvPr id="26870" name="Freeform 306">
              <a:extLst>
                <a:ext uri="{FF2B5EF4-FFF2-40B4-BE49-F238E27FC236}">
                  <a16:creationId xmlns:a16="http://schemas.microsoft.com/office/drawing/2014/main" id="{9BD8F5CB-FC4C-B114-1CEB-349875E7207D}"/>
                </a:ext>
              </a:extLst>
            </p:cNvPr>
            <p:cNvSpPr>
              <a:spLocks/>
            </p:cNvSpPr>
            <p:nvPr/>
          </p:nvSpPr>
          <p:spPr bwMode="auto">
            <a:xfrm>
              <a:off x="5511" y="1960"/>
              <a:ext cx="144" cy="194"/>
            </a:xfrm>
            <a:custGeom>
              <a:avLst/>
              <a:gdLst>
                <a:gd name="T0" fmla="*/ 0 w 863"/>
                <a:gd name="T1" fmla="*/ 0 h 1164"/>
                <a:gd name="T2" fmla="*/ 0 w 863"/>
                <a:gd name="T3" fmla="*/ 0 h 1164"/>
                <a:gd name="T4" fmla="*/ 0 w 863"/>
                <a:gd name="T5" fmla="*/ 0 h 1164"/>
                <a:gd name="T6" fmla="*/ 0 w 863"/>
                <a:gd name="T7" fmla="*/ 0 h 1164"/>
                <a:gd name="T8" fmla="*/ 0 w 863"/>
                <a:gd name="T9" fmla="*/ 0 h 1164"/>
                <a:gd name="T10" fmla="*/ 0 w 863"/>
                <a:gd name="T11" fmla="*/ 0 h 1164"/>
                <a:gd name="T12" fmla="*/ 0 w 863"/>
                <a:gd name="T13" fmla="*/ 0 h 1164"/>
                <a:gd name="T14" fmla="*/ 0 w 863"/>
                <a:gd name="T15" fmla="*/ 0 h 1164"/>
                <a:gd name="T16" fmla="*/ 0 w 863"/>
                <a:gd name="T17" fmla="*/ 0 h 1164"/>
                <a:gd name="T18" fmla="*/ 0 w 863"/>
                <a:gd name="T19" fmla="*/ 0 h 1164"/>
                <a:gd name="T20" fmla="*/ 0 w 863"/>
                <a:gd name="T21" fmla="*/ 0 h 1164"/>
                <a:gd name="T22" fmla="*/ 0 w 863"/>
                <a:gd name="T23" fmla="*/ 0 h 1164"/>
                <a:gd name="T24" fmla="*/ 0 w 863"/>
                <a:gd name="T25" fmla="*/ 0 h 1164"/>
                <a:gd name="T26" fmla="*/ 0 w 863"/>
                <a:gd name="T27" fmla="*/ 0 h 1164"/>
                <a:gd name="T28" fmla="*/ 0 w 863"/>
                <a:gd name="T29" fmla="*/ 0 h 1164"/>
                <a:gd name="T30" fmla="*/ 0 w 863"/>
                <a:gd name="T31" fmla="*/ 0 h 1164"/>
                <a:gd name="T32" fmla="*/ 0 w 863"/>
                <a:gd name="T33" fmla="*/ 0 h 1164"/>
                <a:gd name="T34" fmla="*/ 0 w 863"/>
                <a:gd name="T35" fmla="*/ 0 h 1164"/>
                <a:gd name="T36" fmla="*/ 0 w 863"/>
                <a:gd name="T37" fmla="*/ 0 h 1164"/>
                <a:gd name="T38" fmla="*/ 0 w 863"/>
                <a:gd name="T39" fmla="*/ 0 h 1164"/>
                <a:gd name="T40" fmla="*/ 0 w 863"/>
                <a:gd name="T41" fmla="*/ 0 h 1164"/>
                <a:gd name="T42" fmla="*/ 0 w 863"/>
                <a:gd name="T43" fmla="*/ 0 h 1164"/>
                <a:gd name="T44" fmla="*/ 0 w 863"/>
                <a:gd name="T45" fmla="*/ 0 h 1164"/>
                <a:gd name="T46" fmla="*/ 0 w 863"/>
                <a:gd name="T47" fmla="*/ 0 h 1164"/>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863" h="1164">
                  <a:moveTo>
                    <a:pt x="385" y="172"/>
                  </a:moveTo>
                  <a:lnTo>
                    <a:pt x="543" y="158"/>
                  </a:lnTo>
                  <a:lnTo>
                    <a:pt x="637" y="133"/>
                  </a:lnTo>
                  <a:lnTo>
                    <a:pt x="667" y="90"/>
                  </a:lnTo>
                  <a:lnTo>
                    <a:pt x="667" y="52"/>
                  </a:lnTo>
                  <a:lnTo>
                    <a:pt x="694" y="20"/>
                  </a:lnTo>
                  <a:lnTo>
                    <a:pt x="782" y="0"/>
                  </a:lnTo>
                  <a:lnTo>
                    <a:pt x="863" y="7"/>
                  </a:lnTo>
                  <a:lnTo>
                    <a:pt x="763" y="907"/>
                  </a:lnTo>
                  <a:lnTo>
                    <a:pt x="694" y="990"/>
                  </a:lnTo>
                  <a:lnTo>
                    <a:pt x="605" y="1071"/>
                  </a:lnTo>
                  <a:lnTo>
                    <a:pt x="481" y="1134"/>
                  </a:lnTo>
                  <a:lnTo>
                    <a:pt x="334" y="1153"/>
                  </a:lnTo>
                  <a:lnTo>
                    <a:pt x="138" y="1164"/>
                  </a:lnTo>
                  <a:lnTo>
                    <a:pt x="25" y="1147"/>
                  </a:lnTo>
                  <a:lnTo>
                    <a:pt x="0" y="1083"/>
                  </a:lnTo>
                  <a:lnTo>
                    <a:pt x="13" y="1001"/>
                  </a:lnTo>
                  <a:lnTo>
                    <a:pt x="95" y="750"/>
                  </a:lnTo>
                  <a:lnTo>
                    <a:pt x="163" y="499"/>
                  </a:lnTo>
                  <a:lnTo>
                    <a:pt x="195" y="310"/>
                  </a:lnTo>
                  <a:lnTo>
                    <a:pt x="195" y="259"/>
                  </a:lnTo>
                  <a:lnTo>
                    <a:pt x="239" y="190"/>
                  </a:lnTo>
                  <a:lnTo>
                    <a:pt x="291" y="172"/>
                  </a:lnTo>
                  <a:lnTo>
                    <a:pt x="385" y="172"/>
                  </a:lnTo>
                  <a:close/>
                </a:path>
              </a:pathLst>
            </a:custGeom>
            <a:solidFill>
              <a:srgbClr val="404040"/>
            </a:solidFill>
            <a:ln w="1588">
              <a:solidFill>
                <a:srgbClr val="000000"/>
              </a:solidFill>
              <a:prstDash val="solid"/>
              <a:round/>
              <a:headEnd/>
              <a:tailEnd/>
            </a:ln>
          </p:spPr>
          <p:txBody>
            <a:bodyPr/>
            <a:lstStyle/>
            <a:p>
              <a:endParaRPr lang="zh-CN" altLang="en-US" b="1">
                <a:solidFill>
                  <a:srgbClr val="000099"/>
                </a:solidFill>
              </a:endParaRPr>
            </a:p>
          </p:txBody>
        </p:sp>
        <p:sp>
          <p:nvSpPr>
            <p:cNvPr id="26871" name="Freeform 307">
              <a:extLst>
                <a:ext uri="{FF2B5EF4-FFF2-40B4-BE49-F238E27FC236}">
                  <a16:creationId xmlns:a16="http://schemas.microsoft.com/office/drawing/2014/main" id="{176674EF-7A9C-4F97-835B-F6F4F1B55A19}"/>
                </a:ext>
              </a:extLst>
            </p:cNvPr>
            <p:cNvSpPr>
              <a:spLocks/>
            </p:cNvSpPr>
            <p:nvPr/>
          </p:nvSpPr>
          <p:spPr bwMode="auto">
            <a:xfrm>
              <a:off x="5528" y="1970"/>
              <a:ext cx="124" cy="177"/>
            </a:xfrm>
            <a:custGeom>
              <a:avLst/>
              <a:gdLst>
                <a:gd name="T0" fmla="*/ 0 w 743"/>
                <a:gd name="T1" fmla="*/ 0 h 1068"/>
                <a:gd name="T2" fmla="*/ 0 w 743"/>
                <a:gd name="T3" fmla="*/ 0 h 1068"/>
                <a:gd name="T4" fmla="*/ 0 w 743"/>
                <a:gd name="T5" fmla="*/ 0 h 1068"/>
                <a:gd name="T6" fmla="*/ 0 w 743"/>
                <a:gd name="T7" fmla="*/ 0 h 1068"/>
                <a:gd name="T8" fmla="*/ 0 w 743"/>
                <a:gd name="T9" fmla="*/ 0 h 1068"/>
                <a:gd name="T10" fmla="*/ 0 w 743"/>
                <a:gd name="T11" fmla="*/ 0 h 1068"/>
                <a:gd name="T12" fmla="*/ 0 w 743"/>
                <a:gd name="T13" fmla="*/ 0 h 1068"/>
                <a:gd name="T14" fmla="*/ 0 w 743"/>
                <a:gd name="T15" fmla="*/ 0 h 1068"/>
                <a:gd name="T16" fmla="*/ 0 w 743"/>
                <a:gd name="T17" fmla="*/ 0 h 1068"/>
                <a:gd name="T18" fmla="*/ 0 w 743"/>
                <a:gd name="T19" fmla="*/ 0 h 1068"/>
                <a:gd name="T20" fmla="*/ 0 w 743"/>
                <a:gd name="T21" fmla="*/ 0 h 1068"/>
                <a:gd name="T22" fmla="*/ 0 w 743"/>
                <a:gd name="T23" fmla="*/ 0 h 1068"/>
                <a:gd name="T24" fmla="*/ 0 w 743"/>
                <a:gd name="T25" fmla="*/ 0 h 1068"/>
                <a:gd name="T26" fmla="*/ 0 w 743"/>
                <a:gd name="T27" fmla="*/ 0 h 1068"/>
                <a:gd name="T28" fmla="*/ 0 w 743"/>
                <a:gd name="T29" fmla="*/ 0 h 1068"/>
                <a:gd name="T30" fmla="*/ 0 w 743"/>
                <a:gd name="T31" fmla="*/ 0 h 1068"/>
                <a:gd name="T32" fmla="*/ 0 w 743"/>
                <a:gd name="T33" fmla="*/ 0 h 1068"/>
                <a:gd name="T34" fmla="*/ 0 w 743"/>
                <a:gd name="T35" fmla="*/ 0 h 1068"/>
                <a:gd name="T36" fmla="*/ 0 w 743"/>
                <a:gd name="T37" fmla="*/ 0 h 1068"/>
                <a:gd name="T38" fmla="*/ 0 w 743"/>
                <a:gd name="T39" fmla="*/ 0 h 1068"/>
                <a:gd name="T40" fmla="*/ 0 w 743"/>
                <a:gd name="T41" fmla="*/ 0 h 106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743" h="1068">
                  <a:moveTo>
                    <a:pt x="257" y="214"/>
                  </a:moveTo>
                  <a:lnTo>
                    <a:pt x="397" y="207"/>
                  </a:lnTo>
                  <a:lnTo>
                    <a:pt x="542" y="182"/>
                  </a:lnTo>
                  <a:lnTo>
                    <a:pt x="628" y="138"/>
                  </a:lnTo>
                  <a:lnTo>
                    <a:pt x="679" y="100"/>
                  </a:lnTo>
                  <a:lnTo>
                    <a:pt x="743" y="0"/>
                  </a:lnTo>
                  <a:lnTo>
                    <a:pt x="648" y="822"/>
                  </a:lnTo>
                  <a:lnTo>
                    <a:pt x="585" y="898"/>
                  </a:lnTo>
                  <a:lnTo>
                    <a:pt x="516" y="967"/>
                  </a:lnTo>
                  <a:lnTo>
                    <a:pt x="428" y="1016"/>
                  </a:lnTo>
                  <a:lnTo>
                    <a:pt x="353" y="1042"/>
                  </a:lnTo>
                  <a:lnTo>
                    <a:pt x="257" y="1055"/>
                  </a:lnTo>
                  <a:lnTo>
                    <a:pt x="170" y="1068"/>
                  </a:lnTo>
                  <a:lnTo>
                    <a:pt x="69" y="1068"/>
                  </a:lnTo>
                  <a:lnTo>
                    <a:pt x="24" y="1055"/>
                  </a:lnTo>
                  <a:lnTo>
                    <a:pt x="0" y="1016"/>
                  </a:lnTo>
                  <a:lnTo>
                    <a:pt x="11" y="956"/>
                  </a:lnTo>
                  <a:lnTo>
                    <a:pt x="75" y="809"/>
                  </a:lnTo>
                  <a:lnTo>
                    <a:pt x="184" y="321"/>
                  </a:lnTo>
                  <a:lnTo>
                    <a:pt x="201" y="252"/>
                  </a:lnTo>
                  <a:lnTo>
                    <a:pt x="257" y="214"/>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ndParaRPr>
            </a:p>
          </p:txBody>
        </p:sp>
      </p:grpSp>
      <p:sp>
        <p:nvSpPr>
          <p:cNvPr id="26872" name="Oval 308">
            <a:extLst>
              <a:ext uri="{FF2B5EF4-FFF2-40B4-BE49-F238E27FC236}">
                <a16:creationId xmlns:a16="http://schemas.microsoft.com/office/drawing/2014/main" id="{DB709A2B-8A82-9AC1-FD6C-7AA30A9D63B8}"/>
              </a:ext>
            </a:extLst>
          </p:cNvPr>
          <p:cNvSpPr>
            <a:spLocks noChangeArrowheads="1"/>
          </p:cNvSpPr>
          <p:nvPr/>
        </p:nvSpPr>
        <p:spPr bwMode="auto">
          <a:xfrm>
            <a:off x="8780543" y="4744667"/>
            <a:ext cx="323321" cy="1619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sp>
        <p:nvSpPr>
          <p:cNvPr id="26873" name="Oval 309">
            <a:extLst>
              <a:ext uri="{FF2B5EF4-FFF2-40B4-BE49-F238E27FC236}">
                <a16:creationId xmlns:a16="http://schemas.microsoft.com/office/drawing/2014/main" id="{DD753A87-7241-1573-6BFC-B58FF769A675}"/>
              </a:ext>
            </a:extLst>
          </p:cNvPr>
          <p:cNvSpPr>
            <a:spLocks noChangeArrowheads="1"/>
          </p:cNvSpPr>
          <p:nvPr/>
        </p:nvSpPr>
        <p:spPr bwMode="auto">
          <a:xfrm>
            <a:off x="2004564" y="4473203"/>
            <a:ext cx="1405070" cy="1296988"/>
          </a:xfrm>
          <a:prstGeom prst="ellipse">
            <a:avLst/>
          </a:prstGeom>
          <a:solidFill>
            <a:srgbClr val="66FF66"/>
          </a:solidFill>
          <a:ln w="19050">
            <a:solidFill>
              <a:schemeClr val="folHlink"/>
            </a:solidFill>
            <a:round/>
            <a:headEnd/>
            <a:tailEnd/>
          </a:ln>
          <a:effectLst>
            <a:outerShdw dist="35921" dir="2700000" algn="ctr" rotWithShape="0">
              <a:schemeClr val="bg2"/>
            </a:outerShdw>
          </a:effectLst>
        </p:spPr>
        <p:txBody>
          <a:bodyPr wrap="none" anchor="ctr"/>
          <a:lstStyle/>
          <a:p>
            <a:pPr eaLnBrk="1" hangingPunct="1"/>
            <a:endParaRPr lang="zh-CN" altLang="en-US" b="1">
              <a:solidFill>
                <a:srgbClr val="000099"/>
              </a:solidFill>
            </a:endParaRPr>
          </a:p>
        </p:txBody>
      </p:sp>
      <p:grpSp>
        <p:nvGrpSpPr>
          <p:cNvPr id="26874" name="Group 310">
            <a:extLst>
              <a:ext uri="{FF2B5EF4-FFF2-40B4-BE49-F238E27FC236}">
                <a16:creationId xmlns:a16="http://schemas.microsoft.com/office/drawing/2014/main" id="{ED25E79A-1BAE-94A3-3F46-4CD26EF8B13D}"/>
              </a:ext>
            </a:extLst>
          </p:cNvPr>
          <p:cNvGrpSpPr>
            <a:grpSpLocks/>
          </p:cNvGrpSpPr>
          <p:nvPr/>
        </p:nvGrpSpPr>
        <p:grpSpPr bwMode="auto">
          <a:xfrm>
            <a:off x="2419034" y="4582741"/>
            <a:ext cx="495300" cy="457200"/>
            <a:chOff x="2351" y="2975"/>
            <a:chExt cx="481" cy="433"/>
          </a:xfrm>
        </p:grpSpPr>
        <p:sp>
          <p:nvSpPr>
            <p:cNvPr id="26875" name="Rectangle 311">
              <a:extLst>
                <a:ext uri="{FF2B5EF4-FFF2-40B4-BE49-F238E27FC236}">
                  <a16:creationId xmlns:a16="http://schemas.microsoft.com/office/drawing/2014/main" id="{B90C4A11-A2BF-5490-180A-27E221242D1D}"/>
                </a:ext>
              </a:extLst>
            </p:cNvPr>
            <p:cNvSpPr>
              <a:spLocks noChangeArrowheads="1"/>
            </p:cNvSpPr>
            <p:nvPr/>
          </p:nvSpPr>
          <p:spPr bwMode="auto">
            <a:xfrm rot="-5400000">
              <a:off x="2376" y="2952"/>
              <a:ext cx="432" cy="480"/>
            </a:xfrm>
            <a:prstGeom prst="rect">
              <a:avLst/>
            </a:prstGeom>
            <a:solidFill>
              <a:srgbClr val="CCECFF"/>
            </a:solidFill>
            <a:ln w="19050">
              <a:solidFill>
                <a:schemeClr val="tx1"/>
              </a:solidFill>
              <a:miter lim="800000"/>
              <a:headEnd/>
              <a:tailEnd/>
            </a:ln>
            <a:effectLst>
              <a:outerShdw dist="35921" dir="2700000" algn="ctr" rotWithShape="0">
                <a:schemeClr val="bg2"/>
              </a:outerShdw>
            </a:effectLst>
          </p:spPr>
          <p:txBody>
            <a:bodyPr wrap="none" anchor="ctr"/>
            <a:lstStyle/>
            <a:p>
              <a:pPr eaLnBrk="1" hangingPunct="1"/>
              <a:endParaRPr lang="zh-CN" altLang="en-US" b="1">
                <a:solidFill>
                  <a:srgbClr val="000099"/>
                </a:solidFill>
              </a:endParaRPr>
            </a:p>
          </p:txBody>
        </p:sp>
        <p:sp>
          <p:nvSpPr>
            <p:cNvPr id="26876" name="Line 312">
              <a:extLst>
                <a:ext uri="{FF2B5EF4-FFF2-40B4-BE49-F238E27FC236}">
                  <a16:creationId xmlns:a16="http://schemas.microsoft.com/office/drawing/2014/main" id="{696AB9F8-2B2F-A73E-0959-0E48A5B14A48}"/>
                </a:ext>
              </a:extLst>
            </p:cNvPr>
            <p:cNvSpPr>
              <a:spLocks noChangeShapeType="1"/>
            </p:cNvSpPr>
            <p:nvPr/>
          </p:nvSpPr>
          <p:spPr bwMode="auto">
            <a:xfrm rot="10800000">
              <a:off x="2351" y="3321"/>
              <a:ext cx="48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6877" name="Line 313">
              <a:extLst>
                <a:ext uri="{FF2B5EF4-FFF2-40B4-BE49-F238E27FC236}">
                  <a16:creationId xmlns:a16="http://schemas.microsoft.com/office/drawing/2014/main" id="{DB2896A0-0974-2F87-8AAD-ED764B1E3149}"/>
                </a:ext>
              </a:extLst>
            </p:cNvPr>
            <p:cNvSpPr>
              <a:spLocks noChangeShapeType="1"/>
            </p:cNvSpPr>
            <p:nvPr/>
          </p:nvSpPr>
          <p:spPr bwMode="auto">
            <a:xfrm rot="10800000">
              <a:off x="2351" y="3234"/>
              <a:ext cx="48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6878" name="Line 314">
              <a:extLst>
                <a:ext uri="{FF2B5EF4-FFF2-40B4-BE49-F238E27FC236}">
                  <a16:creationId xmlns:a16="http://schemas.microsoft.com/office/drawing/2014/main" id="{C25A1F96-341F-EA83-595A-9EC00B41AE9E}"/>
                </a:ext>
              </a:extLst>
            </p:cNvPr>
            <p:cNvSpPr>
              <a:spLocks noChangeShapeType="1"/>
            </p:cNvSpPr>
            <p:nvPr/>
          </p:nvSpPr>
          <p:spPr bwMode="auto">
            <a:xfrm rot="10800000">
              <a:off x="2351" y="3148"/>
              <a:ext cx="48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6879" name="Line 315">
              <a:extLst>
                <a:ext uri="{FF2B5EF4-FFF2-40B4-BE49-F238E27FC236}">
                  <a16:creationId xmlns:a16="http://schemas.microsoft.com/office/drawing/2014/main" id="{18F70BCE-C79E-8E96-4AB8-4A2C4BB40E60}"/>
                </a:ext>
              </a:extLst>
            </p:cNvPr>
            <p:cNvSpPr>
              <a:spLocks noChangeShapeType="1"/>
            </p:cNvSpPr>
            <p:nvPr/>
          </p:nvSpPr>
          <p:spPr bwMode="auto">
            <a:xfrm rot="10800000">
              <a:off x="2351" y="3061"/>
              <a:ext cx="48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6880" name="Line 316">
              <a:extLst>
                <a:ext uri="{FF2B5EF4-FFF2-40B4-BE49-F238E27FC236}">
                  <a16:creationId xmlns:a16="http://schemas.microsoft.com/office/drawing/2014/main" id="{7459E7E7-4F53-E0F8-64C5-A5497569501A}"/>
                </a:ext>
              </a:extLst>
            </p:cNvPr>
            <p:cNvSpPr>
              <a:spLocks noChangeShapeType="1"/>
            </p:cNvSpPr>
            <p:nvPr/>
          </p:nvSpPr>
          <p:spPr bwMode="auto">
            <a:xfrm rot="5400000">
              <a:off x="2519" y="3191"/>
              <a:ext cx="43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6881" name="Line 317">
              <a:extLst>
                <a:ext uri="{FF2B5EF4-FFF2-40B4-BE49-F238E27FC236}">
                  <a16:creationId xmlns:a16="http://schemas.microsoft.com/office/drawing/2014/main" id="{BCA9F349-077C-6FB9-FF23-D29030AB53FA}"/>
                </a:ext>
              </a:extLst>
            </p:cNvPr>
            <p:cNvSpPr>
              <a:spLocks noChangeShapeType="1"/>
            </p:cNvSpPr>
            <p:nvPr/>
          </p:nvSpPr>
          <p:spPr bwMode="auto">
            <a:xfrm rot="5400000">
              <a:off x="2423" y="3191"/>
              <a:ext cx="43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6882" name="Line 318">
              <a:extLst>
                <a:ext uri="{FF2B5EF4-FFF2-40B4-BE49-F238E27FC236}">
                  <a16:creationId xmlns:a16="http://schemas.microsoft.com/office/drawing/2014/main" id="{1B0C5C53-D2AE-901E-D1CF-A4017BA6E717}"/>
                </a:ext>
              </a:extLst>
            </p:cNvPr>
            <p:cNvSpPr>
              <a:spLocks noChangeShapeType="1"/>
            </p:cNvSpPr>
            <p:nvPr/>
          </p:nvSpPr>
          <p:spPr bwMode="auto">
            <a:xfrm rot="5400000">
              <a:off x="2327" y="3191"/>
              <a:ext cx="43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6883" name="Line 319">
              <a:extLst>
                <a:ext uri="{FF2B5EF4-FFF2-40B4-BE49-F238E27FC236}">
                  <a16:creationId xmlns:a16="http://schemas.microsoft.com/office/drawing/2014/main" id="{2910DC35-4A9C-9F99-2320-79821EA6E60B}"/>
                </a:ext>
              </a:extLst>
            </p:cNvPr>
            <p:cNvSpPr>
              <a:spLocks noChangeShapeType="1"/>
            </p:cNvSpPr>
            <p:nvPr/>
          </p:nvSpPr>
          <p:spPr bwMode="auto">
            <a:xfrm rot="5400000">
              <a:off x="2231" y="3191"/>
              <a:ext cx="43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grpSp>
      <p:grpSp>
        <p:nvGrpSpPr>
          <p:cNvPr id="26884" name="Group 320">
            <a:extLst>
              <a:ext uri="{FF2B5EF4-FFF2-40B4-BE49-F238E27FC236}">
                <a16:creationId xmlns:a16="http://schemas.microsoft.com/office/drawing/2014/main" id="{09DA385D-3837-D373-DA78-3C2A52F5183A}"/>
              </a:ext>
            </a:extLst>
          </p:cNvPr>
          <p:cNvGrpSpPr>
            <a:grpSpLocks/>
          </p:cNvGrpSpPr>
          <p:nvPr/>
        </p:nvGrpSpPr>
        <p:grpSpPr bwMode="auto">
          <a:xfrm>
            <a:off x="2305528" y="5135191"/>
            <a:ext cx="791104" cy="457200"/>
            <a:chOff x="1296" y="768"/>
            <a:chExt cx="556" cy="336"/>
          </a:xfrm>
        </p:grpSpPr>
        <p:sp>
          <p:nvSpPr>
            <p:cNvPr id="26885" name="Rectangle 321">
              <a:extLst>
                <a:ext uri="{FF2B5EF4-FFF2-40B4-BE49-F238E27FC236}">
                  <a16:creationId xmlns:a16="http://schemas.microsoft.com/office/drawing/2014/main" id="{BCE40099-1536-65C9-3209-7A9E805A30B0}"/>
                </a:ext>
              </a:extLst>
            </p:cNvPr>
            <p:cNvSpPr>
              <a:spLocks noChangeArrowheads="1"/>
            </p:cNvSpPr>
            <p:nvPr/>
          </p:nvSpPr>
          <p:spPr bwMode="auto">
            <a:xfrm>
              <a:off x="1296" y="768"/>
              <a:ext cx="556" cy="336"/>
            </a:xfrm>
            <a:prstGeom prst="rect">
              <a:avLst/>
            </a:prstGeom>
            <a:solidFill>
              <a:srgbClr val="FFFF99"/>
            </a:solidFill>
            <a:ln w="12700">
              <a:solidFill>
                <a:schemeClr val="tx1"/>
              </a:solidFill>
              <a:miter lim="800000"/>
              <a:headEnd/>
              <a:tailEnd/>
            </a:ln>
            <a:effectLst>
              <a:outerShdw dist="35921" dir="2700000" algn="ctr" rotWithShape="0">
                <a:schemeClr val="bg2"/>
              </a:outerShdw>
            </a:effectLst>
          </p:spPr>
          <p:txBody>
            <a:bodyPr wrap="none" anchor="ctr"/>
            <a:lstStyle/>
            <a:p>
              <a:pPr algn="ctr" eaLnBrk="1" hangingPunct="1"/>
              <a:endParaRPr kumimoji="1" lang="zh-CN" altLang="zh-CN" sz="1800" b="1">
                <a:solidFill>
                  <a:srgbClr val="000099"/>
                </a:solidFill>
                <a:latin typeface="Arial" charset="0"/>
                <a:ea typeface="黑体" pitchFamily="49" charset="-122"/>
              </a:endParaRPr>
            </a:p>
          </p:txBody>
        </p:sp>
        <p:grpSp>
          <p:nvGrpSpPr>
            <p:cNvPr id="26886" name="Group 322">
              <a:extLst>
                <a:ext uri="{FF2B5EF4-FFF2-40B4-BE49-F238E27FC236}">
                  <a16:creationId xmlns:a16="http://schemas.microsoft.com/office/drawing/2014/main" id="{7B582F5C-2B29-60C0-5168-35C3BBFE604F}"/>
                </a:ext>
              </a:extLst>
            </p:cNvPr>
            <p:cNvGrpSpPr>
              <a:grpSpLocks/>
            </p:cNvGrpSpPr>
            <p:nvPr/>
          </p:nvGrpSpPr>
          <p:grpSpPr bwMode="auto">
            <a:xfrm>
              <a:off x="1367" y="829"/>
              <a:ext cx="393" cy="214"/>
              <a:chOff x="2928" y="3744"/>
              <a:chExt cx="528" cy="336"/>
            </a:xfrm>
          </p:grpSpPr>
          <p:grpSp>
            <p:nvGrpSpPr>
              <p:cNvPr id="26887" name="Group 323">
                <a:extLst>
                  <a:ext uri="{FF2B5EF4-FFF2-40B4-BE49-F238E27FC236}">
                    <a16:creationId xmlns:a16="http://schemas.microsoft.com/office/drawing/2014/main" id="{CCEE0413-3403-677E-FF64-9A3651B211A7}"/>
                  </a:ext>
                </a:extLst>
              </p:cNvPr>
              <p:cNvGrpSpPr>
                <a:grpSpLocks/>
              </p:cNvGrpSpPr>
              <p:nvPr/>
            </p:nvGrpSpPr>
            <p:grpSpPr bwMode="auto">
              <a:xfrm>
                <a:off x="3024" y="3744"/>
                <a:ext cx="432" cy="240"/>
                <a:chOff x="2736" y="3648"/>
                <a:chExt cx="432" cy="240"/>
              </a:xfrm>
            </p:grpSpPr>
            <p:grpSp>
              <p:nvGrpSpPr>
                <p:cNvPr id="26902" name="Group 324">
                  <a:extLst>
                    <a:ext uri="{FF2B5EF4-FFF2-40B4-BE49-F238E27FC236}">
                      <a16:creationId xmlns:a16="http://schemas.microsoft.com/office/drawing/2014/main" id="{3D7E90EE-5C74-496F-034E-331D14C10C48}"/>
                    </a:ext>
                  </a:extLst>
                </p:cNvPr>
                <p:cNvGrpSpPr>
                  <a:grpSpLocks/>
                </p:cNvGrpSpPr>
                <p:nvPr/>
              </p:nvGrpSpPr>
              <p:grpSpPr bwMode="auto">
                <a:xfrm>
                  <a:off x="2736" y="3648"/>
                  <a:ext cx="432" cy="240"/>
                  <a:chOff x="2592" y="3504"/>
                  <a:chExt cx="576" cy="384"/>
                </a:xfrm>
              </p:grpSpPr>
              <p:sp>
                <p:nvSpPr>
                  <p:cNvPr id="26904" name="Rectangle 325">
                    <a:extLst>
                      <a:ext uri="{FF2B5EF4-FFF2-40B4-BE49-F238E27FC236}">
                        <a16:creationId xmlns:a16="http://schemas.microsoft.com/office/drawing/2014/main" id="{A96C4010-1610-92DF-E6F8-D10FB0B9AC69}"/>
                      </a:ext>
                    </a:extLst>
                  </p:cNvPr>
                  <p:cNvSpPr>
                    <a:spLocks noChangeArrowheads="1"/>
                  </p:cNvSpPr>
                  <p:nvPr/>
                </p:nvSpPr>
                <p:spPr bwMode="auto">
                  <a:xfrm>
                    <a:off x="2592" y="3504"/>
                    <a:ext cx="576" cy="384"/>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sp>
                <p:nvSpPr>
                  <p:cNvPr id="26905" name="Freeform 326">
                    <a:extLst>
                      <a:ext uri="{FF2B5EF4-FFF2-40B4-BE49-F238E27FC236}">
                        <a16:creationId xmlns:a16="http://schemas.microsoft.com/office/drawing/2014/main" id="{CBFB7566-5937-ABDB-B6A1-E23E7AFC6006}"/>
                      </a:ext>
                    </a:extLst>
                  </p:cNvPr>
                  <p:cNvSpPr>
                    <a:spLocks/>
                  </p:cNvSpPr>
                  <p:nvPr/>
                </p:nvSpPr>
                <p:spPr bwMode="auto">
                  <a:xfrm>
                    <a:off x="2592" y="3504"/>
                    <a:ext cx="576" cy="240"/>
                  </a:xfrm>
                  <a:custGeom>
                    <a:avLst/>
                    <a:gdLst>
                      <a:gd name="T0" fmla="*/ 0 w 576"/>
                      <a:gd name="T1" fmla="*/ 0 h 240"/>
                      <a:gd name="T2" fmla="*/ 288 w 576"/>
                      <a:gd name="T3" fmla="*/ 240 h 240"/>
                      <a:gd name="T4" fmla="*/ 576 w 576"/>
                      <a:gd name="T5" fmla="*/ 0 h 240"/>
                      <a:gd name="T6" fmla="*/ 0 60000 65536"/>
                      <a:gd name="T7" fmla="*/ 0 60000 65536"/>
                      <a:gd name="T8" fmla="*/ 0 60000 65536"/>
                    </a:gdLst>
                    <a:ahLst/>
                    <a:cxnLst>
                      <a:cxn ang="T6">
                        <a:pos x="T0" y="T1"/>
                      </a:cxn>
                      <a:cxn ang="T7">
                        <a:pos x="T2" y="T3"/>
                      </a:cxn>
                      <a:cxn ang="T8">
                        <a:pos x="T4" y="T5"/>
                      </a:cxn>
                    </a:cxnLst>
                    <a:rect l="0" t="0" r="r" b="b"/>
                    <a:pathLst>
                      <a:path w="576" h="240">
                        <a:moveTo>
                          <a:pt x="0" y="0"/>
                        </a:moveTo>
                        <a:lnTo>
                          <a:pt x="288" y="240"/>
                        </a:lnTo>
                        <a:lnTo>
                          <a:pt x="576" y="0"/>
                        </a:lnTo>
                      </a:path>
                    </a:pathLst>
                  </a:cu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6906" name="Line 327">
                    <a:extLst>
                      <a:ext uri="{FF2B5EF4-FFF2-40B4-BE49-F238E27FC236}">
                        <a16:creationId xmlns:a16="http://schemas.microsoft.com/office/drawing/2014/main" id="{FAB9C335-B489-0257-43B0-C8BA669A4D4A}"/>
                      </a:ext>
                    </a:extLst>
                  </p:cNvPr>
                  <p:cNvSpPr>
                    <a:spLocks noChangeShapeType="1"/>
                  </p:cNvSpPr>
                  <p:nvPr/>
                </p:nvSpPr>
                <p:spPr bwMode="auto">
                  <a:xfrm flipV="1">
                    <a:off x="2592" y="3704"/>
                    <a:ext cx="232" cy="1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6907" name="Line 328">
                    <a:extLst>
                      <a:ext uri="{FF2B5EF4-FFF2-40B4-BE49-F238E27FC236}">
                        <a16:creationId xmlns:a16="http://schemas.microsoft.com/office/drawing/2014/main" id="{7CF639A4-3BB8-7942-9A33-5B978A045084}"/>
                      </a:ext>
                    </a:extLst>
                  </p:cNvPr>
                  <p:cNvSpPr>
                    <a:spLocks noChangeShapeType="1"/>
                  </p:cNvSpPr>
                  <p:nvPr/>
                </p:nvSpPr>
                <p:spPr bwMode="auto">
                  <a:xfrm flipH="1" flipV="1">
                    <a:off x="2936" y="3704"/>
                    <a:ext cx="232" cy="1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grpSp>
            <p:sp>
              <p:nvSpPr>
                <p:cNvPr id="26903" name="Line 329">
                  <a:extLst>
                    <a:ext uri="{FF2B5EF4-FFF2-40B4-BE49-F238E27FC236}">
                      <a16:creationId xmlns:a16="http://schemas.microsoft.com/office/drawing/2014/main" id="{711136B7-80E5-0679-A4DC-D1851AEC1E5C}"/>
                    </a:ext>
                  </a:extLst>
                </p:cNvPr>
                <p:cNvSpPr>
                  <a:spLocks noChangeShapeType="1"/>
                </p:cNvSpPr>
                <p:nvPr/>
              </p:nvSpPr>
              <p:spPr bwMode="auto">
                <a:xfrm>
                  <a:off x="2736" y="3648"/>
                  <a:ext cx="42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grpSp>
          <p:grpSp>
            <p:nvGrpSpPr>
              <p:cNvPr id="26888" name="Group 330">
                <a:extLst>
                  <a:ext uri="{FF2B5EF4-FFF2-40B4-BE49-F238E27FC236}">
                    <a16:creationId xmlns:a16="http://schemas.microsoft.com/office/drawing/2014/main" id="{888B042B-2E6C-2B36-191D-CC6BE59D64B4}"/>
                  </a:ext>
                </a:extLst>
              </p:cNvPr>
              <p:cNvGrpSpPr>
                <a:grpSpLocks/>
              </p:cNvGrpSpPr>
              <p:nvPr/>
            </p:nvGrpSpPr>
            <p:grpSpPr bwMode="auto">
              <a:xfrm>
                <a:off x="2976" y="3792"/>
                <a:ext cx="432" cy="240"/>
                <a:chOff x="2736" y="3648"/>
                <a:chExt cx="432" cy="240"/>
              </a:xfrm>
            </p:grpSpPr>
            <p:grpSp>
              <p:nvGrpSpPr>
                <p:cNvPr id="26896" name="Group 331">
                  <a:extLst>
                    <a:ext uri="{FF2B5EF4-FFF2-40B4-BE49-F238E27FC236}">
                      <a16:creationId xmlns:a16="http://schemas.microsoft.com/office/drawing/2014/main" id="{B765AD14-9DA9-7E4D-468B-E8CA72C0BF07}"/>
                    </a:ext>
                  </a:extLst>
                </p:cNvPr>
                <p:cNvGrpSpPr>
                  <a:grpSpLocks/>
                </p:cNvGrpSpPr>
                <p:nvPr/>
              </p:nvGrpSpPr>
              <p:grpSpPr bwMode="auto">
                <a:xfrm>
                  <a:off x="2736" y="3648"/>
                  <a:ext cx="432" cy="240"/>
                  <a:chOff x="2592" y="3504"/>
                  <a:chExt cx="576" cy="384"/>
                </a:xfrm>
              </p:grpSpPr>
              <p:sp>
                <p:nvSpPr>
                  <p:cNvPr id="26898" name="Rectangle 332">
                    <a:extLst>
                      <a:ext uri="{FF2B5EF4-FFF2-40B4-BE49-F238E27FC236}">
                        <a16:creationId xmlns:a16="http://schemas.microsoft.com/office/drawing/2014/main" id="{81A4768A-BABB-E547-E9BE-952ADC8DA4E0}"/>
                      </a:ext>
                    </a:extLst>
                  </p:cNvPr>
                  <p:cNvSpPr>
                    <a:spLocks noChangeArrowheads="1"/>
                  </p:cNvSpPr>
                  <p:nvPr/>
                </p:nvSpPr>
                <p:spPr bwMode="auto">
                  <a:xfrm>
                    <a:off x="2592" y="3504"/>
                    <a:ext cx="576" cy="384"/>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sp>
                <p:nvSpPr>
                  <p:cNvPr id="26899" name="Freeform 333">
                    <a:extLst>
                      <a:ext uri="{FF2B5EF4-FFF2-40B4-BE49-F238E27FC236}">
                        <a16:creationId xmlns:a16="http://schemas.microsoft.com/office/drawing/2014/main" id="{376B1BCD-72E7-061E-68E4-A4A24E46FA1C}"/>
                      </a:ext>
                    </a:extLst>
                  </p:cNvPr>
                  <p:cNvSpPr>
                    <a:spLocks/>
                  </p:cNvSpPr>
                  <p:nvPr/>
                </p:nvSpPr>
                <p:spPr bwMode="auto">
                  <a:xfrm>
                    <a:off x="2592" y="3504"/>
                    <a:ext cx="576" cy="240"/>
                  </a:xfrm>
                  <a:custGeom>
                    <a:avLst/>
                    <a:gdLst>
                      <a:gd name="T0" fmla="*/ 0 w 576"/>
                      <a:gd name="T1" fmla="*/ 0 h 240"/>
                      <a:gd name="T2" fmla="*/ 288 w 576"/>
                      <a:gd name="T3" fmla="*/ 240 h 240"/>
                      <a:gd name="T4" fmla="*/ 576 w 576"/>
                      <a:gd name="T5" fmla="*/ 0 h 240"/>
                      <a:gd name="T6" fmla="*/ 0 60000 65536"/>
                      <a:gd name="T7" fmla="*/ 0 60000 65536"/>
                      <a:gd name="T8" fmla="*/ 0 60000 65536"/>
                    </a:gdLst>
                    <a:ahLst/>
                    <a:cxnLst>
                      <a:cxn ang="T6">
                        <a:pos x="T0" y="T1"/>
                      </a:cxn>
                      <a:cxn ang="T7">
                        <a:pos x="T2" y="T3"/>
                      </a:cxn>
                      <a:cxn ang="T8">
                        <a:pos x="T4" y="T5"/>
                      </a:cxn>
                    </a:cxnLst>
                    <a:rect l="0" t="0" r="r" b="b"/>
                    <a:pathLst>
                      <a:path w="576" h="240">
                        <a:moveTo>
                          <a:pt x="0" y="0"/>
                        </a:moveTo>
                        <a:lnTo>
                          <a:pt x="288" y="240"/>
                        </a:lnTo>
                        <a:lnTo>
                          <a:pt x="576" y="0"/>
                        </a:lnTo>
                      </a:path>
                    </a:pathLst>
                  </a:cu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6900" name="Line 334">
                    <a:extLst>
                      <a:ext uri="{FF2B5EF4-FFF2-40B4-BE49-F238E27FC236}">
                        <a16:creationId xmlns:a16="http://schemas.microsoft.com/office/drawing/2014/main" id="{36018BA5-CCBF-A6FB-2D4C-5182C145123F}"/>
                      </a:ext>
                    </a:extLst>
                  </p:cNvPr>
                  <p:cNvSpPr>
                    <a:spLocks noChangeShapeType="1"/>
                  </p:cNvSpPr>
                  <p:nvPr/>
                </p:nvSpPr>
                <p:spPr bwMode="auto">
                  <a:xfrm flipV="1">
                    <a:off x="2592" y="3704"/>
                    <a:ext cx="232" cy="1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6901" name="Line 335">
                    <a:extLst>
                      <a:ext uri="{FF2B5EF4-FFF2-40B4-BE49-F238E27FC236}">
                        <a16:creationId xmlns:a16="http://schemas.microsoft.com/office/drawing/2014/main" id="{6B10A85D-C6A2-2FE6-34D4-E1DFEAC416BD}"/>
                      </a:ext>
                    </a:extLst>
                  </p:cNvPr>
                  <p:cNvSpPr>
                    <a:spLocks noChangeShapeType="1"/>
                  </p:cNvSpPr>
                  <p:nvPr/>
                </p:nvSpPr>
                <p:spPr bwMode="auto">
                  <a:xfrm flipH="1" flipV="1">
                    <a:off x="2936" y="3704"/>
                    <a:ext cx="232" cy="1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grpSp>
            <p:sp>
              <p:nvSpPr>
                <p:cNvPr id="26897" name="Line 336">
                  <a:extLst>
                    <a:ext uri="{FF2B5EF4-FFF2-40B4-BE49-F238E27FC236}">
                      <a16:creationId xmlns:a16="http://schemas.microsoft.com/office/drawing/2014/main" id="{2986DAF8-33EA-C30D-8661-B31EBC31B350}"/>
                    </a:ext>
                  </a:extLst>
                </p:cNvPr>
                <p:cNvSpPr>
                  <a:spLocks noChangeShapeType="1"/>
                </p:cNvSpPr>
                <p:nvPr/>
              </p:nvSpPr>
              <p:spPr bwMode="auto">
                <a:xfrm>
                  <a:off x="2736" y="3648"/>
                  <a:ext cx="42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grpSp>
          <p:grpSp>
            <p:nvGrpSpPr>
              <p:cNvPr id="26889" name="Group 337">
                <a:extLst>
                  <a:ext uri="{FF2B5EF4-FFF2-40B4-BE49-F238E27FC236}">
                    <a16:creationId xmlns:a16="http://schemas.microsoft.com/office/drawing/2014/main" id="{3FA53EBD-A590-AEB2-D59C-48207B0022C3}"/>
                  </a:ext>
                </a:extLst>
              </p:cNvPr>
              <p:cNvGrpSpPr>
                <a:grpSpLocks/>
              </p:cNvGrpSpPr>
              <p:nvPr/>
            </p:nvGrpSpPr>
            <p:grpSpPr bwMode="auto">
              <a:xfrm>
                <a:off x="2928" y="3840"/>
                <a:ext cx="432" cy="240"/>
                <a:chOff x="2736" y="3648"/>
                <a:chExt cx="432" cy="240"/>
              </a:xfrm>
            </p:grpSpPr>
            <p:grpSp>
              <p:nvGrpSpPr>
                <p:cNvPr id="26890" name="Group 338">
                  <a:extLst>
                    <a:ext uri="{FF2B5EF4-FFF2-40B4-BE49-F238E27FC236}">
                      <a16:creationId xmlns:a16="http://schemas.microsoft.com/office/drawing/2014/main" id="{1B2795B3-E202-BB9A-7862-A1415321CDDC}"/>
                    </a:ext>
                  </a:extLst>
                </p:cNvPr>
                <p:cNvGrpSpPr>
                  <a:grpSpLocks/>
                </p:cNvGrpSpPr>
                <p:nvPr/>
              </p:nvGrpSpPr>
              <p:grpSpPr bwMode="auto">
                <a:xfrm>
                  <a:off x="2736" y="3648"/>
                  <a:ext cx="432" cy="240"/>
                  <a:chOff x="2592" y="3504"/>
                  <a:chExt cx="576" cy="384"/>
                </a:xfrm>
              </p:grpSpPr>
              <p:sp>
                <p:nvSpPr>
                  <p:cNvPr id="26892" name="Rectangle 339">
                    <a:extLst>
                      <a:ext uri="{FF2B5EF4-FFF2-40B4-BE49-F238E27FC236}">
                        <a16:creationId xmlns:a16="http://schemas.microsoft.com/office/drawing/2014/main" id="{DF0E8EA3-2370-05F5-BAC7-05B1A9C98E99}"/>
                      </a:ext>
                    </a:extLst>
                  </p:cNvPr>
                  <p:cNvSpPr>
                    <a:spLocks noChangeArrowheads="1"/>
                  </p:cNvSpPr>
                  <p:nvPr/>
                </p:nvSpPr>
                <p:spPr bwMode="auto">
                  <a:xfrm>
                    <a:off x="2592" y="3504"/>
                    <a:ext cx="576" cy="384"/>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b="1">
                      <a:solidFill>
                        <a:srgbClr val="000099"/>
                      </a:solidFill>
                    </a:endParaRPr>
                  </a:p>
                </p:txBody>
              </p:sp>
              <p:sp>
                <p:nvSpPr>
                  <p:cNvPr id="26893" name="Freeform 340">
                    <a:extLst>
                      <a:ext uri="{FF2B5EF4-FFF2-40B4-BE49-F238E27FC236}">
                        <a16:creationId xmlns:a16="http://schemas.microsoft.com/office/drawing/2014/main" id="{A712AA83-087B-D1C5-C96A-63749809F1A9}"/>
                      </a:ext>
                    </a:extLst>
                  </p:cNvPr>
                  <p:cNvSpPr>
                    <a:spLocks/>
                  </p:cNvSpPr>
                  <p:nvPr/>
                </p:nvSpPr>
                <p:spPr bwMode="auto">
                  <a:xfrm>
                    <a:off x="2592" y="3504"/>
                    <a:ext cx="576" cy="240"/>
                  </a:xfrm>
                  <a:custGeom>
                    <a:avLst/>
                    <a:gdLst>
                      <a:gd name="T0" fmla="*/ 0 w 576"/>
                      <a:gd name="T1" fmla="*/ 0 h 240"/>
                      <a:gd name="T2" fmla="*/ 288 w 576"/>
                      <a:gd name="T3" fmla="*/ 240 h 240"/>
                      <a:gd name="T4" fmla="*/ 576 w 576"/>
                      <a:gd name="T5" fmla="*/ 0 h 240"/>
                      <a:gd name="T6" fmla="*/ 0 60000 65536"/>
                      <a:gd name="T7" fmla="*/ 0 60000 65536"/>
                      <a:gd name="T8" fmla="*/ 0 60000 65536"/>
                    </a:gdLst>
                    <a:ahLst/>
                    <a:cxnLst>
                      <a:cxn ang="T6">
                        <a:pos x="T0" y="T1"/>
                      </a:cxn>
                      <a:cxn ang="T7">
                        <a:pos x="T2" y="T3"/>
                      </a:cxn>
                      <a:cxn ang="T8">
                        <a:pos x="T4" y="T5"/>
                      </a:cxn>
                    </a:cxnLst>
                    <a:rect l="0" t="0" r="r" b="b"/>
                    <a:pathLst>
                      <a:path w="576" h="240">
                        <a:moveTo>
                          <a:pt x="0" y="0"/>
                        </a:moveTo>
                        <a:lnTo>
                          <a:pt x="288" y="240"/>
                        </a:lnTo>
                        <a:lnTo>
                          <a:pt x="576" y="0"/>
                        </a:lnTo>
                      </a:path>
                    </a:pathLst>
                  </a:cu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6894" name="Line 341">
                    <a:extLst>
                      <a:ext uri="{FF2B5EF4-FFF2-40B4-BE49-F238E27FC236}">
                        <a16:creationId xmlns:a16="http://schemas.microsoft.com/office/drawing/2014/main" id="{DB0C801B-CA85-5ED3-385E-C4236B34479E}"/>
                      </a:ext>
                    </a:extLst>
                  </p:cNvPr>
                  <p:cNvSpPr>
                    <a:spLocks noChangeShapeType="1"/>
                  </p:cNvSpPr>
                  <p:nvPr/>
                </p:nvSpPr>
                <p:spPr bwMode="auto">
                  <a:xfrm flipV="1">
                    <a:off x="2592" y="3704"/>
                    <a:ext cx="232" cy="1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6895" name="Line 342">
                    <a:extLst>
                      <a:ext uri="{FF2B5EF4-FFF2-40B4-BE49-F238E27FC236}">
                        <a16:creationId xmlns:a16="http://schemas.microsoft.com/office/drawing/2014/main" id="{0980BEBD-8F52-952B-FF62-7759882E9BBF}"/>
                      </a:ext>
                    </a:extLst>
                  </p:cNvPr>
                  <p:cNvSpPr>
                    <a:spLocks noChangeShapeType="1"/>
                  </p:cNvSpPr>
                  <p:nvPr/>
                </p:nvSpPr>
                <p:spPr bwMode="auto">
                  <a:xfrm flipH="1" flipV="1">
                    <a:off x="2936" y="3704"/>
                    <a:ext cx="232" cy="1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grpSp>
            <p:sp>
              <p:nvSpPr>
                <p:cNvPr id="26891" name="Line 343">
                  <a:extLst>
                    <a:ext uri="{FF2B5EF4-FFF2-40B4-BE49-F238E27FC236}">
                      <a16:creationId xmlns:a16="http://schemas.microsoft.com/office/drawing/2014/main" id="{3AB71501-6447-E3A9-F5A4-8421DD30926A}"/>
                    </a:ext>
                  </a:extLst>
                </p:cNvPr>
                <p:cNvSpPr>
                  <a:spLocks noChangeShapeType="1"/>
                </p:cNvSpPr>
                <p:nvPr/>
              </p:nvSpPr>
              <p:spPr bwMode="auto">
                <a:xfrm>
                  <a:off x="2736" y="3648"/>
                  <a:ext cx="42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grpSp>
        </p:grpSp>
      </p:grpSp>
      <p:sp>
        <p:nvSpPr>
          <p:cNvPr id="26908" name="Freeform 344">
            <a:extLst>
              <a:ext uri="{FF2B5EF4-FFF2-40B4-BE49-F238E27FC236}">
                <a16:creationId xmlns:a16="http://schemas.microsoft.com/office/drawing/2014/main" id="{C6499C4A-CC77-7968-5821-FBD7F138E64D}"/>
              </a:ext>
            </a:extLst>
          </p:cNvPr>
          <p:cNvSpPr>
            <a:spLocks/>
          </p:cNvSpPr>
          <p:nvPr/>
        </p:nvSpPr>
        <p:spPr bwMode="auto">
          <a:xfrm>
            <a:off x="1075876" y="4814517"/>
            <a:ext cx="1341438" cy="496887"/>
          </a:xfrm>
          <a:custGeom>
            <a:avLst/>
            <a:gdLst>
              <a:gd name="T0" fmla="*/ 0 w 780"/>
              <a:gd name="T1" fmla="*/ 2147483646 h 313"/>
              <a:gd name="T2" fmla="*/ 2147483646 w 780"/>
              <a:gd name="T3" fmla="*/ 2147483646 h 313"/>
              <a:gd name="T4" fmla="*/ 2147483646 w 780"/>
              <a:gd name="T5" fmla="*/ 2147483646 h 313"/>
              <a:gd name="T6" fmla="*/ 2147483646 w 780"/>
              <a:gd name="T7" fmla="*/ 2147483646 h 313"/>
              <a:gd name="T8" fmla="*/ 2147483646 w 780"/>
              <a:gd name="T9" fmla="*/ 2147483646 h 313"/>
              <a:gd name="T10" fmla="*/ 2147483646 w 780"/>
              <a:gd name="T11" fmla="*/ 2147483646 h 31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80" h="313">
                <a:moveTo>
                  <a:pt x="0" y="99"/>
                </a:moveTo>
                <a:cubicBezTo>
                  <a:pt x="38" y="85"/>
                  <a:pt x="154" y="26"/>
                  <a:pt x="228" y="13"/>
                </a:cubicBezTo>
                <a:cubicBezTo>
                  <a:pt x="302" y="0"/>
                  <a:pt x="385" y="10"/>
                  <a:pt x="444" y="19"/>
                </a:cubicBezTo>
                <a:cubicBezTo>
                  <a:pt x="503" y="28"/>
                  <a:pt x="534" y="34"/>
                  <a:pt x="582" y="67"/>
                </a:cubicBezTo>
                <a:cubicBezTo>
                  <a:pt x="630" y="100"/>
                  <a:pt x="699" y="176"/>
                  <a:pt x="732" y="217"/>
                </a:cubicBezTo>
                <a:cubicBezTo>
                  <a:pt x="765" y="258"/>
                  <a:pt x="768" y="289"/>
                  <a:pt x="780" y="313"/>
                </a:cubicBezTo>
              </a:path>
            </a:pathLst>
          </a:custGeom>
          <a:noFill/>
          <a:ln w="76200" cap="flat" cmpd="sng">
            <a:solidFill>
              <a:schemeClr val="hlink"/>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6909" name="Freeform 345">
            <a:extLst>
              <a:ext uri="{FF2B5EF4-FFF2-40B4-BE49-F238E27FC236}">
                <a16:creationId xmlns:a16="http://schemas.microsoft.com/office/drawing/2014/main" id="{A9EC1A95-DE11-5F56-34EA-AC30572D93A5}"/>
              </a:ext>
            </a:extLst>
          </p:cNvPr>
          <p:cNvSpPr>
            <a:spLocks/>
          </p:cNvSpPr>
          <p:nvPr/>
        </p:nvSpPr>
        <p:spPr bwMode="auto">
          <a:xfrm>
            <a:off x="2747514" y="4212853"/>
            <a:ext cx="4834335" cy="1022350"/>
          </a:xfrm>
          <a:custGeom>
            <a:avLst/>
            <a:gdLst>
              <a:gd name="T0" fmla="*/ 0 w 2811"/>
              <a:gd name="T1" fmla="*/ 2147483646 h 644"/>
              <a:gd name="T2" fmla="*/ 2147483646 w 2811"/>
              <a:gd name="T3" fmla="*/ 2147483646 h 644"/>
              <a:gd name="T4" fmla="*/ 2147483646 w 2811"/>
              <a:gd name="T5" fmla="*/ 2147483646 h 644"/>
              <a:gd name="T6" fmla="*/ 2147483646 w 2811"/>
              <a:gd name="T7" fmla="*/ 2147483646 h 644"/>
              <a:gd name="T8" fmla="*/ 2147483646 w 2811"/>
              <a:gd name="T9" fmla="*/ 2147483646 h 644"/>
              <a:gd name="T10" fmla="*/ 2147483646 w 2811"/>
              <a:gd name="T11" fmla="*/ 2147483646 h 644"/>
              <a:gd name="T12" fmla="*/ 2147483646 w 2811"/>
              <a:gd name="T13" fmla="*/ 2147483646 h 64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811" h="644">
                <a:moveTo>
                  <a:pt x="0" y="644"/>
                </a:moveTo>
                <a:cubicBezTo>
                  <a:pt x="81" y="585"/>
                  <a:pt x="354" y="376"/>
                  <a:pt x="488" y="292"/>
                </a:cubicBezTo>
                <a:cubicBezTo>
                  <a:pt x="622" y="208"/>
                  <a:pt x="688" y="181"/>
                  <a:pt x="807" y="137"/>
                </a:cubicBezTo>
                <a:cubicBezTo>
                  <a:pt x="926" y="93"/>
                  <a:pt x="1051" y="49"/>
                  <a:pt x="1200" y="28"/>
                </a:cubicBezTo>
                <a:cubicBezTo>
                  <a:pt x="1349" y="7"/>
                  <a:pt x="1533" y="0"/>
                  <a:pt x="1704" y="12"/>
                </a:cubicBezTo>
                <a:cubicBezTo>
                  <a:pt x="1875" y="24"/>
                  <a:pt x="2042" y="45"/>
                  <a:pt x="2226" y="98"/>
                </a:cubicBezTo>
                <a:cubicBezTo>
                  <a:pt x="2410" y="151"/>
                  <a:pt x="2689" y="281"/>
                  <a:pt x="2811" y="329"/>
                </a:cubicBezTo>
              </a:path>
            </a:pathLst>
          </a:custGeom>
          <a:noFill/>
          <a:ln w="76200" cap="flat" cmpd="sng">
            <a:solidFill>
              <a:schemeClr val="hlink"/>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6910" name="Freeform 346">
            <a:extLst>
              <a:ext uri="{FF2B5EF4-FFF2-40B4-BE49-F238E27FC236}">
                <a16:creationId xmlns:a16="http://schemas.microsoft.com/office/drawing/2014/main" id="{072FE69A-890B-FEE9-55F0-05DAC900DB28}"/>
              </a:ext>
            </a:extLst>
          </p:cNvPr>
          <p:cNvSpPr>
            <a:spLocks/>
          </p:cNvSpPr>
          <p:nvPr/>
        </p:nvSpPr>
        <p:spPr bwMode="auto">
          <a:xfrm>
            <a:off x="7688476" y="4506541"/>
            <a:ext cx="1250288" cy="347662"/>
          </a:xfrm>
          <a:custGeom>
            <a:avLst/>
            <a:gdLst>
              <a:gd name="T0" fmla="*/ 0 w 727"/>
              <a:gd name="T1" fmla="*/ 2147483646 h 219"/>
              <a:gd name="T2" fmla="*/ 2147483646 w 727"/>
              <a:gd name="T3" fmla="*/ 2147483646 h 219"/>
              <a:gd name="T4" fmla="*/ 2147483646 w 727"/>
              <a:gd name="T5" fmla="*/ 2147483646 h 219"/>
              <a:gd name="T6" fmla="*/ 2147483646 w 727"/>
              <a:gd name="T7" fmla="*/ 2147483646 h 219"/>
              <a:gd name="T8" fmla="*/ 2147483646 w 727"/>
              <a:gd name="T9" fmla="*/ 2147483646 h 219"/>
              <a:gd name="T10" fmla="*/ 2147483646 w 727"/>
              <a:gd name="T11" fmla="*/ 2147483646 h 219"/>
              <a:gd name="T12" fmla="*/ 2147483646 w 727"/>
              <a:gd name="T13" fmla="*/ 2147483646 h 21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27" h="219">
                <a:moveTo>
                  <a:pt x="0" y="129"/>
                </a:moveTo>
                <a:cubicBezTo>
                  <a:pt x="24" y="114"/>
                  <a:pt x="107" y="58"/>
                  <a:pt x="145" y="38"/>
                </a:cubicBezTo>
                <a:cubicBezTo>
                  <a:pt x="183" y="18"/>
                  <a:pt x="202" y="15"/>
                  <a:pt x="229" y="9"/>
                </a:cubicBezTo>
                <a:cubicBezTo>
                  <a:pt x="256" y="3"/>
                  <a:pt x="282" y="3"/>
                  <a:pt x="307" y="3"/>
                </a:cubicBezTo>
                <a:cubicBezTo>
                  <a:pt x="332" y="3"/>
                  <a:pt x="353" y="0"/>
                  <a:pt x="382" y="6"/>
                </a:cubicBezTo>
                <a:cubicBezTo>
                  <a:pt x="411" y="12"/>
                  <a:pt x="423" y="3"/>
                  <a:pt x="481" y="39"/>
                </a:cubicBezTo>
                <a:cubicBezTo>
                  <a:pt x="539" y="75"/>
                  <a:pt x="676" y="182"/>
                  <a:pt x="727" y="219"/>
                </a:cubicBezTo>
              </a:path>
            </a:pathLst>
          </a:custGeom>
          <a:noFill/>
          <a:ln w="76200" cap="flat" cmpd="sng">
            <a:solidFill>
              <a:schemeClr val="hlink"/>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6911" name="Text Box 347">
            <a:extLst>
              <a:ext uri="{FF2B5EF4-FFF2-40B4-BE49-F238E27FC236}">
                <a16:creationId xmlns:a16="http://schemas.microsoft.com/office/drawing/2014/main" id="{6F4DC84E-DBD4-507D-9B57-6FA11AC5CFA9}"/>
              </a:ext>
            </a:extLst>
          </p:cNvPr>
          <p:cNvSpPr txBox="1">
            <a:spLocks noChangeArrowheads="1"/>
          </p:cNvSpPr>
          <p:nvPr/>
        </p:nvSpPr>
        <p:spPr bwMode="auto">
          <a:xfrm>
            <a:off x="4907572" y="3892179"/>
            <a:ext cx="82586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1800" b="1">
                <a:solidFill>
                  <a:srgbClr val="000099"/>
                </a:solidFill>
                <a:latin typeface="Arial" charset="0"/>
                <a:ea typeface="黑体" pitchFamily="49" charset="-122"/>
              </a:rPr>
              <a:t>SMTP</a:t>
            </a:r>
          </a:p>
        </p:txBody>
      </p:sp>
      <p:sp>
        <p:nvSpPr>
          <p:cNvPr id="26912" name="Text Box 348">
            <a:extLst>
              <a:ext uri="{FF2B5EF4-FFF2-40B4-BE49-F238E27FC236}">
                <a16:creationId xmlns:a16="http://schemas.microsoft.com/office/drawing/2014/main" id="{4FF9E75A-EBEE-A03B-9861-335C0F7EECC8}"/>
              </a:ext>
            </a:extLst>
          </p:cNvPr>
          <p:cNvSpPr txBox="1">
            <a:spLocks noChangeArrowheads="1"/>
          </p:cNvSpPr>
          <p:nvPr/>
        </p:nvSpPr>
        <p:spPr bwMode="auto">
          <a:xfrm>
            <a:off x="1289130" y="4460504"/>
            <a:ext cx="82586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1800" b="1">
                <a:solidFill>
                  <a:srgbClr val="000099"/>
                </a:solidFill>
                <a:latin typeface="Arial" charset="0"/>
                <a:ea typeface="黑体" pitchFamily="49" charset="-122"/>
              </a:rPr>
              <a:t>SMTP</a:t>
            </a:r>
          </a:p>
        </p:txBody>
      </p:sp>
      <p:sp>
        <p:nvSpPr>
          <p:cNvPr id="26913" name="Text Box 349">
            <a:extLst>
              <a:ext uri="{FF2B5EF4-FFF2-40B4-BE49-F238E27FC236}">
                <a16:creationId xmlns:a16="http://schemas.microsoft.com/office/drawing/2014/main" id="{7D5F3E37-A510-1371-CC8D-4D6A0132315F}"/>
              </a:ext>
            </a:extLst>
          </p:cNvPr>
          <p:cNvSpPr txBox="1">
            <a:spLocks noChangeArrowheads="1"/>
          </p:cNvSpPr>
          <p:nvPr/>
        </p:nvSpPr>
        <p:spPr bwMode="auto">
          <a:xfrm>
            <a:off x="7740137" y="4207019"/>
            <a:ext cx="138308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1800" b="1" dirty="0" err="1">
                <a:solidFill>
                  <a:srgbClr val="000099"/>
                </a:solidFill>
                <a:latin typeface="Arial" charset="0"/>
                <a:ea typeface="黑体" pitchFamily="49" charset="-122"/>
              </a:rPr>
              <a:t>POP3</a:t>
            </a:r>
            <a:r>
              <a:rPr kumimoji="1" lang="zh-CN" altLang="en-US" sz="1800" b="1" dirty="0">
                <a:solidFill>
                  <a:srgbClr val="000099"/>
                </a:solidFill>
                <a:latin typeface="Arial" charset="0"/>
                <a:ea typeface="黑体" pitchFamily="49" charset="-122"/>
              </a:rPr>
              <a:t>，</a:t>
            </a:r>
            <a:r>
              <a:rPr kumimoji="1" lang="en-US" altLang="zh-CN" sz="1800" b="1" dirty="0">
                <a:solidFill>
                  <a:srgbClr val="000099"/>
                </a:solidFill>
                <a:latin typeface="Arial" charset="0"/>
                <a:ea typeface="黑体" pitchFamily="49" charset="-122"/>
              </a:rPr>
              <a:t>IMAP</a:t>
            </a:r>
          </a:p>
        </p:txBody>
      </p:sp>
      <p:sp>
        <p:nvSpPr>
          <p:cNvPr id="26914" name="Text Box 350">
            <a:extLst>
              <a:ext uri="{FF2B5EF4-FFF2-40B4-BE49-F238E27FC236}">
                <a16:creationId xmlns:a16="http://schemas.microsoft.com/office/drawing/2014/main" id="{9492C3AD-678C-29FD-EBA0-1E9A8E470920}"/>
              </a:ext>
            </a:extLst>
          </p:cNvPr>
          <p:cNvSpPr txBox="1">
            <a:spLocks noChangeArrowheads="1"/>
          </p:cNvSpPr>
          <p:nvPr/>
        </p:nvSpPr>
        <p:spPr bwMode="auto">
          <a:xfrm>
            <a:off x="2830064" y="6076578"/>
            <a:ext cx="133882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1800" b="1">
                <a:solidFill>
                  <a:srgbClr val="000099"/>
                </a:solidFill>
                <a:latin typeface="Arial" charset="0"/>
                <a:ea typeface="黑体" pitchFamily="49" charset="-122"/>
              </a:rPr>
              <a:t>   </a:t>
            </a:r>
            <a:r>
              <a:rPr kumimoji="1" lang="zh-CN" altLang="en-US" sz="1800" b="1">
                <a:solidFill>
                  <a:srgbClr val="000099"/>
                </a:solidFill>
                <a:latin typeface="Arial" charset="0"/>
                <a:ea typeface="黑体" pitchFamily="49" charset="-122"/>
              </a:rPr>
              <a:t>发送方</a:t>
            </a:r>
          </a:p>
          <a:p>
            <a:pPr eaLnBrk="1" hangingPunct="1"/>
            <a:r>
              <a:rPr kumimoji="1" lang="zh-CN" altLang="en-US" sz="1800" b="1">
                <a:solidFill>
                  <a:srgbClr val="000099"/>
                </a:solidFill>
                <a:latin typeface="Arial" charset="0"/>
                <a:ea typeface="黑体" pitchFamily="49" charset="-122"/>
              </a:rPr>
              <a:t>邮件服务器</a:t>
            </a:r>
          </a:p>
        </p:txBody>
      </p:sp>
      <p:sp>
        <p:nvSpPr>
          <p:cNvPr id="26915" name="Line 351">
            <a:extLst>
              <a:ext uri="{FF2B5EF4-FFF2-40B4-BE49-F238E27FC236}">
                <a16:creationId xmlns:a16="http://schemas.microsoft.com/office/drawing/2014/main" id="{ECF32887-1FB5-0158-EC52-F190D5651D86}"/>
              </a:ext>
            </a:extLst>
          </p:cNvPr>
          <p:cNvSpPr>
            <a:spLocks noChangeShapeType="1"/>
          </p:cNvSpPr>
          <p:nvPr/>
        </p:nvSpPr>
        <p:spPr bwMode="auto">
          <a:xfrm flipV="1">
            <a:off x="8856214" y="4798641"/>
            <a:ext cx="128985" cy="741362"/>
          </a:xfrm>
          <a:prstGeom prst="line">
            <a:avLst/>
          </a:prstGeom>
          <a:noFill/>
          <a:ln w="28575">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6916" name="Line 352">
            <a:extLst>
              <a:ext uri="{FF2B5EF4-FFF2-40B4-BE49-F238E27FC236}">
                <a16:creationId xmlns:a16="http://schemas.microsoft.com/office/drawing/2014/main" id="{E32C24EE-2A82-35FE-96A1-F8E097858FDF}"/>
              </a:ext>
            </a:extLst>
          </p:cNvPr>
          <p:cNvSpPr>
            <a:spLocks noChangeShapeType="1"/>
          </p:cNvSpPr>
          <p:nvPr/>
        </p:nvSpPr>
        <p:spPr bwMode="auto">
          <a:xfrm flipV="1">
            <a:off x="1922014" y="5463803"/>
            <a:ext cx="660400" cy="609600"/>
          </a:xfrm>
          <a:prstGeom prst="line">
            <a:avLst/>
          </a:prstGeom>
          <a:noFill/>
          <a:ln w="127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6917" name="Line 353">
            <a:extLst>
              <a:ext uri="{FF2B5EF4-FFF2-40B4-BE49-F238E27FC236}">
                <a16:creationId xmlns:a16="http://schemas.microsoft.com/office/drawing/2014/main" id="{D2405476-9098-89D2-4E1C-BF9D2144FC87}"/>
              </a:ext>
            </a:extLst>
          </p:cNvPr>
          <p:cNvSpPr>
            <a:spLocks noChangeShapeType="1"/>
          </p:cNvSpPr>
          <p:nvPr/>
        </p:nvSpPr>
        <p:spPr bwMode="auto">
          <a:xfrm flipV="1">
            <a:off x="903897" y="4989141"/>
            <a:ext cx="187458" cy="876300"/>
          </a:xfrm>
          <a:prstGeom prst="line">
            <a:avLst/>
          </a:prstGeom>
          <a:noFill/>
          <a:ln w="28575">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6918" name="Text Box 354">
            <a:extLst>
              <a:ext uri="{FF2B5EF4-FFF2-40B4-BE49-F238E27FC236}">
                <a16:creationId xmlns:a16="http://schemas.microsoft.com/office/drawing/2014/main" id="{E2DE33B4-8712-AC2E-BC73-3D0A95084C45}"/>
              </a:ext>
            </a:extLst>
          </p:cNvPr>
          <p:cNvSpPr txBox="1">
            <a:spLocks noChangeArrowheads="1"/>
          </p:cNvSpPr>
          <p:nvPr/>
        </p:nvSpPr>
        <p:spPr bwMode="auto">
          <a:xfrm>
            <a:off x="353563" y="5808291"/>
            <a:ext cx="152200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1800" b="1" dirty="0">
                <a:solidFill>
                  <a:srgbClr val="000099"/>
                </a:solidFill>
                <a:latin typeface="Arial" charset="0"/>
                <a:ea typeface="黑体" pitchFamily="49" charset="-122"/>
              </a:rPr>
              <a:t>用户代理</a:t>
            </a:r>
            <a:r>
              <a:rPr kumimoji="1" lang="en-US" altLang="zh-CN" sz="1800" b="1" dirty="0">
                <a:solidFill>
                  <a:srgbClr val="000099"/>
                </a:solidFill>
                <a:latin typeface="Arial" charset="0"/>
                <a:ea typeface="黑体" pitchFamily="49" charset="-122"/>
              </a:rPr>
              <a:t>UA</a:t>
            </a:r>
            <a:endParaRPr kumimoji="1" lang="zh-CN" altLang="en-US" sz="1800" b="1" dirty="0">
              <a:solidFill>
                <a:srgbClr val="000099"/>
              </a:solidFill>
              <a:latin typeface="Arial" charset="0"/>
              <a:ea typeface="黑体" pitchFamily="49" charset="-122"/>
            </a:endParaRPr>
          </a:p>
        </p:txBody>
      </p:sp>
      <p:sp>
        <p:nvSpPr>
          <p:cNvPr id="26919" name="Text Box 355">
            <a:extLst>
              <a:ext uri="{FF2B5EF4-FFF2-40B4-BE49-F238E27FC236}">
                <a16:creationId xmlns:a16="http://schemas.microsoft.com/office/drawing/2014/main" id="{B7AEC50A-22B3-67F6-67BB-A54C49D1D17A}"/>
              </a:ext>
            </a:extLst>
          </p:cNvPr>
          <p:cNvSpPr txBox="1">
            <a:spLocks noChangeArrowheads="1"/>
          </p:cNvSpPr>
          <p:nvPr/>
        </p:nvSpPr>
        <p:spPr bwMode="auto">
          <a:xfrm>
            <a:off x="6544814" y="3760416"/>
            <a:ext cx="1107996"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1800" b="1">
                <a:solidFill>
                  <a:srgbClr val="000099"/>
                </a:solidFill>
                <a:latin typeface="Arial" charset="0"/>
                <a:ea typeface="黑体" pitchFamily="49" charset="-122"/>
              </a:rPr>
              <a:t>用户邮箱</a:t>
            </a:r>
          </a:p>
        </p:txBody>
      </p:sp>
      <p:sp>
        <p:nvSpPr>
          <p:cNvPr id="26920" name="Line 356">
            <a:extLst>
              <a:ext uri="{FF2B5EF4-FFF2-40B4-BE49-F238E27FC236}">
                <a16:creationId xmlns:a16="http://schemas.microsoft.com/office/drawing/2014/main" id="{22322F74-C99E-E4AF-304C-6D66C7C0AC84}"/>
              </a:ext>
            </a:extLst>
          </p:cNvPr>
          <p:cNvSpPr>
            <a:spLocks noChangeShapeType="1"/>
          </p:cNvSpPr>
          <p:nvPr/>
        </p:nvSpPr>
        <p:spPr bwMode="auto">
          <a:xfrm rot="10800000" flipH="1" flipV="1">
            <a:off x="7122664" y="4092203"/>
            <a:ext cx="476383" cy="444500"/>
          </a:xfrm>
          <a:prstGeom prst="line">
            <a:avLst/>
          </a:prstGeom>
          <a:noFill/>
          <a:ln w="28575">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6921" name="Text Box 357">
            <a:extLst>
              <a:ext uri="{FF2B5EF4-FFF2-40B4-BE49-F238E27FC236}">
                <a16:creationId xmlns:a16="http://schemas.microsoft.com/office/drawing/2014/main" id="{1713D035-55B1-C660-C291-80725C44BC47}"/>
              </a:ext>
            </a:extLst>
          </p:cNvPr>
          <p:cNvSpPr txBox="1">
            <a:spLocks noChangeArrowheads="1"/>
          </p:cNvSpPr>
          <p:nvPr/>
        </p:nvSpPr>
        <p:spPr bwMode="auto">
          <a:xfrm>
            <a:off x="9069468" y="4065216"/>
            <a:ext cx="87716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1800" b="1">
                <a:solidFill>
                  <a:srgbClr val="000099"/>
                </a:solidFill>
                <a:latin typeface="Arial" charset="0"/>
                <a:ea typeface="黑体" pitchFamily="49" charset="-122"/>
              </a:rPr>
              <a:t>接收方</a:t>
            </a:r>
          </a:p>
        </p:txBody>
      </p:sp>
      <p:sp>
        <p:nvSpPr>
          <p:cNvPr id="26922" name="Line 358">
            <a:extLst>
              <a:ext uri="{FF2B5EF4-FFF2-40B4-BE49-F238E27FC236}">
                <a16:creationId xmlns:a16="http://schemas.microsoft.com/office/drawing/2014/main" id="{458FB671-49AA-8B83-DB4B-02AADF813529}"/>
              </a:ext>
            </a:extLst>
          </p:cNvPr>
          <p:cNvSpPr>
            <a:spLocks noChangeShapeType="1"/>
          </p:cNvSpPr>
          <p:nvPr/>
        </p:nvSpPr>
        <p:spPr bwMode="auto">
          <a:xfrm flipV="1">
            <a:off x="6709915" y="5725742"/>
            <a:ext cx="644922" cy="403225"/>
          </a:xfrm>
          <a:prstGeom prst="line">
            <a:avLst/>
          </a:prstGeom>
          <a:noFill/>
          <a:ln w="28575">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6923" name="Line 359">
            <a:extLst>
              <a:ext uri="{FF2B5EF4-FFF2-40B4-BE49-F238E27FC236}">
                <a16:creationId xmlns:a16="http://schemas.microsoft.com/office/drawing/2014/main" id="{E759FC65-B429-36AC-904A-B9753E9321A8}"/>
              </a:ext>
            </a:extLst>
          </p:cNvPr>
          <p:cNvSpPr>
            <a:spLocks noChangeShapeType="1"/>
          </p:cNvSpPr>
          <p:nvPr/>
        </p:nvSpPr>
        <p:spPr bwMode="auto">
          <a:xfrm flipH="1" flipV="1">
            <a:off x="2912614" y="5768604"/>
            <a:ext cx="474663" cy="371475"/>
          </a:xfrm>
          <a:prstGeom prst="line">
            <a:avLst/>
          </a:prstGeom>
          <a:noFill/>
          <a:ln w="28575">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6924" name="Text Box 375">
            <a:extLst>
              <a:ext uri="{FF2B5EF4-FFF2-40B4-BE49-F238E27FC236}">
                <a16:creationId xmlns:a16="http://schemas.microsoft.com/office/drawing/2014/main" id="{A1D85F63-9B5C-EC5C-1B87-8263DB8CEB71}"/>
              </a:ext>
            </a:extLst>
          </p:cNvPr>
          <p:cNvSpPr txBox="1">
            <a:spLocks noChangeArrowheads="1"/>
          </p:cNvSpPr>
          <p:nvPr/>
        </p:nvSpPr>
        <p:spPr bwMode="auto">
          <a:xfrm>
            <a:off x="1106833" y="4192216"/>
            <a:ext cx="126188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1800" b="1">
                <a:solidFill>
                  <a:srgbClr val="000099"/>
                </a:solidFill>
                <a:latin typeface="Arial" charset="0"/>
                <a:ea typeface="黑体" pitchFamily="49" charset="-122"/>
              </a:rPr>
              <a:t>(</a:t>
            </a:r>
            <a:r>
              <a:rPr kumimoji="1" lang="zh-CN" altLang="en-US" sz="1800" b="1">
                <a:solidFill>
                  <a:srgbClr val="000099"/>
                </a:solidFill>
                <a:latin typeface="Arial" charset="0"/>
                <a:ea typeface="黑体" pitchFamily="49" charset="-122"/>
              </a:rPr>
              <a:t>发送邮件</a:t>
            </a:r>
            <a:r>
              <a:rPr kumimoji="1" lang="en-US" altLang="zh-CN" sz="1800" b="1">
                <a:solidFill>
                  <a:srgbClr val="000099"/>
                </a:solidFill>
                <a:latin typeface="Arial" charset="0"/>
                <a:ea typeface="黑体" pitchFamily="49" charset="-122"/>
              </a:rPr>
              <a:t>)</a:t>
            </a:r>
          </a:p>
        </p:txBody>
      </p:sp>
      <p:sp>
        <p:nvSpPr>
          <p:cNvPr id="26925" name="Text Box 376">
            <a:extLst>
              <a:ext uri="{FF2B5EF4-FFF2-40B4-BE49-F238E27FC236}">
                <a16:creationId xmlns:a16="http://schemas.microsoft.com/office/drawing/2014/main" id="{F69B334D-A95F-FA3B-0FD1-21B141474289}"/>
              </a:ext>
            </a:extLst>
          </p:cNvPr>
          <p:cNvSpPr txBox="1">
            <a:spLocks noChangeArrowheads="1"/>
          </p:cNvSpPr>
          <p:nvPr/>
        </p:nvSpPr>
        <p:spPr bwMode="auto">
          <a:xfrm>
            <a:off x="4529218" y="3576266"/>
            <a:ext cx="156966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1800" b="1">
                <a:solidFill>
                  <a:srgbClr val="000099"/>
                </a:solidFill>
                <a:latin typeface="Arial" charset="0"/>
                <a:ea typeface="黑体" pitchFamily="49" charset="-122"/>
              </a:rPr>
              <a:t>（发送邮件）</a:t>
            </a:r>
          </a:p>
        </p:txBody>
      </p:sp>
      <p:sp>
        <p:nvSpPr>
          <p:cNvPr id="26926" name="Text Box 379">
            <a:extLst>
              <a:ext uri="{FF2B5EF4-FFF2-40B4-BE49-F238E27FC236}">
                <a16:creationId xmlns:a16="http://schemas.microsoft.com/office/drawing/2014/main" id="{0C7F05DB-6FD0-E3C1-6F8C-D7C52D03C5B6}"/>
              </a:ext>
            </a:extLst>
          </p:cNvPr>
          <p:cNvSpPr txBox="1">
            <a:spLocks noChangeArrowheads="1"/>
          </p:cNvSpPr>
          <p:nvPr/>
        </p:nvSpPr>
        <p:spPr bwMode="auto">
          <a:xfrm>
            <a:off x="7676437" y="3868366"/>
            <a:ext cx="126188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1800" b="1">
                <a:solidFill>
                  <a:srgbClr val="000099"/>
                </a:solidFill>
                <a:latin typeface="Arial" charset="0"/>
                <a:ea typeface="黑体" pitchFamily="49" charset="-122"/>
              </a:rPr>
              <a:t>(</a:t>
            </a:r>
            <a:r>
              <a:rPr kumimoji="1" lang="zh-CN" altLang="en-US" sz="1800" b="1">
                <a:solidFill>
                  <a:srgbClr val="000099"/>
                </a:solidFill>
                <a:latin typeface="Arial" charset="0"/>
                <a:ea typeface="黑体" pitchFamily="49" charset="-122"/>
              </a:rPr>
              <a:t>读取邮件</a:t>
            </a:r>
            <a:r>
              <a:rPr kumimoji="1" lang="en-US" altLang="zh-CN" sz="1800" b="1">
                <a:solidFill>
                  <a:srgbClr val="000099"/>
                </a:solidFill>
                <a:latin typeface="Arial" charset="0"/>
                <a:ea typeface="黑体" pitchFamily="49" charset="-122"/>
              </a:rPr>
              <a:t>)</a:t>
            </a:r>
          </a:p>
        </p:txBody>
      </p:sp>
      <p:sp>
        <p:nvSpPr>
          <p:cNvPr id="26927" name="Text Box 384">
            <a:extLst>
              <a:ext uri="{FF2B5EF4-FFF2-40B4-BE49-F238E27FC236}">
                <a16:creationId xmlns:a16="http://schemas.microsoft.com/office/drawing/2014/main" id="{12E7BBD9-808D-B367-3ED4-076FD2E969F2}"/>
              </a:ext>
            </a:extLst>
          </p:cNvPr>
          <p:cNvSpPr txBox="1">
            <a:spLocks noChangeArrowheads="1"/>
          </p:cNvSpPr>
          <p:nvPr/>
        </p:nvSpPr>
        <p:spPr bwMode="auto">
          <a:xfrm>
            <a:off x="4788907" y="4927229"/>
            <a:ext cx="87716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1800" b="1">
                <a:solidFill>
                  <a:srgbClr val="000099"/>
                </a:solidFill>
                <a:latin typeface="Arial" charset="0"/>
                <a:ea typeface="黑体" pitchFamily="49" charset="-122"/>
              </a:rPr>
              <a:t>互联网</a:t>
            </a:r>
          </a:p>
        </p:txBody>
      </p:sp>
      <p:sp>
        <p:nvSpPr>
          <p:cNvPr id="26928" name="Rectangle 385">
            <a:extLst>
              <a:ext uri="{FF2B5EF4-FFF2-40B4-BE49-F238E27FC236}">
                <a16:creationId xmlns:a16="http://schemas.microsoft.com/office/drawing/2014/main" id="{0AB92004-FFBF-0894-11A0-3EEBFB86D7F3}"/>
              </a:ext>
            </a:extLst>
          </p:cNvPr>
          <p:cNvSpPr>
            <a:spLocks noChangeArrowheads="1"/>
          </p:cNvSpPr>
          <p:nvPr/>
        </p:nvSpPr>
        <p:spPr bwMode="auto">
          <a:xfrm>
            <a:off x="8925005" y="1604592"/>
            <a:ext cx="935567" cy="1728787"/>
          </a:xfrm>
          <a:prstGeom prst="rect">
            <a:avLst/>
          </a:prstGeom>
          <a:solidFill>
            <a:srgbClr val="CCECFF"/>
          </a:solidFill>
          <a:ln w="9525" algn="ctr">
            <a:solidFill>
              <a:schemeClr val="folHlink"/>
            </a:solidFill>
            <a:miter lim="800000"/>
            <a:headEnd/>
            <a:tailEnd/>
          </a:ln>
          <a:effectLst>
            <a:outerShdw dist="35921" dir="2700000" algn="ctr" rotWithShape="0">
              <a:schemeClr val="bg2"/>
            </a:outerShdw>
          </a:effectLst>
        </p:spPr>
        <p:txBody>
          <a:bodyPr wrap="none" anchor="ctr"/>
          <a:lstStyle/>
          <a:p>
            <a:pPr eaLnBrk="1" hangingPunct="1"/>
            <a:endParaRPr lang="zh-CN" altLang="en-US" b="1">
              <a:solidFill>
                <a:srgbClr val="000099"/>
              </a:solidFill>
            </a:endParaRPr>
          </a:p>
        </p:txBody>
      </p:sp>
      <p:sp>
        <p:nvSpPr>
          <p:cNvPr id="26929" name="Rectangle 386">
            <a:extLst>
              <a:ext uri="{FF2B5EF4-FFF2-40B4-BE49-F238E27FC236}">
                <a16:creationId xmlns:a16="http://schemas.microsoft.com/office/drawing/2014/main" id="{60F7B6E7-1118-2791-B500-D50D37C8AC6C}"/>
              </a:ext>
            </a:extLst>
          </p:cNvPr>
          <p:cNvSpPr>
            <a:spLocks noChangeArrowheads="1"/>
          </p:cNvSpPr>
          <p:nvPr/>
        </p:nvSpPr>
        <p:spPr bwMode="auto">
          <a:xfrm>
            <a:off x="2138707" y="1593478"/>
            <a:ext cx="935567" cy="1739900"/>
          </a:xfrm>
          <a:prstGeom prst="rect">
            <a:avLst/>
          </a:prstGeom>
          <a:solidFill>
            <a:srgbClr val="66FF66"/>
          </a:solidFill>
          <a:ln w="19050" algn="ctr">
            <a:solidFill>
              <a:schemeClr val="folHlink"/>
            </a:solidFill>
            <a:miter lim="800000"/>
            <a:headEnd/>
            <a:tailEnd/>
          </a:ln>
          <a:effectLst>
            <a:outerShdw dist="35921" dir="2700000" algn="ctr" rotWithShape="0">
              <a:schemeClr val="bg2"/>
            </a:outerShdw>
          </a:effectLst>
        </p:spPr>
        <p:txBody>
          <a:bodyPr wrap="none" anchor="ctr"/>
          <a:lstStyle/>
          <a:p>
            <a:pPr eaLnBrk="1" hangingPunct="1"/>
            <a:endParaRPr lang="zh-CN" altLang="en-US" b="1">
              <a:solidFill>
                <a:srgbClr val="000099"/>
              </a:solidFill>
            </a:endParaRPr>
          </a:p>
        </p:txBody>
      </p:sp>
      <p:sp>
        <p:nvSpPr>
          <p:cNvPr id="26930" name="Rectangle 387">
            <a:extLst>
              <a:ext uri="{FF2B5EF4-FFF2-40B4-BE49-F238E27FC236}">
                <a16:creationId xmlns:a16="http://schemas.microsoft.com/office/drawing/2014/main" id="{DD53852C-CBFC-0F98-731C-AA58361017A0}"/>
              </a:ext>
            </a:extLst>
          </p:cNvPr>
          <p:cNvSpPr>
            <a:spLocks noChangeArrowheads="1"/>
          </p:cNvSpPr>
          <p:nvPr/>
        </p:nvSpPr>
        <p:spPr bwMode="auto">
          <a:xfrm>
            <a:off x="265855" y="1593478"/>
            <a:ext cx="935567" cy="1739900"/>
          </a:xfrm>
          <a:prstGeom prst="rect">
            <a:avLst/>
          </a:prstGeom>
          <a:solidFill>
            <a:srgbClr val="CCECFF"/>
          </a:solidFill>
          <a:ln w="9525">
            <a:solidFill>
              <a:schemeClr val="folHlink"/>
            </a:solidFill>
            <a:miter lim="800000"/>
            <a:headEnd/>
            <a:tailEnd/>
          </a:ln>
          <a:effectLst>
            <a:outerShdw dist="35921" dir="2700000" algn="ctr" rotWithShape="0">
              <a:schemeClr val="bg2"/>
            </a:outerShdw>
          </a:effectLst>
        </p:spPr>
        <p:txBody>
          <a:bodyPr wrap="none" anchor="ctr"/>
          <a:lstStyle/>
          <a:p>
            <a:pPr eaLnBrk="1" hangingPunct="1"/>
            <a:endParaRPr lang="zh-CN" altLang="en-US" b="1">
              <a:solidFill>
                <a:srgbClr val="000099"/>
              </a:solidFill>
            </a:endParaRPr>
          </a:p>
        </p:txBody>
      </p:sp>
      <p:sp>
        <p:nvSpPr>
          <p:cNvPr id="26931" name="Line 388">
            <a:extLst>
              <a:ext uri="{FF2B5EF4-FFF2-40B4-BE49-F238E27FC236}">
                <a16:creationId xmlns:a16="http://schemas.microsoft.com/office/drawing/2014/main" id="{FFE8EEE9-B07F-6C22-8CC1-D44BDA920EC5}"/>
              </a:ext>
            </a:extLst>
          </p:cNvPr>
          <p:cNvSpPr>
            <a:spLocks noChangeShapeType="1"/>
          </p:cNvSpPr>
          <p:nvPr/>
        </p:nvSpPr>
        <p:spPr bwMode="auto">
          <a:xfrm>
            <a:off x="921095" y="2036391"/>
            <a:ext cx="1295004" cy="0"/>
          </a:xfrm>
          <a:prstGeom prst="line">
            <a:avLst/>
          </a:prstGeom>
          <a:noFill/>
          <a:ln w="7620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6932" name="Text Box 389">
            <a:extLst>
              <a:ext uri="{FF2B5EF4-FFF2-40B4-BE49-F238E27FC236}">
                <a16:creationId xmlns:a16="http://schemas.microsoft.com/office/drawing/2014/main" id="{17548B54-C124-A128-B71C-4E197B5C88E0}"/>
              </a:ext>
            </a:extLst>
          </p:cNvPr>
          <p:cNvSpPr txBox="1">
            <a:spLocks noChangeArrowheads="1"/>
          </p:cNvSpPr>
          <p:nvPr/>
        </p:nvSpPr>
        <p:spPr bwMode="auto">
          <a:xfrm>
            <a:off x="1185944" y="1712541"/>
            <a:ext cx="75373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1600" b="1">
                <a:solidFill>
                  <a:srgbClr val="000099"/>
                </a:solidFill>
                <a:latin typeface="Arial" charset="0"/>
                <a:ea typeface="黑体" pitchFamily="49" charset="-122"/>
              </a:rPr>
              <a:t>SMTP</a:t>
            </a:r>
          </a:p>
        </p:txBody>
      </p:sp>
      <p:sp>
        <p:nvSpPr>
          <p:cNvPr id="26933" name="Text Box 390">
            <a:extLst>
              <a:ext uri="{FF2B5EF4-FFF2-40B4-BE49-F238E27FC236}">
                <a16:creationId xmlns:a16="http://schemas.microsoft.com/office/drawing/2014/main" id="{13D63A34-D19D-C26D-7E13-2FE3C72725C2}"/>
              </a:ext>
            </a:extLst>
          </p:cNvPr>
          <p:cNvSpPr txBox="1">
            <a:spLocks noChangeArrowheads="1"/>
          </p:cNvSpPr>
          <p:nvPr/>
        </p:nvSpPr>
        <p:spPr bwMode="auto">
          <a:xfrm>
            <a:off x="8135622" y="1698253"/>
            <a:ext cx="73129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1600" b="1">
                <a:solidFill>
                  <a:srgbClr val="000099"/>
                </a:solidFill>
                <a:latin typeface="Arial" charset="0"/>
                <a:ea typeface="黑体" pitchFamily="49" charset="-122"/>
              </a:rPr>
              <a:t>POP3</a:t>
            </a:r>
          </a:p>
        </p:txBody>
      </p:sp>
      <p:sp>
        <p:nvSpPr>
          <p:cNvPr id="26934" name="Text Box 391">
            <a:extLst>
              <a:ext uri="{FF2B5EF4-FFF2-40B4-BE49-F238E27FC236}">
                <a16:creationId xmlns:a16="http://schemas.microsoft.com/office/drawing/2014/main" id="{6801D939-74B9-D6EF-C0EA-A2EA2541744A}"/>
              </a:ext>
            </a:extLst>
          </p:cNvPr>
          <p:cNvSpPr txBox="1">
            <a:spLocks noChangeArrowheads="1"/>
          </p:cNvSpPr>
          <p:nvPr/>
        </p:nvSpPr>
        <p:spPr bwMode="auto">
          <a:xfrm>
            <a:off x="1302896" y="1244229"/>
            <a:ext cx="59503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algn="ctr" eaLnBrk="1" hangingPunct="1"/>
            <a:r>
              <a:rPr kumimoji="1" lang="zh-CN" altLang="en-US" sz="1600" b="1">
                <a:solidFill>
                  <a:srgbClr val="000099"/>
                </a:solidFill>
                <a:latin typeface="Arial" charset="0"/>
                <a:ea typeface="黑体" pitchFamily="49" charset="-122"/>
              </a:rPr>
              <a:t>发送</a:t>
            </a:r>
          </a:p>
          <a:p>
            <a:pPr algn="ctr" eaLnBrk="1" hangingPunct="1"/>
            <a:r>
              <a:rPr kumimoji="1" lang="zh-CN" altLang="en-US" sz="1600" b="1">
                <a:solidFill>
                  <a:srgbClr val="000099"/>
                </a:solidFill>
                <a:latin typeface="Arial" charset="0"/>
                <a:ea typeface="黑体" pitchFamily="49" charset="-122"/>
              </a:rPr>
              <a:t>邮件</a:t>
            </a:r>
          </a:p>
        </p:txBody>
      </p:sp>
      <p:sp>
        <p:nvSpPr>
          <p:cNvPr id="26935" name="Text Box 392">
            <a:extLst>
              <a:ext uri="{FF2B5EF4-FFF2-40B4-BE49-F238E27FC236}">
                <a16:creationId xmlns:a16="http://schemas.microsoft.com/office/drawing/2014/main" id="{D4235CDC-07AC-EE72-AD5E-9AEDD569329B}"/>
              </a:ext>
            </a:extLst>
          </p:cNvPr>
          <p:cNvSpPr txBox="1">
            <a:spLocks noChangeArrowheads="1"/>
          </p:cNvSpPr>
          <p:nvPr/>
        </p:nvSpPr>
        <p:spPr bwMode="auto">
          <a:xfrm>
            <a:off x="4166343" y="2466603"/>
            <a:ext cx="163217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1600" b="1">
                <a:solidFill>
                  <a:srgbClr val="000099"/>
                </a:solidFill>
                <a:latin typeface="Arial" charset="0"/>
                <a:ea typeface="黑体" pitchFamily="49" charset="-122"/>
              </a:rPr>
              <a:t>发送邮件 </a:t>
            </a:r>
            <a:r>
              <a:rPr kumimoji="1" lang="en-US" altLang="zh-CN" sz="1600" b="1">
                <a:solidFill>
                  <a:srgbClr val="000099"/>
                </a:solidFill>
                <a:latin typeface="Arial" charset="0"/>
                <a:ea typeface="黑体" pitchFamily="49" charset="-122"/>
              </a:rPr>
              <a:t>SMTP</a:t>
            </a:r>
          </a:p>
        </p:txBody>
      </p:sp>
      <p:sp>
        <p:nvSpPr>
          <p:cNvPr id="26936" name="Text Box 393">
            <a:extLst>
              <a:ext uri="{FF2B5EF4-FFF2-40B4-BE49-F238E27FC236}">
                <a16:creationId xmlns:a16="http://schemas.microsoft.com/office/drawing/2014/main" id="{EA66612B-EFE6-6A08-E475-A019DA4AFBEA}"/>
              </a:ext>
            </a:extLst>
          </p:cNvPr>
          <p:cNvSpPr txBox="1">
            <a:spLocks noChangeArrowheads="1"/>
          </p:cNvSpPr>
          <p:nvPr/>
        </p:nvSpPr>
        <p:spPr bwMode="auto">
          <a:xfrm>
            <a:off x="8144220" y="1172792"/>
            <a:ext cx="59503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1600" b="1">
                <a:solidFill>
                  <a:srgbClr val="000099"/>
                </a:solidFill>
                <a:latin typeface="Arial" charset="0"/>
                <a:ea typeface="黑体" pitchFamily="49" charset="-122"/>
              </a:rPr>
              <a:t>读取</a:t>
            </a:r>
          </a:p>
          <a:p>
            <a:pPr eaLnBrk="1" hangingPunct="1"/>
            <a:r>
              <a:rPr kumimoji="1" lang="zh-CN" altLang="en-US" sz="1600" b="1">
                <a:solidFill>
                  <a:srgbClr val="000099"/>
                </a:solidFill>
                <a:latin typeface="Arial" charset="0"/>
                <a:ea typeface="黑体" pitchFamily="49" charset="-122"/>
              </a:rPr>
              <a:t>邮件</a:t>
            </a:r>
          </a:p>
        </p:txBody>
      </p:sp>
      <p:sp>
        <p:nvSpPr>
          <p:cNvPr id="26937" name="Text Box 394">
            <a:extLst>
              <a:ext uri="{FF2B5EF4-FFF2-40B4-BE49-F238E27FC236}">
                <a16:creationId xmlns:a16="http://schemas.microsoft.com/office/drawing/2014/main" id="{BF36EC52-834E-9AB3-6E32-1C55A6BB00AD}"/>
              </a:ext>
            </a:extLst>
          </p:cNvPr>
          <p:cNvSpPr txBox="1">
            <a:spLocks noChangeArrowheads="1"/>
          </p:cNvSpPr>
          <p:nvPr/>
        </p:nvSpPr>
        <p:spPr bwMode="auto">
          <a:xfrm>
            <a:off x="1280532" y="2034804"/>
            <a:ext cx="59503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1600" b="1">
                <a:solidFill>
                  <a:srgbClr val="000099"/>
                </a:solidFill>
                <a:latin typeface="Arial" charset="0"/>
                <a:ea typeface="黑体" pitchFamily="49" charset="-122"/>
              </a:rPr>
              <a:t>TCP</a:t>
            </a:r>
          </a:p>
          <a:p>
            <a:pPr eaLnBrk="1" hangingPunct="1"/>
            <a:r>
              <a:rPr kumimoji="1" lang="zh-CN" altLang="en-US" sz="1600" b="1">
                <a:solidFill>
                  <a:srgbClr val="000099"/>
                </a:solidFill>
                <a:latin typeface="Arial" charset="0"/>
                <a:ea typeface="黑体" pitchFamily="49" charset="-122"/>
              </a:rPr>
              <a:t>连接</a:t>
            </a:r>
          </a:p>
        </p:txBody>
      </p:sp>
      <p:sp>
        <p:nvSpPr>
          <p:cNvPr id="26938" name="Text Box 395">
            <a:extLst>
              <a:ext uri="{FF2B5EF4-FFF2-40B4-BE49-F238E27FC236}">
                <a16:creationId xmlns:a16="http://schemas.microsoft.com/office/drawing/2014/main" id="{C8DB4F3F-9533-8A84-D142-B7983E380E79}"/>
              </a:ext>
            </a:extLst>
          </p:cNvPr>
          <p:cNvSpPr txBox="1">
            <a:spLocks noChangeArrowheads="1"/>
          </p:cNvSpPr>
          <p:nvPr/>
        </p:nvSpPr>
        <p:spPr bwMode="auto">
          <a:xfrm>
            <a:off x="8128742" y="2104654"/>
            <a:ext cx="59503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1600" b="1">
                <a:solidFill>
                  <a:srgbClr val="000099"/>
                </a:solidFill>
                <a:latin typeface="Arial" charset="0"/>
                <a:ea typeface="黑体" pitchFamily="49" charset="-122"/>
              </a:rPr>
              <a:t>TCP</a:t>
            </a:r>
          </a:p>
          <a:p>
            <a:pPr eaLnBrk="1" hangingPunct="1"/>
            <a:r>
              <a:rPr kumimoji="1" lang="zh-CN" altLang="en-US" sz="1600" b="1">
                <a:solidFill>
                  <a:srgbClr val="000099"/>
                </a:solidFill>
                <a:latin typeface="Arial" charset="0"/>
                <a:ea typeface="黑体" pitchFamily="49" charset="-122"/>
              </a:rPr>
              <a:t>连接</a:t>
            </a:r>
          </a:p>
        </p:txBody>
      </p:sp>
      <p:sp>
        <p:nvSpPr>
          <p:cNvPr id="26939" name="Text Box 396">
            <a:extLst>
              <a:ext uri="{FF2B5EF4-FFF2-40B4-BE49-F238E27FC236}">
                <a16:creationId xmlns:a16="http://schemas.microsoft.com/office/drawing/2014/main" id="{57CAC5B7-E074-A31B-8570-9D620042AC0B}"/>
              </a:ext>
            </a:extLst>
          </p:cNvPr>
          <p:cNvSpPr txBox="1">
            <a:spLocks noChangeArrowheads="1"/>
          </p:cNvSpPr>
          <p:nvPr/>
        </p:nvSpPr>
        <p:spPr bwMode="auto">
          <a:xfrm>
            <a:off x="1959921" y="983879"/>
            <a:ext cx="121058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algn="ctr" eaLnBrk="1" hangingPunct="1"/>
            <a:r>
              <a:rPr kumimoji="1" lang="zh-CN" altLang="en-US" sz="1600" b="1">
                <a:solidFill>
                  <a:srgbClr val="000099"/>
                </a:solidFill>
                <a:latin typeface="Arial" charset="0"/>
                <a:ea typeface="黑体" pitchFamily="49" charset="-122"/>
              </a:rPr>
              <a:t>发送方</a:t>
            </a:r>
          </a:p>
          <a:p>
            <a:pPr algn="ctr" eaLnBrk="1" hangingPunct="1"/>
            <a:r>
              <a:rPr kumimoji="1" lang="zh-CN" altLang="en-US" sz="1600" b="1">
                <a:solidFill>
                  <a:srgbClr val="000099"/>
                </a:solidFill>
                <a:latin typeface="Arial" charset="0"/>
                <a:ea typeface="黑体" pitchFamily="49" charset="-122"/>
              </a:rPr>
              <a:t>邮件服务器</a:t>
            </a:r>
          </a:p>
        </p:txBody>
      </p:sp>
      <p:sp>
        <p:nvSpPr>
          <p:cNvPr id="26940" name="Oval 397">
            <a:extLst>
              <a:ext uri="{FF2B5EF4-FFF2-40B4-BE49-F238E27FC236}">
                <a16:creationId xmlns:a16="http://schemas.microsoft.com/office/drawing/2014/main" id="{DA853B50-DF2F-779A-EB44-019963FBDB52}"/>
              </a:ext>
            </a:extLst>
          </p:cNvPr>
          <p:cNvSpPr>
            <a:spLocks noChangeArrowheads="1"/>
          </p:cNvSpPr>
          <p:nvPr/>
        </p:nvSpPr>
        <p:spPr bwMode="auto">
          <a:xfrm>
            <a:off x="343245" y="1676028"/>
            <a:ext cx="779066" cy="719138"/>
          </a:xfrm>
          <a:prstGeom prst="ellipse">
            <a:avLst/>
          </a:prstGeom>
          <a:solidFill>
            <a:srgbClr val="FFFF99"/>
          </a:solid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1600" b="1">
                <a:solidFill>
                  <a:srgbClr val="000099"/>
                </a:solidFill>
                <a:latin typeface="Arial" charset="0"/>
                <a:ea typeface="黑体" pitchFamily="49" charset="-122"/>
              </a:rPr>
              <a:t>SMTP</a:t>
            </a:r>
          </a:p>
          <a:p>
            <a:pPr algn="ctr" eaLnBrk="1" hangingPunct="1"/>
            <a:r>
              <a:rPr kumimoji="1" lang="zh-CN" altLang="en-US" sz="1600" b="1">
                <a:solidFill>
                  <a:srgbClr val="000099"/>
                </a:solidFill>
                <a:latin typeface="Arial" charset="0"/>
                <a:ea typeface="黑体" pitchFamily="49" charset="-122"/>
              </a:rPr>
              <a:t>客户</a:t>
            </a:r>
          </a:p>
        </p:txBody>
      </p:sp>
      <p:sp>
        <p:nvSpPr>
          <p:cNvPr id="26941" name="Oval 398">
            <a:extLst>
              <a:ext uri="{FF2B5EF4-FFF2-40B4-BE49-F238E27FC236}">
                <a16:creationId xmlns:a16="http://schemas.microsoft.com/office/drawing/2014/main" id="{48FA4D7C-5F65-BB06-F74B-732E5F1C8DE3}"/>
              </a:ext>
            </a:extLst>
          </p:cNvPr>
          <p:cNvSpPr>
            <a:spLocks noChangeArrowheads="1"/>
          </p:cNvSpPr>
          <p:nvPr/>
        </p:nvSpPr>
        <p:spPr bwMode="auto">
          <a:xfrm>
            <a:off x="9002397" y="1676028"/>
            <a:ext cx="779065" cy="719138"/>
          </a:xfrm>
          <a:prstGeom prst="ellipse">
            <a:avLst/>
          </a:prstGeom>
          <a:solidFill>
            <a:srgbClr val="CCCC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1600" b="1">
                <a:solidFill>
                  <a:srgbClr val="000099"/>
                </a:solidFill>
                <a:latin typeface="Arial" charset="0"/>
                <a:ea typeface="黑体" pitchFamily="49" charset="-122"/>
              </a:rPr>
              <a:t>POP3</a:t>
            </a:r>
          </a:p>
          <a:p>
            <a:pPr algn="ctr" eaLnBrk="1" hangingPunct="1"/>
            <a:r>
              <a:rPr kumimoji="1" lang="zh-CN" altLang="en-US" sz="1600" b="1">
                <a:solidFill>
                  <a:srgbClr val="000099"/>
                </a:solidFill>
                <a:latin typeface="Arial" charset="0"/>
                <a:ea typeface="黑体" pitchFamily="49" charset="-122"/>
              </a:rPr>
              <a:t>客户</a:t>
            </a:r>
          </a:p>
        </p:txBody>
      </p:sp>
      <p:sp>
        <p:nvSpPr>
          <p:cNvPr id="26942" name="Text Box 400">
            <a:extLst>
              <a:ext uri="{FF2B5EF4-FFF2-40B4-BE49-F238E27FC236}">
                <a16:creationId xmlns:a16="http://schemas.microsoft.com/office/drawing/2014/main" id="{BC4BC867-CBB1-4D71-A4A3-4C0CBCD3E293}"/>
              </a:ext>
            </a:extLst>
          </p:cNvPr>
          <p:cNvSpPr txBox="1">
            <a:spLocks noChangeArrowheads="1"/>
          </p:cNvSpPr>
          <p:nvPr/>
        </p:nvSpPr>
        <p:spPr bwMode="auto">
          <a:xfrm>
            <a:off x="6888844" y="983879"/>
            <a:ext cx="121058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algn="ctr" eaLnBrk="1" hangingPunct="1"/>
            <a:r>
              <a:rPr kumimoji="1" lang="zh-CN" altLang="en-US" sz="1600" b="1">
                <a:solidFill>
                  <a:srgbClr val="000099"/>
                </a:solidFill>
                <a:latin typeface="Arial" charset="0"/>
                <a:ea typeface="黑体" pitchFamily="49" charset="-122"/>
              </a:rPr>
              <a:t>接收方</a:t>
            </a:r>
          </a:p>
          <a:p>
            <a:pPr algn="ctr" eaLnBrk="1" hangingPunct="1"/>
            <a:r>
              <a:rPr kumimoji="1" lang="zh-CN" altLang="en-US" sz="1600" b="1">
                <a:solidFill>
                  <a:srgbClr val="000099"/>
                </a:solidFill>
                <a:latin typeface="Arial" charset="0"/>
                <a:ea typeface="黑体" pitchFamily="49" charset="-122"/>
              </a:rPr>
              <a:t>邮件服务器</a:t>
            </a:r>
          </a:p>
        </p:txBody>
      </p:sp>
      <p:sp>
        <p:nvSpPr>
          <p:cNvPr id="26943" name="Rectangle 401">
            <a:extLst>
              <a:ext uri="{FF2B5EF4-FFF2-40B4-BE49-F238E27FC236}">
                <a16:creationId xmlns:a16="http://schemas.microsoft.com/office/drawing/2014/main" id="{61ED72BA-9944-1254-8DFE-5F198DEE9576}"/>
              </a:ext>
            </a:extLst>
          </p:cNvPr>
          <p:cNvSpPr>
            <a:spLocks noChangeArrowheads="1"/>
          </p:cNvSpPr>
          <p:nvPr/>
        </p:nvSpPr>
        <p:spPr bwMode="auto">
          <a:xfrm>
            <a:off x="7053872" y="1604592"/>
            <a:ext cx="935567" cy="1728787"/>
          </a:xfrm>
          <a:prstGeom prst="rect">
            <a:avLst/>
          </a:prstGeom>
          <a:solidFill>
            <a:srgbClr val="66FF66"/>
          </a:solidFill>
          <a:ln w="19050" algn="ctr">
            <a:solidFill>
              <a:schemeClr val="folHlink"/>
            </a:solidFill>
            <a:miter lim="800000"/>
            <a:headEnd/>
            <a:tailEnd/>
          </a:ln>
          <a:effectLst>
            <a:outerShdw dist="35921" dir="2700000" algn="ctr" rotWithShape="0">
              <a:schemeClr val="bg2"/>
            </a:outerShdw>
          </a:effectLst>
        </p:spPr>
        <p:txBody>
          <a:bodyPr wrap="none" anchor="ctr"/>
          <a:lstStyle/>
          <a:p>
            <a:pPr eaLnBrk="1" hangingPunct="1"/>
            <a:endParaRPr lang="zh-CN" altLang="en-US" b="1">
              <a:solidFill>
                <a:srgbClr val="000099"/>
              </a:solidFill>
            </a:endParaRPr>
          </a:p>
        </p:txBody>
      </p:sp>
      <p:sp>
        <p:nvSpPr>
          <p:cNvPr id="26944" name="Oval 402">
            <a:extLst>
              <a:ext uri="{FF2B5EF4-FFF2-40B4-BE49-F238E27FC236}">
                <a16:creationId xmlns:a16="http://schemas.microsoft.com/office/drawing/2014/main" id="{71EF515B-F7AC-FC27-E1E8-839EBB007981}"/>
              </a:ext>
            </a:extLst>
          </p:cNvPr>
          <p:cNvSpPr>
            <a:spLocks noChangeArrowheads="1"/>
          </p:cNvSpPr>
          <p:nvPr/>
        </p:nvSpPr>
        <p:spPr bwMode="auto">
          <a:xfrm>
            <a:off x="7131264" y="2468192"/>
            <a:ext cx="779065" cy="719137"/>
          </a:xfrm>
          <a:prstGeom prst="ellipse">
            <a:avLst/>
          </a:prstGeom>
          <a:solidFill>
            <a:srgbClr val="FFCCFF"/>
          </a:solidFill>
          <a:ln w="9525" algn="ctr">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1600" b="1">
                <a:solidFill>
                  <a:srgbClr val="000099"/>
                </a:solidFill>
                <a:latin typeface="Arial" charset="0"/>
                <a:ea typeface="黑体" pitchFamily="49" charset="-122"/>
              </a:rPr>
              <a:t>SMTP</a:t>
            </a:r>
          </a:p>
          <a:p>
            <a:pPr algn="ctr" eaLnBrk="1" hangingPunct="1"/>
            <a:r>
              <a:rPr kumimoji="1" lang="zh-CN" altLang="en-US" sz="1600" b="1">
                <a:solidFill>
                  <a:srgbClr val="000099"/>
                </a:solidFill>
                <a:latin typeface="Arial" charset="0"/>
                <a:ea typeface="黑体" pitchFamily="49" charset="-122"/>
              </a:rPr>
              <a:t>服务器</a:t>
            </a:r>
          </a:p>
        </p:txBody>
      </p:sp>
      <p:sp>
        <p:nvSpPr>
          <p:cNvPr id="26945" name="Oval 403">
            <a:extLst>
              <a:ext uri="{FF2B5EF4-FFF2-40B4-BE49-F238E27FC236}">
                <a16:creationId xmlns:a16="http://schemas.microsoft.com/office/drawing/2014/main" id="{E2EF3802-6BFA-82C5-B97C-8B51D1518F41}"/>
              </a:ext>
            </a:extLst>
          </p:cNvPr>
          <p:cNvSpPr>
            <a:spLocks noChangeArrowheads="1"/>
          </p:cNvSpPr>
          <p:nvPr/>
        </p:nvSpPr>
        <p:spPr bwMode="auto">
          <a:xfrm>
            <a:off x="7131264" y="1676028"/>
            <a:ext cx="779065" cy="719138"/>
          </a:xfrm>
          <a:prstGeom prst="ellipse">
            <a:avLst/>
          </a:prstGeom>
          <a:solidFill>
            <a:srgbClr val="FF99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1600" b="1">
                <a:solidFill>
                  <a:srgbClr val="000099"/>
                </a:solidFill>
                <a:latin typeface="Arial" charset="0"/>
                <a:ea typeface="黑体" pitchFamily="49" charset="-122"/>
              </a:rPr>
              <a:t>POP3</a:t>
            </a:r>
          </a:p>
          <a:p>
            <a:pPr algn="ctr" eaLnBrk="1" hangingPunct="1"/>
            <a:r>
              <a:rPr kumimoji="1" lang="zh-CN" altLang="en-US" sz="1600" b="1">
                <a:solidFill>
                  <a:srgbClr val="000099"/>
                </a:solidFill>
                <a:latin typeface="Arial" charset="0"/>
                <a:ea typeface="黑体" pitchFamily="49" charset="-122"/>
              </a:rPr>
              <a:t>服务器</a:t>
            </a:r>
          </a:p>
        </p:txBody>
      </p:sp>
      <p:sp>
        <p:nvSpPr>
          <p:cNvPr id="26946" name="Line 404">
            <a:extLst>
              <a:ext uri="{FF2B5EF4-FFF2-40B4-BE49-F238E27FC236}">
                <a16:creationId xmlns:a16="http://schemas.microsoft.com/office/drawing/2014/main" id="{D034BD68-A609-C80C-AEA0-02CE58734996}"/>
              </a:ext>
            </a:extLst>
          </p:cNvPr>
          <p:cNvSpPr>
            <a:spLocks noChangeShapeType="1"/>
          </p:cNvSpPr>
          <p:nvPr/>
        </p:nvSpPr>
        <p:spPr bwMode="auto">
          <a:xfrm flipV="1">
            <a:off x="2917774" y="2828553"/>
            <a:ext cx="4211769" cy="0"/>
          </a:xfrm>
          <a:prstGeom prst="line">
            <a:avLst/>
          </a:prstGeom>
          <a:noFill/>
          <a:ln w="7620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6947" name="Oval 405">
            <a:extLst>
              <a:ext uri="{FF2B5EF4-FFF2-40B4-BE49-F238E27FC236}">
                <a16:creationId xmlns:a16="http://schemas.microsoft.com/office/drawing/2014/main" id="{9D2A2CA4-55A0-A2B4-FE08-E5C33A49FB76}"/>
              </a:ext>
            </a:extLst>
          </p:cNvPr>
          <p:cNvSpPr>
            <a:spLocks noChangeArrowheads="1"/>
          </p:cNvSpPr>
          <p:nvPr/>
        </p:nvSpPr>
        <p:spPr bwMode="auto">
          <a:xfrm>
            <a:off x="2217818" y="1676028"/>
            <a:ext cx="779066" cy="719138"/>
          </a:xfrm>
          <a:prstGeom prst="ellipse">
            <a:avLst/>
          </a:prstGeom>
          <a:solidFill>
            <a:srgbClr val="FFCCFF"/>
          </a:solid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1600" b="1">
                <a:solidFill>
                  <a:srgbClr val="000099"/>
                </a:solidFill>
                <a:latin typeface="Arial" charset="0"/>
                <a:ea typeface="黑体" pitchFamily="49" charset="-122"/>
              </a:rPr>
              <a:t>SMTP</a:t>
            </a:r>
          </a:p>
          <a:p>
            <a:pPr algn="ctr" eaLnBrk="1" hangingPunct="1"/>
            <a:r>
              <a:rPr kumimoji="1" lang="zh-CN" altLang="en-US" sz="1600" b="1">
                <a:solidFill>
                  <a:srgbClr val="000099"/>
                </a:solidFill>
                <a:latin typeface="Arial" charset="0"/>
                <a:ea typeface="黑体" pitchFamily="49" charset="-122"/>
              </a:rPr>
              <a:t>服务器</a:t>
            </a:r>
          </a:p>
        </p:txBody>
      </p:sp>
      <p:sp>
        <p:nvSpPr>
          <p:cNvPr id="26948" name="Oval 406">
            <a:extLst>
              <a:ext uri="{FF2B5EF4-FFF2-40B4-BE49-F238E27FC236}">
                <a16:creationId xmlns:a16="http://schemas.microsoft.com/office/drawing/2014/main" id="{BE155CB0-F6C2-DBD7-333E-5BD7F58E6790}"/>
              </a:ext>
            </a:extLst>
          </p:cNvPr>
          <p:cNvSpPr>
            <a:spLocks noChangeArrowheads="1"/>
          </p:cNvSpPr>
          <p:nvPr/>
        </p:nvSpPr>
        <p:spPr bwMode="auto">
          <a:xfrm>
            <a:off x="2217818" y="2468192"/>
            <a:ext cx="779066" cy="719137"/>
          </a:xfrm>
          <a:prstGeom prst="ellipse">
            <a:avLst/>
          </a:prstGeom>
          <a:solidFill>
            <a:srgbClr val="FFFF99"/>
          </a:solidFill>
          <a:ln w="9525" algn="ctr">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1600" b="1">
                <a:solidFill>
                  <a:srgbClr val="000099"/>
                </a:solidFill>
                <a:latin typeface="Arial" charset="0"/>
                <a:ea typeface="黑体" pitchFamily="49" charset="-122"/>
              </a:rPr>
              <a:t>SMTP</a:t>
            </a:r>
          </a:p>
          <a:p>
            <a:pPr algn="ctr" eaLnBrk="1" hangingPunct="1"/>
            <a:r>
              <a:rPr kumimoji="1" lang="zh-CN" altLang="en-US" sz="1600" b="1">
                <a:solidFill>
                  <a:srgbClr val="000099"/>
                </a:solidFill>
                <a:latin typeface="Arial" charset="0"/>
                <a:ea typeface="黑体" pitchFamily="49" charset="-122"/>
              </a:rPr>
              <a:t>客户</a:t>
            </a:r>
          </a:p>
        </p:txBody>
      </p:sp>
      <p:sp>
        <p:nvSpPr>
          <p:cNvPr id="26949" name="Text Box 407">
            <a:extLst>
              <a:ext uri="{FF2B5EF4-FFF2-40B4-BE49-F238E27FC236}">
                <a16:creationId xmlns:a16="http://schemas.microsoft.com/office/drawing/2014/main" id="{C6E5AA43-64E0-6D3E-9845-432083D3F470}"/>
              </a:ext>
            </a:extLst>
          </p:cNvPr>
          <p:cNvSpPr txBox="1">
            <a:spLocks noChangeArrowheads="1"/>
          </p:cNvSpPr>
          <p:nvPr/>
        </p:nvSpPr>
        <p:spPr bwMode="auto">
          <a:xfrm>
            <a:off x="8934802" y="983879"/>
            <a:ext cx="100540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algn="ctr" eaLnBrk="1" hangingPunct="1"/>
            <a:r>
              <a:rPr kumimoji="1" lang="zh-CN" altLang="en-US" sz="1600" b="1">
                <a:solidFill>
                  <a:srgbClr val="000099"/>
                </a:solidFill>
                <a:latin typeface="Arial" charset="0"/>
                <a:ea typeface="黑体" pitchFamily="49" charset="-122"/>
              </a:rPr>
              <a:t>收件人</a:t>
            </a:r>
          </a:p>
          <a:p>
            <a:pPr algn="ctr" eaLnBrk="1" hangingPunct="1"/>
            <a:r>
              <a:rPr kumimoji="1" lang="zh-CN" altLang="en-US" sz="1600" b="1">
                <a:solidFill>
                  <a:srgbClr val="000099"/>
                </a:solidFill>
                <a:latin typeface="Arial" charset="0"/>
                <a:ea typeface="黑体" pitchFamily="49" charset="-122"/>
              </a:rPr>
              <a:t>用户代理</a:t>
            </a:r>
          </a:p>
        </p:txBody>
      </p:sp>
      <p:sp>
        <p:nvSpPr>
          <p:cNvPr id="26950" name="Line 408">
            <a:extLst>
              <a:ext uri="{FF2B5EF4-FFF2-40B4-BE49-F238E27FC236}">
                <a16:creationId xmlns:a16="http://schemas.microsoft.com/office/drawing/2014/main" id="{3EA4358D-0B3E-E220-E569-1A285954CB7A}"/>
              </a:ext>
            </a:extLst>
          </p:cNvPr>
          <p:cNvSpPr>
            <a:spLocks noChangeShapeType="1"/>
          </p:cNvSpPr>
          <p:nvPr/>
        </p:nvSpPr>
        <p:spPr bwMode="auto">
          <a:xfrm flipV="1">
            <a:off x="7910329" y="2036391"/>
            <a:ext cx="1092068" cy="0"/>
          </a:xfrm>
          <a:prstGeom prst="line">
            <a:avLst/>
          </a:prstGeom>
          <a:noFill/>
          <a:ln w="7620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6951" name="Text Box 409">
            <a:extLst>
              <a:ext uri="{FF2B5EF4-FFF2-40B4-BE49-F238E27FC236}">
                <a16:creationId xmlns:a16="http://schemas.microsoft.com/office/drawing/2014/main" id="{0E807605-84AC-6B4B-DCBC-EC888519DC89}"/>
              </a:ext>
            </a:extLst>
          </p:cNvPr>
          <p:cNvSpPr txBox="1">
            <a:spLocks noChangeArrowheads="1"/>
          </p:cNvSpPr>
          <p:nvPr/>
        </p:nvSpPr>
        <p:spPr bwMode="auto">
          <a:xfrm>
            <a:off x="4477625" y="2850778"/>
            <a:ext cx="105779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1600" b="1">
                <a:solidFill>
                  <a:srgbClr val="000099"/>
                </a:solidFill>
                <a:latin typeface="Arial" charset="0"/>
                <a:ea typeface="黑体" pitchFamily="49" charset="-122"/>
              </a:rPr>
              <a:t>TCP </a:t>
            </a:r>
            <a:r>
              <a:rPr kumimoji="1" lang="zh-CN" altLang="en-US" sz="1600" b="1">
                <a:solidFill>
                  <a:srgbClr val="000099"/>
                </a:solidFill>
                <a:latin typeface="Arial" charset="0"/>
                <a:ea typeface="黑体" pitchFamily="49" charset="-122"/>
              </a:rPr>
              <a:t>连接</a:t>
            </a:r>
          </a:p>
        </p:txBody>
      </p:sp>
      <p:sp>
        <p:nvSpPr>
          <p:cNvPr id="2" name="矩形 1">
            <a:extLst>
              <a:ext uri="{FF2B5EF4-FFF2-40B4-BE49-F238E27FC236}">
                <a16:creationId xmlns:a16="http://schemas.microsoft.com/office/drawing/2014/main" id="{7369AC35-0CE2-A4B3-D09F-9D6D35701652}"/>
              </a:ext>
            </a:extLst>
          </p:cNvPr>
          <p:cNvSpPr/>
          <p:nvPr/>
        </p:nvSpPr>
        <p:spPr>
          <a:xfrm>
            <a:off x="3438542" y="1080696"/>
            <a:ext cx="3216706" cy="1246495"/>
          </a:xfrm>
          <a:prstGeom prst="rect">
            <a:avLst/>
          </a:prstGeom>
          <a:ln w="57150">
            <a:solidFill>
              <a:srgbClr val="FF0000"/>
            </a:solidFill>
          </a:ln>
        </p:spPr>
        <p:txBody>
          <a:bodyPr wrap="square" anchor="ctr">
            <a:spAutoFit/>
          </a:bodyPr>
          <a:lstStyle/>
          <a:p>
            <a:pPr algn="ctr">
              <a:lnSpc>
                <a:spcPts val="3000"/>
              </a:lnSpc>
            </a:pPr>
            <a:r>
              <a:rPr lang="zh-CN" altLang="en-US" sz="2800" b="1" dirty="0">
                <a:solidFill>
                  <a:srgbClr val="C00000"/>
                </a:solidFill>
                <a:latin typeface="微软雅黑" pitchFamily="34" charset="-122"/>
                <a:ea typeface="微软雅黑" pitchFamily="34" charset="-122"/>
              </a:rPr>
              <a:t>用户代理</a:t>
            </a:r>
            <a:r>
              <a:rPr lang="zh-CN" altLang="en-US" sz="2800" b="1" dirty="0">
                <a:latin typeface="微软雅黑" pitchFamily="34" charset="-122"/>
                <a:ea typeface="微软雅黑" pitchFamily="34" charset="-122"/>
              </a:rPr>
              <a:t>，</a:t>
            </a:r>
            <a:r>
              <a:rPr lang="zh-CN" altLang="en-US" sz="2800" b="1" dirty="0">
                <a:solidFill>
                  <a:srgbClr val="C00000"/>
                </a:solidFill>
                <a:latin typeface="微软雅黑" pitchFamily="34" charset="-122"/>
                <a:ea typeface="微软雅黑" pitchFamily="34" charset="-122"/>
              </a:rPr>
              <a:t>邮件服务器</a:t>
            </a:r>
            <a:r>
              <a:rPr lang="zh-CN" altLang="en-US" sz="2800" b="1" dirty="0">
                <a:latin typeface="微软雅黑" pitchFamily="34" charset="-122"/>
                <a:ea typeface="微软雅黑" pitchFamily="34" charset="-122"/>
              </a:rPr>
              <a:t>，以及</a:t>
            </a:r>
            <a:r>
              <a:rPr lang="zh-CN" altLang="en-US" sz="2800" b="1" dirty="0">
                <a:solidFill>
                  <a:srgbClr val="C00000"/>
                </a:solidFill>
                <a:latin typeface="微软雅黑" pitchFamily="34" charset="-122"/>
                <a:ea typeface="微软雅黑" pitchFamily="34" charset="-122"/>
              </a:rPr>
              <a:t>邮件发送和读取协议</a:t>
            </a:r>
            <a:r>
              <a:rPr lang="zh-CN" altLang="en-US" sz="2800" b="1" dirty="0">
                <a:latin typeface="微软雅黑" pitchFamily="34" charset="-122"/>
                <a:ea typeface="微软雅黑" pitchFamily="34" charset="-122"/>
              </a:rPr>
              <a:t>。</a:t>
            </a:r>
            <a:endParaRPr lang="en-US" altLang="zh-CN" sz="2800" b="1" dirty="0">
              <a:latin typeface="微软雅黑" pitchFamily="34" charset="-122"/>
              <a:ea typeface="微软雅黑" pitchFamily="34" charset="-122"/>
            </a:endParaRPr>
          </a:p>
        </p:txBody>
      </p:sp>
    </p:spTree>
    <p:extLst>
      <p:ext uri="{BB962C8B-B14F-4D97-AF65-F5344CB8AC3E}">
        <p14:creationId xmlns:p14="http://schemas.microsoft.com/office/powerpoint/2010/main" val="38816938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A701382C-1606-69E1-F8C8-A62A1E230F87}"/>
              </a:ext>
            </a:extLst>
          </p:cNvPr>
          <p:cNvSpPr txBox="1">
            <a:spLocks noChangeArrowheads="1"/>
          </p:cNvSpPr>
          <p:nvPr/>
        </p:nvSpPr>
        <p:spPr bwMode="auto">
          <a:xfrm>
            <a:off x="343245" y="116632"/>
            <a:ext cx="9352227" cy="768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rtl="0" eaLnBrk="1" fontAlgn="base" hangingPunct="1">
              <a:spcBef>
                <a:spcPct val="0"/>
              </a:spcBef>
              <a:spcAft>
                <a:spcPct val="0"/>
              </a:spcAft>
              <a:defRPr sz="4400" b="1">
                <a:solidFill>
                  <a:srgbClr val="333399"/>
                </a:solidFill>
                <a:latin typeface="+mn-lt"/>
                <a:ea typeface="黑体" panose="02010609060101010101" pitchFamily="2" charset="-122"/>
                <a:cs typeface="+mj-cs"/>
              </a:defRPr>
            </a:lvl1pPr>
            <a:lvl2pPr algn="l" rtl="0" eaLnBrk="1" fontAlgn="base" hangingPunct="1">
              <a:spcBef>
                <a:spcPct val="0"/>
              </a:spcBef>
              <a:spcAft>
                <a:spcPct val="0"/>
              </a:spcAft>
              <a:defRPr sz="4400">
                <a:solidFill>
                  <a:schemeClr val="tx2"/>
                </a:solidFill>
                <a:latin typeface="Times New Roman" panose="02020603050405020304" pitchFamily="18" charset="0"/>
              </a:defRPr>
            </a:lvl2pPr>
            <a:lvl3pPr algn="l" rtl="0" eaLnBrk="1" fontAlgn="base" hangingPunct="1">
              <a:spcBef>
                <a:spcPct val="0"/>
              </a:spcBef>
              <a:spcAft>
                <a:spcPct val="0"/>
              </a:spcAft>
              <a:defRPr sz="4400">
                <a:solidFill>
                  <a:schemeClr val="tx2"/>
                </a:solidFill>
                <a:latin typeface="Times New Roman" panose="02020603050405020304" pitchFamily="18" charset="0"/>
              </a:defRPr>
            </a:lvl3pPr>
            <a:lvl4pPr algn="l" rtl="0" eaLnBrk="1" fontAlgn="base" hangingPunct="1">
              <a:spcBef>
                <a:spcPct val="0"/>
              </a:spcBef>
              <a:spcAft>
                <a:spcPct val="0"/>
              </a:spcAft>
              <a:defRPr sz="4400">
                <a:solidFill>
                  <a:schemeClr val="tx2"/>
                </a:solidFill>
                <a:latin typeface="Times New Roman" panose="02020603050405020304" pitchFamily="18" charset="0"/>
              </a:defRPr>
            </a:lvl4pPr>
            <a:lvl5pPr algn="l" rtl="0" eaLnBrk="1" fontAlgn="base" hangingPunct="1">
              <a:spcBef>
                <a:spcPct val="0"/>
              </a:spcBef>
              <a:spcAft>
                <a:spcPct val="0"/>
              </a:spcAft>
              <a:defRPr sz="4400">
                <a:solidFill>
                  <a:schemeClr val="tx2"/>
                </a:solidFill>
                <a:latin typeface="Times New Roman" panose="02020603050405020304" pitchFamily="18" charset="0"/>
              </a:defRPr>
            </a:lvl5pPr>
            <a:lvl6pPr marL="457200" algn="l" rtl="0" eaLnBrk="1" fontAlgn="base" hangingPunct="1">
              <a:spcBef>
                <a:spcPct val="0"/>
              </a:spcBef>
              <a:spcAft>
                <a:spcPct val="0"/>
              </a:spcAft>
              <a:defRPr sz="4400">
                <a:solidFill>
                  <a:schemeClr val="tx2"/>
                </a:solidFill>
                <a:latin typeface="Times New Roman" panose="02020603050405020304" pitchFamily="18" charset="0"/>
              </a:defRPr>
            </a:lvl6pPr>
            <a:lvl7pPr marL="914400" algn="l" rtl="0" eaLnBrk="1" fontAlgn="base" hangingPunct="1">
              <a:spcBef>
                <a:spcPct val="0"/>
              </a:spcBef>
              <a:spcAft>
                <a:spcPct val="0"/>
              </a:spcAft>
              <a:defRPr sz="4400">
                <a:solidFill>
                  <a:schemeClr val="tx2"/>
                </a:solidFill>
                <a:latin typeface="Times New Roman" panose="02020603050405020304" pitchFamily="18" charset="0"/>
              </a:defRPr>
            </a:lvl7pPr>
            <a:lvl8pPr marL="1371600" algn="l" rtl="0" eaLnBrk="1" fontAlgn="base" hangingPunct="1">
              <a:spcBef>
                <a:spcPct val="0"/>
              </a:spcBef>
              <a:spcAft>
                <a:spcPct val="0"/>
              </a:spcAft>
              <a:defRPr sz="4400">
                <a:solidFill>
                  <a:schemeClr val="tx2"/>
                </a:solidFill>
                <a:latin typeface="Times New Roman" panose="02020603050405020304" pitchFamily="18" charset="0"/>
              </a:defRPr>
            </a:lvl8pPr>
            <a:lvl9pPr marL="1828800" algn="l" rtl="0" eaLnBrk="1" fontAlgn="base" hangingPunct="1">
              <a:spcBef>
                <a:spcPct val="0"/>
              </a:spcBef>
              <a:spcAft>
                <a:spcPct val="0"/>
              </a:spcAft>
              <a:defRPr sz="4400">
                <a:solidFill>
                  <a:schemeClr val="tx2"/>
                </a:solidFill>
                <a:latin typeface="Times New Roman" panose="02020603050405020304" pitchFamily="18" charset="0"/>
              </a:defRPr>
            </a:lvl9pPr>
          </a:lstStyle>
          <a:p>
            <a:pPr algn="ctr"/>
            <a:r>
              <a:rPr lang="zh-CN" altLang="en-US" kern="0" dirty="0"/>
              <a:t>第</a:t>
            </a:r>
            <a:r>
              <a:rPr lang="en-US" altLang="zh-CN" kern="0" dirty="0"/>
              <a:t>6 </a:t>
            </a:r>
            <a:r>
              <a:rPr lang="zh-CN" altLang="en-US" kern="0" dirty="0"/>
              <a:t>章 </a:t>
            </a:r>
            <a:r>
              <a:rPr lang="zh-CN" altLang="en-US" kern="0" dirty="0" smtClean="0"/>
              <a:t>分层综合数据包格式</a:t>
            </a:r>
            <a:endParaRPr lang="zh-CN" altLang="en-US" kern="0" dirty="0"/>
          </a:p>
        </p:txBody>
      </p:sp>
      <p:pic>
        <p:nvPicPr>
          <p:cNvPr id="1026" name="图片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76670" y="1052736"/>
            <a:ext cx="5872889" cy="5760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952" name="矩形 26951"/>
          <p:cNvSpPr/>
          <p:nvPr/>
        </p:nvSpPr>
        <p:spPr bwMode="auto">
          <a:xfrm>
            <a:off x="5385047" y="3140968"/>
            <a:ext cx="2664511" cy="216024"/>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ndParaRPr>
          </a:p>
        </p:txBody>
      </p:sp>
      <p:sp>
        <p:nvSpPr>
          <p:cNvPr id="2" name="文本框 1"/>
          <p:cNvSpPr txBox="1"/>
          <p:nvPr/>
        </p:nvSpPr>
        <p:spPr>
          <a:xfrm>
            <a:off x="8193362" y="2204864"/>
            <a:ext cx="369332" cy="1152128"/>
          </a:xfrm>
          <a:prstGeom prst="rect">
            <a:avLst/>
          </a:prstGeom>
          <a:solidFill>
            <a:srgbClr val="92D050"/>
          </a:solidFill>
          <a:ln w="22225">
            <a:solidFill>
              <a:schemeClr val="tx1"/>
            </a:solidFill>
          </a:ln>
        </p:spPr>
        <p:txBody>
          <a:bodyPr vert="eaVert" wrap="square" rtlCol="0">
            <a:spAutoFit/>
          </a:bodyPr>
          <a:lstStyle/>
          <a:p>
            <a:r>
              <a:rPr lang="en-US" altLang="zh-CN" sz="1200" dirty="0" smtClean="0"/>
              <a:t>MAC</a:t>
            </a:r>
            <a:r>
              <a:rPr lang="zh-CN" altLang="en-US" sz="1200" dirty="0" smtClean="0"/>
              <a:t>头</a:t>
            </a:r>
            <a:r>
              <a:rPr lang="en-US" altLang="zh-CN" sz="1200" dirty="0" smtClean="0"/>
              <a:t>14</a:t>
            </a:r>
            <a:r>
              <a:rPr lang="zh-CN" altLang="en-US" sz="1200" dirty="0" smtClean="0"/>
              <a:t>字节</a:t>
            </a:r>
            <a:endParaRPr lang="zh-CN" altLang="en-US" sz="1200" dirty="0"/>
          </a:p>
        </p:txBody>
      </p:sp>
      <p:sp>
        <p:nvSpPr>
          <p:cNvPr id="6" name="文本框 5"/>
          <p:cNvSpPr txBox="1"/>
          <p:nvPr/>
        </p:nvSpPr>
        <p:spPr>
          <a:xfrm>
            <a:off x="8193361" y="3356992"/>
            <a:ext cx="369332" cy="1440160"/>
          </a:xfrm>
          <a:prstGeom prst="rect">
            <a:avLst/>
          </a:prstGeom>
          <a:solidFill>
            <a:srgbClr val="00B050"/>
          </a:solidFill>
          <a:ln w="22225">
            <a:solidFill>
              <a:schemeClr val="tx1">
                <a:alpha val="99000"/>
              </a:schemeClr>
            </a:solidFill>
          </a:ln>
        </p:spPr>
        <p:txBody>
          <a:bodyPr vert="eaVert" wrap="square" rtlCol="0">
            <a:spAutoFit/>
          </a:bodyPr>
          <a:lstStyle/>
          <a:p>
            <a:r>
              <a:rPr lang="en-US" altLang="zh-CN" sz="1200" dirty="0" smtClean="0"/>
              <a:t>IP</a:t>
            </a:r>
            <a:r>
              <a:rPr lang="zh-CN" altLang="en-US" sz="1200" dirty="0" smtClean="0"/>
              <a:t>头</a:t>
            </a:r>
            <a:r>
              <a:rPr lang="en-US" altLang="zh-CN" sz="1200" dirty="0" smtClean="0"/>
              <a:t>20</a:t>
            </a:r>
            <a:r>
              <a:rPr lang="zh-CN" altLang="en-US" sz="1200" dirty="0" smtClean="0"/>
              <a:t>字节</a:t>
            </a:r>
            <a:endParaRPr lang="zh-CN" altLang="en-US" sz="1200" dirty="0"/>
          </a:p>
        </p:txBody>
      </p:sp>
      <p:sp>
        <p:nvSpPr>
          <p:cNvPr id="7" name="文本框 6"/>
          <p:cNvSpPr txBox="1"/>
          <p:nvPr/>
        </p:nvSpPr>
        <p:spPr>
          <a:xfrm>
            <a:off x="8193360" y="4797152"/>
            <a:ext cx="369332" cy="1440160"/>
          </a:xfrm>
          <a:prstGeom prst="rect">
            <a:avLst/>
          </a:prstGeom>
          <a:solidFill>
            <a:srgbClr val="00B0F0"/>
          </a:solidFill>
          <a:ln w="22225">
            <a:solidFill>
              <a:schemeClr val="tx1"/>
            </a:solidFill>
          </a:ln>
        </p:spPr>
        <p:txBody>
          <a:bodyPr vert="eaVert" wrap="square" rtlCol="0">
            <a:spAutoFit/>
          </a:bodyPr>
          <a:lstStyle/>
          <a:p>
            <a:r>
              <a:rPr lang="en-US" altLang="zh-CN" sz="1200" dirty="0" smtClean="0"/>
              <a:t>TCP</a:t>
            </a:r>
            <a:r>
              <a:rPr lang="zh-CN" altLang="en-US" sz="1200" dirty="0" smtClean="0"/>
              <a:t>头</a:t>
            </a:r>
            <a:r>
              <a:rPr lang="en-US" altLang="zh-CN" sz="1200" dirty="0" smtClean="0"/>
              <a:t>20</a:t>
            </a:r>
            <a:r>
              <a:rPr lang="zh-CN" altLang="en-US" sz="1200" dirty="0" smtClean="0"/>
              <a:t>字节</a:t>
            </a:r>
            <a:endParaRPr lang="zh-CN" altLang="en-US" sz="1200" dirty="0"/>
          </a:p>
        </p:txBody>
      </p:sp>
      <p:sp>
        <p:nvSpPr>
          <p:cNvPr id="8" name="文本框 7"/>
          <p:cNvSpPr txBox="1"/>
          <p:nvPr/>
        </p:nvSpPr>
        <p:spPr>
          <a:xfrm>
            <a:off x="8193360" y="6237312"/>
            <a:ext cx="369332" cy="432048"/>
          </a:xfrm>
          <a:prstGeom prst="rect">
            <a:avLst/>
          </a:prstGeom>
          <a:solidFill>
            <a:srgbClr val="0070C0"/>
          </a:solidFill>
          <a:ln w="22225">
            <a:solidFill>
              <a:schemeClr val="tx1"/>
            </a:solidFill>
          </a:ln>
        </p:spPr>
        <p:txBody>
          <a:bodyPr vert="eaVert" wrap="square" rtlCol="0">
            <a:spAutoFit/>
          </a:bodyPr>
          <a:lstStyle/>
          <a:p>
            <a:r>
              <a:rPr lang="zh-CN" altLang="en-US" sz="1200" dirty="0" smtClean="0"/>
              <a:t>应用</a:t>
            </a:r>
            <a:endParaRPr lang="zh-CN" altLang="en-US" sz="1200" dirty="0"/>
          </a:p>
        </p:txBody>
      </p:sp>
    </p:spTree>
    <p:extLst>
      <p:ext uri="{BB962C8B-B14F-4D97-AF65-F5344CB8AC3E}">
        <p14:creationId xmlns:p14="http://schemas.microsoft.com/office/powerpoint/2010/main" val="11367925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558496" y="2290768"/>
            <a:ext cx="8806433" cy="2782517"/>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Rectangle 46"/>
          <p:cNvSpPr>
            <a:spLocks noChangeArrowheads="1"/>
          </p:cNvSpPr>
          <p:nvPr/>
        </p:nvSpPr>
        <p:spPr bwMode="auto">
          <a:xfrm>
            <a:off x="551931" y="1331691"/>
            <a:ext cx="8806433" cy="4758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71464" indent="-371464">
              <a:lnSpc>
                <a:spcPts val="3250"/>
              </a:lnSpc>
              <a:buClr>
                <a:srgbClr val="0070C0"/>
              </a:buClr>
              <a:buFont typeface="Wingdings" panose="05000000000000000000" pitchFamily="2" charset="2"/>
              <a:buChar char="l"/>
            </a:pPr>
            <a:r>
              <a:rPr lang="zh-CN" altLang="en-US" sz="2167" b="1" dirty="0">
                <a:latin typeface="微软雅黑" panose="020B0503020204020204" pitchFamily="34" charset="-122"/>
                <a:ea typeface="微软雅黑" panose="020B0503020204020204" pitchFamily="34" charset="-122"/>
              </a:rPr>
              <a:t>计算机网络上的通信面临以下两大类威胁：</a:t>
            </a:r>
            <a:r>
              <a:rPr lang="zh-CN" altLang="en-US" sz="2167" b="1" dirty="0">
                <a:solidFill>
                  <a:srgbClr val="0000FF"/>
                </a:solidFill>
                <a:latin typeface="微软雅黑" panose="020B0503020204020204" pitchFamily="34" charset="-122"/>
                <a:ea typeface="微软雅黑" panose="020B0503020204020204" pitchFamily="34" charset="-122"/>
              </a:rPr>
              <a:t>被动攻击</a:t>
            </a:r>
            <a:r>
              <a:rPr lang="zh-CN" altLang="en-US" sz="2167" b="1" dirty="0">
                <a:latin typeface="微软雅黑" panose="020B0503020204020204" pitchFamily="34" charset="-122"/>
                <a:ea typeface="微软雅黑" panose="020B0503020204020204" pitchFamily="34" charset="-122"/>
              </a:rPr>
              <a:t>和</a:t>
            </a:r>
            <a:r>
              <a:rPr lang="zh-CN" altLang="en-US" sz="2167" b="1" dirty="0">
                <a:solidFill>
                  <a:srgbClr val="0000FF"/>
                </a:solidFill>
                <a:latin typeface="微软雅黑" panose="020B0503020204020204" pitchFamily="34" charset="-122"/>
                <a:ea typeface="微软雅黑" panose="020B0503020204020204" pitchFamily="34" charset="-122"/>
              </a:rPr>
              <a:t>主动攻击</a:t>
            </a:r>
            <a:r>
              <a:rPr lang="zh-CN" altLang="en-US" sz="2167" b="1" dirty="0">
                <a:latin typeface="微软雅黑" panose="020B0503020204020204" pitchFamily="34" charset="-122"/>
                <a:ea typeface="微软雅黑" panose="020B0503020204020204" pitchFamily="34" charset="-122"/>
              </a:rPr>
              <a:t>。</a:t>
            </a:r>
          </a:p>
        </p:txBody>
      </p:sp>
      <p:sp>
        <p:nvSpPr>
          <p:cNvPr id="13" name="Rectangle 99"/>
          <p:cNvSpPr>
            <a:spLocks noChangeArrowheads="1"/>
          </p:cNvSpPr>
          <p:nvPr/>
        </p:nvSpPr>
        <p:spPr bwMode="auto">
          <a:xfrm>
            <a:off x="794405" y="2665597"/>
            <a:ext cx="8306189" cy="2021755"/>
          </a:xfrm>
          <a:prstGeom prst="rect">
            <a:avLst/>
          </a:prstGeom>
          <a:solidFill>
            <a:schemeClr val="bg1"/>
          </a:solidFill>
          <a:ln w="9525">
            <a:solidFill>
              <a:srgbClr val="0000FF"/>
            </a:solidFill>
            <a:prstDash val="dash"/>
            <a:miter lim="800000"/>
          </a:ln>
          <a:effectLst/>
        </p:spPr>
        <p:txBody>
          <a:bodyPr wrap="none" anchor="ctr"/>
          <a:lstStyle/>
          <a:p>
            <a:pPr defTabSz="990570" eaLnBrk="1" fontAlgn="auto" hangingPunct="1">
              <a:spcBef>
                <a:spcPts val="0"/>
              </a:spcBef>
              <a:spcAft>
                <a:spcPts val="0"/>
              </a:spcAft>
              <a:defRPr/>
            </a:pPr>
            <a:endParaRPr lang="zh-CN" altLang="en-US" sz="1517" b="1" kern="0">
              <a:latin typeface="微软雅黑" panose="020B0503020204020204" pitchFamily="34" charset="-122"/>
              <a:ea typeface="微软雅黑" panose="020B0503020204020204" pitchFamily="34" charset="-122"/>
            </a:endParaRPr>
          </a:p>
        </p:txBody>
      </p:sp>
      <p:sp>
        <p:nvSpPr>
          <p:cNvPr id="14" name="Rectangle 66"/>
          <p:cNvSpPr>
            <a:spLocks noChangeArrowheads="1"/>
          </p:cNvSpPr>
          <p:nvPr/>
        </p:nvSpPr>
        <p:spPr bwMode="auto">
          <a:xfrm>
            <a:off x="2901931" y="4202665"/>
            <a:ext cx="6184904" cy="470690"/>
          </a:xfrm>
          <a:prstGeom prst="rect">
            <a:avLst/>
          </a:prstGeom>
          <a:solidFill>
            <a:srgbClr val="800000"/>
          </a:solidFill>
          <a:ln w="9525" algn="ctr">
            <a:noFill/>
            <a:miter lim="800000"/>
          </a:ln>
          <a:effectLst/>
        </p:spPr>
        <p:txBody>
          <a:bodyPr wrap="none" anchor="ctr"/>
          <a:lstStyle/>
          <a:p>
            <a:pPr algn="ctr"/>
            <a:endParaRPr lang="zh-CN" altLang="en-US" sz="1300" b="1">
              <a:latin typeface="微软雅黑" panose="020B0503020204020204" pitchFamily="34" charset="-122"/>
              <a:ea typeface="微软雅黑" panose="020B0503020204020204" pitchFamily="34" charset="-122"/>
            </a:endParaRPr>
          </a:p>
        </p:txBody>
      </p:sp>
      <p:sp>
        <p:nvSpPr>
          <p:cNvPr id="15" name="Oval 68"/>
          <p:cNvSpPr>
            <a:spLocks noChangeArrowheads="1"/>
          </p:cNvSpPr>
          <p:nvPr/>
        </p:nvSpPr>
        <p:spPr bwMode="auto">
          <a:xfrm>
            <a:off x="3128908" y="3236253"/>
            <a:ext cx="246049" cy="260872"/>
          </a:xfrm>
          <a:prstGeom prst="ellipse">
            <a:avLst/>
          </a:prstGeom>
          <a:solidFill>
            <a:srgbClr val="33CCFF"/>
          </a:solidFill>
          <a:ln w="9525">
            <a:solidFill>
              <a:srgbClr val="0000FF"/>
            </a:solidFill>
            <a:round/>
            <a:headEnd type="none" w="sm" len="sm"/>
            <a:tailEnd type="none" w="sm" len="sm"/>
          </a:ln>
          <a:effectLst/>
        </p:spPr>
        <p:txBody>
          <a:bodyPr wrap="none" anchor="ctr"/>
          <a:lstStyle/>
          <a:p>
            <a:pPr defTabSz="990570" eaLnBrk="1" fontAlgn="auto" hangingPunct="1">
              <a:spcBef>
                <a:spcPts val="0"/>
              </a:spcBef>
              <a:spcAft>
                <a:spcPts val="0"/>
              </a:spcAft>
              <a:defRPr/>
            </a:pPr>
            <a:endParaRPr lang="zh-CN" altLang="en-US" sz="1517" b="1" kern="0">
              <a:latin typeface="微软雅黑" panose="020B0503020204020204" pitchFamily="34" charset="-122"/>
              <a:ea typeface="微软雅黑" panose="020B0503020204020204" pitchFamily="34" charset="-122"/>
            </a:endParaRPr>
          </a:p>
        </p:txBody>
      </p:sp>
      <p:sp>
        <p:nvSpPr>
          <p:cNvPr id="16" name="Oval 69"/>
          <p:cNvSpPr>
            <a:spLocks noChangeArrowheads="1"/>
          </p:cNvSpPr>
          <p:nvPr/>
        </p:nvSpPr>
        <p:spPr bwMode="auto">
          <a:xfrm>
            <a:off x="4402140" y="3236253"/>
            <a:ext cx="246049" cy="260872"/>
          </a:xfrm>
          <a:prstGeom prst="ellipse">
            <a:avLst/>
          </a:prstGeom>
          <a:solidFill>
            <a:srgbClr val="33CCFF"/>
          </a:solidFill>
          <a:ln w="9525">
            <a:solidFill>
              <a:srgbClr val="0000FF"/>
            </a:solidFill>
            <a:round/>
            <a:headEnd type="none" w="sm" len="sm"/>
            <a:tailEnd type="none" w="sm" len="sm"/>
          </a:ln>
          <a:effectLst/>
        </p:spPr>
        <p:txBody>
          <a:bodyPr wrap="none" anchor="ctr"/>
          <a:lstStyle/>
          <a:p>
            <a:pPr defTabSz="990570" eaLnBrk="1" fontAlgn="auto" hangingPunct="1">
              <a:spcBef>
                <a:spcPts val="0"/>
              </a:spcBef>
              <a:spcAft>
                <a:spcPts val="0"/>
              </a:spcAft>
              <a:defRPr/>
            </a:pPr>
            <a:endParaRPr lang="zh-CN" altLang="en-US" sz="1517" b="1" kern="0">
              <a:latin typeface="微软雅黑" panose="020B0503020204020204" pitchFamily="34" charset="-122"/>
              <a:ea typeface="微软雅黑" panose="020B0503020204020204" pitchFamily="34" charset="-122"/>
            </a:endParaRPr>
          </a:p>
        </p:txBody>
      </p:sp>
      <p:sp>
        <p:nvSpPr>
          <p:cNvPr id="17" name="Oval 71"/>
          <p:cNvSpPr>
            <a:spLocks noChangeArrowheads="1"/>
          </p:cNvSpPr>
          <p:nvPr/>
        </p:nvSpPr>
        <p:spPr bwMode="auto">
          <a:xfrm>
            <a:off x="1059723" y="3236252"/>
            <a:ext cx="246049" cy="257907"/>
          </a:xfrm>
          <a:prstGeom prst="ellipse">
            <a:avLst/>
          </a:prstGeom>
          <a:solidFill>
            <a:srgbClr val="33CCFF"/>
          </a:solidFill>
          <a:ln w="9525">
            <a:solidFill>
              <a:srgbClr val="0000FF"/>
            </a:solidFill>
            <a:round/>
            <a:headEnd type="none" w="sm" len="sm"/>
            <a:tailEnd type="none" w="sm" len="sm"/>
          </a:ln>
          <a:effectLst/>
        </p:spPr>
        <p:txBody>
          <a:bodyPr wrap="none" anchor="ctr"/>
          <a:lstStyle/>
          <a:p>
            <a:pPr defTabSz="990570" eaLnBrk="1" fontAlgn="auto" hangingPunct="1">
              <a:spcBef>
                <a:spcPts val="0"/>
              </a:spcBef>
              <a:spcAft>
                <a:spcPts val="0"/>
              </a:spcAft>
              <a:defRPr/>
            </a:pPr>
            <a:endParaRPr lang="zh-CN" altLang="en-US" sz="1517" b="1" kern="0">
              <a:latin typeface="微软雅黑" panose="020B0503020204020204" pitchFamily="34" charset="-122"/>
              <a:ea typeface="微软雅黑" panose="020B0503020204020204" pitchFamily="34" charset="-122"/>
            </a:endParaRPr>
          </a:p>
        </p:txBody>
      </p:sp>
      <p:sp>
        <p:nvSpPr>
          <p:cNvPr id="18" name="Oval 72"/>
          <p:cNvSpPr>
            <a:spLocks noChangeArrowheads="1"/>
          </p:cNvSpPr>
          <p:nvPr/>
        </p:nvSpPr>
        <p:spPr bwMode="auto">
          <a:xfrm>
            <a:off x="2334436" y="3236252"/>
            <a:ext cx="246049" cy="257907"/>
          </a:xfrm>
          <a:prstGeom prst="ellipse">
            <a:avLst/>
          </a:prstGeom>
          <a:solidFill>
            <a:srgbClr val="33CCFF"/>
          </a:solidFill>
          <a:ln w="9525">
            <a:solidFill>
              <a:srgbClr val="0000FF"/>
            </a:solidFill>
            <a:round/>
            <a:headEnd type="none" w="sm" len="sm"/>
            <a:tailEnd type="none" w="sm" len="sm"/>
          </a:ln>
          <a:effectLst/>
        </p:spPr>
        <p:txBody>
          <a:bodyPr wrap="none" anchor="ctr"/>
          <a:lstStyle/>
          <a:p>
            <a:pPr defTabSz="990570" eaLnBrk="1" fontAlgn="auto" hangingPunct="1">
              <a:spcBef>
                <a:spcPts val="0"/>
              </a:spcBef>
              <a:spcAft>
                <a:spcPts val="0"/>
              </a:spcAft>
              <a:defRPr/>
            </a:pPr>
            <a:endParaRPr lang="zh-CN" altLang="en-US" sz="1517" b="1" kern="0">
              <a:latin typeface="微软雅黑" panose="020B0503020204020204" pitchFamily="34" charset="-122"/>
              <a:ea typeface="微软雅黑" panose="020B0503020204020204" pitchFamily="34" charset="-122"/>
            </a:endParaRPr>
          </a:p>
        </p:txBody>
      </p:sp>
      <p:sp>
        <p:nvSpPr>
          <p:cNvPr id="19" name="Line 73"/>
          <p:cNvSpPr>
            <a:spLocks noChangeShapeType="1"/>
          </p:cNvSpPr>
          <p:nvPr/>
        </p:nvSpPr>
        <p:spPr bwMode="auto">
          <a:xfrm>
            <a:off x="1305772" y="3366689"/>
            <a:ext cx="1028664" cy="0"/>
          </a:xfrm>
          <a:prstGeom prst="line">
            <a:avLst/>
          </a:prstGeom>
          <a:noFill/>
          <a:ln w="28575">
            <a:solidFill>
              <a:srgbClr val="0000FF"/>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90570" eaLnBrk="1" fontAlgn="auto" hangingPunct="1">
              <a:spcBef>
                <a:spcPts val="0"/>
              </a:spcBef>
              <a:spcAft>
                <a:spcPts val="0"/>
              </a:spcAft>
              <a:defRPr/>
            </a:pPr>
            <a:endParaRPr lang="zh-CN" altLang="en-US" sz="1517" b="1" kern="0">
              <a:latin typeface="微软雅黑" panose="020B0503020204020204" pitchFamily="34" charset="-122"/>
              <a:ea typeface="微软雅黑" panose="020B0503020204020204" pitchFamily="34" charset="-122"/>
            </a:endParaRPr>
          </a:p>
        </p:txBody>
      </p:sp>
      <p:sp>
        <p:nvSpPr>
          <p:cNvPr id="20" name="Arc 74"/>
          <p:cNvSpPr/>
          <p:nvPr/>
        </p:nvSpPr>
        <p:spPr bwMode="auto">
          <a:xfrm>
            <a:off x="1305772" y="3366689"/>
            <a:ext cx="530636" cy="369074"/>
          </a:xfrm>
          <a:custGeom>
            <a:avLst/>
            <a:gdLst>
              <a:gd name="G0" fmla="+- 0 0 0"/>
              <a:gd name="G1" fmla="+- 19891 0 0"/>
              <a:gd name="G2" fmla="+- 21600 0 0"/>
              <a:gd name="T0" fmla="*/ 8421 w 21600"/>
              <a:gd name="T1" fmla="*/ 0 h 19891"/>
              <a:gd name="T2" fmla="*/ 21600 w 21600"/>
              <a:gd name="T3" fmla="*/ 19891 h 19891"/>
              <a:gd name="T4" fmla="*/ 0 w 21600"/>
              <a:gd name="T5" fmla="*/ 19891 h 19891"/>
            </a:gdLst>
            <a:ahLst/>
            <a:cxnLst>
              <a:cxn ang="0">
                <a:pos x="T0" y="T1"/>
              </a:cxn>
              <a:cxn ang="0">
                <a:pos x="T2" y="T3"/>
              </a:cxn>
              <a:cxn ang="0">
                <a:pos x="T4" y="T5"/>
              </a:cxn>
            </a:cxnLst>
            <a:rect l="0" t="0" r="r" b="b"/>
            <a:pathLst>
              <a:path w="21600" h="19891" fill="none" extrusionOk="0">
                <a:moveTo>
                  <a:pt x="8420" y="0"/>
                </a:moveTo>
                <a:cubicBezTo>
                  <a:pt x="16409" y="3382"/>
                  <a:pt x="21600" y="11215"/>
                  <a:pt x="21600" y="19891"/>
                </a:cubicBezTo>
              </a:path>
              <a:path w="21600" h="19891" stroke="0" extrusionOk="0">
                <a:moveTo>
                  <a:pt x="8420" y="0"/>
                </a:moveTo>
                <a:cubicBezTo>
                  <a:pt x="16409" y="3382"/>
                  <a:pt x="21600" y="11215"/>
                  <a:pt x="21600" y="19891"/>
                </a:cubicBezTo>
                <a:lnTo>
                  <a:pt x="0" y="19891"/>
                </a:lnTo>
                <a:close/>
              </a:path>
            </a:pathLst>
          </a:custGeom>
          <a:noFill/>
          <a:ln w="28575">
            <a:solidFill>
              <a:srgbClr val="CC0099"/>
            </a:solidFill>
            <a:round/>
            <a:headEnd type="none" w="sm" len="sm"/>
            <a:tailEnd type="triangle" w="med" len="lg"/>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90570" eaLnBrk="1" fontAlgn="auto" hangingPunct="1">
              <a:spcBef>
                <a:spcPts val="0"/>
              </a:spcBef>
              <a:spcAft>
                <a:spcPts val="0"/>
              </a:spcAft>
              <a:defRPr/>
            </a:pPr>
            <a:endParaRPr lang="zh-CN" altLang="en-US" sz="1517" b="1" kern="0">
              <a:latin typeface="微软雅黑" panose="020B0503020204020204" pitchFamily="34" charset="-122"/>
              <a:ea typeface="微软雅黑" panose="020B0503020204020204" pitchFamily="34" charset="-122"/>
            </a:endParaRPr>
          </a:p>
        </p:txBody>
      </p:sp>
      <p:sp>
        <p:nvSpPr>
          <p:cNvPr id="21" name="Oval 75"/>
          <p:cNvSpPr>
            <a:spLocks noChangeArrowheads="1"/>
          </p:cNvSpPr>
          <p:nvPr/>
        </p:nvSpPr>
        <p:spPr bwMode="auto">
          <a:xfrm>
            <a:off x="1677812" y="3753549"/>
            <a:ext cx="367591" cy="216405"/>
          </a:xfrm>
          <a:prstGeom prst="ellipse">
            <a:avLst/>
          </a:prstGeom>
          <a:solidFill>
            <a:srgbClr val="FF66FF"/>
          </a:solidFill>
          <a:ln w="9525">
            <a:solidFill>
              <a:srgbClr val="0000FF"/>
            </a:solidFill>
            <a:round/>
            <a:headEnd type="none" w="sm" len="sm"/>
            <a:tailEnd type="none" w="sm" len="sm"/>
          </a:ln>
          <a:effectLst/>
        </p:spPr>
        <p:txBody>
          <a:bodyPr wrap="none" anchor="ctr"/>
          <a:lstStyle/>
          <a:p>
            <a:pPr defTabSz="990570" eaLnBrk="1" fontAlgn="auto" hangingPunct="1">
              <a:spcBef>
                <a:spcPts val="0"/>
              </a:spcBef>
              <a:spcAft>
                <a:spcPts val="0"/>
              </a:spcAft>
              <a:defRPr/>
            </a:pPr>
            <a:endParaRPr lang="zh-CN" altLang="en-US" sz="1517" b="1" kern="0">
              <a:latin typeface="微软雅黑" panose="020B0503020204020204" pitchFamily="34" charset="-122"/>
              <a:ea typeface="微软雅黑" panose="020B0503020204020204" pitchFamily="34" charset="-122"/>
            </a:endParaRPr>
          </a:p>
        </p:txBody>
      </p:sp>
      <p:sp>
        <p:nvSpPr>
          <p:cNvPr id="22" name="Text Box 76"/>
          <p:cNvSpPr txBox="1">
            <a:spLocks noChangeArrowheads="1"/>
          </p:cNvSpPr>
          <p:nvPr/>
        </p:nvSpPr>
        <p:spPr bwMode="auto">
          <a:xfrm>
            <a:off x="2045403" y="3715013"/>
            <a:ext cx="630301" cy="3590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defTabSz="762000">
              <a:defRPr>
                <a:solidFill>
                  <a:schemeClr val="tx1"/>
                </a:solidFill>
                <a:latin typeface="Arial" panose="020B0604020202020204" pitchFamily="34" charset="0"/>
                <a:ea typeface="宋体" panose="02010600030101010101" pitchFamily="2" charset="-122"/>
              </a:defRPr>
            </a:lvl1pPr>
            <a:lvl2pPr marL="571500" algn="l" defTabSz="762000">
              <a:defRPr>
                <a:solidFill>
                  <a:schemeClr val="tx1"/>
                </a:solidFill>
                <a:latin typeface="Arial" panose="020B0604020202020204" pitchFamily="34" charset="0"/>
                <a:ea typeface="宋体" panose="02010600030101010101" pitchFamily="2" charset="-122"/>
              </a:defRPr>
            </a:lvl2pPr>
            <a:lvl3pPr marL="1143000" algn="l" defTabSz="762000">
              <a:defRPr>
                <a:solidFill>
                  <a:schemeClr val="tx1"/>
                </a:solidFill>
                <a:latin typeface="Arial" panose="020B0604020202020204" pitchFamily="34" charset="0"/>
                <a:ea typeface="宋体" panose="02010600030101010101" pitchFamily="2" charset="-122"/>
              </a:defRPr>
            </a:lvl3pPr>
            <a:lvl4pPr marL="1714500" algn="l" defTabSz="762000">
              <a:defRPr>
                <a:solidFill>
                  <a:schemeClr val="tx1"/>
                </a:solidFill>
                <a:latin typeface="Arial" panose="020B0604020202020204" pitchFamily="34" charset="0"/>
                <a:ea typeface="宋体" panose="02010600030101010101" pitchFamily="2" charset="-122"/>
              </a:defRPr>
            </a:lvl4pPr>
            <a:lvl5pPr marL="2286000" algn="l"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1733" b="1">
                <a:latin typeface="微软雅黑" panose="020B0503020204020204" pitchFamily="34" charset="-122"/>
                <a:ea typeface="微软雅黑" panose="020B0503020204020204" pitchFamily="34" charset="-122"/>
              </a:rPr>
              <a:t>截获</a:t>
            </a:r>
          </a:p>
        </p:txBody>
      </p:sp>
      <p:sp>
        <p:nvSpPr>
          <p:cNvPr id="23" name="Oval 77"/>
          <p:cNvSpPr>
            <a:spLocks noChangeArrowheads="1"/>
          </p:cNvSpPr>
          <p:nvPr/>
        </p:nvSpPr>
        <p:spPr bwMode="auto">
          <a:xfrm>
            <a:off x="5183272" y="3231807"/>
            <a:ext cx="246049" cy="256424"/>
          </a:xfrm>
          <a:prstGeom prst="ellipse">
            <a:avLst/>
          </a:prstGeom>
          <a:solidFill>
            <a:srgbClr val="33CCFF"/>
          </a:solidFill>
          <a:ln w="9525">
            <a:solidFill>
              <a:srgbClr val="0000FF"/>
            </a:solidFill>
            <a:round/>
            <a:headEnd type="none" w="sm" len="sm"/>
            <a:tailEnd type="none" w="sm" len="sm"/>
          </a:ln>
          <a:effectLst/>
        </p:spPr>
        <p:txBody>
          <a:bodyPr wrap="none" anchor="ctr"/>
          <a:lstStyle/>
          <a:p>
            <a:pPr defTabSz="990570" eaLnBrk="1" fontAlgn="auto" hangingPunct="1">
              <a:spcBef>
                <a:spcPts val="0"/>
              </a:spcBef>
              <a:spcAft>
                <a:spcPts val="0"/>
              </a:spcAft>
              <a:defRPr/>
            </a:pPr>
            <a:endParaRPr lang="zh-CN" altLang="en-US" sz="1517" b="1" kern="0">
              <a:latin typeface="微软雅黑" panose="020B0503020204020204" pitchFamily="34" charset="-122"/>
              <a:ea typeface="微软雅黑" panose="020B0503020204020204" pitchFamily="34" charset="-122"/>
            </a:endParaRPr>
          </a:p>
        </p:txBody>
      </p:sp>
      <p:sp>
        <p:nvSpPr>
          <p:cNvPr id="24" name="Oval 78"/>
          <p:cNvSpPr>
            <a:spLocks noChangeArrowheads="1"/>
          </p:cNvSpPr>
          <p:nvPr/>
        </p:nvSpPr>
        <p:spPr bwMode="auto">
          <a:xfrm>
            <a:off x="6457986" y="3231807"/>
            <a:ext cx="247532" cy="256424"/>
          </a:xfrm>
          <a:prstGeom prst="ellipse">
            <a:avLst/>
          </a:prstGeom>
          <a:solidFill>
            <a:srgbClr val="33CCFF"/>
          </a:solidFill>
          <a:ln w="9525">
            <a:solidFill>
              <a:srgbClr val="0000FF"/>
            </a:solidFill>
            <a:round/>
            <a:headEnd type="none" w="sm" len="sm"/>
            <a:tailEnd type="none" w="sm" len="sm"/>
          </a:ln>
          <a:effectLst/>
        </p:spPr>
        <p:txBody>
          <a:bodyPr wrap="none" anchor="ctr"/>
          <a:lstStyle/>
          <a:p>
            <a:pPr defTabSz="990570" eaLnBrk="1" fontAlgn="auto" hangingPunct="1">
              <a:spcBef>
                <a:spcPts val="0"/>
              </a:spcBef>
              <a:spcAft>
                <a:spcPts val="0"/>
              </a:spcAft>
              <a:defRPr/>
            </a:pPr>
            <a:endParaRPr lang="zh-CN" altLang="en-US" sz="1517" b="1" kern="0">
              <a:latin typeface="微软雅黑" panose="020B0503020204020204" pitchFamily="34" charset="-122"/>
              <a:ea typeface="微软雅黑" panose="020B0503020204020204" pitchFamily="34" charset="-122"/>
            </a:endParaRPr>
          </a:p>
        </p:txBody>
      </p:sp>
      <p:sp>
        <p:nvSpPr>
          <p:cNvPr id="25" name="Oval 83"/>
          <p:cNvSpPr>
            <a:spLocks noChangeArrowheads="1"/>
          </p:cNvSpPr>
          <p:nvPr/>
        </p:nvSpPr>
        <p:spPr bwMode="auto">
          <a:xfrm>
            <a:off x="7283585" y="3231807"/>
            <a:ext cx="246049" cy="256424"/>
          </a:xfrm>
          <a:prstGeom prst="ellipse">
            <a:avLst/>
          </a:prstGeom>
          <a:solidFill>
            <a:srgbClr val="33CCFF"/>
          </a:solidFill>
          <a:ln w="9525">
            <a:solidFill>
              <a:srgbClr val="0000FF"/>
            </a:solidFill>
            <a:round/>
            <a:headEnd type="none" w="sm" len="sm"/>
            <a:tailEnd type="none" w="sm" len="sm"/>
          </a:ln>
          <a:effectLst/>
        </p:spPr>
        <p:txBody>
          <a:bodyPr wrap="none" anchor="ctr"/>
          <a:lstStyle/>
          <a:p>
            <a:pPr defTabSz="990570" eaLnBrk="1" fontAlgn="auto" hangingPunct="1">
              <a:spcBef>
                <a:spcPts val="0"/>
              </a:spcBef>
              <a:spcAft>
                <a:spcPts val="0"/>
              </a:spcAft>
              <a:defRPr/>
            </a:pPr>
            <a:endParaRPr lang="zh-CN" altLang="en-US" sz="1517" b="1" kern="0">
              <a:latin typeface="微软雅黑" panose="020B0503020204020204" pitchFamily="34" charset="-122"/>
              <a:ea typeface="微软雅黑" panose="020B0503020204020204" pitchFamily="34" charset="-122"/>
            </a:endParaRPr>
          </a:p>
        </p:txBody>
      </p:sp>
      <p:sp>
        <p:nvSpPr>
          <p:cNvPr id="26" name="Text Box 85"/>
          <p:cNvSpPr txBox="1">
            <a:spLocks noChangeArrowheads="1"/>
          </p:cNvSpPr>
          <p:nvPr/>
        </p:nvSpPr>
        <p:spPr bwMode="auto">
          <a:xfrm>
            <a:off x="8424899" y="3557896"/>
            <a:ext cx="630301" cy="62568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defTabSz="762000">
              <a:defRPr>
                <a:solidFill>
                  <a:schemeClr val="tx1"/>
                </a:solidFill>
                <a:latin typeface="Arial" panose="020B0604020202020204" pitchFamily="34" charset="0"/>
                <a:ea typeface="宋体" panose="02010600030101010101" pitchFamily="2" charset="-122"/>
              </a:defRPr>
            </a:lvl1pPr>
            <a:lvl2pPr marL="571500" algn="l" defTabSz="762000">
              <a:defRPr>
                <a:solidFill>
                  <a:schemeClr val="tx1"/>
                </a:solidFill>
                <a:latin typeface="Arial" panose="020B0604020202020204" pitchFamily="34" charset="0"/>
                <a:ea typeface="宋体" panose="02010600030101010101" pitchFamily="2" charset="-122"/>
              </a:defRPr>
            </a:lvl2pPr>
            <a:lvl3pPr marL="1143000" algn="l" defTabSz="762000">
              <a:defRPr>
                <a:solidFill>
                  <a:schemeClr val="tx1"/>
                </a:solidFill>
                <a:latin typeface="Arial" panose="020B0604020202020204" pitchFamily="34" charset="0"/>
                <a:ea typeface="宋体" panose="02010600030101010101" pitchFamily="2" charset="-122"/>
              </a:defRPr>
            </a:lvl3pPr>
            <a:lvl4pPr marL="1714500" algn="l" defTabSz="762000">
              <a:defRPr>
                <a:solidFill>
                  <a:schemeClr val="tx1"/>
                </a:solidFill>
                <a:latin typeface="Arial" panose="020B0604020202020204" pitchFamily="34" charset="0"/>
                <a:ea typeface="宋体" panose="02010600030101010101" pitchFamily="2" charset="-122"/>
              </a:defRPr>
            </a:lvl4pPr>
            <a:lvl5pPr marL="2286000" algn="l"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1733" b="1">
                <a:latin typeface="微软雅黑" panose="020B0503020204020204" pitchFamily="34" charset="-122"/>
                <a:ea typeface="微软雅黑" panose="020B0503020204020204" pitchFamily="34" charset="-122"/>
              </a:rPr>
              <a:t>拒绝</a:t>
            </a:r>
          </a:p>
          <a:p>
            <a:pPr eaLnBrk="0" hangingPunct="0"/>
            <a:r>
              <a:rPr kumimoji="1" lang="zh-CN" altLang="en-US" sz="1733" b="1">
                <a:latin typeface="微软雅黑" panose="020B0503020204020204" pitchFamily="34" charset="-122"/>
                <a:ea typeface="微软雅黑" panose="020B0503020204020204" pitchFamily="34" charset="-122"/>
              </a:rPr>
              <a:t>服务</a:t>
            </a:r>
          </a:p>
        </p:txBody>
      </p:sp>
      <p:sp>
        <p:nvSpPr>
          <p:cNvPr id="27" name="Oval 86"/>
          <p:cNvSpPr>
            <a:spLocks noChangeArrowheads="1"/>
          </p:cNvSpPr>
          <p:nvPr/>
        </p:nvSpPr>
        <p:spPr bwMode="auto">
          <a:xfrm>
            <a:off x="8558299" y="3231807"/>
            <a:ext cx="246049" cy="256424"/>
          </a:xfrm>
          <a:prstGeom prst="ellipse">
            <a:avLst/>
          </a:prstGeom>
          <a:solidFill>
            <a:srgbClr val="33CCFF"/>
          </a:solidFill>
          <a:ln w="9525">
            <a:solidFill>
              <a:srgbClr val="0000FF"/>
            </a:solidFill>
            <a:round/>
            <a:headEnd type="none" w="sm" len="sm"/>
            <a:tailEnd type="none" w="sm" len="sm"/>
          </a:ln>
          <a:effectLst/>
        </p:spPr>
        <p:txBody>
          <a:bodyPr wrap="none" anchor="ctr"/>
          <a:lstStyle/>
          <a:p>
            <a:pPr defTabSz="990570" eaLnBrk="1" fontAlgn="auto" hangingPunct="1">
              <a:spcBef>
                <a:spcPts val="0"/>
              </a:spcBef>
              <a:spcAft>
                <a:spcPts val="0"/>
              </a:spcAft>
              <a:defRPr/>
            </a:pPr>
            <a:endParaRPr lang="zh-CN" altLang="en-US" sz="1517" b="1" kern="0">
              <a:latin typeface="微软雅黑" panose="020B0503020204020204" pitchFamily="34" charset="-122"/>
              <a:ea typeface="微软雅黑" panose="020B0503020204020204" pitchFamily="34" charset="-122"/>
            </a:endParaRPr>
          </a:p>
        </p:txBody>
      </p:sp>
      <p:sp>
        <p:nvSpPr>
          <p:cNvPr id="28" name="Text Box 90"/>
          <p:cNvSpPr txBox="1">
            <a:spLocks noChangeArrowheads="1"/>
          </p:cNvSpPr>
          <p:nvPr/>
        </p:nvSpPr>
        <p:spPr bwMode="auto">
          <a:xfrm>
            <a:off x="5205507" y="4232309"/>
            <a:ext cx="1470274" cy="3590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defTabSz="762000">
              <a:defRPr>
                <a:solidFill>
                  <a:schemeClr val="tx1"/>
                </a:solidFill>
                <a:latin typeface="Arial" panose="020B0604020202020204" pitchFamily="34" charset="0"/>
                <a:ea typeface="宋体" panose="02010600030101010101" pitchFamily="2" charset="-122"/>
              </a:defRPr>
            </a:lvl1pPr>
            <a:lvl2pPr marL="571500" algn="l" defTabSz="762000">
              <a:defRPr>
                <a:solidFill>
                  <a:schemeClr val="tx1"/>
                </a:solidFill>
                <a:latin typeface="Arial" panose="020B0604020202020204" pitchFamily="34" charset="0"/>
                <a:ea typeface="宋体" panose="02010600030101010101" pitchFamily="2" charset="-122"/>
              </a:defRPr>
            </a:lvl2pPr>
            <a:lvl3pPr marL="1143000" algn="l" defTabSz="762000">
              <a:defRPr>
                <a:solidFill>
                  <a:schemeClr val="tx1"/>
                </a:solidFill>
                <a:latin typeface="Arial" panose="020B0604020202020204" pitchFamily="34" charset="0"/>
                <a:ea typeface="宋体" panose="02010600030101010101" pitchFamily="2" charset="-122"/>
              </a:defRPr>
            </a:lvl3pPr>
            <a:lvl4pPr marL="1714500" algn="l" defTabSz="762000">
              <a:defRPr>
                <a:solidFill>
                  <a:schemeClr val="tx1"/>
                </a:solidFill>
                <a:latin typeface="Arial" panose="020B0604020202020204" pitchFamily="34" charset="0"/>
                <a:ea typeface="宋体" panose="02010600030101010101" pitchFamily="2" charset="-122"/>
              </a:defRPr>
            </a:lvl4pPr>
            <a:lvl5pPr marL="2286000" algn="l"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1733" b="1" dirty="0">
                <a:solidFill>
                  <a:schemeClr val="bg1"/>
                </a:solidFill>
                <a:latin typeface="微软雅黑" panose="020B0503020204020204" pitchFamily="34" charset="-122"/>
                <a:ea typeface="微软雅黑" panose="020B0503020204020204" pitchFamily="34" charset="-122"/>
              </a:rPr>
              <a:t>主  动  攻  击</a:t>
            </a:r>
          </a:p>
        </p:txBody>
      </p:sp>
      <p:sp>
        <p:nvSpPr>
          <p:cNvPr id="29" name="Text Box 91"/>
          <p:cNvSpPr txBox="1">
            <a:spLocks noChangeArrowheads="1"/>
          </p:cNvSpPr>
          <p:nvPr/>
        </p:nvSpPr>
        <p:spPr bwMode="auto">
          <a:xfrm>
            <a:off x="8233690" y="2693760"/>
            <a:ext cx="853119" cy="3590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defTabSz="762000">
              <a:defRPr>
                <a:solidFill>
                  <a:schemeClr val="tx1"/>
                </a:solidFill>
                <a:latin typeface="Arial" panose="020B0604020202020204" pitchFamily="34" charset="0"/>
                <a:ea typeface="宋体" panose="02010600030101010101" pitchFamily="2" charset="-122"/>
              </a:defRPr>
            </a:lvl1pPr>
            <a:lvl2pPr marL="571500" algn="l" defTabSz="762000">
              <a:defRPr>
                <a:solidFill>
                  <a:schemeClr val="tx1"/>
                </a:solidFill>
                <a:latin typeface="Arial" panose="020B0604020202020204" pitchFamily="34" charset="0"/>
                <a:ea typeface="宋体" panose="02010600030101010101" pitchFamily="2" charset="-122"/>
              </a:defRPr>
            </a:lvl2pPr>
            <a:lvl3pPr marL="1143000" algn="l" defTabSz="762000">
              <a:defRPr>
                <a:solidFill>
                  <a:schemeClr val="tx1"/>
                </a:solidFill>
                <a:latin typeface="Arial" panose="020B0604020202020204" pitchFamily="34" charset="0"/>
                <a:ea typeface="宋体" panose="02010600030101010101" pitchFamily="2" charset="-122"/>
              </a:defRPr>
            </a:lvl3pPr>
            <a:lvl4pPr marL="1714500" algn="l" defTabSz="762000">
              <a:defRPr>
                <a:solidFill>
                  <a:schemeClr val="tx1"/>
                </a:solidFill>
                <a:latin typeface="Arial" panose="020B0604020202020204" pitchFamily="34" charset="0"/>
                <a:ea typeface="宋体" panose="02010600030101010101" pitchFamily="2" charset="-122"/>
              </a:defRPr>
            </a:lvl4pPr>
            <a:lvl5pPr marL="2286000" algn="l"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1733" b="1" dirty="0">
                <a:latin typeface="微软雅黑" panose="020B0503020204020204" pitchFamily="34" charset="-122"/>
                <a:ea typeface="微软雅黑" panose="020B0503020204020204" pitchFamily="34" charset="-122"/>
              </a:rPr>
              <a:t>目的站</a:t>
            </a:r>
          </a:p>
        </p:txBody>
      </p:sp>
      <p:sp>
        <p:nvSpPr>
          <p:cNvPr id="30" name="Text Box 92"/>
          <p:cNvSpPr txBox="1">
            <a:spLocks noChangeArrowheads="1"/>
          </p:cNvSpPr>
          <p:nvPr/>
        </p:nvSpPr>
        <p:spPr bwMode="auto">
          <a:xfrm>
            <a:off x="7089414" y="2693760"/>
            <a:ext cx="630301" cy="3590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defTabSz="762000">
              <a:defRPr>
                <a:solidFill>
                  <a:schemeClr val="tx1"/>
                </a:solidFill>
                <a:latin typeface="Arial" panose="020B0604020202020204" pitchFamily="34" charset="0"/>
                <a:ea typeface="宋体" panose="02010600030101010101" pitchFamily="2" charset="-122"/>
              </a:defRPr>
            </a:lvl1pPr>
            <a:lvl2pPr marL="571500" algn="l" defTabSz="762000">
              <a:defRPr>
                <a:solidFill>
                  <a:schemeClr val="tx1"/>
                </a:solidFill>
                <a:latin typeface="Arial" panose="020B0604020202020204" pitchFamily="34" charset="0"/>
                <a:ea typeface="宋体" panose="02010600030101010101" pitchFamily="2" charset="-122"/>
              </a:defRPr>
            </a:lvl2pPr>
            <a:lvl3pPr marL="1143000" algn="l" defTabSz="762000">
              <a:defRPr>
                <a:solidFill>
                  <a:schemeClr val="tx1"/>
                </a:solidFill>
                <a:latin typeface="Arial" panose="020B0604020202020204" pitchFamily="34" charset="0"/>
                <a:ea typeface="宋体" panose="02010600030101010101" pitchFamily="2" charset="-122"/>
              </a:defRPr>
            </a:lvl3pPr>
            <a:lvl4pPr marL="1714500" algn="l" defTabSz="762000">
              <a:defRPr>
                <a:solidFill>
                  <a:schemeClr val="tx1"/>
                </a:solidFill>
                <a:latin typeface="Arial" panose="020B0604020202020204" pitchFamily="34" charset="0"/>
                <a:ea typeface="宋体" panose="02010600030101010101" pitchFamily="2" charset="-122"/>
              </a:defRPr>
            </a:lvl4pPr>
            <a:lvl5pPr marL="2286000" algn="l"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1733" b="1">
                <a:latin typeface="微软雅黑" panose="020B0503020204020204" pitchFamily="34" charset="-122"/>
                <a:ea typeface="微软雅黑" panose="020B0503020204020204" pitchFamily="34" charset="-122"/>
              </a:rPr>
              <a:t>源站</a:t>
            </a:r>
          </a:p>
        </p:txBody>
      </p:sp>
      <p:sp>
        <p:nvSpPr>
          <p:cNvPr id="31" name="Text Box 93"/>
          <p:cNvSpPr txBox="1">
            <a:spLocks noChangeArrowheads="1"/>
          </p:cNvSpPr>
          <p:nvPr/>
        </p:nvSpPr>
        <p:spPr bwMode="auto">
          <a:xfrm>
            <a:off x="5103233" y="2693760"/>
            <a:ext cx="630301" cy="3590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defTabSz="762000">
              <a:defRPr>
                <a:solidFill>
                  <a:schemeClr val="tx1"/>
                </a:solidFill>
                <a:latin typeface="Arial" panose="020B0604020202020204" pitchFamily="34" charset="0"/>
                <a:ea typeface="宋体" panose="02010600030101010101" pitchFamily="2" charset="-122"/>
              </a:defRPr>
            </a:lvl1pPr>
            <a:lvl2pPr marL="571500" algn="l" defTabSz="762000">
              <a:defRPr>
                <a:solidFill>
                  <a:schemeClr val="tx1"/>
                </a:solidFill>
                <a:latin typeface="Arial" panose="020B0604020202020204" pitchFamily="34" charset="0"/>
                <a:ea typeface="宋体" panose="02010600030101010101" pitchFamily="2" charset="-122"/>
              </a:defRPr>
            </a:lvl2pPr>
            <a:lvl3pPr marL="1143000" algn="l" defTabSz="762000">
              <a:defRPr>
                <a:solidFill>
                  <a:schemeClr val="tx1"/>
                </a:solidFill>
                <a:latin typeface="Arial" panose="020B0604020202020204" pitchFamily="34" charset="0"/>
                <a:ea typeface="宋体" panose="02010600030101010101" pitchFamily="2" charset="-122"/>
              </a:defRPr>
            </a:lvl3pPr>
            <a:lvl4pPr marL="1714500" algn="l" defTabSz="762000">
              <a:defRPr>
                <a:solidFill>
                  <a:schemeClr val="tx1"/>
                </a:solidFill>
                <a:latin typeface="Arial" panose="020B0604020202020204" pitchFamily="34" charset="0"/>
                <a:ea typeface="宋体" panose="02010600030101010101" pitchFamily="2" charset="-122"/>
              </a:defRPr>
            </a:lvl4pPr>
            <a:lvl5pPr marL="2286000" algn="l"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1733" b="1">
                <a:latin typeface="微软雅黑" panose="020B0503020204020204" pitchFamily="34" charset="-122"/>
                <a:ea typeface="微软雅黑" panose="020B0503020204020204" pitchFamily="34" charset="-122"/>
              </a:rPr>
              <a:t>源站</a:t>
            </a:r>
          </a:p>
        </p:txBody>
      </p:sp>
      <p:sp>
        <p:nvSpPr>
          <p:cNvPr id="32" name="Text Box 94"/>
          <p:cNvSpPr txBox="1">
            <a:spLocks noChangeArrowheads="1"/>
          </p:cNvSpPr>
          <p:nvPr/>
        </p:nvSpPr>
        <p:spPr bwMode="auto">
          <a:xfrm>
            <a:off x="3041459" y="2693760"/>
            <a:ext cx="630301" cy="3590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defTabSz="762000">
              <a:defRPr>
                <a:solidFill>
                  <a:schemeClr val="tx1"/>
                </a:solidFill>
                <a:latin typeface="Arial" panose="020B0604020202020204" pitchFamily="34" charset="0"/>
                <a:ea typeface="宋体" panose="02010600030101010101" pitchFamily="2" charset="-122"/>
              </a:defRPr>
            </a:lvl1pPr>
            <a:lvl2pPr marL="571500" algn="l" defTabSz="762000">
              <a:defRPr>
                <a:solidFill>
                  <a:schemeClr val="tx1"/>
                </a:solidFill>
                <a:latin typeface="Arial" panose="020B0604020202020204" pitchFamily="34" charset="0"/>
                <a:ea typeface="宋体" panose="02010600030101010101" pitchFamily="2" charset="-122"/>
              </a:defRPr>
            </a:lvl2pPr>
            <a:lvl3pPr marL="1143000" algn="l" defTabSz="762000">
              <a:defRPr>
                <a:solidFill>
                  <a:schemeClr val="tx1"/>
                </a:solidFill>
                <a:latin typeface="Arial" panose="020B0604020202020204" pitchFamily="34" charset="0"/>
                <a:ea typeface="宋体" panose="02010600030101010101" pitchFamily="2" charset="-122"/>
              </a:defRPr>
            </a:lvl3pPr>
            <a:lvl4pPr marL="1714500" algn="l" defTabSz="762000">
              <a:defRPr>
                <a:solidFill>
                  <a:schemeClr val="tx1"/>
                </a:solidFill>
                <a:latin typeface="Arial" panose="020B0604020202020204" pitchFamily="34" charset="0"/>
                <a:ea typeface="宋体" panose="02010600030101010101" pitchFamily="2" charset="-122"/>
              </a:defRPr>
            </a:lvl4pPr>
            <a:lvl5pPr marL="2286000" algn="l"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1733" b="1">
                <a:latin typeface="微软雅黑" panose="020B0503020204020204" pitchFamily="34" charset="-122"/>
                <a:ea typeface="微软雅黑" panose="020B0503020204020204" pitchFamily="34" charset="-122"/>
              </a:rPr>
              <a:t>源站</a:t>
            </a:r>
          </a:p>
        </p:txBody>
      </p:sp>
      <p:sp>
        <p:nvSpPr>
          <p:cNvPr id="33" name="Text Box 95"/>
          <p:cNvSpPr txBox="1">
            <a:spLocks noChangeArrowheads="1"/>
          </p:cNvSpPr>
          <p:nvPr/>
        </p:nvSpPr>
        <p:spPr bwMode="auto">
          <a:xfrm>
            <a:off x="902608" y="2693760"/>
            <a:ext cx="630301" cy="3590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defTabSz="762000">
              <a:defRPr>
                <a:solidFill>
                  <a:schemeClr val="tx1"/>
                </a:solidFill>
                <a:latin typeface="Arial" panose="020B0604020202020204" pitchFamily="34" charset="0"/>
                <a:ea typeface="宋体" panose="02010600030101010101" pitchFamily="2" charset="-122"/>
              </a:defRPr>
            </a:lvl1pPr>
            <a:lvl2pPr marL="571500" algn="l" defTabSz="762000">
              <a:defRPr>
                <a:solidFill>
                  <a:schemeClr val="tx1"/>
                </a:solidFill>
                <a:latin typeface="Arial" panose="020B0604020202020204" pitchFamily="34" charset="0"/>
                <a:ea typeface="宋体" panose="02010600030101010101" pitchFamily="2" charset="-122"/>
              </a:defRPr>
            </a:lvl2pPr>
            <a:lvl3pPr marL="1143000" algn="l" defTabSz="762000">
              <a:defRPr>
                <a:solidFill>
                  <a:schemeClr val="tx1"/>
                </a:solidFill>
                <a:latin typeface="Arial" panose="020B0604020202020204" pitchFamily="34" charset="0"/>
                <a:ea typeface="宋体" panose="02010600030101010101" pitchFamily="2" charset="-122"/>
              </a:defRPr>
            </a:lvl3pPr>
            <a:lvl4pPr marL="1714500" algn="l" defTabSz="762000">
              <a:defRPr>
                <a:solidFill>
                  <a:schemeClr val="tx1"/>
                </a:solidFill>
                <a:latin typeface="Arial" panose="020B0604020202020204" pitchFamily="34" charset="0"/>
                <a:ea typeface="宋体" panose="02010600030101010101" pitchFamily="2" charset="-122"/>
              </a:defRPr>
            </a:lvl4pPr>
            <a:lvl5pPr marL="2286000" algn="l"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1733" b="1">
                <a:latin typeface="微软雅黑" panose="020B0503020204020204" pitchFamily="34" charset="-122"/>
                <a:ea typeface="微软雅黑" panose="020B0503020204020204" pitchFamily="34" charset="-122"/>
              </a:rPr>
              <a:t>源站</a:t>
            </a:r>
          </a:p>
        </p:txBody>
      </p:sp>
      <p:sp>
        <p:nvSpPr>
          <p:cNvPr id="34" name="Text Box 96"/>
          <p:cNvSpPr txBox="1">
            <a:spLocks noChangeArrowheads="1"/>
          </p:cNvSpPr>
          <p:nvPr/>
        </p:nvSpPr>
        <p:spPr bwMode="auto">
          <a:xfrm>
            <a:off x="6171918" y="2693760"/>
            <a:ext cx="853119" cy="3590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defTabSz="762000">
              <a:defRPr>
                <a:solidFill>
                  <a:schemeClr val="tx1"/>
                </a:solidFill>
                <a:latin typeface="Arial" panose="020B0604020202020204" pitchFamily="34" charset="0"/>
                <a:ea typeface="宋体" panose="02010600030101010101" pitchFamily="2" charset="-122"/>
              </a:defRPr>
            </a:lvl1pPr>
            <a:lvl2pPr marL="571500" algn="l" defTabSz="762000">
              <a:defRPr>
                <a:solidFill>
                  <a:schemeClr val="tx1"/>
                </a:solidFill>
                <a:latin typeface="Arial" panose="020B0604020202020204" pitchFamily="34" charset="0"/>
                <a:ea typeface="宋体" panose="02010600030101010101" pitchFamily="2" charset="-122"/>
              </a:defRPr>
            </a:lvl2pPr>
            <a:lvl3pPr marL="1143000" algn="l" defTabSz="762000">
              <a:defRPr>
                <a:solidFill>
                  <a:schemeClr val="tx1"/>
                </a:solidFill>
                <a:latin typeface="Arial" panose="020B0604020202020204" pitchFamily="34" charset="0"/>
                <a:ea typeface="宋体" panose="02010600030101010101" pitchFamily="2" charset="-122"/>
              </a:defRPr>
            </a:lvl3pPr>
            <a:lvl4pPr marL="1714500" algn="l" defTabSz="762000">
              <a:defRPr>
                <a:solidFill>
                  <a:schemeClr val="tx1"/>
                </a:solidFill>
                <a:latin typeface="Arial" panose="020B0604020202020204" pitchFamily="34" charset="0"/>
                <a:ea typeface="宋体" panose="02010600030101010101" pitchFamily="2" charset="-122"/>
              </a:defRPr>
            </a:lvl4pPr>
            <a:lvl5pPr marL="2286000" algn="l"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1733" b="1">
                <a:latin typeface="微软雅黑" panose="020B0503020204020204" pitchFamily="34" charset="-122"/>
                <a:ea typeface="微软雅黑" panose="020B0503020204020204" pitchFamily="34" charset="-122"/>
              </a:rPr>
              <a:t>目的站</a:t>
            </a:r>
          </a:p>
        </p:txBody>
      </p:sp>
      <p:sp>
        <p:nvSpPr>
          <p:cNvPr id="35" name="Text Box 97"/>
          <p:cNvSpPr txBox="1">
            <a:spLocks noChangeArrowheads="1"/>
          </p:cNvSpPr>
          <p:nvPr/>
        </p:nvSpPr>
        <p:spPr bwMode="auto">
          <a:xfrm>
            <a:off x="4110142" y="2693760"/>
            <a:ext cx="853119" cy="3590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defTabSz="762000">
              <a:defRPr>
                <a:solidFill>
                  <a:schemeClr val="tx1"/>
                </a:solidFill>
                <a:latin typeface="Arial" panose="020B0604020202020204" pitchFamily="34" charset="0"/>
                <a:ea typeface="宋体" panose="02010600030101010101" pitchFamily="2" charset="-122"/>
              </a:defRPr>
            </a:lvl1pPr>
            <a:lvl2pPr marL="571500" algn="l" defTabSz="762000">
              <a:defRPr>
                <a:solidFill>
                  <a:schemeClr val="tx1"/>
                </a:solidFill>
                <a:latin typeface="Arial" panose="020B0604020202020204" pitchFamily="34" charset="0"/>
                <a:ea typeface="宋体" panose="02010600030101010101" pitchFamily="2" charset="-122"/>
              </a:defRPr>
            </a:lvl2pPr>
            <a:lvl3pPr marL="1143000" algn="l" defTabSz="762000">
              <a:defRPr>
                <a:solidFill>
                  <a:schemeClr val="tx1"/>
                </a:solidFill>
                <a:latin typeface="Arial" panose="020B0604020202020204" pitchFamily="34" charset="0"/>
                <a:ea typeface="宋体" panose="02010600030101010101" pitchFamily="2" charset="-122"/>
              </a:defRPr>
            </a:lvl3pPr>
            <a:lvl4pPr marL="1714500" algn="l" defTabSz="762000">
              <a:defRPr>
                <a:solidFill>
                  <a:schemeClr val="tx1"/>
                </a:solidFill>
                <a:latin typeface="Arial" panose="020B0604020202020204" pitchFamily="34" charset="0"/>
                <a:ea typeface="宋体" panose="02010600030101010101" pitchFamily="2" charset="-122"/>
              </a:defRPr>
            </a:lvl4pPr>
            <a:lvl5pPr marL="2286000" algn="l"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1733" b="1">
                <a:latin typeface="微软雅黑" panose="020B0503020204020204" pitchFamily="34" charset="-122"/>
                <a:ea typeface="微软雅黑" panose="020B0503020204020204" pitchFamily="34" charset="-122"/>
              </a:rPr>
              <a:t>目的站</a:t>
            </a:r>
          </a:p>
        </p:txBody>
      </p:sp>
      <p:sp>
        <p:nvSpPr>
          <p:cNvPr id="36" name="Text Box 98"/>
          <p:cNvSpPr txBox="1">
            <a:spLocks noChangeArrowheads="1"/>
          </p:cNvSpPr>
          <p:nvPr/>
        </p:nvSpPr>
        <p:spPr bwMode="auto">
          <a:xfrm>
            <a:off x="2048368" y="2693760"/>
            <a:ext cx="853119" cy="3590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defTabSz="762000">
              <a:defRPr>
                <a:solidFill>
                  <a:schemeClr val="tx1"/>
                </a:solidFill>
                <a:latin typeface="Arial" panose="020B0604020202020204" pitchFamily="34" charset="0"/>
                <a:ea typeface="宋体" panose="02010600030101010101" pitchFamily="2" charset="-122"/>
              </a:defRPr>
            </a:lvl1pPr>
            <a:lvl2pPr marL="571500" algn="l" defTabSz="762000">
              <a:defRPr>
                <a:solidFill>
                  <a:schemeClr val="tx1"/>
                </a:solidFill>
                <a:latin typeface="Arial" panose="020B0604020202020204" pitchFamily="34" charset="0"/>
                <a:ea typeface="宋体" panose="02010600030101010101" pitchFamily="2" charset="-122"/>
              </a:defRPr>
            </a:lvl2pPr>
            <a:lvl3pPr marL="1143000" algn="l" defTabSz="762000">
              <a:defRPr>
                <a:solidFill>
                  <a:schemeClr val="tx1"/>
                </a:solidFill>
                <a:latin typeface="Arial" panose="020B0604020202020204" pitchFamily="34" charset="0"/>
                <a:ea typeface="宋体" panose="02010600030101010101" pitchFamily="2" charset="-122"/>
              </a:defRPr>
            </a:lvl3pPr>
            <a:lvl4pPr marL="1714500" algn="l" defTabSz="762000">
              <a:defRPr>
                <a:solidFill>
                  <a:schemeClr val="tx1"/>
                </a:solidFill>
                <a:latin typeface="Arial" panose="020B0604020202020204" pitchFamily="34" charset="0"/>
                <a:ea typeface="宋体" panose="02010600030101010101" pitchFamily="2" charset="-122"/>
              </a:defRPr>
            </a:lvl4pPr>
            <a:lvl5pPr marL="2286000" algn="l"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1733" b="1">
                <a:latin typeface="微软雅黑" panose="020B0503020204020204" pitchFamily="34" charset="-122"/>
                <a:ea typeface="微软雅黑" panose="020B0503020204020204" pitchFamily="34" charset="-122"/>
              </a:rPr>
              <a:t>目的站</a:t>
            </a:r>
          </a:p>
        </p:txBody>
      </p:sp>
      <p:sp>
        <p:nvSpPr>
          <p:cNvPr id="40" name="Arc 105"/>
          <p:cNvSpPr/>
          <p:nvPr/>
        </p:nvSpPr>
        <p:spPr bwMode="auto">
          <a:xfrm>
            <a:off x="3355689" y="3347419"/>
            <a:ext cx="532118" cy="40168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FF"/>
            </a:solidFill>
            <a:round/>
            <a:headEnd type="none" w="sm" len="sm"/>
            <a:tailEnd type="triangle" w="med" len="lg"/>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90570" eaLnBrk="1" fontAlgn="auto" hangingPunct="1">
              <a:spcBef>
                <a:spcPts val="0"/>
              </a:spcBef>
              <a:spcAft>
                <a:spcPts val="0"/>
              </a:spcAft>
              <a:defRPr/>
            </a:pPr>
            <a:endParaRPr lang="zh-CN" altLang="en-US" sz="1517" b="1" kern="0">
              <a:latin typeface="微软雅黑" panose="020B0503020204020204" pitchFamily="34" charset="-122"/>
              <a:ea typeface="微软雅黑" panose="020B0503020204020204" pitchFamily="34" charset="-122"/>
            </a:endParaRPr>
          </a:p>
        </p:txBody>
      </p:sp>
      <p:sp>
        <p:nvSpPr>
          <p:cNvPr id="41" name="Oval 106"/>
          <p:cNvSpPr>
            <a:spLocks noChangeArrowheads="1"/>
          </p:cNvSpPr>
          <p:nvPr/>
        </p:nvSpPr>
        <p:spPr bwMode="auto">
          <a:xfrm>
            <a:off x="3727727" y="3749103"/>
            <a:ext cx="369074" cy="214924"/>
          </a:xfrm>
          <a:prstGeom prst="ellipse">
            <a:avLst/>
          </a:prstGeom>
          <a:solidFill>
            <a:srgbClr val="FF66FF"/>
          </a:solidFill>
          <a:ln w="9525">
            <a:solidFill>
              <a:srgbClr val="0000FF"/>
            </a:solidFill>
            <a:round/>
            <a:headEnd type="none" w="sm" len="sm"/>
            <a:tailEnd type="none" w="sm" len="sm"/>
          </a:ln>
          <a:effectLst/>
        </p:spPr>
        <p:txBody>
          <a:bodyPr wrap="none" anchor="ctr"/>
          <a:lstStyle/>
          <a:p>
            <a:pPr defTabSz="990570" eaLnBrk="1" fontAlgn="auto" hangingPunct="1">
              <a:spcBef>
                <a:spcPts val="0"/>
              </a:spcBef>
              <a:spcAft>
                <a:spcPts val="0"/>
              </a:spcAft>
              <a:defRPr/>
            </a:pPr>
            <a:endParaRPr lang="zh-CN" altLang="en-US" sz="1517" b="1" kern="0">
              <a:latin typeface="微软雅黑" panose="020B0503020204020204" pitchFamily="34" charset="-122"/>
              <a:ea typeface="微软雅黑" panose="020B0503020204020204" pitchFamily="34" charset="-122"/>
            </a:endParaRPr>
          </a:p>
        </p:txBody>
      </p:sp>
      <p:sp>
        <p:nvSpPr>
          <p:cNvPr id="42" name="Arc 107"/>
          <p:cNvSpPr/>
          <p:nvPr/>
        </p:nvSpPr>
        <p:spPr bwMode="auto">
          <a:xfrm flipH="1">
            <a:off x="3932275" y="3359278"/>
            <a:ext cx="452079" cy="400201"/>
          </a:xfrm>
          <a:custGeom>
            <a:avLst/>
            <a:gdLst>
              <a:gd name="G0" fmla="+- 0 0 0"/>
              <a:gd name="G1" fmla="+- 21600 0 0"/>
              <a:gd name="G2" fmla="+- 21600 0 0"/>
              <a:gd name="T0" fmla="*/ 0 w 21548"/>
              <a:gd name="T1" fmla="*/ 0 h 21600"/>
              <a:gd name="T2" fmla="*/ 21548 w 21548"/>
              <a:gd name="T3" fmla="*/ 20107 h 21600"/>
              <a:gd name="T4" fmla="*/ 0 w 21548"/>
              <a:gd name="T5" fmla="*/ 21600 h 21600"/>
            </a:gdLst>
            <a:ahLst/>
            <a:cxnLst>
              <a:cxn ang="0">
                <a:pos x="T0" y="T1"/>
              </a:cxn>
              <a:cxn ang="0">
                <a:pos x="T2" y="T3"/>
              </a:cxn>
              <a:cxn ang="0">
                <a:pos x="T4" y="T5"/>
              </a:cxn>
            </a:cxnLst>
            <a:rect l="0" t="0" r="r" b="b"/>
            <a:pathLst>
              <a:path w="21548" h="21600" fill="none" extrusionOk="0">
                <a:moveTo>
                  <a:pt x="-1" y="0"/>
                </a:moveTo>
                <a:cubicBezTo>
                  <a:pt x="11349" y="0"/>
                  <a:pt x="20763" y="8784"/>
                  <a:pt x="21548" y="20106"/>
                </a:cubicBezTo>
              </a:path>
              <a:path w="21548" h="21600" stroke="0" extrusionOk="0">
                <a:moveTo>
                  <a:pt x="-1" y="0"/>
                </a:moveTo>
                <a:cubicBezTo>
                  <a:pt x="11349" y="0"/>
                  <a:pt x="20763" y="8784"/>
                  <a:pt x="21548" y="20106"/>
                </a:cubicBezTo>
                <a:lnTo>
                  <a:pt x="0" y="21600"/>
                </a:lnTo>
                <a:close/>
              </a:path>
            </a:pathLst>
          </a:custGeom>
          <a:noFill/>
          <a:ln w="28575">
            <a:solidFill>
              <a:srgbClr val="CC0099"/>
            </a:solidFill>
            <a:round/>
            <a:headEnd type="triangle" w="med" len="lg"/>
            <a:tailEnd type="none" w="med" len="lg"/>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90570" eaLnBrk="1" fontAlgn="auto" hangingPunct="1">
              <a:spcBef>
                <a:spcPts val="0"/>
              </a:spcBef>
              <a:spcAft>
                <a:spcPts val="0"/>
              </a:spcAft>
              <a:defRPr/>
            </a:pPr>
            <a:endParaRPr lang="zh-CN" altLang="en-US" sz="1517" b="1" kern="0">
              <a:latin typeface="微软雅黑" panose="020B0503020204020204" pitchFamily="34" charset="-122"/>
              <a:ea typeface="微软雅黑" panose="020B0503020204020204" pitchFamily="34" charset="-122"/>
            </a:endParaRPr>
          </a:p>
        </p:txBody>
      </p:sp>
      <p:sp>
        <p:nvSpPr>
          <p:cNvPr id="43" name="Text Box 108"/>
          <p:cNvSpPr txBox="1">
            <a:spLocks noChangeArrowheads="1"/>
          </p:cNvSpPr>
          <p:nvPr/>
        </p:nvSpPr>
        <p:spPr bwMode="auto">
          <a:xfrm>
            <a:off x="4096803" y="3709084"/>
            <a:ext cx="630301" cy="3590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defTabSz="762000">
              <a:defRPr>
                <a:solidFill>
                  <a:schemeClr val="tx1"/>
                </a:solidFill>
                <a:latin typeface="Arial" panose="020B0604020202020204" pitchFamily="34" charset="0"/>
                <a:ea typeface="宋体" panose="02010600030101010101" pitchFamily="2" charset="-122"/>
              </a:defRPr>
            </a:lvl1pPr>
            <a:lvl2pPr marL="571500" algn="l" defTabSz="762000">
              <a:defRPr>
                <a:solidFill>
                  <a:schemeClr val="tx1"/>
                </a:solidFill>
                <a:latin typeface="Arial" panose="020B0604020202020204" pitchFamily="34" charset="0"/>
                <a:ea typeface="宋体" panose="02010600030101010101" pitchFamily="2" charset="-122"/>
              </a:defRPr>
            </a:lvl2pPr>
            <a:lvl3pPr marL="1143000" algn="l" defTabSz="762000">
              <a:defRPr>
                <a:solidFill>
                  <a:schemeClr val="tx1"/>
                </a:solidFill>
                <a:latin typeface="Arial" panose="020B0604020202020204" pitchFamily="34" charset="0"/>
                <a:ea typeface="宋体" panose="02010600030101010101" pitchFamily="2" charset="-122"/>
              </a:defRPr>
            </a:lvl3pPr>
            <a:lvl4pPr marL="1714500" algn="l" defTabSz="762000">
              <a:defRPr>
                <a:solidFill>
                  <a:schemeClr val="tx1"/>
                </a:solidFill>
                <a:latin typeface="Arial" panose="020B0604020202020204" pitchFamily="34" charset="0"/>
                <a:ea typeface="宋体" panose="02010600030101010101" pitchFamily="2" charset="-122"/>
              </a:defRPr>
            </a:lvl4pPr>
            <a:lvl5pPr marL="2286000" algn="l"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1733" b="1">
                <a:latin typeface="微软雅黑" panose="020B0503020204020204" pitchFamily="34" charset="-122"/>
                <a:ea typeface="微软雅黑" panose="020B0503020204020204" pitchFamily="34" charset="-122"/>
              </a:rPr>
              <a:t>篡改</a:t>
            </a:r>
          </a:p>
        </p:txBody>
      </p:sp>
      <p:sp>
        <p:nvSpPr>
          <p:cNvPr id="44" name="Arc 109"/>
          <p:cNvSpPr/>
          <p:nvPr/>
        </p:nvSpPr>
        <p:spPr bwMode="auto">
          <a:xfrm flipH="1">
            <a:off x="5974781" y="3356314"/>
            <a:ext cx="452079" cy="400201"/>
          </a:xfrm>
          <a:custGeom>
            <a:avLst/>
            <a:gdLst>
              <a:gd name="G0" fmla="+- 0 0 0"/>
              <a:gd name="G1" fmla="+- 21600 0 0"/>
              <a:gd name="G2" fmla="+- 21600 0 0"/>
              <a:gd name="T0" fmla="*/ 0 w 21548"/>
              <a:gd name="T1" fmla="*/ 0 h 21600"/>
              <a:gd name="T2" fmla="*/ 21548 w 21548"/>
              <a:gd name="T3" fmla="*/ 20107 h 21600"/>
              <a:gd name="T4" fmla="*/ 0 w 21548"/>
              <a:gd name="T5" fmla="*/ 21600 h 21600"/>
            </a:gdLst>
            <a:ahLst/>
            <a:cxnLst>
              <a:cxn ang="0">
                <a:pos x="T0" y="T1"/>
              </a:cxn>
              <a:cxn ang="0">
                <a:pos x="T2" y="T3"/>
              </a:cxn>
              <a:cxn ang="0">
                <a:pos x="T4" y="T5"/>
              </a:cxn>
            </a:cxnLst>
            <a:rect l="0" t="0" r="r" b="b"/>
            <a:pathLst>
              <a:path w="21548" h="21600" fill="none" extrusionOk="0">
                <a:moveTo>
                  <a:pt x="-1" y="0"/>
                </a:moveTo>
                <a:cubicBezTo>
                  <a:pt x="11349" y="0"/>
                  <a:pt x="20763" y="8784"/>
                  <a:pt x="21548" y="20106"/>
                </a:cubicBezTo>
              </a:path>
              <a:path w="21548" h="21600" stroke="0" extrusionOk="0">
                <a:moveTo>
                  <a:pt x="-1" y="0"/>
                </a:moveTo>
                <a:cubicBezTo>
                  <a:pt x="11349" y="0"/>
                  <a:pt x="20763" y="8784"/>
                  <a:pt x="21548" y="20106"/>
                </a:cubicBezTo>
                <a:lnTo>
                  <a:pt x="0" y="21600"/>
                </a:lnTo>
                <a:close/>
              </a:path>
            </a:pathLst>
          </a:custGeom>
          <a:noFill/>
          <a:ln w="28575">
            <a:solidFill>
              <a:srgbClr val="CC0099"/>
            </a:solidFill>
            <a:round/>
            <a:headEnd type="triangle" w="med" len="lg"/>
            <a:tailEnd type="none" w="med" len="lg"/>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90570" eaLnBrk="1" fontAlgn="auto" hangingPunct="1">
              <a:spcBef>
                <a:spcPts val="0"/>
              </a:spcBef>
              <a:spcAft>
                <a:spcPts val="0"/>
              </a:spcAft>
              <a:defRPr/>
            </a:pPr>
            <a:endParaRPr lang="zh-CN" altLang="en-US" sz="1517" b="1" kern="0">
              <a:latin typeface="微软雅黑" panose="020B0503020204020204" pitchFamily="34" charset="-122"/>
              <a:ea typeface="微软雅黑" panose="020B0503020204020204" pitchFamily="34" charset="-122"/>
            </a:endParaRPr>
          </a:p>
        </p:txBody>
      </p:sp>
      <p:sp>
        <p:nvSpPr>
          <p:cNvPr id="45" name="Text Box 110"/>
          <p:cNvSpPr txBox="1">
            <a:spLocks noChangeArrowheads="1"/>
          </p:cNvSpPr>
          <p:nvPr/>
        </p:nvSpPr>
        <p:spPr bwMode="auto">
          <a:xfrm>
            <a:off x="6139308" y="3557896"/>
            <a:ext cx="630301" cy="62568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defTabSz="762000">
              <a:defRPr>
                <a:solidFill>
                  <a:schemeClr val="tx1"/>
                </a:solidFill>
                <a:latin typeface="Arial" panose="020B0604020202020204" pitchFamily="34" charset="0"/>
                <a:ea typeface="宋体" panose="02010600030101010101" pitchFamily="2" charset="-122"/>
              </a:defRPr>
            </a:lvl1pPr>
            <a:lvl2pPr marL="571500" algn="l" defTabSz="762000">
              <a:defRPr>
                <a:solidFill>
                  <a:schemeClr val="tx1"/>
                </a:solidFill>
                <a:latin typeface="Arial" panose="020B0604020202020204" pitchFamily="34" charset="0"/>
                <a:ea typeface="宋体" panose="02010600030101010101" pitchFamily="2" charset="-122"/>
              </a:defRPr>
            </a:lvl2pPr>
            <a:lvl3pPr marL="1143000" algn="l" defTabSz="762000">
              <a:defRPr>
                <a:solidFill>
                  <a:schemeClr val="tx1"/>
                </a:solidFill>
                <a:latin typeface="Arial" panose="020B0604020202020204" pitchFamily="34" charset="0"/>
                <a:ea typeface="宋体" panose="02010600030101010101" pitchFamily="2" charset="-122"/>
              </a:defRPr>
            </a:lvl3pPr>
            <a:lvl4pPr marL="1714500" algn="l" defTabSz="762000">
              <a:defRPr>
                <a:solidFill>
                  <a:schemeClr val="tx1"/>
                </a:solidFill>
                <a:latin typeface="Arial" panose="020B0604020202020204" pitchFamily="34" charset="0"/>
                <a:ea typeface="宋体" panose="02010600030101010101" pitchFamily="2" charset="-122"/>
              </a:defRPr>
            </a:lvl4pPr>
            <a:lvl5pPr marL="2286000" algn="l"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1733" b="1">
                <a:latin typeface="微软雅黑" panose="020B0503020204020204" pitchFamily="34" charset="-122"/>
                <a:ea typeface="微软雅黑" panose="020B0503020204020204" pitchFamily="34" charset="-122"/>
              </a:rPr>
              <a:t>恶意</a:t>
            </a:r>
          </a:p>
          <a:p>
            <a:pPr eaLnBrk="0" hangingPunct="0"/>
            <a:r>
              <a:rPr kumimoji="1" lang="zh-CN" altLang="en-US" sz="1733" b="1">
                <a:latin typeface="微软雅黑" panose="020B0503020204020204" pitchFamily="34" charset="-122"/>
                <a:ea typeface="微软雅黑" panose="020B0503020204020204" pitchFamily="34" charset="-122"/>
              </a:rPr>
              <a:t>程序</a:t>
            </a:r>
          </a:p>
        </p:txBody>
      </p:sp>
      <p:sp>
        <p:nvSpPr>
          <p:cNvPr id="46" name="Oval 111"/>
          <p:cNvSpPr>
            <a:spLocks noChangeArrowheads="1"/>
          </p:cNvSpPr>
          <p:nvPr/>
        </p:nvSpPr>
        <p:spPr bwMode="auto">
          <a:xfrm>
            <a:off x="5820629" y="3728351"/>
            <a:ext cx="369074" cy="214924"/>
          </a:xfrm>
          <a:prstGeom prst="ellipse">
            <a:avLst/>
          </a:prstGeom>
          <a:solidFill>
            <a:srgbClr val="FF66FF"/>
          </a:solidFill>
          <a:ln w="9525">
            <a:solidFill>
              <a:srgbClr val="0000FF"/>
            </a:solidFill>
            <a:round/>
            <a:headEnd type="none" w="sm" len="sm"/>
            <a:tailEnd type="none" w="sm" len="sm"/>
          </a:ln>
          <a:effectLst/>
        </p:spPr>
        <p:txBody>
          <a:bodyPr wrap="none" anchor="ctr"/>
          <a:lstStyle/>
          <a:p>
            <a:pPr defTabSz="990570" eaLnBrk="1" fontAlgn="auto" hangingPunct="1">
              <a:spcBef>
                <a:spcPts val="0"/>
              </a:spcBef>
              <a:spcAft>
                <a:spcPts val="0"/>
              </a:spcAft>
              <a:defRPr/>
            </a:pPr>
            <a:endParaRPr lang="zh-CN" altLang="en-US" sz="1517" b="1" kern="0">
              <a:latin typeface="微软雅黑" panose="020B0503020204020204" pitchFamily="34" charset="-122"/>
              <a:ea typeface="微软雅黑" panose="020B0503020204020204" pitchFamily="34" charset="-122"/>
            </a:endParaRPr>
          </a:p>
        </p:txBody>
      </p:sp>
      <p:sp>
        <p:nvSpPr>
          <p:cNvPr id="47" name="Oval 112"/>
          <p:cNvSpPr>
            <a:spLocks noChangeArrowheads="1"/>
          </p:cNvSpPr>
          <p:nvPr/>
        </p:nvSpPr>
        <p:spPr bwMode="auto">
          <a:xfrm>
            <a:off x="7390306" y="3759478"/>
            <a:ext cx="367591" cy="213441"/>
          </a:xfrm>
          <a:prstGeom prst="ellipse">
            <a:avLst/>
          </a:prstGeom>
          <a:solidFill>
            <a:srgbClr val="FF66FF"/>
          </a:solidFill>
          <a:ln w="9525">
            <a:solidFill>
              <a:srgbClr val="0000FF"/>
            </a:solidFill>
            <a:round/>
            <a:headEnd type="none" w="sm" len="sm"/>
            <a:tailEnd type="none" w="sm" len="sm"/>
          </a:ln>
          <a:effectLst/>
        </p:spPr>
        <p:txBody>
          <a:bodyPr wrap="none" anchor="ctr"/>
          <a:lstStyle/>
          <a:p>
            <a:pPr defTabSz="990570" eaLnBrk="1" fontAlgn="auto" hangingPunct="1">
              <a:spcBef>
                <a:spcPts val="0"/>
              </a:spcBef>
              <a:spcAft>
                <a:spcPts val="0"/>
              </a:spcAft>
              <a:defRPr/>
            </a:pPr>
            <a:endParaRPr lang="zh-CN" altLang="en-US" sz="1517" b="1" kern="0">
              <a:latin typeface="微软雅黑" panose="020B0503020204020204" pitchFamily="34" charset="-122"/>
              <a:ea typeface="微软雅黑" panose="020B0503020204020204" pitchFamily="34" charset="-122"/>
            </a:endParaRPr>
          </a:p>
        </p:txBody>
      </p:sp>
      <p:sp>
        <p:nvSpPr>
          <p:cNvPr id="48" name="Oval 113"/>
          <p:cNvSpPr>
            <a:spLocks noChangeArrowheads="1"/>
          </p:cNvSpPr>
          <p:nvPr/>
        </p:nvSpPr>
        <p:spPr bwMode="auto">
          <a:xfrm>
            <a:off x="7591888" y="3827661"/>
            <a:ext cx="367591" cy="201582"/>
          </a:xfrm>
          <a:prstGeom prst="ellipse">
            <a:avLst/>
          </a:prstGeom>
          <a:solidFill>
            <a:srgbClr val="FF66FF"/>
          </a:solidFill>
          <a:ln w="9525">
            <a:solidFill>
              <a:srgbClr val="0000FF"/>
            </a:solidFill>
            <a:round/>
            <a:headEnd type="none" w="sm" len="sm"/>
            <a:tailEnd type="none" w="sm" len="sm"/>
          </a:ln>
          <a:effectLst/>
        </p:spPr>
        <p:txBody>
          <a:bodyPr wrap="none" anchor="ctr"/>
          <a:lstStyle/>
          <a:p>
            <a:pPr defTabSz="990570" eaLnBrk="1" fontAlgn="auto" hangingPunct="1">
              <a:spcBef>
                <a:spcPts val="0"/>
              </a:spcBef>
              <a:spcAft>
                <a:spcPts val="0"/>
              </a:spcAft>
              <a:defRPr/>
            </a:pPr>
            <a:endParaRPr lang="zh-CN" altLang="en-US" sz="1517" b="1" kern="0">
              <a:latin typeface="微软雅黑" panose="020B0503020204020204" pitchFamily="34" charset="-122"/>
              <a:ea typeface="微软雅黑" panose="020B0503020204020204" pitchFamily="34" charset="-122"/>
            </a:endParaRPr>
          </a:p>
        </p:txBody>
      </p:sp>
      <p:sp>
        <p:nvSpPr>
          <p:cNvPr id="49" name="Oval 87"/>
          <p:cNvSpPr>
            <a:spLocks noChangeArrowheads="1"/>
          </p:cNvSpPr>
          <p:nvPr/>
        </p:nvSpPr>
        <p:spPr bwMode="auto">
          <a:xfrm>
            <a:off x="7793471" y="3894361"/>
            <a:ext cx="367591" cy="213441"/>
          </a:xfrm>
          <a:prstGeom prst="ellipse">
            <a:avLst/>
          </a:prstGeom>
          <a:solidFill>
            <a:srgbClr val="FF66FF"/>
          </a:solidFill>
          <a:ln w="9525">
            <a:solidFill>
              <a:srgbClr val="0000FF"/>
            </a:solidFill>
            <a:round/>
            <a:headEnd type="none" w="sm" len="sm"/>
            <a:tailEnd type="none" w="sm" len="sm"/>
          </a:ln>
          <a:effectLst/>
        </p:spPr>
        <p:txBody>
          <a:bodyPr wrap="none" anchor="ctr"/>
          <a:lstStyle/>
          <a:p>
            <a:pPr defTabSz="990570" eaLnBrk="1" fontAlgn="auto" hangingPunct="1">
              <a:spcBef>
                <a:spcPts val="0"/>
              </a:spcBef>
              <a:spcAft>
                <a:spcPts val="0"/>
              </a:spcAft>
              <a:defRPr/>
            </a:pPr>
            <a:endParaRPr lang="zh-CN" altLang="en-US" sz="1517" b="1" kern="0">
              <a:latin typeface="微软雅黑" panose="020B0503020204020204" pitchFamily="34" charset="-122"/>
              <a:ea typeface="微软雅黑" panose="020B0503020204020204" pitchFamily="34" charset="-122"/>
            </a:endParaRPr>
          </a:p>
        </p:txBody>
      </p:sp>
      <p:sp>
        <p:nvSpPr>
          <p:cNvPr id="50" name="Oval 114"/>
          <p:cNvSpPr>
            <a:spLocks noChangeArrowheads="1"/>
          </p:cNvSpPr>
          <p:nvPr/>
        </p:nvSpPr>
        <p:spPr bwMode="auto">
          <a:xfrm>
            <a:off x="8063236" y="3894361"/>
            <a:ext cx="367591" cy="213441"/>
          </a:xfrm>
          <a:prstGeom prst="ellipse">
            <a:avLst/>
          </a:prstGeom>
          <a:solidFill>
            <a:srgbClr val="FF66FF"/>
          </a:solidFill>
          <a:ln w="9525">
            <a:solidFill>
              <a:srgbClr val="0000FF"/>
            </a:solidFill>
            <a:round/>
            <a:headEnd type="none" w="sm" len="sm"/>
            <a:tailEnd type="none" w="sm" len="sm"/>
          </a:ln>
          <a:effectLst/>
        </p:spPr>
        <p:txBody>
          <a:bodyPr wrap="none" anchor="ctr"/>
          <a:lstStyle/>
          <a:p>
            <a:pPr defTabSz="990570" eaLnBrk="1" fontAlgn="auto" hangingPunct="1">
              <a:spcBef>
                <a:spcPts val="0"/>
              </a:spcBef>
              <a:spcAft>
                <a:spcPts val="0"/>
              </a:spcAft>
              <a:defRPr/>
            </a:pPr>
            <a:endParaRPr lang="zh-CN" altLang="en-US" sz="1517" b="1" kern="0">
              <a:latin typeface="微软雅黑" panose="020B0503020204020204" pitchFamily="34" charset="-122"/>
              <a:ea typeface="微软雅黑" panose="020B0503020204020204" pitchFamily="34" charset="-122"/>
            </a:endParaRPr>
          </a:p>
        </p:txBody>
      </p:sp>
      <p:sp>
        <p:nvSpPr>
          <p:cNvPr id="51" name="Line 115"/>
          <p:cNvSpPr>
            <a:spLocks noChangeShapeType="1"/>
          </p:cNvSpPr>
          <p:nvPr/>
        </p:nvSpPr>
        <p:spPr bwMode="auto">
          <a:xfrm flipV="1">
            <a:off x="7591888" y="3385958"/>
            <a:ext cx="948624" cy="373520"/>
          </a:xfrm>
          <a:prstGeom prst="line">
            <a:avLst/>
          </a:prstGeom>
          <a:noFill/>
          <a:ln w="28575">
            <a:solidFill>
              <a:srgbClr val="CC0099"/>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90570" eaLnBrk="1" fontAlgn="auto" hangingPunct="1">
              <a:spcBef>
                <a:spcPts val="0"/>
              </a:spcBef>
              <a:spcAft>
                <a:spcPts val="0"/>
              </a:spcAft>
              <a:defRPr/>
            </a:pPr>
            <a:endParaRPr lang="zh-CN" altLang="en-US" sz="1517" b="1" kern="0">
              <a:latin typeface="微软雅黑" panose="020B0503020204020204" pitchFamily="34" charset="-122"/>
              <a:ea typeface="微软雅黑" panose="020B0503020204020204" pitchFamily="34" charset="-122"/>
            </a:endParaRPr>
          </a:p>
        </p:txBody>
      </p:sp>
      <p:sp>
        <p:nvSpPr>
          <p:cNvPr id="52" name="Line 116"/>
          <p:cNvSpPr>
            <a:spLocks noChangeShapeType="1"/>
          </p:cNvSpPr>
          <p:nvPr/>
        </p:nvSpPr>
        <p:spPr bwMode="auto">
          <a:xfrm flipV="1">
            <a:off x="7842384" y="3434871"/>
            <a:ext cx="720361" cy="401684"/>
          </a:xfrm>
          <a:prstGeom prst="line">
            <a:avLst/>
          </a:prstGeom>
          <a:noFill/>
          <a:ln w="28575">
            <a:solidFill>
              <a:srgbClr val="CC0099"/>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90570" eaLnBrk="1" fontAlgn="auto" hangingPunct="1">
              <a:spcBef>
                <a:spcPts val="0"/>
              </a:spcBef>
              <a:spcAft>
                <a:spcPts val="0"/>
              </a:spcAft>
              <a:defRPr/>
            </a:pPr>
            <a:endParaRPr lang="zh-CN" altLang="en-US" sz="1517" b="1" kern="0">
              <a:latin typeface="微软雅黑" panose="020B0503020204020204" pitchFamily="34" charset="-122"/>
              <a:ea typeface="微软雅黑" panose="020B0503020204020204" pitchFamily="34" charset="-122"/>
            </a:endParaRPr>
          </a:p>
        </p:txBody>
      </p:sp>
      <p:sp>
        <p:nvSpPr>
          <p:cNvPr id="53" name="Line 117"/>
          <p:cNvSpPr>
            <a:spLocks noChangeShapeType="1"/>
          </p:cNvSpPr>
          <p:nvPr/>
        </p:nvSpPr>
        <p:spPr bwMode="auto">
          <a:xfrm flipV="1">
            <a:off x="8017975" y="3477857"/>
            <a:ext cx="587754" cy="414610"/>
          </a:xfrm>
          <a:prstGeom prst="line">
            <a:avLst/>
          </a:prstGeom>
          <a:noFill/>
          <a:ln w="28575">
            <a:solidFill>
              <a:srgbClr val="CC0099"/>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90570" eaLnBrk="1" fontAlgn="auto" hangingPunct="1">
              <a:spcBef>
                <a:spcPts val="0"/>
              </a:spcBef>
              <a:spcAft>
                <a:spcPts val="0"/>
              </a:spcAft>
              <a:defRPr/>
            </a:pPr>
            <a:endParaRPr lang="zh-CN" altLang="en-US" sz="1517" b="1" kern="0">
              <a:latin typeface="微软雅黑" panose="020B0503020204020204" pitchFamily="34" charset="-122"/>
              <a:ea typeface="微软雅黑" panose="020B0503020204020204" pitchFamily="34" charset="-122"/>
            </a:endParaRPr>
          </a:p>
        </p:txBody>
      </p:sp>
      <p:sp>
        <p:nvSpPr>
          <p:cNvPr id="54" name="Line 118"/>
          <p:cNvSpPr>
            <a:spLocks noChangeShapeType="1"/>
          </p:cNvSpPr>
          <p:nvPr/>
        </p:nvSpPr>
        <p:spPr bwMode="auto">
          <a:xfrm flipV="1">
            <a:off x="8312249" y="3465999"/>
            <a:ext cx="343876" cy="435774"/>
          </a:xfrm>
          <a:prstGeom prst="line">
            <a:avLst/>
          </a:prstGeom>
          <a:noFill/>
          <a:ln w="28575">
            <a:solidFill>
              <a:srgbClr val="CC0099"/>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90570" eaLnBrk="1" fontAlgn="auto" hangingPunct="1">
              <a:spcBef>
                <a:spcPts val="0"/>
              </a:spcBef>
              <a:spcAft>
                <a:spcPts val="0"/>
              </a:spcAft>
              <a:defRPr/>
            </a:pPr>
            <a:endParaRPr lang="zh-CN" altLang="en-US" sz="1517" b="1" kern="0">
              <a:latin typeface="微软雅黑" panose="020B0503020204020204" pitchFamily="34" charset="-122"/>
              <a:ea typeface="微软雅黑" panose="020B0503020204020204" pitchFamily="34" charset="-122"/>
            </a:endParaRPr>
          </a:p>
        </p:txBody>
      </p:sp>
      <p:sp>
        <p:nvSpPr>
          <p:cNvPr id="55" name="矩形 54"/>
          <p:cNvSpPr/>
          <p:nvPr/>
        </p:nvSpPr>
        <p:spPr bwMode="auto">
          <a:xfrm>
            <a:off x="806124" y="4202665"/>
            <a:ext cx="2109566" cy="474708"/>
          </a:xfrm>
          <a:prstGeom prst="rect">
            <a:avLst/>
          </a:prstGeom>
          <a:solidFill>
            <a:srgbClr val="660066"/>
          </a:solidFill>
          <a:ln w="9525" algn="ctr">
            <a:noFill/>
            <a:miter lim="800000"/>
          </a:ln>
          <a:effectLst/>
        </p:spPr>
        <p:txBody>
          <a:bodyPr wrap="none" anchor="ctr"/>
          <a:lstStyle/>
          <a:p>
            <a:pPr algn="ctr"/>
            <a:endParaRPr lang="zh-CN" altLang="en-US" sz="1300" b="1">
              <a:latin typeface="微软雅黑" panose="020B0503020204020204" pitchFamily="34" charset="-122"/>
              <a:ea typeface="微软雅黑" panose="020B0503020204020204" pitchFamily="34" charset="-122"/>
            </a:endParaRPr>
          </a:p>
        </p:txBody>
      </p:sp>
      <p:sp>
        <p:nvSpPr>
          <p:cNvPr id="56" name="Text Box 89"/>
          <p:cNvSpPr txBox="1">
            <a:spLocks noChangeArrowheads="1"/>
          </p:cNvSpPr>
          <p:nvPr/>
        </p:nvSpPr>
        <p:spPr bwMode="auto">
          <a:xfrm>
            <a:off x="1271238" y="4230827"/>
            <a:ext cx="1075936" cy="3590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defTabSz="762000">
              <a:defRPr>
                <a:solidFill>
                  <a:schemeClr val="tx1"/>
                </a:solidFill>
                <a:latin typeface="Arial" panose="020B0604020202020204" pitchFamily="34" charset="0"/>
                <a:ea typeface="宋体" panose="02010600030101010101" pitchFamily="2" charset="-122"/>
              </a:defRPr>
            </a:lvl1pPr>
            <a:lvl2pPr marL="571500" algn="l" defTabSz="762000">
              <a:defRPr>
                <a:solidFill>
                  <a:schemeClr val="tx1"/>
                </a:solidFill>
                <a:latin typeface="Arial" panose="020B0604020202020204" pitchFamily="34" charset="0"/>
                <a:ea typeface="宋体" panose="02010600030101010101" pitchFamily="2" charset="-122"/>
              </a:defRPr>
            </a:lvl2pPr>
            <a:lvl3pPr marL="1143000" algn="l" defTabSz="762000">
              <a:defRPr>
                <a:solidFill>
                  <a:schemeClr val="tx1"/>
                </a:solidFill>
                <a:latin typeface="Arial" panose="020B0604020202020204" pitchFamily="34" charset="0"/>
                <a:ea typeface="宋体" panose="02010600030101010101" pitchFamily="2" charset="-122"/>
              </a:defRPr>
            </a:lvl3pPr>
            <a:lvl4pPr marL="1714500" algn="l" defTabSz="762000">
              <a:defRPr>
                <a:solidFill>
                  <a:schemeClr val="tx1"/>
                </a:solidFill>
                <a:latin typeface="Arial" panose="020B0604020202020204" pitchFamily="34" charset="0"/>
                <a:ea typeface="宋体" panose="02010600030101010101" pitchFamily="2" charset="-122"/>
              </a:defRPr>
            </a:lvl4pPr>
            <a:lvl5pPr marL="2286000" algn="l"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1733" b="1" dirty="0">
                <a:solidFill>
                  <a:schemeClr val="bg1"/>
                </a:solidFill>
                <a:latin typeface="微软雅黑" panose="020B0503020204020204" pitchFamily="34" charset="-122"/>
                <a:ea typeface="微软雅黑" panose="020B0503020204020204" pitchFamily="34" charset="-122"/>
              </a:rPr>
              <a:t>被动攻击</a:t>
            </a:r>
          </a:p>
        </p:txBody>
      </p:sp>
      <p:sp>
        <p:nvSpPr>
          <p:cNvPr id="37" name="Line 101"/>
          <p:cNvSpPr>
            <a:spLocks noChangeShapeType="1"/>
          </p:cNvSpPr>
          <p:nvPr/>
        </p:nvSpPr>
        <p:spPr bwMode="auto">
          <a:xfrm>
            <a:off x="2918433" y="2665597"/>
            <a:ext cx="0" cy="2021755"/>
          </a:xfrm>
          <a:prstGeom prst="line">
            <a:avLst/>
          </a:prstGeom>
          <a:noFill/>
          <a:ln w="60325">
            <a:solidFill>
              <a:srgbClr val="C00000"/>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90570" eaLnBrk="1" fontAlgn="auto" hangingPunct="1">
              <a:spcBef>
                <a:spcPts val="0"/>
              </a:spcBef>
              <a:spcAft>
                <a:spcPts val="0"/>
              </a:spcAft>
              <a:defRPr/>
            </a:pPr>
            <a:endParaRPr lang="zh-CN" altLang="en-US" sz="1517" b="1" kern="0">
              <a:latin typeface="微软雅黑" panose="020B0503020204020204" pitchFamily="34" charset="-122"/>
              <a:ea typeface="微软雅黑" panose="020B0503020204020204" pitchFamily="34" charset="-122"/>
            </a:endParaRPr>
          </a:p>
        </p:txBody>
      </p:sp>
      <p:sp>
        <p:nvSpPr>
          <p:cNvPr id="38" name="Line 102"/>
          <p:cNvSpPr>
            <a:spLocks noChangeShapeType="1"/>
          </p:cNvSpPr>
          <p:nvPr/>
        </p:nvSpPr>
        <p:spPr bwMode="auto">
          <a:xfrm>
            <a:off x="4956493" y="2665597"/>
            <a:ext cx="0" cy="1537067"/>
          </a:xfrm>
          <a:prstGeom prst="line">
            <a:avLst/>
          </a:prstGeom>
          <a:noFill/>
          <a:ln w="9525">
            <a:solidFill>
              <a:srgbClr val="0000FF"/>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90570" eaLnBrk="1" fontAlgn="auto" hangingPunct="1">
              <a:spcBef>
                <a:spcPts val="0"/>
              </a:spcBef>
              <a:spcAft>
                <a:spcPts val="0"/>
              </a:spcAft>
              <a:defRPr/>
            </a:pPr>
            <a:endParaRPr lang="zh-CN" altLang="en-US" sz="1517" b="1" kern="0">
              <a:latin typeface="微软雅黑" panose="020B0503020204020204" pitchFamily="34" charset="-122"/>
              <a:ea typeface="微软雅黑" panose="020B0503020204020204" pitchFamily="34" charset="-122"/>
            </a:endParaRPr>
          </a:p>
        </p:txBody>
      </p:sp>
      <p:sp>
        <p:nvSpPr>
          <p:cNvPr id="39" name="Line 103"/>
          <p:cNvSpPr>
            <a:spLocks noChangeShapeType="1"/>
          </p:cNvSpPr>
          <p:nvPr/>
        </p:nvSpPr>
        <p:spPr bwMode="auto">
          <a:xfrm>
            <a:off x="7080519" y="2665597"/>
            <a:ext cx="0" cy="1537067"/>
          </a:xfrm>
          <a:prstGeom prst="line">
            <a:avLst/>
          </a:prstGeom>
          <a:noFill/>
          <a:ln w="9525">
            <a:solidFill>
              <a:srgbClr val="0000FF"/>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90570" eaLnBrk="1" fontAlgn="auto" hangingPunct="1">
              <a:spcBef>
                <a:spcPts val="0"/>
              </a:spcBef>
              <a:spcAft>
                <a:spcPts val="0"/>
              </a:spcAft>
              <a:defRPr/>
            </a:pPr>
            <a:endParaRPr lang="zh-CN" altLang="en-US" sz="1517" b="1" kern="0">
              <a:latin typeface="微软雅黑" panose="020B0503020204020204" pitchFamily="34" charset="-122"/>
              <a:ea typeface="微软雅黑" panose="020B0503020204020204" pitchFamily="34" charset="-122"/>
            </a:endParaRPr>
          </a:p>
        </p:txBody>
      </p:sp>
      <p:sp>
        <p:nvSpPr>
          <p:cNvPr id="57" name="Line 100"/>
          <p:cNvSpPr>
            <a:spLocks noChangeShapeType="1"/>
          </p:cNvSpPr>
          <p:nvPr/>
        </p:nvSpPr>
        <p:spPr bwMode="auto">
          <a:xfrm>
            <a:off x="794405" y="4202664"/>
            <a:ext cx="8306189" cy="0"/>
          </a:xfrm>
          <a:prstGeom prst="line">
            <a:avLst/>
          </a:prstGeom>
          <a:noFill/>
          <a:ln w="9525">
            <a:solidFill>
              <a:srgbClr val="0000FF"/>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90570" eaLnBrk="1" fontAlgn="auto" hangingPunct="1">
              <a:spcBef>
                <a:spcPts val="0"/>
              </a:spcBef>
              <a:spcAft>
                <a:spcPts val="0"/>
              </a:spcAft>
              <a:defRPr/>
            </a:pPr>
            <a:endParaRPr lang="zh-CN" altLang="en-US" sz="1517" b="1" kern="0">
              <a:latin typeface="微软雅黑" panose="020B0503020204020204" pitchFamily="34" charset="-122"/>
              <a:ea typeface="微软雅黑" panose="020B0503020204020204" pitchFamily="34" charset="-122"/>
            </a:endParaRPr>
          </a:p>
        </p:txBody>
      </p:sp>
      <p:sp>
        <p:nvSpPr>
          <p:cNvPr id="58" name="AutoShape 12"/>
          <p:cNvSpPr>
            <a:spLocks noChangeArrowheads="1"/>
          </p:cNvSpPr>
          <p:nvPr/>
        </p:nvSpPr>
        <p:spPr bwMode="auto">
          <a:xfrm>
            <a:off x="554554" y="1311037"/>
            <a:ext cx="8806434" cy="457465"/>
          </a:xfrm>
          <a:prstGeom prst="roundRect">
            <a:avLst>
              <a:gd name="adj" fmla="val 16667"/>
            </a:avLst>
          </a:prstGeom>
          <a:solidFill>
            <a:srgbClr val="0089FA"/>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zh-CN" altLang="en-US"/>
          </a:p>
        </p:txBody>
      </p:sp>
      <p:sp>
        <p:nvSpPr>
          <p:cNvPr id="59" name="Rectangle 13"/>
          <p:cNvSpPr>
            <a:spLocks noChangeArrowheads="1"/>
          </p:cNvSpPr>
          <p:nvPr/>
        </p:nvSpPr>
        <p:spPr bwMode="auto">
          <a:xfrm>
            <a:off x="2196439" y="1283451"/>
            <a:ext cx="5522666"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600" b="1" dirty="0">
                <a:solidFill>
                  <a:schemeClr val="bg1"/>
                </a:solidFill>
                <a:latin typeface="微软雅黑" panose="020B0503020204020204" pitchFamily="34" charset="-122"/>
                <a:ea typeface="微软雅黑" panose="020B0503020204020204" pitchFamily="34" charset="-122"/>
              </a:rPr>
              <a:t>7.1.1  </a:t>
            </a:r>
            <a:r>
              <a:rPr lang="zh-CN" altLang="en-US" sz="2600" b="1" dirty="0">
                <a:solidFill>
                  <a:schemeClr val="bg1"/>
                </a:solidFill>
                <a:latin typeface="微软雅黑" panose="020B0503020204020204" pitchFamily="34" charset="-122"/>
                <a:ea typeface="微软雅黑" panose="020B0503020204020204" pitchFamily="34" charset="-122"/>
              </a:rPr>
              <a:t>计算机网络面临的安全性威胁</a:t>
            </a:r>
          </a:p>
        </p:txBody>
      </p:sp>
      <p:sp>
        <p:nvSpPr>
          <p:cNvPr id="61" name="Rectangle 46"/>
          <p:cNvSpPr>
            <a:spLocks noChangeArrowheads="1"/>
          </p:cNvSpPr>
          <p:nvPr/>
        </p:nvSpPr>
        <p:spPr bwMode="auto">
          <a:xfrm>
            <a:off x="551932" y="1773959"/>
            <a:ext cx="8806433" cy="4758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71464" indent="-371464">
              <a:lnSpc>
                <a:spcPts val="3250"/>
              </a:lnSpc>
              <a:buClr>
                <a:srgbClr val="0070C0"/>
              </a:buClr>
              <a:buFont typeface="Wingdings" panose="05000000000000000000" pitchFamily="2" charset="2"/>
              <a:buChar char="l"/>
            </a:pPr>
            <a:r>
              <a:rPr lang="zh-CN" altLang="en-US" sz="2167" b="1" dirty="0">
                <a:latin typeface="微软雅黑" panose="020B0503020204020204" pitchFamily="34" charset="-122"/>
                <a:ea typeface="微软雅黑" panose="020B0503020204020204" pitchFamily="34" charset="-122"/>
              </a:rPr>
              <a:t>两大类威胁：</a:t>
            </a:r>
            <a:r>
              <a:rPr lang="zh-CN" altLang="en-US" sz="2167" b="1" dirty="0">
                <a:solidFill>
                  <a:srgbClr val="C00000"/>
                </a:solidFill>
                <a:latin typeface="微软雅黑" panose="020B0503020204020204" pitchFamily="34" charset="-122"/>
                <a:ea typeface="微软雅黑" panose="020B0503020204020204" pitchFamily="34" charset="-122"/>
              </a:rPr>
              <a:t>被动攻击</a:t>
            </a:r>
            <a:r>
              <a:rPr lang="zh-CN" altLang="en-US" sz="2167" b="1" dirty="0">
                <a:latin typeface="微软雅黑" panose="020B0503020204020204" pitchFamily="34" charset="-122"/>
                <a:ea typeface="微软雅黑" panose="020B0503020204020204" pitchFamily="34" charset="-122"/>
              </a:rPr>
              <a:t>和</a:t>
            </a:r>
            <a:r>
              <a:rPr lang="zh-CN" altLang="en-US" sz="2167" b="1" dirty="0">
                <a:solidFill>
                  <a:srgbClr val="C00000"/>
                </a:solidFill>
                <a:latin typeface="微软雅黑" panose="020B0503020204020204" pitchFamily="34" charset="-122"/>
                <a:ea typeface="微软雅黑" panose="020B0503020204020204" pitchFamily="34" charset="-122"/>
              </a:rPr>
              <a:t>主动攻击。</a:t>
            </a:r>
            <a:endParaRPr lang="zh-CN" altLang="zh-CN" sz="2167" b="1" dirty="0">
              <a:solidFill>
                <a:srgbClr val="C00000"/>
              </a:solidFill>
              <a:latin typeface="微软雅黑" panose="020B0503020204020204" pitchFamily="34" charset="-122"/>
              <a:ea typeface="微软雅黑" panose="020B0503020204020204" pitchFamily="34" charset="-122"/>
            </a:endParaRPr>
          </a:p>
        </p:txBody>
      </p:sp>
      <p:sp>
        <p:nvSpPr>
          <p:cNvPr id="4" name="标题 1">
            <a:extLst>
              <a:ext uri="{FF2B5EF4-FFF2-40B4-BE49-F238E27FC236}">
                <a16:creationId xmlns:a16="http://schemas.microsoft.com/office/drawing/2014/main" id="{E0B4AE1C-7436-B208-7DA0-11955444B96B}"/>
              </a:ext>
            </a:extLst>
          </p:cNvPr>
          <p:cNvSpPr txBox="1">
            <a:spLocks/>
          </p:cNvSpPr>
          <p:nvPr/>
        </p:nvSpPr>
        <p:spPr>
          <a:xfrm>
            <a:off x="495300" y="188640"/>
            <a:ext cx="9066212" cy="792088"/>
          </a:xfrm>
          <a:prstGeom prst="rect">
            <a:avLst/>
          </a:prstGeom>
        </p:spPr>
        <p:txBody>
          <a:bodyPr/>
          <a:lstStyle>
            <a:lvl1pPr algn="l" rtl="0" eaLnBrk="1" fontAlgn="base" hangingPunct="1">
              <a:spcBef>
                <a:spcPct val="0"/>
              </a:spcBef>
              <a:spcAft>
                <a:spcPct val="0"/>
              </a:spcAft>
              <a:defRPr sz="4400" b="1">
                <a:solidFill>
                  <a:srgbClr val="333399"/>
                </a:solidFill>
                <a:latin typeface="+mn-lt"/>
                <a:ea typeface="黑体" panose="02010609060101010101" pitchFamily="2" charset="-122"/>
                <a:cs typeface="+mj-cs"/>
              </a:defRPr>
            </a:lvl1pPr>
            <a:lvl2pPr algn="l" rtl="0" eaLnBrk="1" fontAlgn="base" hangingPunct="1">
              <a:spcBef>
                <a:spcPct val="0"/>
              </a:spcBef>
              <a:spcAft>
                <a:spcPct val="0"/>
              </a:spcAft>
              <a:defRPr sz="4400">
                <a:solidFill>
                  <a:schemeClr val="tx2"/>
                </a:solidFill>
                <a:latin typeface="Times New Roman" panose="02020603050405020304" pitchFamily="18" charset="0"/>
              </a:defRPr>
            </a:lvl2pPr>
            <a:lvl3pPr algn="l" rtl="0" eaLnBrk="1" fontAlgn="base" hangingPunct="1">
              <a:spcBef>
                <a:spcPct val="0"/>
              </a:spcBef>
              <a:spcAft>
                <a:spcPct val="0"/>
              </a:spcAft>
              <a:defRPr sz="4400">
                <a:solidFill>
                  <a:schemeClr val="tx2"/>
                </a:solidFill>
                <a:latin typeface="Times New Roman" panose="02020603050405020304" pitchFamily="18" charset="0"/>
              </a:defRPr>
            </a:lvl3pPr>
            <a:lvl4pPr algn="l" rtl="0" eaLnBrk="1" fontAlgn="base" hangingPunct="1">
              <a:spcBef>
                <a:spcPct val="0"/>
              </a:spcBef>
              <a:spcAft>
                <a:spcPct val="0"/>
              </a:spcAft>
              <a:defRPr sz="4400">
                <a:solidFill>
                  <a:schemeClr val="tx2"/>
                </a:solidFill>
                <a:latin typeface="Times New Roman" panose="02020603050405020304" pitchFamily="18" charset="0"/>
              </a:defRPr>
            </a:lvl4pPr>
            <a:lvl5pPr algn="l" rtl="0" eaLnBrk="1" fontAlgn="base" hangingPunct="1">
              <a:spcBef>
                <a:spcPct val="0"/>
              </a:spcBef>
              <a:spcAft>
                <a:spcPct val="0"/>
              </a:spcAft>
              <a:defRPr sz="4400">
                <a:solidFill>
                  <a:schemeClr val="tx2"/>
                </a:solidFill>
                <a:latin typeface="Times New Roman" panose="02020603050405020304" pitchFamily="18" charset="0"/>
              </a:defRPr>
            </a:lvl5pPr>
            <a:lvl6pPr marL="457200" algn="l" rtl="0" eaLnBrk="1" fontAlgn="base" hangingPunct="1">
              <a:spcBef>
                <a:spcPct val="0"/>
              </a:spcBef>
              <a:spcAft>
                <a:spcPct val="0"/>
              </a:spcAft>
              <a:defRPr sz="4400">
                <a:solidFill>
                  <a:schemeClr val="tx2"/>
                </a:solidFill>
                <a:latin typeface="Times New Roman" panose="02020603050405020304" pitchFamily="18" charset="0"/>
              </a:defRPr>
            </a:lvl6pPr>
            <a:lvl7pPr marL="914400" algn="l" rtl="0" eaLnBrk="1" fontAlgn="base" hangingPunct="1">
              <a:spcBef>
                <a:spcPct val="0"/>
              </a:spcBef>
              <a:spcAft>
                <a:spcPct val="0"/>
              </a:spcAft>
              <a:defRPr sz="4400">
                <a:solidFill>
                  <a:schemeClr val="tx2"/>
                </a:solidFill>
                <a:latin typeface="Times New Roman" panose="02020603050405020304" pitchFamily="18" charset="0"/>
              </a:defRPr>
            </a:lvl7pPr>
            <a:lvl8pPr marL="1371600" algn="l" rtl="0" eaLnBrk="1" fontAlgn="base" hangingPunct="1">
              <a:spcBef>
                <a:spcPct val="0"/>
              </a:spcBef>
              <a:spcAft>
                <a:spcPct val="0"/>
              </a:spcAft>
              <a:defRPr sz="4400">
                <a:solidFill>
                  <a:schemeClr val="tx2"/>
                </a:solidFill>
                <a:latin typeface="Times New Roman" panose="02020603050405020304" pitchFamily="18" charset="0"/>
              </a:defRPr>
            </a:lvl8pPr>
            <a:lvl9pPr marL="1828800" algn="l" rtl="0" eaLnBrk="1" fontAlgn="base" hangingPunct="1">
              <a:spcBef>
                <a:spcPct val="0"/>
              </a:spcBef>
              <a:spcAft>
                <a:spcPct val="0"/>
              </a:spcAft>
              <a:defRPr sz="4400">
                <a:solidFill>
                  <a:schemeClr val="tx2"/>
                </a:solidFill>
                <a:latin typeface="Times New Roman" panose="02020603050405020304" pitchFamily="18" charset="0"/>
              </a:defRPr>
            </a:lvl9pPr>
          </a:lstStyle>
          <a:p>
            <a:r>
              <a:rPr lang="zh-CN" altLang="en-US" kern="0"/>
              <a:t>第 </a:t>
            </a:r>
            <a:r>
              <a:rPr lang="en-US" altLang="zh-CN" kern="0"/>
              <a:t>7 </a:t>
            </a:r>
            <a:r>
              <a:rPr lang="zh-CN" altLang="en-US" kern="0"/>
              <a:t>章 网络安全</a:t>
            </a:r>
            <a:endParaRPr lang="zh-CN" altLang="en-US" kern="0" dirty="0"/>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8D3DE2-FF12-1CB2-A244-94A7265C248D}"/>
            </a:ext>
          </a:extLst>
        </p:cNvPr>
        <p:cNvGrpSpPr/>
        <p:nvPr/>
      </p:nvGrpSpPr>
      <p:grpSpPr>
        <a:xfrm>
          <a:off x="0" y="0"/>
          <a:ext cx="0" cy="0"/>
          <a:chOff x="0" y="0"/>
          <a:chExt cx="0" cy="0"/>
        </a:xfrm>
      </p:grpSpPr>
      <p:sp>
        <p:nvSpPr>
          <p:cNvPr id="4" name="标题 1">
            <a:extLst>
              <a:ext uri="{FF2B5EF4-FFF2-40B4-BE49-F238E27FC236}">
                <a16:creationId xmlns:a16="http://schemas.microsoft.com/office/drawing/2014/main" id="{66C31377-DC88-55CE-6220-744E248A111A}"/>
              </a:ext>
            </a:extLst>
          </p:cNvPr>
          <p:cNvSpPr txBox="1">
            <a:spLocks/>
          </p:cNvSpPr>
          <p:nvPr/>
        </p:nvSpPr>
        <p:spPr>
          <a:xfrm>
            <a:off x="495300" y="188640"/>
            <a:ext cx="9066212" cy="792088"/>
          </a:xfrm>
          <a:prstGeom prst="rect">
            <a:avLst/>
          </a:prstGeom>
        </p:spPr>
        <p:txBody>
          <a:bodyPr/>
          <a:lstStyle>
            <a:lvl1pPr algn="l" rtl="0" eaLnBrk="1" fontAlgn="base" hangingPunct="1">
              <a:spcBef>
                <a:spcPct val="0"/>
              </a:spcBef>
              <a:spcAft>
                <a:spcPct val="0"/>
              </a:spcAft>
              <a:defRPr sz="4400" b="1">
                <a:solidFill>
                  <a:srgbClr val="333399"/>
                </a:solidFill>
                <a:latin typeface="+mn-lt"/>
                <a:ea typeface="黑体" panose="02010609060101010101" pitchFamily="2" charset="-122"/>
                <a:cs typeface="+mj-cs"/>
              </a:defRPr>
            </a:lvl1pPr>
            <a:lvl2pPr algn="l" rtl="0" eaLnBrk="1" fontAlgn="base" hangingPunct="1">
              <a:spcBef>
                <a:spcPct val="0"/>
              </a:spcBef>
              <a:spcAft>
                <a:spcPct val="0"/>
              </a:spcAft>
              <a:defRPr sz="4400">
                <a:solidFill>
                  <a:schemeClr val="tx2"/>
                </a:solidFill>
                <a:latin typeface="Times New Roman" panose="02020603050405020304" pitchFamily="18" charset="0"/>
              </a:defRPr>
            </a:lvl2pPr>
            <a:lvl3pPr algn="l" rtl="0" eaLnBrk="1" fontAlgn="base" hangingPunct="1">
              <a:spcBef>
                <a:spcPct val="0"/>
              </a:spcBef>
              <a:spcAft>
                <a:spcPct val="0"/>
              </a:spcAft>
              <a:defRPr sz="4400">
                <a:solidFill>
                  <a:schemeClr val="tx2"/>
                </a:solidFill>
                <a:latin typeface="Times New Roman" panose="02020603050405020304" pitchFamily="18" charset="0"/>
              </a:defRPr>
            </a:lvl3pPr>
            <a:lvl4pPr algn="l" rtl="0" eaLnBrk="1" fontAlgn="base" hangingPunct="1">
              <a:spcBef>
                <a:spcPct val="0"/>
              </a:spcBef>
              <a:spcAft>
                <a:spcPct val="0"/>
              </a:spcAft>
              <a:defRPr sz="4400">
                <a:solidFill>
                  <a:schemeClr val="tx2"/>
                </a:solidFill>
                <a:latin typeface="Times New Roman" panose="02020603050405020304" pitchFamily="18" charset="0"/>
              </a:defRPr>
            </a:lvl4pPr>
            <a:lvl5pPr algn="l" rtl="0" eaLnBrk="1" fontAlgn="base" hangingPunct="1">
              <a:spcBef>
                <a:spcPct val="0"/>
              </a:spcBef>
              <a:spcAft>
                <a:spcPct val="0"/>
              </a:spcAft>
              <a:defRPr sz="4400">
                <a:solidFill>
                  <a:schemeClr val="tx2"/>
                </a:solidFill>
                <a:latin typeface="Times New Roman" panose="02020603050405020304" pitchFamily="18" charset="0"/>
              </a:defRPr>
            </a:lvl5pPr>
            <a:lvl6pPr marL="457200" algn="l" rtl="0" eaLnBrk="1" fontAlgn="base" hangingPunct="1">
              <a:spcBef>
                <a:spcPct val="0"/>
              </a:spcBef>
              <a:spcAft>
                <a:spcPct val="0"/>
              </a:spcAft>
              <a:defRPr sz="4400">
                <a:solidFill>
                  <a:schemeClr val="tx2"/>
                </a:solidFill>
                <a:latin typeface="Times New Roman" panose="02020603050405020304" pitchFamily="18" charset="0"/>
              </a:defRPr>
            </a:lvl6pPr>
            <a:lvl7pPr marL="914400" algn="l" rtl="0" eaLnBrk="1" fontAlgn="base" hangingPunct="1">
              <a:spcBef>
                <a:spcPct val="0"/>
              </a:spcBef>
              <a:spcAft>
                <a:spcPct val="0"/>
              </a:spcAft>
              <a:defRPr sz="4400">
                <a:solidFill>
                  <a:schemeClr val="tx2"/>
                </a:solidFill>
                <a:latin typeface="Times New Roman" panose="02020603050405020304" pitchFamily="18" charset="0"/>
              </a:defRPr>
            </a:lvl7pPr>
            <a:lvl8pPr marL="1371600" algn="l" rtl="0" eaLnBrk="1" fontAlgn="base" hangingPunct="1">
              <a:spcBef>
                <a:spcPct val="0"/>
              </a:spcBef>
              <a:spcAft>
                <a:spcPct val="0"/>
              </a:spcAft>
              <a:defRPr sz="4400">
                <a:solidFill>
                  <a:schemeClr val="tx2"/>
                </a:solidFill>
                <a:latin typeface="Times New Roman" panose="02020603050405020304" pitchFamily="18" charset="0"/>
              </a:defRPr>
            </a:lvl8pPr>
            <a:lvl9pPr marL="1828800" algn="l" rtl="0" eaLnBrk="1" fontAlgn="base" hangingPunct="1">
              <a:spcBef>
                <a:spcPct val="0"/>
              </a:spcBef>
              <a:spcAft>
                <a:spcPct val="0"/>
              </a:spcAft>
              <a:defRPr sz="4400">
                <a:solidFill>
                  <a:schemeClr val="tx2"/>
                </a:solidFill>
                <a:latin typeface="Times New Roman" panose="02020603050405020304" pitchFamily="18" charset="0"/>
              </a:defRPr>
            </a:lvl9pPr>
          </a:lstStyle>
          <a:p>
            <a:r>
              <a:rPr lang="zh-CN" altLang="en-US" kern="0"/>
              <a:t>第 </a:t>
            </a:r>
            <a:r>
              <a:rPr lang="en-US" altLang="zh-CN" kern="0"/>
              <a:t>7 </a:t>
            </a:r>
            <a:r>
              <a:rPr lang="zh-CN" altLang="en-US" kern="0"/>
              <a:t>章 网络安全</a:t>
            </a:r>
            <a:endParaRPr lang="zh-CN" altLang="en-US" kern="0" dirty="0"/>
          </a:p>
        </p:txBody>
      </p:sp>
      <p:sp>
        <p:nvSpPr>
          <p:cNvPr id="2" name="Rectangle 46">
            <a:extLst>
              <a:ext uri="{FF2B5EF4-FFF2-40B4-BE49-F238E27FC236}">
                <a16:creationId xmlns:a16="http://schemas.microsoft.com/office/drawing/2014/main" id="{810C8EE0-2418-AD44-6296-27592DC7AA4B}"/>
              </a:ext>
            </a:extLst>
          </p:cNvPr>
          <p:cNvSpPr>
            <a:spLocks noChangeArrowheads="1"/>
          </p:cNvSpPr>
          <p:nvPr/>
        </p:nvSpPr>
        <p:spPr bwMode="auto">
          <a:xfrm>
            <a:off x="856433" y="1295861"/>
            <a:ext cx="8129015" cy="21026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2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指攻击者从网络上</a:t>
            </a:r>
            <a:r>
              <a:rPr lang="zh-CN" altLang="en-US" sz="2000" b="1" dirty="0">
                <a:solidFill>
                  <a:srgbClr val="C00000"/>
                </a:solidFill>
                <a:latin typeface="微软雅黑" panose="020B0503020204020204" pitchFamily="34" charset="-122"/>
                <a:ea typeface="微软雅黑" panose="020B0503020204020204" pitchFamily="34" charset="-122"/>
              </a:rPr>
              <a:t>窃听</a:t>
            </a:r>
            <a:r>
              <a:rPr lang="zh-CN" altLang="en-US" sz="2000" b="1" dirty="0">
                <a:latin typeface="微软雅黑" panose="020B0503020204020204" pitchFamily="34" charset="-122"/>
                <a:ea typeface="微软雅黑" panose="020B0503020204020204" pitchFamily="34" charset="-122"/>
              </a:rPr>
              <a:t>他人的通信内容。</a:t>
            </a:r>
          </a:p>
          <a:p>
            <a:pPr marL="342900" indent="-342900" eaLnBrk="0" hangingPunct="0">
              <a:lnSpc>
                <a:spcPts val="32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通常把这类攻击称为</a:t>
            </a:r>
            <a:r>
              <a:rPr lang="zh-CN" altLang="en-US" sz="2000" b="1" dirty="0">
                <a:solidFill>
                  <a:srgbClr val="C00000"/>
                </a:solidFill>
                <a:latin typeface="微软雅黑" panose="020B0503020204020204" pitchFamily="34" charset="-122"/>
                <a:ea typeface="微软雅黑" panose="020B0503020204020204" pitchFamily="34" charset="-122"/>
              </a:rPr>
              <a:t>截获。</a:t>
            </a:r>
          </a:p>
          <a:p>
            <a:pPr marL="342900" indent="-342900" eaLnBrk="0" hangingPunct="0">
              <a:lnSpc>
                <a:spcPts val="32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攻击者只是观察和分析某一个协议数据单元 </a:t>
            </a:r>
            <a:r>
              <a:rPr lang="en-US" altLang="zh-CN" sz="2000" b="1" dirty="0">
                <a:latin typeface="微软雅黑" panose="020B0503020204020204" pitchFamily="34" charset="-122"/>
                <a:ea typeface="微软雅黑" panose="020B0503020204020204" pitchFamily="34" charset="-122"/>
              </a:rPr>
              <a:t>PDU</a:t>
            </a:r>
            <a:r>
              <a:rPr lang="zh-CN" altLang="en-US" sz="2000" b="1" dirty="0">
                <a:latin typeface="微软雅黑" panose="020B0503020204020204" pitchFamily="34" charset="-122"/>
                <a:ea typeface="微软雅黑" panose="020B0503020204020204" pitchFamily="34" charset="-122"/>
              </a:rPr>
              <a:t>，以便了解所交换的数据的某种性质，但</a:t>
            </a:r>
            <a:r>
              <a:rPr lang="zh-CN" altLang="en-US" sz="2000" b="1" dirty="0">
                <a:solidFill>
                  <a:srgbClr val="C00000"/>
                </a:solidFill>
                <a:latin typeface="微软雅黑" panose="020B0503020204020204" pitchFamily="34" charset="-122"/>
                <a:ea typeface="微软雅黑" panose="020B0503020204020204" pitchFamily="34" charset="-122"/>
              </a:rPr>
              <a:t>不干扰</a:t>
            </a:r>
            <a:r>
              <a:rPr lang="zh-CN" altLang="en-US" sz="2000" b="1" dirty="0">
                <a:latin typeface="微软雅黑" panose="020B0503020204020204" pitchFamily="34" charset="-122"/>
                <a:ea typeface="微软雅黑" panose="020B0503020204020204" pitchFamily="34" charset="-122"/>
              </a:rPr>
              <a:t>信息流。</a:t>
            </a:r>
          </a:p>
          <a:p>
            <a:pPr marL="342900" indent="-342900" eaLnBrk="0" hangingPunct="0">
              <a:lnSpc>
                <a:spcPts val="32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这种被动攻击又称为</a:t>
            </a:r>
            <a:r>
              <a:rPr lang="zh-CN" altLang="en-US" sz="2000" b="1" dirty="0">
                <a:solidFill>
                  <a:srgbClr val="C00000"/>
                </a:solidFill>
                <a:latin typeface="微软雅黑" panose="020B0503020204020204" pitchFamily="34" charset="-122"/>
                <a:ea typeface="微软雅黑" panose="020B0503020204020204" pitchFamily="34" charset="-122"/>
              </a:rPr>
              <a:t>流量分析 </a:t>
            </a:r>
            <a:r>
              <a:rPr lang="en-US" altLang="zh-CN" sz="2000" b="1" dirty="0">
                <a:latin typeface="微软雅黑" panose="020B0503020204020204" pitchFamily="34" charset="-122"/>
                <a:ea typeface="微软雅黑" panose="020B0503020204020204" pitchFamily="34" charset="-122"/>
              </a:rPr>
              <a:t>(traffic analysis)</a:t>
            </a:r>
            <a:r>
              <a:rPr lang="zh-CN" altLang="en-US" sz="2000" b="1" dirty="0">
                <a:latin typeface="微软雅黑" panose="020B0503020204020204" pitchFamily="34" charset="-122"/>
                <a:ea typeface="微软雅黑" panose="020B0503020204020204" pitchFamily="34" charset="-122"/>
              </a:rPr>
              <a:t>。</a:t>
            </a:r>
          </a:p>
        </p:txBody>
      </p:sp>
      <p:sp>
        <p:nvSpPr>
          <p:cNvPr id="3" name="AutoShape 5">
            <a:extLst>
              <a:ext uri="{FF2B5EF4-FFF2-40B4-BE49-F238E27FC236}">
                <a16:creationId xmlns:a16="http://schemas.microsoft.com/office/drawing/2014/main" id="{655607F9-791C-4BB2-3FE6-A123811F30A7}"/>
              </a:ext>
            </a:extLst>
          </p:cNvPr>
          <p:cNvSpPr>
            <a:spLocks noChangeArrowheads="1"/>
          </p:cNvSpPr>
          <p:nvPr/>
        </p:nvSpPr>
        <p:spPr bwMode="auto">
          <a:xfrm>
            <a:off x="856433" y="941931"/>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Rectangle 6">
            <a:extLst>
              <a:ext uri="{FF2B5EF4-FFF2-40B4-BE49-F238E27FC236}">
                <a16:creationId xmlns:a16="http://schemas.microsoft.com/office/drawing/2014/main" id="{E99C791B-A87D-70BA-B554-D4A2BDB5F33E}"/>
              </a:ext>
            </a:extLst>
          </p:cNvPr>
          <p:cNvSpPr>
            <a:spLocks noChangeArrowheads="1"/>
          </p:cNvSpPr>
          <p:nvPr/>
        </p:nvSpPr>
        <p:spPr bwMode="auto">
          <a:xfrm>
            <a:off x="4315646" y="908720"/>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anose="020B0503020204020204" pitchFamily="34" charset="-122"/>
                <a:ea typeface="微软雅黑" panose="020B0503020204020204" pitchFamily="34" charset="-122"/>
              </a:rPr>
              <a:t>被动攻击</a:t>
            </a:r>
          </a:p>
        </p:txBody>
      </p:sp>
      <p:sp>
        <p:nvSpPr>
          <p:cNvPr id="7" name="Rectangle 46">
            <a:extLst>
              <a:ext uri="{FF2B5EF4-FFF2-40B4-BE49-F238E27FC236}">
                <a16:creationId xmlns:a16="http://schemas.microsoft.com/office/drawing/2014/main" id="{C126E633-7438-D4CE-644C-D158B5B8317A}"/>
              </a:ext>
            </a:extLst>
          </p:cNvPr>
          <p:cNvSpPr>
            <a:spLocks noChangeArrowheads="1"/>
          </p:cNvSpPr>
          <p:nvPr/>
        </p:nvSpPr>
        <p:spPr bwMode="auto">
          <a:xfrm>
            <a:off x="776536" y="3744133"/>
            <a:ext cx="8928992" cy="23655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ts val="3000"/>
              </a:lnSpc>
              <a:buClr>
                <a:srgbClr val="0070C0"/>
              </a:buClr>
            </a:pPr>
            <a:r>
              <a:rPr lang="zh-CN" altLang="en-US" sz="2000" b="1" dirty="0">
                <a:latin typeface="微软雅黑" panose="020B0503020204020204" pitchFamily="34" charset="-122"/>
                <a:ea typeface="微软雅黑" panose="020B0503020204020204" pitchFamily="34" charset="-122"/>
              </a:rPr>
              <a:t>主要有：</a:t>
            </a:r>
          </a:p>
          <a:p>
            <a:pPr marL="358775" indent="-358775" eaLnBrk="0" hangingPunct="0">
              <a:lnSpc>
                <a:spcPts val="3000"/>
              </a:lnSpc>
              <a:buClr>
                <a:srgbClr val="990099"/>
              </a:buClr>
              <a:buFont typeface="+mj-lt"/>
              <a:buAutoNum type="arabicPeriod"/>
            </a:pPr>
            <a:r>
              <a:rPr lang="zh-CN" altLang="en-US" sz="2000" b="1" dirty="0">
                <a:solidFill>
                  <a:srgbClr val="0000FF"/>
                </a:solidFill>
                <a:latin typeface="微软雅黑" panose="020B0503020204020204" pitchFamily="34" charset="-122"/>
                <a:ea typeface="微软雅黑" panose="020B0503020204020204" pitchFamily="34" charset="-122"/>
              </a:rPr>
              <a:t>篡改</a:t>
            </a:r>
            <a:r>
              <a:rPr lang="zh-CN" altLang="en-US" sz="2000" b="1" dirty="0">
                <a:latin typeface="微软雅黑" panose="020B0503020204020204" pitchFamily="34" charset="-122"/>
                <a:ea typeface="微软雅黑" panose="020B0503020204020204" pitchFamily="34" charset="-122"/>
              </a:rPr>
              <a:t>：故意篡改网络上传送的报文。这种攻击方式有时也称为</a:t>
            </a:r>
            <a:r>
              <a:rPr lang="zh-CN" altLang="en-US" sz="2000" b="1" dirty="0">
                <a:solidFill>
                  <a:srgbClr val="0000FF"/>
                </a:solidFill>
                <a:latin typeface="微软雅黑" panose="020B0503020204020204" pitchFamily="34" charset="-122"/>
                <a:ea typeface="微软雅黑" panose="020B0503020204020204" pitchFamily="34" charset="-122"/>
              </a:rPr>
              <a:t>更改报文流。</a:t>
            </a:r>
          </a:p>
          <a:p>
            <a:pPr marL="358775" indent="-358775" eaLnBrk="0" hangingPunct="0">
              <a:lnSpc>
                <a:spcPts val="3000"/>
              </a:lnSpc>
              <a:buClr>
                <a:srgbClr val="990099"/>
              </a:buClr>
              <a:buFont typeface="+mj-lt"/>
              <a:buAutoNum type="arabicPeriod"/>
            </a:pPr>
            <a:r>
              <a:rPr lang="zh-CN" altLang="en-US" sz="2000" b="1" dirty="0">
                <a:solidFill>
                  <a:srgbClr val="0000FF"/>
                </a:solidFill>
                <a:latin typeface="微软雅黑" panose="020B0503020204020204" pitchFamily="34" charset="-122"/>
                <a:ea typeface="微软雅黑" panose="020B0503020204020204" pitchFamily="34" charset="-122"/>
              </a:rPr>
              <a:t>恶意程序 </a:t>
            </a:r>
            <a:r>
              <a:rPr lang="en-US" altLang="zh-CN" sz="2000" b="1" dirty="0">
                <a:latin typeface="微软雅黑" panose="020B0503020204020204" pitchFamily="34" charset="-122"/>
                <a:ea typeface="微软雅黑" panose="020B0503020204020204" pitchFamily="34" charset="-122"/>
              </a:rPr>
              <a:t>(rogue program)</a:t>
            </a:r>
            <a:r>
              <a:rPr lang="zh-CN" altLang="en-US" sz="2000" b="1" dirty="0">
                <a:latin typeface="微软雅黑" panose="020B0503020204020204" pitchFamily="34" charset="-122"/>
                <a:ea typeface="微软雅黑" panose="020B0503020204020204" pitchFamily="34" charset="-122"/>
              </a:rPr>
              <a:t>：种类繁多，主要包括：计算机病毒、计算机蠕虫、特洛伊木马、逻辑炸弹、后门入侵、流氓软件等。</a:t>
            </a:r>
          </a:p>
          <a:p>
            <a:pPr marL="358775" indent="-358775" eaLnBrk="0" hangingPunct="0">
              <a:lnSpc>
                <a:spcPts val="3000"/>
              </a:lnSpc>
              <a:buClr>
                <a:srgbClr val="990099"/>
              </a:buClr>
              <a:buFont typeface="+mj-lt"/>
              <a:buAutoNum type="arabicPeriod"/>
            </a:pPr>
            <a:r>
              <a:rPr lang="zh-CN" altLang="en-US" sz="2000" b="1" dirty="0">
                <a:solidFill>
                  <a:srgbClr val="0000FF"/>
                </a:solidFill>
                <a:latin typeface="微软雅黑" panose="020B0503020204020204" pitchFamily="34" charset="-122"/>
                <a:ea typeface="微软雅黑" panose="020B0503020204020204" pitchFamily="34" charset="-122"/>
              </a:rPr>
              <a:t>拒绝服务 </a:t>
            </a:r>
            <a:r>
              <a:rPr lang="en-US" altLang="zh-CN" sz="2000" b="1" dirty="0" err="1">
                <a:solidFill>
                  <a:srgbClr val="0000FF"/>
                </a:solidFill>
                <a:latin typeface="微软雅黑" panose="020B0503020204020204" pitchFamily="34" charset="-122"/>
                <a:ea typeface="微软雅黑" panose="020B0503020204020204" pitchFamily="34" charset="-122"/>
              </a:rPr>
              <a:t>DoS</a:t>
            </a:r>
            <a:r>
              <a:rPr lang="en-US" altLang="zh-CN" sz="2000" b="1" dirty="0">
                <a:solidFill>
                  <a:srgbClr val="0000FF"/>
                </a:solidFill>
                <a:latin typeface="微软雅黑" panose="020B0503020204020204" pitchFamily="34" charset="-122"/>
                <a:ea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rPr>
              <a:t>(Denial of Service)</a:t>
            </a:r>
            <a:r>
              <a:rPr lang="zh-CN" altLang="en-US" sz="2000" b="1" dirty="0">
                <a:latin typeface="微软雅黑" panose="020B0503020204020204" pitchFamily="34" charset="-122"/>
                <a:ea typeface="微软雅黑" panose="020B0503020204020204" pitchFamily="34" charset="-122"/>
              </a:rPr>
              <a:t>：指攻击者向互联网上的某个服务器不停地发送大量分组，使该服务器无法提供正常服务，甚至完全瘫痪。</a:t>
            </a:r>
          </a:p>
        </p:txBody>
      </p:sp>
      <p:sp>
        <p:nvSpPr>
          <p:cNvPr id="8" name="AutoShape 5">
            <a:extLst>
              <a:ext uri="{FF2B5EF4-FFF2-40B4-BE49-F238E27FC236}">
                <a16:creationId xmlns:a16="http://schemas.microsoft.com/office/drawing/2014/main" id="{F324C929-3E70-C50B-B32F-7BC7F13B12E0}"/>
              </a:ext>
            </a:extLst>
          </p:cNvPr>
          <p:cNvSpPr>
            <a:spLocks noChangeArrowheads="1"/>
          </p:cNvSpPr>
          <p:nvPr/>
        </p:nvSpPr>
        <p:spPr bwMode="auto">
          <a:xfrm>
            <a:off x="844272" y="3390203"/>
            <a:ext cx="862790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Rectangle 6">
            <a:extLst>
              <a:ext uri="{FF2B5EF4-FFF2-40B4-BE49-F238E27FC236}">
                <a16:creationId xmlns:a16="http://schemas.microsoft.com/office/drawing/2014/main" id="{11CBCA95-D02F-29EC-48BC-0921D2592696}"/>
              </a:ext>
            </a:extLst>
          </p:cNvPr>
          <p:cNvSpPr>
            <a:spLocks noChangeArrowheads="1"/>
          </p:cNvSpPr>
          <p:nvPr/>
        </p:nvSpPr>
        <p:spPr bwMode="auto">
          <a:xfrm>
            <a:off x="4303484" y="3356992"/>
            <a:ext cx="12848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0" hangingPunct="0"/>
            <a:r>
              <a:rPr lang="zh-CN" altLang="en-US" sz="2000" b="1" dirty="0">
                <a:solidFill>
                  <a:schemeClr val="bg1"/>
                </a:solidFill>
                <a:latin typeface="微软雅黑" panose="020B0503020204020204" pitchFamily="34" charset="-122"/>
                <a:ea typeface="微软雅黑" panose="020B0503020204020204" pitchFamily="34" charset="-122"/>
              </a:rPr>
              <a:t>主动攻击</a:t>
            </a:r>
          </a:p>
        </p:txBody>
      </p:sp>
    </p:spTree>
    <p:extLst>
      <p:ext uri="{BB962C8B-B14F-4D97-AF65-F5344CB8AC3E}">
        <p14:creationId xmlns:p14="http://schemas.microsoft.com/office/powerpoint/2010/main" val="177572541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Line 16"/>
          <p:cNvSpPr>
            <a:spLocks noChangeShapeType="1"/>
          </p:cNvSpPr>
          <p:nvPr/>
        </p:nvSpPr>
        <p:spPr bwMode="auto">
          <a:xfrm>
            <a:off x="3991761" y="1099553"/>
            <a:ext cx="0" cy="1537359"/>
          </a:xfrm>
          <a:prstGeom prst="line">
            <a:avLst/>
          </a:prstGeom>
          <a:noFill/>
          <a:ln w="28575" algn="ctr">
            <a:solidFill>
              <a:srgbClr val="FFFF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 name="Rectangle 27"/>
          <p:cNvSpPr>
            <a:spLocks noChangeArrowheads="1"/>
          </p:cNvSpPr>
          <p:nvPr/>
        </p:nvSpPr>
        <p:spPr bwMode="auto">
          <a:xfrm>
            <a:off x="1042432" y="934547"/>
            <a:ext cx="3164106" cy="531620"/>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fr-FR">
              <a:latin typeface="宋体" panose="02010600030101010101" pitchFamily="2" charset="-122"/>
            </a:endParaRPr>
          </a:p>
        </p:txBody>
      </p:sp>
      <p:sp>
        <p:nvSpPr>
          <p:cNvPr id="11" name="Rectangle 29"/>
          <p:cNvSpPr>
            <a:spLocks noChangeArrowheads="1"/>
          </p:cNvSpPr>
          <p:nvPr/>
        </p:nvSpPr>
        <p:spPr bwMode="auto">
          <a:xfrm>
            <a:off x="1078286" y="1028482"/>
            <a:ext cx="2891536" cy="42582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fr-FR" altLang="zh-CN" sz="2167" b="1" dirty="0">
                <a:solidFill>
                  <a:srgbClr val="FFFF00"/>
                </a:solidFill>
                <a:latin typeface="微软雅黑" panose="020B0503020204020204" pitchFamily="34" charset="-122"/>
                <a:ea typeface="微软雅黑" panose="020B0503020204020204" pitchFamily="34" charset="-122"/>
              </a:rPr>
              <a:t>7.2</a:t>
            </a:r>
            <a:r>
              <a:rPr lang="zh-CN" altLang="en-US" sz="2167" b="1" dirty="0">
                <a:solidFill>
                  <a:schemeClr val="bg1"/>
                </a:solidFill>
                <a:latin typeface="微软雅黑" panose="020B0503020204020204" pitchFamily="34" charset="-122"/>
                <a:ea typeface="微软雅黑" panose="020B0503020204020204" pitchFamily="34" charset="-122"/>
              </a:rPr>
              <a:t>两类密码体制</a:t>
            </a:r>
          </a:p>
        </p:txBody>
      </p:sp>
      <p:sp>
        <p:nvSpPr>
          <p:cNvPr id="2" name="AutoShape 12">
            <a:extLst>
              <a:ext uri="{FF2B5EF4-FFF2-40B4-BE49-F238E27FC236}">
                <a16:creationId xmlns:a16="http://schemas.microsoft.com/office/drawing/2014/main" id="{854C8C08-ADCB-6C14-AB3E-9B3BAFEC3BAC}"/>
              </a:ext>
            </a:extLst>
          </p:cNvPr>
          <p:cNvSpPr>
            <a:spLocks noChangeArrowheads="1"/>
          </p:cNvSpPr>
          <p:nvPr/>
        </p:nvSpPr>
        <p:spPr bwMode="auto">
          <a:xfrm>
            <a:off x="1029082" y="1510248"/>
            <a:ext cx="8129016" cy="422275"/>
          </a:xfrm>
          <a:prstGeom prst="roundRect">
            <a:avLst>
              <a:gd name="adj" fmla="val 16667"/>
            </a:avLst>
          </a:prstGeom>
          <a:solidFill>
            <a:srgbClr val="0089FA"/>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zh-CN" altLang="en-US"/>
          </a:p>
        </p:txBody>
      </p:sp>
      <p:sp>
        <p:nvSpPr>
          <p:cNvPr id="3" name="Rectangle 13">
            <a:extLst>
              <a:ext uri="{FF2B5EF4-FFF2-40B4-BE49-F238E27FC236}">
                <a16:creationId xmlns:a16="http://schemas.microsoft.com/office/drawing/2014/main" id="{65A60BE4-808E-23FD-1BB5-1B36ABEA3E28}"/>
              </a:ext>
            </a:extLst>
          </p:cNvPr>
          <p:cNvSpPr>
            <a:spLocks noChangeArrowheads="1"/>
          </p:cNvSpPr>
          <p:nvPr/>
        </p:nvSpPr>
        <p:spPr bwMode="auto">
          <a:xfrm>
            <a:off x="3215512" y="1484784"/>
            <a:ext cx="375615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anose="020B0503020204020204" pitchFamily="34" charset="-122"/>
                <a:ea typeface="微软雅黑" panose="020B0503020204020204" pitchFamily="34" charset="-122"/>
              </a:rPr>
              <a:t>7.2.1   </a:t>
            </a:r>
            <a:r>
              <a:rPr lang="zh-CN" altLang="en-US" sz="2400" b="1" dirty="0">
                <a:solidFill>
                  <a:schemeClr val="bg1"/>
                </a:solidFill>
                <a:latin typeface="微软雅黑" panose="020B0503020204020204" pitchFamily="34" charset="-122"/>
                <a:ea typeface="微软雅黑" panose="020B0503020204020204" pitchFamily="34" charset="-122"/>
              </a:rPr>
              <a:t>对称密钥密码体制 </a:t>
            </a:r>
          </a:p>
        </p:txBody>
      </p:sp>
      <p:sp>
        <p:nvSpPr>
          <p:cNvPr id="4" name="圆角矩形 1">
            <a:extLst>
              <a:ext uri="{FF2B5EF4-FFF2-40B4-BE49-F238E27FC236}">
                <a16:creationId xmlns:a16="http://schemas.microsoft.com/office/drawing/2014/main" id="{DBC4FE7B-6017-CC5B-21F6-6F1DA8C419E2}"/>
              </a:ext>
            </a:extLst>
          </p:cNvPr>
          <p:cNvSpPr/>
          <p:nvPr/>
        </p:nvSpPr>
        <p:spPr>
          <a:xfrm>
            <a:off x="1032720" y="2447594"/>
            <a:ext cx="8129015" cy="2403535"/>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Line 53">
            <a:extLst>
              <a:ext uri="{FF2B5EF4-FFF2-40B4-BE49-F238E27FC236}">
                <a16:creationId xmlns:a16="http://schemas.microsoft.com/office/drawing/2014/main" id="{04CD4158-A7E3-52BE-0C10-E530E2304AA0}"/>
              </a:ext>
            </a:extLst>
          </p:cNvPr>
          <p:cNvSpPr>
            <a:spLocks noChangeShapeType="1"/>
          </p:cNvSpPr>
          <p:nvPr/>
        </p:nvSpPr>
        <p:spPr bwMode="auto">
          <a:xfrm>
            <a:off x="5016829" y="4018384"/>
            <a:ext cx="1843101" cy="0"/>
          </a:xfrm>
          <a:prstGeom prst="line">
            <a:avLst/>
          </a:prstGeom>
          <a:noFill/>
          <a:ln w="38100">
            <a:solidFill>
              <a:srgbClr val="FF00FF"/>
            </a:solidFill>
            <a:round/>
            <a:headEnd type="none" w="sm" len="me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nvGrpSpPr>
          <p:cNvPr id="12" name="Group 107">
            <a:extLst>
              <a:ext uri="{FF2B5EF4-FFF2-40B4-BE49-F238E27FC236}">
                <a16:creationId xmlns:a16="http://schemas.microsoft.com/office/drawing/2014/main" id="{B495FD46-8D4C-C47D-34F7-9D550589E172}"/>
              </a:ext>
            </a:extLst>
          </p:cNvPr>
          <p:cNvGrpSpPr/>
          <p:nvPr/>
        </p:nvGrpSpPr>
        <p:grpSpPr bwMode="auto">
          <a:xfrm>
            <a:off x="4126046" y="3505097"/>
            <a:ext cx="1884855" cy="1171395"/>
            <a:chOff x="2248" y="820"/>
            <a:chExt cx="2248" cy="883"/>
          </a:xfrm>
        </p:grpSpPr>
        <p:grpSp>
          <p:nvGrpSpPr>
            <p:cNvPr id="13" name="Group 108">
              <a:extLst>
                <a:ext uri="{FF2B5EF4-FFF2-40B4-BE49-F238E27FC236}">
                  <a16:creationId xmlns:a16="http://schemas.microsoft.com/office/drawing/2014/main" id="{5DCF4160-38A8-3781-F4B0-1725F44BCEEF}"/>
                </a:ext>
              </a:extLst>
            </p:cNvPr>
            <p:cNvGrpSpPr/>
            <p:nvPr/>
          </p:nvGrpSpPr>
          <p:grpSpPr bwMode="auto">
            <a:xfrm>
              <a:off x="3567" y="902"/>
              <a:ext cx="929" cy="759"/>
              <a:chOff x="3567" y="902"/>
              <a:chExt cx="929" cy="759"/>
            </a:xfrm>
          </p:grpSpPr>
          <p:grpSp>
            <p:nvGrpSpPr>
              <p:cNvPr id="44" name="Group 109">
                <a:extLst>
                  <a:ext uri="{FF2B5EF4-FFF2-40B4-BE49-F238E27FC236}">
                    <a16:creationId xmlns:a16="http://schemas.microsoft.com/office/drawing/2014/main" id="{CEDE1084-6B50-A7D3-A04F-A3D09CD720E4}"/>
                  </a:ext>
                </a:extLst>
              </p:cNvPr>
              <p:cNvGrpSpPr/>
              <p:nvPr/>
            </p:nvGrpSpPr>
            <p:grpSpPr bwMode="auto">
              <a:xfrm>
                <a:off x="3926" y="902"/>
                <a:ext cx="570" cy="611"/>
                <a:chOff x="3926" y="902"/>
                <a:chExt cx="570" cy="611"/>
              </a:xfrm>
            </p:grpSpPr>
            <p:grpSp>
              <p:nvGrpSpPr>
                <p:cNvPr id="49" name="Group 110">
                  <a:extLst>
                    <a:ext uri="{FF2B5EF4-FFF2-40B4-BE49-F238E27FC236}">
                      <a16:creationId xmlns:a16="http://schemas.microsoft.com/office/drawing/2014/main" id="{DF2F9EB8-6917-AB64-019E-381A01AB39E2}"/>
                    </a:ext>
                  </a:extLst>
                </p:cNvPr>
                <p:cNvGrpSpPr/>
                <p:nvPr/>
              </p:nvGrpSpPr>
              <p:grpSpPr bwMode="auto">
                <a:xfrm>
                  <a:off x="4071" y="982"/>
                  <a:ext cx="425" cy="448"/>
                  <a:chOff x="4071" y="982"/>
                  <a:chExt cx="425" cy="448"/>
                </a:xfrm>
              </p:grpSpPr>
              <p:grpSp>
                <p:nvGrpSpPr>
                  <p:cNvPr id="59" name="Group 111">
                    <a:extLst>
                      <a:ext uri="{FF2B5EF4-FFF2-40B4-BE49-F238E27FC236}">
                        <a16:creationId xmlns:a16="http://schemas.microsoft.com/office/drawing/2014/main" id="{729D7E1B-F8CE-F1EC-1B34-3194EFA33C71}"/>
                      </a:ext>
                    </a:extLst>
                  </p:cNvPr>
                  <p:cNvGrpSpPr/>
                  <p:nvPr/>
                </p:nvGrpSpPr>
                <p:grpSpPr bwMode="auto">
                  <a:xfrm>
                    <a:off x="4071" y="982"/>
                    <a:ext cx="425" cy="448"/>
                    <a:chOff x="4071" y="982"/>
                    <a:chExt cx="425" cy="448"/>
                  </a:xfrm>
                </p:grpSpPr>
                <p:grpSp>
                  <p:nvGrpSpPr>
                    <p:cNvPr id="61" name="Group 112">
                      <a:extLst>
                        <a:ext uri="{FF2B5EF4-FFF2-40B4-BE49-F238E27FC236}">
                          <a16:creationId xmlns:a16="http://schemas.microsoft.com/office/drawing/2014/main" id="{7AEEF7E1-4CA5-F8D5-3F91-94744AF38B57}"/>
                        </a:ext>
                      </a:extLst>
                    </p:cNvPr>
                    <p:cNvGrpSpPr/>
                    <p:nvPr/>
                  </p:nvGrpSpPr>
                  <p:grpSpPr bwMode="auto">
                    <a:xfrm>
                      <a:off x="4182" y="1010"/>
                      <a:ext cx="314" cy="366"/>
                      <a:chOff x="4182" y="1010"/>
                      <a:chExt cx="314" cy="366"/>
                    </a:xfrm>
                  </p:grpSpPr>
                  <p:grpSp>
                    <p:nvGrpSpPr>
                      <p:cNvPr id="65" name="Group 113">
                        <a:extLst>
                          <a:ext uri="{FF2B5EF4-FFF2-40B4-BE49-F238E27FC236}">
                            <a16:creationId xmlns:a16="http://schemas.microsoft.com/office/drawing/2014/main" id="{CE9783C2-6560-C785-FEA4-D1E1DBB18AA7}"/>
                          </a:ext>
                        </a:extLst>
                      </p:cNvPr>
                      <p:cNvGrpSpPr/>
                      <p:nvPr/>
                    </p:nvGrpSpPr>
                    <p:grpSpPr bwMode="auto">
                      <a:xfrm>
                        <a:off x="4220" y="1010"/>
                        <a:ext cx="276" cy="366"/>
                        <a:chOff x="4220" y="1010"/>
                        <a:chExt cx="276" cy="366"/>
                      </a:xfrm>
                    </p:grpSpPr>
                    <p:sp>
                      <p:nvSpPr>
                        <p:cNvPr id="69" name="Oval 114">
                          <a:extLst>
                            <a:ext uri="{FF2B5EF4-FFF2-40B4-BE49-F238E27FC236}">
                              <a16:creationId xmlns:a16="http://schemas.microsoft.com/office/drawing/2014/main" id="{88224A17-7981-6031-C28F-5672F94309A8}"/>
                            </a:ext>
                          </a:extLst>
                        </p:cNvPr>
                        <p:cNvSpPr>
                          <a:spLocks noChangeArrowheads="1"/>
                        </p:cNvSpPr>
                        <p:nvPr/>
                      </p:nvSpPr>
                      <p:spPr bwMode="auto">
                        <a:xfrm>
                          <a:off x="4365" y="1228"/>
                          <a:ext cx="131" cy="93"/>
                        </a:xfrm>
                        <a:prstGeom prst="ellipse">
                          <a:avLst/>
                        </a:prstGeom>
                        <a:solidFill>
                          <a:srgbClr val="FFFFFF"/>
                        </a:solidFill>
                        <a:ln w="6350">
                          <a:solidFill>
                            <a:srgbClr val="000000"/>
                          </a:solidFill>
                          <a:rou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anose="020B0503020204020204" pitchFamily="34" charset="-122"/>
                            <a:ea typeface="微软雅黑" panose="020B0503020204020204" pitchFamily="34" charset="-122"/>
                          </a:endParaRPr>
                        </a:p>
                      </p:txBody>
                    </p:sp>
                    <p:sp>
                      <p:nvSpPr>
                        <p:cNvPr id="70" name="Oval 115">
                          <a:extLst>
                            <a:ext uri="{FF2B5EF4-FFF2-40B4-BE49-F238E27FC236}">
                              <a16:creationId xmlns:a16="http://schemas.microsoft.com/office/drawing/2014/main" id="{0083BB7B-8B61-C01F-DDA3-F1BCF1838F14}"/>
                            </a:ext>
                          </a:extLst>
                        </p:cNvPr>
                        <p:cNvSpPr>
                          <a:spLocks noChangeArrowheads="1"/>
                        </p:cNvSpPr>
                        <p:nvPr/>
                      </p:nvSpPr>
                      <p:spPr bwMode="auto">
                        <a:xfrm>
                          <a:off x="4254" y="1254"/>
                          <a:ext cx="167" cy="122"/>
                        </a:xfrm>
                        <a:prstGeom prst="ellipse">
                          <a:avLst/>
                        </a:prstGeom>
                        <a:solidFill>
                          <a:srgbClr val="FFFFFF"/>
                        </a:solidFill>
                        <a:ln w="6350">
                          <a:solidFill>
                            <a:srgbClr val="000000"/>
                          </a:solidFill>
                          <a:rou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anose="020B0503020204020204" pitchFamily="34" charset="-122"/>
                            <a:ea typeface="微软雅黑" panose="020B0503020204020204" pitchFamily="34" charset="-122"/>
                          </a:endParaRPr>
                        </a:p>
                      </p:txBody>
                    </p:sp>
                    <p:sp>
                      <p:nvSpPr>
                        <p:cNvPr id="71" name="Oval 116">
                          <a:extLst>
                            <a:ext uri="{FF2B5EF4-FFF2-40B4-BE49-F238E27FC236}">
                              <a16:creationId xmlns:a16="http://schemas.microsoft.com/office/drawing/2014/main" id="{B5A56133-2017-9B47-F7BB-00ECB96C56F9}"/>
                            </a:ext>
                          </a:extLst>
                        </p:cNvPr>
                        <p:cNvSpPr>
                          <a:spLocks noChangeArrowheads="1"/>
                        </p:cNvSpPr>
                        <p:nvPr/>
                      </p:nvSpPr>
                      <p:spPr bwMode="auto">
                        <a:xfrm>
                          <a:off x="4329" y="1091"/>
                          <a:ext cx="131" cy="96"/>
                        </a:xfrm>
                        <a:prstGeom prst="ellipse">
                          <a:avLst/>
                        </a:prstGeom>
                        <a:solidFill>
                          <a:srgbClr val="FFFFFF"/>
                        </a:solidFill>
                        <a:ln w="6350">
                          <a:solidFill>
                            <a:srgbClr val="000000"/>
                          </a:solidFill>
                          <a:rou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anose="020B0503020204020204" pitchFamily="34" charset="-122"/>
                            <a:ea typeface="微软雅黑" panose="020B0503020204020204" pitchFamily="34" charset="-122"/>
                          </a:endParaRPr>
                        </a:p>
                      </p:txBody>
                    </p:sp>
                    <p:sp>
                      <p:nvSpPr>
                        <p:cNvPr id="72" name="Oval 117">
                          <a:extLst>
                            <a:ext uri="{FF2B5EF4-FFF2-40B4-BE49-F238E27FC236}">
                              <a16:creationId xmlns:a16="http://schemas.microsoft.com/office/drawing/2014/main" id="{0FDCD195-8B55-C9BA-C075-351ED9F4A38C}"/>
                            </a:ext>
                          </a:extLst>
                        </p:cNvPr>
                        <p:cNvSpPr>
                          <a:spLocks noChangeArrowheads="1"/>
                        </p:cNvSpPr>
                        <p:nvPr/>
                      </p:nvSpPr>
                      <p:spPr bwMode="auto">
                        <a:xfrm>
                          <a:off x="4220" y="1010"/>
                          <a:ext cx="166" cy="122"/>
                        </a:xfrm>
                        <a:prstGeom prst="ellipse">
                          <a:avLst/>
                        </a:prstGeom>
                        <a:solidFill>
                          <a:srgbClr val="FFFFFF"/>
                        </a:solidFill>
                        <a:ln w="6350">
                          <a:solidFill>
                            <a:srgbClr val="000000"/>
                          </a:solidFill>
                          <a:rou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anose="020B0503020204020204" pitchFamily="34" charset="-122"/>
                            <a:ea typeface="微软雅黑" panose="020B0503020204020204" pitchFamily="34" charset="-122"/>
                          </a:endParaRPr>
                        </a:p>
                      </p:txBody>
                    </p:sp>
                    <p:sp>
                      <p:nvSpPr>
                        <p:cNvPr id="73" name="Freeform 118">
                          <a:extLst>
                            <a:ext uri="{FF2B5EF4-FFF2-40B4-BE49-F238E27FC236}">
                              <a16:creationId xmlns:a16="http://schemas.microsoft.com/office/drawing/2014/main" id="{12B7732F-1264-17B1-1656-7946E799D944}"/>
                            </a:ext>
                          </a:extLst>
                        </p:cNvPr>
                        <p:cNvSpPr/>
                        <p:nvPr/>
                      </p:nvSpPr>
                      <p:spPr bwMode="auto">
                        <a:xfrm>
                          <a:off x="4332" y="1092"/>
                          <a:ext cx="113" cy="208"/>
                        </a:xfrm>
                        <a:custGeom>
                          <a:avLst/>
                          <a:gdLst>
                            <a:gd name="T0" fmla="*/ 112 w 113"/>
                            <a:gd name="T1" fmla="*/ 205 h 208"/>
                            <a:gd name="T2" fmla="*/ 63 w 113"/>
                            <a:gd name="T3" fmla="*/ 207 h 208"/>
                            <a:gd name="T4" fmla="*/ 0 w 113"/>
                            <a:gd name="T5" fmla="*/ 0 h 208"/>
                            <a:gd name="T6" fmla="*/ 70 w 113"/>
                            <a:gd name="T7" fmla="*/ 15 h 208"/>
                            <a:gd name="T8" fmla="*/ 71 w 113"/>
                            <a:gd name="T9" fmla="*/ 117 h 208"/>
                            <a:gd name="T10" fmla="*/ 112 w 113"/>
                            <a:gd name="T11" fmla="*/ 205 h 208"/>
                          </a:gdLst>
                          <a:ahLst/>
                          <a:cxnLst>
                            <a:cxn ang="0">
                              <a:pos x="T0" y="T1"/>
                            </a:cxn>
                            <a:cxn ang="0">
                              <a:pos x="T2" y="T3"/>
                            </a:cxn>
                            <a:cxn ang="0">
                              <a:pos x="T4" y="T5"/>
                            </a:cxn>
                            <a:cxn ang="0">
                              <a:pos x="T6" y="T7"/>
                            </a:cxn>
                            <a:cxn ang="0">
                              <a:pos x="T8" y="T9"/>
                            </a:cxn>
                            <a:cxn ang="0">
                              <a:pos x="T10" y="T11"/>
                            </a:cxn>
                          </a:cxnLst>
                          <a:rect l="0" t="0" r="r" b="b"/>
                          <a:pathLst>
                            <a:path w="113" h="208">
                              <a:moveTo>
                                <a:pt x="112" y="205"/>
                              </a:moveTo>
                              <a:lnTo>
                                <a:pt x="63" y="207"/>
                              </a:lnTo>
                              <a:lnTo>
                                <a:pt x="0" y="0"/>
                              </a:lnTo>
                              <a:lnTo>
                                <a:pt x="70" y="15"/>
                              </a:lnTo>
                              <a:lnTo>
                                <a:pt x="71" y="117"/>
                              </a:lnTo>
                              <a:lnTo>
                                <a:pt x="112" y="205"/>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a:latin typeface="微软雅黑" panose="020B0503020204020204" pitchFamily="34" charset="-122"/>
                            <a:ea typeface="微软雅黑" panose="020B0503020204020204" pitchFamily="34" charset="-122"/>
                          </a:endParaRPr>
                        </a:p>
                      </p:txBody>
                    </p:sp>
                  </p:grpSp>
                  <p:sp>
                    <p:nvSpPr>
                      <p:cNvPr id="66" name="Oval 119">
                        <a:extLst>
                          <a:ext uri="{FF2B5EF4-FFF2-40B4-BE49-F238E27FC236}">
                            <a16:creationId xmlns:a16="http://schemas.microsoft.com/office/drawing/2014/main" id="{0D6D2CBA-8EC9-08B2-4FB9-46CAA939463A}"/>
                          </a:ext>
                        </a:extLst>
                      </p:cNvPr>
                      <p:cNvSpPr>
                        <a:spLocks noChangeArrowheads="1"/>
                      </p:cNvSpPr>
                      <p:nvPr/>
                    </p:nvSpPr>
                    <p:spPr bwMode="auto">
                      <a:xfrm>
                        <a:off x="4182" y="1119"/>
                        <a:ext cx="240" cy="177"/>
                      </a:xfrm>
                      <a:prstGeom prst="ellipse">
                        <a:avLst/>
                      </a:prstGeom>
                      <a:solidFill>
                        <a:srgbClr val="FFFFFF"/>
                      </a:solidFill>
                      <a:ln w="6350">
                        <a:solidFill>
                          <a:srgbClr val="000000"/>
                        </a:solidFill>
                        <a:rou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anose="020B0503020204020204" pitchFamily="34" charset="-122"/>
                          <a:ea typeface="微软雅黑" panose="020B0503020204020204" pitchFamily="34" charset="-122"/>
                        </a:endParaRPr>
                      </a:p>
                    </p:txBody>
                  </p:sp>
                  <p:sp>
                    <p:nvSpPr>
                      <p:cNvPr id="67" name="Oval 120">
                        <a:extLst>
                          <a:ext uri="{FF2B5EF4-FFF2-40B4-BE49-F238E27FC236}">
                            <a16:creationId xmlns:a16="http://schemas.microsoft.com/office/drawing/2014/main" id="{1318B492-70EE-DCE6-AE19-4C4B29BC0861}"/>
                          </a:ext>
                        </a:extLst>
                      </p:cNvPr>
                      <p:cNvSpPr>
                        <a:spLocks noChangeArrowheads="1"/>
                      </p:cNvSpPr>
                      <p:nvPr/>
                    </p:nvSpPr>
                    <p:spPr bwMode="auto">
                      <a:xfrm>
                        <a:off x="4182" y="1228"/>
                        <a:ext cx="167" cy="122"/>
                      </a:xfrm>
                      <a:prstGeom prst="ellipse">
                        <a:avLst/>
                      </a:prstGeom>
                      <a:solidFill>
                        <a:srgbClr val="FFFFFF"/>
                      </a:solidFill>
                      <a:ln w="6350">
                        <a:solidFill>
                          <a:srgbClr val="000000"/>
                        </a:solidFill>
                        <a:rou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anose="020B0503020204020204" pitchFamily="34" charset="-122"/>
                          <a:ea typeface="微软雅黑" panose="020B0503020204020204" pitchFamily="34" charset="-122"/>
                        </a:endParaRPr>
                      </a:p>
                    </p:txBody>
                  </p:sp>
                  <p:sp>
                    <p:nvSpPr>
                      <p:cNvPr id="68" name="Freeform 121">
                        <a:extLst>
                          <a:ext uri="{FF2B5EF4-FFF2-40B4-BE49-F238E27FC236}">
                            <a16:creationId xmlns:a16="http://schemas.microsoft.com/office/drawing/2014/main" id="{865ECBAF-1D4A-962A-B222-706AFB259920}"/>
                          </a:ext>
                        </a:extLst>
                      </p:cNvPr>
                      <p:cNvSpPr/>
                      <p:nvPr/>
                    </p:nvSpPr>
                    <p:spPr bwMode="auto">
                      <a:xfrm>
                        <a:off x="4235" y="1068"/>
                        <a:ext cx="121" cy="224"/>
                      </a:xfrm>
                      <a:custGeom>
                        <a:avLst/>
                        <a:gdLst>
                          <a:gd name="T0" fmla="*/ 110 w 121"/>
                          <a:gd name="T1" fmla="*/ 38 h 224"/>
                          <a:gd name="T2" fmla="*/ 97 w 121"/>
                          <a:gd name="T3" fmla="*/ 85 h 224"/>
                          <a:gd name="T4" fmla="*/ 120 w 121"/>
                          <a:gd name="T5" fmla="*/ 192 h 224"/>
                          <a:gd name="T6" fmla="*/ 72 w 121"/>
                          <a:gd name="T7" fmla="*/ 223 h 224"/>
                          <a:gd name="T8" fmla="*/ 0 w 121"/>
                          <a:gd name="T9" fmla="*/ 95 h 224"/>
                          <a:gd name="T10" fmla="*/ 57 w 121"/>
                          <a:gd name="T11" fmla="*/ 0 h 224"/>
                          <a:gd name="T12" fmla="*/ 110 w 121"/>
                          <a:gd name="T13" fmla="*/ 38 h 224"/>
                        </a:gdLst>
                        <a:ahLst/>
                        <a:cxnLst>
                          <a:cxn ang="0">
                            <a:pos x="T0" y="T1"/>
                          </a:cxn>
                          <a:cxn ang="0">
                            <a:pos x="T2" y="T3"/>
                          </a:cxn>
                          <a:cxn ang="0">
                            <a:pos x="T4" y="T5"/>
                          </a:cxn>
                          <a:cxn ang="0">
                            <a:pos x="T6" y="T7"/>
                          </a:cxn>
                          <a:cxn ang="0">
                            <a:pos x="T8" y="T9"/>
                          </a:cxn>
                          <a:cxn ang="0">
                            <a:pos x="T10" y="T11"/>
                          </a:cxn>
                          <a:cxn ang="0">
                            <a:pos x="T12" y="T13"/>
                          </a:cxn>
                        </a:cxnLst>
                        <a:rect l="0" t="0" r="r" b="b"/>
                        <a:pathLst>
                          <a:path w="121" h="224">
                            <a:moveTo>
                              <a:pt x="110" y="38"/>
                            </a:moveTo>
                            <a:lnTo>
                              <a:pt x="97" y="85"/>
                            </a:lnTo>
                            <a:lnTo>
                              <a:pt x="120" y="192"/>
                            </a:lnTo>
                            <a:lnTo>
                              <a:pt x="72" y="223"/>
                            </a:lnTo>
                            <a:lnTo>
                              <a:pt x="0" y="95"/>
                            </a:lnTo>
                            <a:lnTo>
                              <a:pt x="57" y="0"/>
                            </a:lnTo>
                            <a:lnTo>
                              <a:pt x="110" y="38"/>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a:latin typeface="微软雅黑" panose="020B0503020204020204" pitchFamily="34" charset="-122"/>
                          <a:ea typeface="微软雅黑" panose="020B0503020204020204" pitchFamily="34" charset="-122"/>
                        </a:endParaRPr>
                      </a:p>
                    </p:txBody>
                  </p:sp>
                </p:grpSp>
                <p:sp>
                  <p:nvSpPr>
                    <p:cNvPr id="62" name="Oval 122">
                      <a:extLst>
                        <a:ext uri="{FF2B5EF4-FFF2-40B4-BE49-F238E27FC236}">
                          <a16:creationId xmlns:a16="http://schemas.microsoft.com/office/drawing/2014/main" id="{7681888E-A74F-59BC-6897-9ACC1EFAE056}"/>
                        </a:ext>
                      </a:extLst>
                    </p:cNvPr>
                    <p:cNvSpPr>
                      <a:spLocks noChangeArrowheads="1"/>
                    </p:cNvSpPr>
                    <p:nvPr/>
                  </p:nvSpPr>
                  <p:spPr bwMode="auto">
                    <a:xfrm>
                      <a:off x="4182" y="1336"/>
                      <a:ext cx="129" cy="94"/>
                    </a:xfrm>
                    <a:prstGeom prst="ellipse">
                      <a:avLst/>
                    </a:prstGeom>
                    <a:solidFill>
                      <a:srgbClr val="FFFFFF"/>
                    </a:solidFill>
                    <a:ln w="6350">
                      <a:solidFill>
                        <a:srgbClr val="000000"/>
                      </a:solidFill>
                      <a:rou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anose="020B0503020204020204" pitchFamily="34" charset="-122"/>
                        <a:ea typeface="微软雅黑" panose="020B0503020204020204" pitchFamily="34" charset="-122"/>
                      </a:endParaRPr>
                    </a:p>
                  </p:txBody>
                </p:sp>
                <p:sp>
                  <p:nvSpPr>
                    <p:cNvPr id="63" name="Oval 123">
                      <a:extLst>
                        <a:ext uri="{FF2B5EF4-FFF2-40B4-BE49-F238E27FC236}">
                          <a16:creationId xmlns:a16="http://schemas.microsoft.com/office/drawing/2014/main" id="{89D4F9CC-7B59-9A21-E507-AB7CC50EF74C}"/>
                        </a:ext>
                      </a:extLst>
                    </p:cNvPr>
                    <p:cNvSpPr>
                      <a:spLocks noChangeArrowheads="1"/>
                    </p:cNvSpPr>
                    <p:nvPr/>
                  </p:nvSpPr>
                  <p:spPr bwMode="auto">
                    <a:xfrm>
                      <a:off x="4071" y="982"/>
                      <a:ext cx="168" cy="124"/>
                    </a:xfrm>
                    <a:prstGeom prst="ellipse">
                      <a:avLst/>
                    </a:prstGeom>
                    <a:solidFill>
                      <a:srgbClr val="FFFFFF"/>
                    </a:solidFill>
                    <a:ln w="6350">
                      <a:solidFill>
                        <a:srgbClr val="000000"/>
                      </a:solidFill>
                      <a:rou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anose="020B0503020204020204" pitchFamily="34" charset="-122"/>
                        <a:ea typeface="微软雅黑" panose="020B0503020204020204" pitchFamily="34" charset="-122"/>
                      </a:endParaRPr>
                    </a:p>
                  </p:txBody>
                </p:sp>
                <p:sp>
                  <p:nvSpPr>
                    <p:cNvPr id="64" name="Freeform 124">
                      <a:extLst>
                        <a:ext uri="{FF2B5EF4-FFF2-40B4-BE49-F238E27FC236}">
                          <a16:creationId xmlns:a16="http://schemas.microsoft.com/office/drawing/2014/main" id="{E9FA6DC7-03B5-8541-6CE0-7204388E0AAD}"/>
                        </a:ext>
                      </a:extLst>
                    </p:cNvPr>
                    <p:cNvSpPr/>
                    <p:nvPr/>
                  </p:nvSpPr>
                  <p:spPr bwMode="auto">
                    <a:xfrm>
                      <a:off x="4224" y="1313"/>
                      <a:ext cx="85" cy="39"/>
                    </a:xfrm>
                    <a:custGeom>
                      <a:avLst/>
                      <a:gdLst>
                        <a:gd name="T0" fmla="*/ 84 w 85"/>
                        <a:gd name="T1" fmla="*/ 24 h 39"/>
                        <a:gd name="T2" fmla="*/ 58 w 85"/>
                        <a:gd name="T3" fmla="*/ 38 h 39"/>
                        <a:gd name="T4" fmla="*/ 0 w 85"/>
                        <a:gd name="T5" fmla="*/ 18 h 39"/>
                        <a:gd name="T6" fmla="*/ 58 w 85"/>
                        <a:gd name="T7" fmla="*/ 0 h 39"/>
                        <a:gd name="T8" fmla="*/ 84 w 85"/>
                        <a:gd name="T9" fmla="*/ 24 h 39"/>
                      </a:gdLst>
                      <a:ahLst/>
                      <a:cxnLst>
                        <a:cxn ang="0">
                          <a:pos x="T0" y="T1"/>
                        </a:cxn>
                        <a:cxn ang="0">
                          <a:pos x="T2" y="T3"/>
                        </a:cxn>
                        <a:cxn ang="0">
                          <a:pos x="T4" y="T5"/>
                        </a:cxn>
                        <a:cxn ang="0">
                          <a:pos x="T6" y="T7"/>
                        </a:cxn>
                        <a:cxn ang="0">
                          <a:pos x="T8" y="T9"/>
                        </a:cxn>
                      </a:cxnLst>
                      <a:rect l="0" t="0" r="r" b="b"/>
                      <a:pathLst>
                        <a:path w="85" h="39">
                          <a:moveTo>
                            <a:pt x="84" y="24"/>
                          </a:moveTo>
                          <a:lnTo>
                            <a:pt x="58" y="38"/>
                          </a:lnTo>
                          <a:lnTo>
                            <a:pt x="0" y="18"/>
                          </a:lnTo>
                          <a:lnTo>
                            <a:pt x="58" y="0"/>
                          </a:lnTo>
                          <a:lnTo>
                            <a:pt x="84" y="24"/>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a:latin typeface="微软雅黑" panose="020B0503020204020204" pitchFamily="34" charset="-122"/>
                        <a:ea typeface="微软雅黑" panose="020B0503020204020204" pitchFamily="34" charset="-122"/>
                      </a:endParaRPr>
                    </a:p>
                  </p:txBody>
                </p:sp>
              </p:grpSp>
              <p:sp>
                <p:nvSpPr>
                  <p:cNvPr id="60" name="Freeform 125">
                    <a:extLst>
                      <a:ext uri="{FF2B5EF4-FFF2-40B4-BE49-F238E27FC236}">
                        <a16:creationId xmlns:a16="http://schemas.microsoft.com/office/drawing/2014/main" id="{55793A58-74F4-0C95-2D47-135723F8804B}"/>
                      </a:ext>
                    </a:extLst>
                  </p:cNvPr>
                  <p:cNvSpPr/>
                  <p:nvPr/>
                </p:nvSpPr>
                <p:spPr bwMode="auto">
                  <a:xfrm>
                    <a:off x="4209" y="1042"/>
                    <a:ext cx="47" cy="68"/>
                  </a:xfrm>
                  <a:custGeom>
                    <a:avLst/>
                    <a:gdLst>
                      <a:gd name="T0" fmla="*/ 23 w 47"/>
                      <a:gd name="T1" fmla="*/ 0 h 68"/>
                      <a:gd name="T2" fmla="*/ 46 w 47"/>
                      <a:gd name="T3" fmla="*/ 1 h 68"/>
                      <a:gd name="T4" fmla="*/ 38 w 47"/>
                      <a:gd name="T5" fmla="*/ 67 h 68"/>
                      <a:gd name="T6" fmla="*/ 0 w 47"/>
                      <a:gd name="T7" fmla="*/ 54 h 68"/>
                      <a:gd name="T8" fmla="*/ 23 w 47"/>
                      <a:gd name="T9" fmla="*/ 0 h 68"/>
                    </a:gdLst>
                    <a:ahLst/>
                    <a:cxnLst>
                      <a:cxn ang="0">
                        <a:pos x="T0" y="T1"/>
                      </a:cxn>
                      <a:cxn ang="0">
                        <a:pos x="T2" y="T3"/>
                      </a:cxn>
                      <a:cxn ang="0">
                        <a:pos x="T4" y="T5"/>
                      </a:cxn>
                      <a:cxn ang="0">
                        <a:pos x="T6" y="T7"/>
                      </a:cxn>
                      <a:cxn ang="0">
                        <a:pos x="T8" y="T9"/>
                      </a:cxn>
                    </a:cxnLst>
                    <a:rect l="0" t="0" r="r" b="b"/>
                    <a:pathLst>
                      <a:path w="47" h="68">
                        <a:moveTo>
                          <a:pt x="23" y="0"/>
                        </a:moveTo>
                        <a:lnTo>
                          <a:pt x="46" y="1"/>
                        </a:lnTo>
                        <a:lnTo>
                          <a:pt x="38" y="67"/>
                        </a:lnTo>
                        <a:lnTo>
                          <a:pt x="0" y="54"/>
                        </a:lnTo>
                        <a:lnTo>
                          <a:pt x="23" y="0"/>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a:latin typeface="微软雅黑" panose="020B0503020204020204" pitchFamily="34" charset="-122"/>
                      <a:ea typeface="微软雅黑" panose="020B0503020204020204" pitchFamily="34" charset="-122"/>
                    </a:endParaRPr>
                  </a:p>
                </p:txBody>
              </p:sp>
            </p:grpSp>
            <p:grpSp>
              <p:nvGrpSpPr>
                <p:cNvPr id="50" name="Group 126">
                  <a:extLst>
                    <a:ext uri="{FF2B5EF4-FFF2-40B4-BE49-F238E27FC236}">
                      <a16:creationId xmlns:a16="http://schemas.microsoft.com/office/drawing/2014/main" id="{36975564-FF00-6F98-C396-ACF1EF322513}"/>
                    </a:ext>
                  </a:extLst>
                </p:cNvPr>
                <p:cNvGrpSpPr/>
                <p:nvPr/>
              </p:nvGrpSpPr>
              <p:grpSpPr bwMode="auto">
                <a:xfrm>
                  <a:off x="3926" y="902"/>
                  <a:ext cx="385" cy="556"/>
                  <a:chOff x="3926" y="902"/>
                  <a:chExt cx="385" cy="556"/>
                </a:xfrm>
              </p:grpSpPr>
              <p:sp>
                <p:nvSpPr>
                  <p:cNvPr id="53" name="Oval 127">
                    <a:extLst>
                      <a:ext uri="{FF2B5EF4-FFF2-40B4-BE49-F238E27FC236}">
                        <a16:creationId xmlns:a16="http://schemas.microsoft.com/office/drawing/2014/main" id="{0E876E93-42FC-56E3-855E-BD70A3E458E5}"/>
                      </a:ext>
                    </a:extLst>
                  </p:cNvPr>
                  <p:cNvSpPr>
                    <a:spLocks noChangeArrowheads="1"/>
                  </p:cNvSpPr>
                  <p:nvPr/>
                </p:nvSpPr>
                <p:spPr bwMode="auto">
                  <a:xfrm>
                    <a:off x="3961" y="1228"/>
                    <a:ext cx="314" cy="230"/>
                  </a:xfrm>
                  <a:prstGeom prst="ellipse">
                    <a:avLst/>
                  </a:prstGeom>
                  <a:solidFill>
                    <a:srgbClr val="FFFFFF"/>
                  </a:solidFill>
                  <a:ln w="6350">
                    <a:solidFill>
                      <a:srgbClr val="000000"/>
                    </a:solidFill>
                    <a:rou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anose="020B0503020204020204" pitchFamily="34" charset="-122"/>
                      <a:ea typeface="微软雅黑" panose="020B0503020204020204" pitchFamily="34" charset="-122"/>
                    </a:endParaRPr>
                  </a:p>
                </p:txBody>
              </p:sp>
              <p:sp>
                <p:nvSpPr>
                  <p:cNvPr id="54" name="Oval 128">
                    <a:extLst>
                      <a:ext uri="{FF2B5EF4-FFF2-40B4-BE49-F238E27FC236}">
                        <a16:creationId xmlns:a16="http://schemas.microsoft.com/office/drawing/2014/main" id="{E0AF729C-1745-E703-A697-FF4FBB8A96C7}"/>
                      </a:ext>
                    </a:extLst>
                  </p:cNvPr>
                  <p:cNvSpPr>
                    <a:spLocks noChangeArrowheads="1"/>
                  </p:cNvSpPr>
                  <p:nvPr/>
                </p:nvSpPr>
                <p:spPr bwMode="auto">
                  <a:xfrm>
                    <a:off x="3997" y="1065"/>
                    <a:ext cx="314" cy="231"/>
                  </a:xfrm>
                  <a:prstGeom prst="ellipse">
                    <a:avLst/>
                  </a:prstGeom>
                  <a:solidFill>
                    <a:srgbClr val="FFFFFF"/>
                  </a:solidFill>
                  <a:ln w="6350">
                    <a:solidFill>
                      <a:srgbClr val="000000"/>
                    </a:solidFill>
                    <a:rou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anose="020B0503020204020204" pitchFamily="34" charset="-122"/>
                      <a:ea typeface="微软雅黑" panose="020B0503020204020204" pitchFamily="34" charset="-122"/>
                    </a:endParaRPr>
                  </a:p>
                </p:txBody>
              </p:sp>
              <p:sp>
                <p:nvSpPr>
                  <p:cNvPr id="55" name="Oval 129">
                    <a:extLst>
                      <a:ext uri="{FF2B5EF4-FFF2-40B4-BE49-F238E27FC236}">
                        <a16:creationId xmlns:a16="http://schemas.microsoft.com/office/drawing/2014/main" id="{51EBC913-F709-A9FC-80E1-916C1006F620}"/>
                      </a:ext>
                    </a:extLst>
                  </p:cNvPr>
                  <p:cNvSpPr>
                    <a:spLocks noChangeArrowheads="1"/>
                  </p:cNvSpPr>
                  <p:nvPr/>
                </p:nvSpPr>
                <p:spPr bwMode="auto">
                  <a:xfrm>
                    <a:off x="3926" y="902"/>
                    <a:ext cx="241" cy="177"/>
                  </a:xfrm>
                  <a:prstGeom prst="ellipse">
                    <a:avLst/>
                  </a:prstGeom>
                  <a:solidFill>
                    <a:srgbClr val="FFFFFF"/>
                  </a:solidFill>
                  <a:ln w="6350">
                    <a:solidFill>
                      <a:srgbClr val="000000"/>
                    </a:solidFill>
                    <a:rou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anose="020B0503020204020204" pitchFamily="34" charset="-122"/>
                      <a:ea typeface="微软雅黑" panose="020B0503020204020204" pitchFamily="34" charset="-122"/>
                    </a:endParaRPr>
                  </a:p>
                </p:txBody>
              </p:sp>
              <p:sp>
                <p:nvSpPr>
                  <p:cNvPr id="56" name="Oval 130">
                    <a:extLst>
                      <a:ext uri="{FF2B5EF4-FFF2-40B4-BE49-F238E27FC236}">
                        <a16:creationId xmlns:a16="http://schemas.microsoft.com/office/drawing/2014/main" id="{8DF98A29-F80D-5480-4AAB-A1EA772A7C50}"/>
                      </a:ext>
                    </a:extLst>
                  </p:cNvPr>
                  <p:cNvSpPr>
                    <a:spLocks noChangeArrowheads="1"/>
                  </p:cNvSpPr>
                  <p:nvPr/>
                </p:nvSpPr>
                <p:spPr bwMode="auto">
                  <a:xfrm>
                    <a:off x="4071" y="1010"/>
                    <a:ext cx="131" cy="94"/>
                  </a:xfrm>
                  <a:prstGeom prst="ellipse">
                    <a:avLst/>
                  </a:prstGeom>
                  <a:solidFill>
                    <a:srgbClr val="FFFFFF"/>
                  </a:solidFill>
                  <a:ln w="6350">
                    <a:solidFill>
                      <a:srgbClr val="000000"/>
                    </a:solidFill>
                    <a:rou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anose="020B0503020204020204" pitchFamily="34" charset="-122"/>
                      <a:ea typeface="微软雅黑" panose="020B0503020204020204" pitchFamily="34" charset="-122"/>
                    </a:endParaRPr>
                  </a:p>
                </p:txBody>
              </p:sp>
              <p:sp>
                <p:nvSpPr>
                  <p:cNvPr id="57" name="Freeform 131">
                    <a:extLst>
                      <a:ext uri="{FF2B5EF4-FFF2-40B4-BE49-F238E27FC236}">
                        <a16:creationId xmlns:a16="http://schemas.microsoft.com/office/drawing/2014/main" id="{D113D481-9311-D577-77E8-E34B4512D71A}"/>
                      </a:ext>
                    </a:extLst>
                  </p:cNvPr>
                  <p:cNvSpPr/>
                  <p:nvPr/>
                </p:nvSpPr>
                <p:spPr bwMode="auto">
                  <a:xfrm>
                    <a:off x="4000" y="990"/>
                    <a:ext cx="208" cy="202"/>
                  </a:xfrm>
                  <a:custGeom>
                    <a:avLst/>
                    <a:gdLst>
                      <a:gd name="T0" fmla="*/ 146 w 208"/>
                      <a:gd name="T1" fmla="*/ 8 h 202"/>
                      <a:gd name="T2" fmla="*/ 145 w 208"/>
                      <a:gd name="T3" fmla="*/ 32 h 202"/>
                      <a:gd name="T4" fmla="*/ 194 w 208"/>
                      <a:gd name="T5" fmla="*/ 77 h 202"/>
                      <a:gd name="T6" fmla="*/ 207 w 208"/>
                      <a:gd name="T7" fmla="*/ 82 h 202"/>
                      <a:gd name="T8" fmla="*/ 133 w 208"/>
                      <a:gd name="T9" fmla="*/ 201 h 202"/>
                      <a:gd name="T10" fmla="*/ 0 w 208"/>
                      <a:gd name="T11" fmla="*/ 0 h 202"/>
                      <a:gd name="T12" fmla="*/ 146 w 208"/>
                      <a:gd name="T13" fmla="*/ 8 h 202"/>
                    </a:gdLst>
                    <a:ahLst/>
                    <a:cxnLst>
                      <a:cxn ang="0">
                        <a:pos x="T0" y="T1"/>
                      </a:cxn>
                      <a:cxn ang="0">
                        <a:pos x="T2" y="T3"/>
                      </a:cxn>
                      <a:cxn ang="0">
                        <a:pos x="T4" y="T5"/>
                      </a:cxn>
                      <a:cxn ang="0">
                        <a:pos x="T6" y="T7"/>
                      </a:cxn>
                      <a:cxn ang="0">
                        <a:pos x="T8" y="T9"/>
                      </a:cxn>
                      <a:cxn ang="0">
                        <a:pos x="T10" y="T11"/>
                      </a:cxn>
                      <a:cxn ang="0">
                        <a:pos x="T12" y="T13"/>
                      </a:cxn>
                    </a:cxnLst>
                    <a:rect l="0" t="0" r="r" b="b"/>
                    <a:pathLst>
                      <a:path w="208" h="202">
                        <a:moveTo>
                          <a:pt x="146" y="8"/>
                        </a:moveTo>
                        <a:lnTo>
                          <a:pt x="145" y="32"/>
                        </a:lnTo>
                        <a:lnTo>
                          <a:pt x="194" y="77"/>
                        </a:lnTo>
                        <a:lnTo>
                          <a:pt x="207" y="82"/>
                        </a:lnTo>
                        <a:lnTo>
                          <a:pt x="133" y="201"/>
                        </a:lnTo>
                        <a:lnTo>
                          <a:pt x="0" y="0"/>
                        </a:lnTo>
                        <a:lnTo>
                          <a:pt x="146" y="8"/>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a:latin typeface="微软雅黑" panose="020B0503020204020204" pitchFamily="34" charset="-122"/>
                      <a:ea typeface="微软雅黑" panose="020B0503020204020204" pitchFamily="34" charset="-122"/>
                    </a:endParaRPr>
                  </a:p>
                </p:txBody>
              </p:sp>
              <p:sp>
                <p:nvSpPr>
                  <p:cNvPr id="58" name="Freeform 132">
                    <a:extLst>
                      <a:ext uri="{FF2B5EF4-FFF2-40B4-BE49-F238E27FC236}">
                        <a16:creationId xmlns:a16="http://schemas.microsoft.com/office/drawing/2014/main" id="{EE4EE90A-2656-158A-992B-1E1BF2D815C8}"/>
                      </a:ext>
                    </a:extLst>
                  </p:cNvPr>
                  <p:cNvSpPr/>
                  <p:nvPr/>
                </p:nvSpPr>
                <p:spPr bwMode="auto">
                  <a:xfrm>
                    <a:off x="4103" y="1271"/>
                    <a:ext cx="133" cy="54"/>
                  </a:xfrm>
                  <a:custGeom>
                    <a:avLst/>
                    <a:gdLst>
                      <a:gd name="T0" fmla="*/ 117 w 133"/>
                      <a:gd name="T1" fmla="*/ 8 h 54"/>
                      <a:gd name="T2" fmla="*/ 132 w 133"/>
                      <a:gd name="T3" fmla="*/ 25 h 54"/>
                      <a:gd name="T4" fmla="*/ 0 w 133"/>
                      <a:gd name="T5" fmla="*/ 53 h 54"/>
                      <a:gd name="T6" fmla="*/ 4 w 133"/>
                      <a:gd name="T7" fmla="*/ 0 h 54"/>
                      <a:gd name="T8" fmla="*/ 117 w 133"/>
                      <a:gd name="T9" fmla="*/ 8 h 54"/>
                    </a:gdLst>
                    <a:ahLst/>
                    <a:cxnLst>
                      <a:cxn ang="0">
                        <a:pos x="T0" y="T1"/>
                      </a:cxn>
                      <a:cxn ang="0">
                        <a:pos x="T2" y="T3"/>
                      </a:cxn>
                      <a:cxn ang="0">
                        <a:pos x="T4" y="T5"/>
                      </a:cxn>
                      <a:cxn ang="0">
                        <a:pos x="T6" y="T7"/>
                      </a:cxn>
                      <a:cxn ang="0">
                        <a:pos x="T8" y="T9"/>
                      </a:cxn>
                    </a:cxnLst>
                    <a:rect l="0" t="0" r="r" b="b"/>
                    <a:pathLst>
                      <a:path w="133" h="54">
                        <a:moveTo>
                          <a:pt x="117" y="8"/>
                        </a:moveTo>
                        <a:lnTo>
                          <a:pt x="132" y="25"/>
                        </a:lnTo>
                        <a:lnTo>
                          <a:pt x="0" y="53"/>
                        </a:lnTo>
                        <a:lnTo>
                          <a:pt x="4" y="0"/>
                        </a:lnTo>
                        <a:lnTo>
                          <a:pt x="117" y="8"/>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a:latin typeface="微软雅黑" panose="020B0503020204020204" pitchFamily="34" charset="-122"/>
                      <a:ea typeface="微软雅黑" panose="020B0503020204020204" pitchFamily="34" charset="-122"/>
                    </a:endParaRPr>
                  </a:p>
                </p:txBody>
              </p:sp>
            </p:grpSp>
            <p:sp>
              <p:nvSpPr>
                <p:cNvPr id="51" name="Oval 133">
                  <a:extLst>
                    <a:ext uri="{FF2B5EF4-FFF2-40B4-BE49-F238E27FC236}">
                      <a16:creationId xmlns:a16="http://schemas.microsoft.com/office/drawing/2014/main" id="{E6F02088-C450-E3A9-494D-141A47446013}"/>
                    </a:ext>
                  </a:extLst>
                </p:cNvPr>
                <p:cNvSpPr>
                  <a:spLocks noChangeArrowheads="1"/>
                </p:cNvSpPr>
                <p:nvPr/>
              </p:nvSpPr>
              <p:spPr bwMode="auto">
                <a:xfrm>
                  <a:off x="3926" y="1391"/>
                  <a:ext cx="167" cy="122"/>
                </a:xfrm>
                <a:prstGeom prst="ellipse">
                  <a:avLst/>
                </a:prstGeom>
                <a:solidFill>
                  <a:srgbClr val="FFFFFF"/>
                </a:solidFill>
                <a:ln w="6350">
                  <a:solidFill>
                    <a:srgbClr val="000000"/>
                  </a:solidFill>
                  <a:rou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anose="020B0503020204020204" pitchFamily="34" charset="-122"/>
                    <a:ea typeface="微软雅黑" panose="020B0503020204020204" pitchFamily="34" charset="-122"/>
                  </a:endParaRPr>
                </a:p>
              </p:txBody>
            </p:sp>
            <p:sp>
              <p:nvSpPr>
                <p:cNvPr id="52" name="Freeform 134">
                  <a:extLst>
                    <a:ext uri="{FF2B5EF4-FFF2-40B4-BE49-F238E27FC236}">
                      <a16:creationId xmlns:a16="http://schemas.microsoft.com/office/drawing/2014/main" id="{BA903213-A111-0434-D514-C1BDB3D5929D}"/>
                    </a:ext>
                  </a:extLst>
                </p:cNvPr>
                <p:cNvSpPr/>
                <p:nvPr/>
              </p:nvSpPr>
              <p:spPr bwMode="auto">
                <a:xfrm>
                  <a:off x="4041" y="1378"/>
                  <a:ext cx="87" cy="65"/>
                </a:xfrm>
                <a:custGeom>
                  <a:avLst/>
                  <a:gdLst>
                    <a:gd name="T0" fmla="*/ 34 w 87"/>
                    <a:gd name="T1" fmla="*/ 64 h 65"/>
                    <a:gd name="T2" fmla="*/ 86 w 87"/>
                    <a:gd name="T3" fmla="*/ 41 h 65"/>
                    <a:gd name="T4" fmla="*/ 27 w 87"/>
                    <a:gd name="T5" fmla="*/ 0 h 65"/>
                    <a:gd name="T6" fmla="*/ 0 w 87"/>
                    <a:gd name="T7" fmla="*/ 23 h 65"/>
                    <a:gd name="T8" fmla="*/ 34 w 87"/>
                    <a:gd name="T9" fmla="*/ 64 h 65"/>
                  </a:gdLst>
                  <a:ahLst/>
                  <a:cxnLst>
                    <a:cxn ang="0">
                      <a:pos x="T0" y="T1"/>
                    </a:cxn>
                    <a:cxn ang="0">
                      <a:pos x="T2" y="T3"/>
                    </a:cxn>
                    <a:cxn ang="0">
                      <a:pos x="T4" y="T5"/>
                    </a:cxn>
                    <a:cxn ang="0">
                      <a:pos x="T6" y="T7"/>
                    </a:cxn>
                    <a:cxn ang="0">
                      <a:pos x="T8" y="T9"/>
                    </a:cxn>
                  </a:cxnLst>
                  <a:rect l="0" t="0" r="r" b="b"/>
                  <a:pathLst>
                    <a:path w="87" h="65">
                      <a:moveTo>
                        <a:pt x="34" y="64"/>
                      </a:moveTo>
                      <a:lnTo>
                        <a:pt x="86" y="41"/>
                      </a:lnTo>
                      <a:lnTo>
                        <a:pt x="27" y="0"/>
                      </a:lnTo>
                      <a:lnTo>
                        <a:pt x="0" y="23"/>
                      </a:lnTo>
                      <a:lnTo>
                        <a:pt x="34" y="64"/>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a:latin typeface="微软雅黑" panose="020B0503020204020204" pitchFamily="34" charset="-122"/>
                    <a:ea typeface="微软雅黑" panose="020B0503020204020204" pitchFamily="34" charset="-122"/>
                  </a:endParaRPr>
                </a:p>
              </p:txBody>
            </p:sp>
          </p:grpSp>
          <p:sp>
            <p:nvSpPr>
              <p:cNvPr id="45" name="Oval 135">
                <a:extLst>
                  <a:ext uri="{FF2B5EF4-FFF2-40B4-BE49-F238E27FC236}">
                    <a16:creationId xmlns:a16="http://schemas.microsoft.com/office/drawing/2014/main" id="{F1D15D5F-AC56-BC4F-34C7-555D145E124F}"/>
                  </a:ext>
                </a:extLst>
              </p:cNvPr>
              <p:cNvSpPr>
                <a:spLocks noChangeArrowheads="1"/>
              </p:cNvSpPr>
              <p:nvPr/>
            </p:nvSpPr>
            <p:spPr bwMode="auto">
              <a:xfrm>
                <a:off x="3567" y="1513"/>
                <a:ext cx="204" cy="148"/>
              </a:xfrm>
              <a:prstGeom prst="ellipse">
                <a:avLst/>
              </a:prstGeom>
              <a:solidFill>
                <a:srgbClr val="FFFFFF"/>
              </a:solidFill>
              <a:ln w="6350">
                <a:solidFill>
                  <a:srgbClr val="000000"/>
                </a:solidFill>
                <a:rou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anose="020B0503020204020204" pitchFamily="34" charset="-122"/>
                  <a:ea typeface="微软雅黑" panose="020B0503020204020204" pitchFamily="34" charset="-122"/>
                </a:endParaRPr>
              </a:p>
            </p:txBody>
          </p:sp>
          <p:sp>
            <p:nvSpPr>
              <p:cNvPr id="46" name="Oval 136">
                <a:extLst>
                  <a:ext uri="{FF2B5EF4-FFF2-40B4-BE49-F238E27FC236}">
                    <a16:creationId xmlns:a16="http://schemas.microsoft.com/office/drawing/2014/main" id="{D0DA2E64-57AF-DFFD-D1DA-F71F11206D08}"/>
                  </a:ext>
                </a:extLst>
              </p:cNvPr>
              <p:cNvSpPr>
                <a:spLocks noChangeArrowheads="1"/>
              </p:cNvSpPr>
              <p:nvPr/>
            </p:nvSpPr>
            <p:spPr bwMode="auto">
              <a:xfrm>
                <a:off x="3742" y="1513"/>
                <a:ext cx="168" cy="123"/>
              </a:xfrm>
              <a:prstGeom prst="ellipse">
                <a:avLst/>
              </a:prstGeom>
              <a:solidFill>
                <a:srgbClr val="FFFFFF"/>
              </a:solidFill>
              <a:ln w="6350">
                <a:solidFill>
                  <a:srgbClr val="000000"/>
                </a:solidFill>
                <a:rou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anose="020B0503020204020204" pitchFamily="34" charset="-122"/>
                  <a:ea typeface="微软雅黑" panose="020B0503020204020204" pitchFamily="34" charset="-122"/>
                </a:endParaRPr>
              </a:p>
            </p:txBody>
          </p:sp>
          <p:sp>
            <p:nvSpPr>
              <p:cNvPr id="47" name="Oval 137">
                <a:extLst>
                  <a:ext uri="{FF2B5EF4-FFF2-40B4-BE49-F238E27FC236}">
                    <a16:creationId xmlns:a16="http://schemas.microsoft.com/office/drawing/2014/main" id="{C2AFD40B-E2DE-5906-190E-783A2897B593}"/>
                  </a:ext>
                </a:extLst>
              </p:cNvPr>
              <p:cNvSpPr>
                <a:spLocks noChangeArrowheads="1"/>
              </p:cNvSpPr>
              <p:nvPr/>
            </p:nvSpPr>
            <p:spPr bwMode="auto">
              <a:xfrm>
                <a:off x="3843" y="1469"/>
                <a:ext cx="166" cy="123"/>
              </a:xfrm>
              <a:prstGeom prst="ellipse">
                <a:avLst/>
              </a:prstGeom>
              <a:solidFill>
                <a:srgbClr val="FFFFFF"/>
              </a:solidFill>
              <a:ln w="6350">
                <a:solidFill>
                  <a:srgbClr val="000000"/>
                </a:solidFill>
                <a:rou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anose="020B0503020204020204" pitchFamily="34" charset="-122"/>
                  <a:ea typeface="微软雅黑" panose="020B0503020204020204" pitchFamily="34" charset="-122"/>
                </a:endParaRPr>
              </a:p>
            </p:txBody>
          </p:sp>
          <p:sp>
            <p:nvSpPr>
              <p:cNvPr id="48" name="Freeform 138">
                <a:extLst>
                  <a:ext uri="{FF2B5EF4-FFF2-40B4-BE49-F238E27FC236}">
                    <a16:creationId xmlns:a16="http://schemas.microsoft.com/office/drawing/2014/main" id="{651365AD-C94F-97C6-B8A4-CE35F7A95337}"/>
                  </a:ext>
                </a:extLst>
              </p:cNvPr>
              <p:cNvSpPr/>
              <p:nvPr/>
            </p:nvSpPr>
            <p:spPr bwMode="auto">
              <a:xfrm>
                <a:off x="3696" y="1448"/>
                <a:ext cx="345" cy="171"/>
              </a:xfrm>
              <a:custGeom>
                <a:avLst/>
                <a:gdLst>
                  <a:gd name="T0" fmla="*/ 321 w 345"/>
                  <a:gd name="T1" fmla="*/ 49 h 171"/>
                  <a:gd name="T2" fmla="*/ 288 w 345"/>
                  <a:gd name="T3" fmla="*/ 60 h 171"/>
                  <a:gd name="T4" fmla="*/ 195 w 345"/>
                  <a:gd name="T5" fmla="*/ 129 h 171"/>
                  <a:gd name="T6" fmla="*/ 174 w 345"/>
                  <a:gd name="T7" fmla="*/ 158 h 171"/>
                  <a:gd name="T8" fmla="*/ 73 w 345"/>
                  <a:gd name="T9" fmla="*/ 158 h 171"/>
                  <a:gd name="T10" fmla="*/ 52 w 345"/>
                  <a:gd name="T11" fmla="*/ 170 h 171"/>
                  <a:gd name="T12" fmla="*/ 0 w 345"/>
                  <a:gd name="T13" fmla="*/ 119 h 171"/>
                  <a:gd name="T14" fmla="*/ 233 w 345"/>
                  <a:gd name="T15" fmla="*/ 0 h 171"/>
                  <a:gd name="T16" fmla="*/ 344 w 345"/>
                  <a:gd name="T17" fmla="*/ 27 h 171"/>
                  <a:gd name="T18" fmla="*/ 321 w 345"/>
                  <a:gd name="T19" fmla="*/ 49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45" h="171">
                    <a:moveTo>
                      <a:pt x="321" y="49"/>
                    </a:moveTo>
                    <a:lnTo>
                      <a:pt x="288" y="60"/>
                    </a:lnTo>
                    <a:lnTo>
                      <a:pt x="195" y="129"/>
                    </a:lnTo>
                    <a:lnTo>
                      <a:pt x="174" y="158"/>
                    </a:lnTo>
                    <a:lnTo>
                      <a:pt x="73" y="158"/>
                    </a:lnTo>
                    <a:lnTo>
                      <a:pt x="52" y="170"/>
                    </a:lnTo>
                    <a:lnTo>
                      <a:pt x="0" y="119"/>
                    </a:lnTo>
                    <a:lnTo>
                      <a:pt x="233" y="0"/>
                    </a:lnTo>
                    <a:lnTo>
                      <a:pt x="344" y="27"/>
                    </a:lnTo>
                    <a:lnTo>
                      <a:pt x="321" y="49"/>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a:latin typeface="微软雅黑" panose="020B0503020204020204" pitchFamily="34" charset="-122"/>
                  <a:ea typeface="微软雅黑" panose="020B0503020204020204" pitchFamily="34" charset="-122"/>
                </a:endParaRPr>
              </a:p>
            </p:txBody>
          </p:sp>
        </p:grpSp>
        <p:grpSp>
          <p:nvGrpSpPr>
            <p:cNvPr id="14" name="Group 139">
              <a:extLst>
                <a:ext uri="{FF2B5EF4-FFF2-40B4-BE49-F238E27FC236}">
                  <a16:creationId xmlns:a16="http://schemas.microsoft.com/office/drawing/2014/main" id="{D1E9631E-04EA-08FD-7D6E-0CA8AEF199A6}"/>
                </a:ext>
              </a:extLst>
            </p:cNvPr>
            <p:cNvGrpSpPr/>
            <p:nvPr/>
          </p:nvGrpSpPr>
          <p:grpSpPr bwMode="auto">
            <a:xfrm>
              <a:off x="2248" y="907"/>
              <a:ext cx="556" cy="525"/>
              <a:chOff x="2248" y="907"/>
              <a:chExt cx="556" cy="525"/>
            </a:xfrm>
          </p:grpSpPr>
          <p:grpSp>
            <p:nvGrpSpPr>
              <p:cNvPr id="29" name="Group 140">
                <a:extLst>
                  <a:ext uri="{FF2B5EF4-FFF2-40B4-BE49-F238E27FC236}">
                    <a16:creationId xmlns:a16="http://schemas.microsoft.com/office/drawing/2014/main" id="{D4DC6AE8-EE29-558D-99DD-D0D4D5A26276}"/>
                  </a:ext>
                </a:extLst>
              </p:cNvPr>
              <p:cNvGrpSpPr/>
              <p:nvPr/>
            </p:nvGrpSpPr>
            <p:grpSpPr bwMode="auto">
              <a:xfrm>
                <a:off x="2248" y="982"/>
                <a:ext cx="299" cy="314"/>
                <a:chOff x="2248" y="982"/>
                <a:chExt cx="299" cy="314"/>
              </a:xfrm>
            </p:grpSpPr>
            <p:sp>
              <p:nvSpPr>
                <p:cNvPr id="40" name="Oval 141">
                  <a:extLst>
                    <a:ext uri="{FF2B5EF4-FFF2-40B4-BE49-F238E27FC236}">
                      <a16:creationId xmlns:a16="http://schemas.microsoft.com/office/drawing/2014/main" id="{64D37941-BC72-D55E-F99D-D979AE33EE5D}"/>
                    </a:ext>
                  </a:extLst>
                </p:cNvPr>
                <p:cNvSpPr>
                  <a:spLocks noChangeArrowheads="1"/>
                </p:cNvSpPr>
                <p:nvPr/>
              </p:nvSpPr>
              <p:spPr bwMode="auto">
                <a:xfrm>
                  <a:off x="2248" y="1091"/>
                  <a:ext cx="129" cy="96"/>
                </a:xfrm>
                <a:prstGeom prst="ellipse">
                  <a:avLst/>
                </a:prstGeom>
                <a:solidFill>
                  <a:srgbClr val="FFFFFF"/>
                </a:solidFill>
                <a:ln w="6350">
                  <a:solidFill>
                    <a:srgbClr val="000000"/>
                  </a:solidFill>
                  <a:rou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anose="020B0503020204020204" pitchFamily="34" charset="-122"/>
                    <a:ea typeface="微软雅黑" panose="020B0503020204020204" pitchFamily="34" charset="-122"/>
                  </a:endParaRPr>
                </a:p>
              </p:txBody>
            </p:sp>
            <p:sp>
              <p:nvSpPr>
                <p:cNvPr id="41" name="Oval 142">
                  <a:extLst>
                    <a:ext uri="{FF2B5EF4-FFF2-40B4-BE49-F238E27FC236}">
                      <a16:creationId xmlns:a16="http://schemas.microsoft.com/office/drawing/2014/main" id="{8C34C73E-70BA-CD38-E19F-A6BF4B3557D3}"/>
                    </a:ext>
                  </a:extLst>
                </p:cNvPr>
                <p:cNvSpPr>
                  <a:spLocks noChangeArrowheads="1"/>
                </p:cNvSpPr>
                <p:nvPr/>
              </p:nvSpPr>
              <p:spPr bwMode="auto">
                <a:xfrm>
                  <a:off x="2270" y="1174"/>
                  <a:ext cx="167" cy="122"/>
                </a:xfrm>
                <a:prstGeom prst="ellipse">
                  <a:avLst/>
                </a:prstGeom>
                <a:solidFill>
                  <a:srgbClr val="FFFFFF"/>
                </a:solidFill>
                <a:ln w="6350">
                  <a:solidFill>
                    <a:srgbClr val="000000"/>
                  </a:solidFill>
                  <a:rou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anose="020B0503020204020204" pitchFamily="34" charset="-122"/>
                    <a:ea typeface="微软雅黑" panose="020B0503020204020204" pitchFamily="34" charset="-122"/>
                  </a:endParaRPr>
                </a:p>
              </p:txBody>
            </p:sp>
            <p:sp>
              <p:nvSpPr>
                <p:cNvPr id="42" name="Oval 143">
                  <a:extLst>
                    <a:ext uri="{FF2B5EF4-FFF2-40B4-BE49-F238E27FC236}">
                      <a16:creationId xmlns:a16="http://schemas.microsoft.com/office/drawing/2014/main" id="{114B679C-B37B-702B-C2FD-8093F0347957}"/>
                    </a:ext>
                  </a:extLst>
                </p:cNvPr>
                <p:cNvSpPr>
                  <a:spLocks noChangeArrowheads="1"/>
                </p:cNvSpPr>
                <p:nvPr/>
              </p:nvSpPr>
              <p:spPr bwMode="auto">
                <a:xfrm>
                  <a:off x="2307" y="982"/>
                  <a:ext cx="240" cy="177"/>
                </a:xfrm>
                <a:prstGeom prst="ellipse">
                  <a:avLst/>
                </a:prstGeom>
                <a:solidFill>
                  <a:srgbClr val="FFFFFF"/>
                </a:solidFill>
                <a:ln w="6350">
                  <a:solidFill>
                    <a:srgbClr val="000000"/>
                  </a:solidFill>
                  <a:rou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anose="020B0503020204020204" pitchFamily="34" charset="-122"/>
                    <a:ea typeface="微软雅黑" panose="020B0503020204020204" pitchFamily="34" charset="-122"/>
                  </a:endParaRPr>
                </a:p>
              </p:txBody>
            </p:sp>
            <p:sp>
              <p:nvSpPr>
                <p:cNvPr id="43" name="Freeform 144">
                  <a:extLst>
                    <a:ext uri="{FF2B5EF4-FFF2-40B4-BE49-F238E27FC236}">
                      <a16:creationId xmlns:a16="http://schemas.microsoft.com/office/drawing/2014/main" id="{617BEB43-5C47-3D80-8A4F-9C467F2B7A5D}"/>
                    </a:ext>
                  </a:extLst>
                </p:cNvPr>
                <p:cNvSpPr/>
                <p:nvPr/>
              </p:nvSpPr>
              <p:spPr bwMode="auto">
                <a:xfrm>
                  <a:off x="2291" y="1104"/>
                  <a:ext cx="84" cy="95"/>
                </a:xfrm>
                <a:custGeom>
                  <a:avLst/>
                  <a:gdLst>
                    <a:gd name="T0" fmla="*/ 47 w 84"/>
                    <a:gd name="T1" fmla="*/ 0 h 95"/>
                    <a:gd name="T2" fmla="*/ 0 w 84"/>
                    <a:gd name="T3" fmla="*/ 18 h 95"/>
                    <a:gd name="T4" fmla="*/ 1 w 84"/>
                    <a:gd name="T5" fmla="*/ 76 h 95"/>
                    <a:gd name="T6" fmla="*/ 16 w 84"/>
                    <a:gd name="T7" fmla="*/ 94 h 95"/>
                    <a:gd name="T8" fmla="*/ 83 w 84"/>
                    <a:gd name="T9" fmla="*/ 76 h 95"/>
                    <a:gd name="T10" fmla="*/ 47 w 84"/>
                    <a:gd name="T11" fmla="*/ 0 h 95"/>
                  </a:gdLst>
                  <a:ahLst/>
                  <a:cxnLst>
                    <a:cxn ang="0">
                      <a:pos x="T0" y="T1"/>
                    </a:cxn>
                    <a:cxn ang="0">
                      <a:pos x="T2" y="T3"/>
                    </a:cxn>
                    <a:cxn ang="0">
                      <a:pos x="T4" y="T5"/>
                    </a:cxn>
                    <a:cxn ang="0">
                      <a:pos x="T6" y="T7"/>
                    </a:cxn>
                    <a:cxn ang="0">
                      <a:pos x="T8" y="T9"/>
                    </a:cxn>
                    <a:cxn ang="0">
                      <a:pos x="T10" y="T11"/>
                    </a:cxn>
                  </a:cxnLst>
                  <a:rect l="0" t="0" r="r" b="b"/>
                  <a:pathLst>
                    <a:path w="84" h="95">
                      <a:moveTo>
                        <a:pt x="47" y="0"/>
                      </a:moveTo>
                      <a:lnTo>
                        <a:pt x="0" y="18"/>
                      </a:lnTo>
                      <a:lnTo>
                        <a:pt x="1" y="76"/>
                      </a:lnTo>
                      <a:lnTo>
                        <a:pt x="16" y="94"/>
                      </a:lnTo>
                      <a:lnTo>
                        <a:pt x="83" y="76"/>
                      </a:lnTo>
                      <a:lnTo>
                        <a:pt x="47" y="0"/>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a:latin typeface="微软雅黑" panose="020B0503020204020204" pitchFamily="34" charset="-122"/>
                    <a:ea typeface="微软雅黑" panose="020B0503020204020204" pitchFamily="34" charset="-122"/>
                  </a:endParaRPr>
                </a:p>
              </p:txBody>
            </p:sp>
          </p:grpSp>
          <p:grpSp>
            <p:nvGrpSpPr>
              <p:cNvPr id="30" name="Group 145">
                <a:extLst>
                  <a:ext uri="{FF2B5EF4-FFF2-40B4-BE49-F238E27FC236}">
                    <a16:creationId xmlns:a16="http://schemas.microsoft.com/office/drawing/2014/main" id="{681BCDC0-F262-1176-8357-CD4303156C64}"/>
                  </a:ext>
                </a:extLst>
              </p:cNvPr>
              <p:cNvGrpSpPr/>
              <p:nvPr/>
            </p:nvGrpSpPr>
            <p:grpSpPr bwMode="auto">
              <a:xfrm>
                <a:off x="2344" y="907"/>
                <a:ext cx="460" cy="525"/>
                <a:chOff x="2344" y="907"/>
                <a:chExt cx="460" cy="525"/>
              </a:xfrm>
            </p:grpSpPr>
            <p:sp>
              <p:nvSpPr>
                <p:cNvPr id="32" name="Oval 146">
                  <a:extLst>
                    <a:ext uri="{FF2B5EF4-FFF2-40B4-BE49-F238E27FC236}">
                      <a16:creationId xmlns:a16="http://schemas.microsoft.com/office/drawing/2014/main" id="{3E40638A-5CE3-C347-C460-578CE0F1F9D5}"/>
                    </a:ext>
                  </a:extLst>
                </p:cNvPr>
                <p:cNvSpPr>
                  <a:spLocks noChangeArrowheads="1"/>
                </p:cNvSpPr>
                <p:nvPr/>
              </p:nvSpPr>
              <p:spPr bwMode="auto">
                <a:xfrm>
                  <a:off x="2491" y="929"/>
                  <a:ext cx="313" cy="230"/>
                </a:xfrm>
                <a:prstGeom prst="ellipse">
                  <a:avLst/>
                </a:prstGeom>
                <a:solidFill>
                  <a:srgbClr val="FFFFFF"/>
                </a:solidFill>
                <a:ln w="6350">
                  <a:solidFill>
                    <a:srgbClr val="000000"/>
                  </a:solidFill>
                  <a:rou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anose="020B0503020204020204" pitchFamily="34" charset="-122"/>
                    <a:ea typeface="微软雅黑" panose="020B0503020204020204" pitchFamily="34" charset="-122"/>
                  </a:endParaRPr>
                </a:p>
              </p:txBody>
            </p:sp>
            <p:sp>
              <p:nvSpPr>
                <p:cNvPr id="33" name="Oval 147">
                  <a:extLst>
                    <a:ext uri="{FF2B5EF4-FFF2-40B4-BE49-F238E27FC236}">
                      <a16:creationId xmlns:a16="http://schemas.microsoft.com/office/drawing/2014/main" id="{E892071F-F9EF-B4C0-6C4A-B71EF98C1DD3}"/>
                    </a:ext>
                  </a:extLst>
                </p:cNvPr>
                <p:cNvSpPr>
                  <a:spLocks noChangeArrowheads="1"/>
                </p:cNvSpPr>
                <p:nvPr/>
              </p:nvSpPr>
              <p:spPr bwMode="auto">
                <a:xfrm>
                  <a:off x="2344" y="1091"/>
                  <a:ext cx="167" cy="122"/>
                </a:xfrm>
                <a:prstGeom prst="ellipse">
                  <a:avLst/>
                </a:prstGeom>
                <a:solidFill>
                  <a:srgbClr val="FFFFFF"/>
                </a:solidFill>
                <a:ln w="6350">
                  <a:solidFill>
                    <a:srgbClr val="000000"/>
                  </a:solidFill>
                  <a:rou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anose="020B0503020204020204" pitchFamily="34" charset="-122"/>
                    <a:ea typeface="微软雅黑" panose="020B0503020204020204" pitchFamily="34" charset="-122"/>
                  </a:endParaRPr>
                </a:p>
              </p:txBody>
            </p:sp>
            <p:sp>
              <p:nvSpPr>
                <p:cNvPr id="34" name="Oval 148">
                  <a:extLst>
                    <a:ext uri="{FF2B5EF4-FFF2-40B4-BE49-F238E27FC236}">
                      <a16:creationId xmlns:a16="http://schemas.microsoft.com/office/drawing/2014/main" id="{48EFF372-7817-5694-2996-4B845D3B4463}"/>
                    </a:ext>
                  </a:extLst>
                </p:cNvPr>
                <p:cNvSpPr>
                  <a:spLocks noChangeArrowheads="1"/>
                </p:cNvSpPr>
                <p:nvPr/>
              </p:nvSpPr>
              <p:spPr bwMode="auto">
                <a:xfrm>
                  <a:off x="2380" y="1174"/>
                  <a:ext cx="242" cy="176"/>
                </a:xfrm>
                <a:prstGeom prst="ellipse">
                  <a:avLst/>
                </a:prstGeom>
                <a:solidFill>
                  <a:srgbClr val="FFFFFF"/>
                </a:solidFill>
                <a:ln w="6350">
                  <a:solidFill>
                    <a:srgbClr val="000000"/>
                  </a:solidFill>
                  <a:rou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anose="020B0503020204020204" pitchFamily="34" charset="-122"/>
                    <a:ea typeface="微软雅黑" panose="020B0503020204020204" pitchFamily="34" charset="-122"/>
                  </a:endParaRPr>
                </a:p>
              </p:txBody>
            </p:sp>
            <p:sp>
              <p:nvSpPr>
                <p:cNvPr id="35" name="Oval 149">
                  <a:extLst>
                    <a:ext uri="{FF2B5EF4-FFF2-40B4-BE49-F238E27FC236}">
                      <a16:creationId xmlns:a16="http://schemas.microsoft.com/office/drawing/2014/main" id="{42E21DBA-C041-956D-F6C2-A57A3BA0AD43}"/>
                    </a:ext>
                  </a:extLst>
                </p:cNvPr>
                <p:cNvSpPr>
                  <a:spLocks noChangeArrowheads="1"/>
                </p:cNvSpPr>
                <p:nvPr/>
              </p:nvSpPr>
              <p:spPr bwMode="auto">
                <a:xfrm>
                  <a:off x="2454" y="1254"/>
                  <a:ext cx="240" cy="178"/>
                </a:xfrm>
                <a:prstGeom prst="ellipse">
                  <a:avLst/>
                </a:prstGeom>
                <a:solidFill>
                  <a:srgbClr val="FFFFFF"/>
                </a:solidFill>
                <a:ln w="6350">
                  <a:solidFill>
                    <a:srgbClr val="000000"/>
                  </a:solidFill>
                  <a:rou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anose="020B0503020204020204" pitchFamily="34" charset="-122"/>
                    <a:ea typeface="微软雅黑" panose="020B0503020204020204" pitchFamily="34" charset="-122"/>
                  </a:endParaRPr>
                </a:p>
              </p:txBody>
            </p:sp>
            <p:sp>
              <p:nvSpPr>
                <p:cNvPr id="36" name="Oval 150">
                  <a:extLst>
                    <a:ext uri="{FF2B5EF4-FFF2-40B4-BE49-F238E27FC236}">
                      <a16:creationId xmlns:a16="http://schemas.microsoft.com/office/drawing/2014/main" id="{0EFC37D9-1F00-AA67-9A60-54AE4FD4F0D1}"/>
                    </a:ext>
                  </a:extLst>
                </p:cNvPr>
                <p:cNvSpPr>
                  <a:spLocks noChangeArrowheads="1"/>
                </p:cNvSpPr>
                <p:nvPr/>
              </p:nvSpPr>
              <p:spPr bwMode="auto">
                <a:xfrm>
                  <a:off x="2471" y="1042"/>
                  <a:ext cx="214" cy="151"/>
                </a:xfrm>
                <a:prstGeom prst="ellipse">
                  <a:avLst/>
                </a:prstGeom>
                <a:solidFill>
                  <a:srgbClr val="FFFFFF"/>
                </a:solidFill>
                <a:ln w="6350">
                  <a:solidFill>
                    <a:srgbClr val="000000"/>
                  </a:solidFill>
                  <a:rou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anose="020B0503020204020204" pitchFamily="34" charset="-122"/>
                    <a:ea typeface="微软雅黑" panose="020B0503020204020204" pitchFamily="34" charset="-122"/>
                  </a:endParaRPr>
                </a:p>
              </p:txBody>
            </p:sp>
            <p:sp>
              <p:nvSpPr>
                <p:cNvPr id="37" name="Oval 151">
                  <a:extLst>
                    <a:ext uri="{FF2B5EF4-FFF2-40B4-BE49-F238E27FC236}">
                      <a16:creationId xmlns:a16="http://schemas.microsoft.com/office/drawing/2014/main" id="{DF267263-7088-E4FE-E6DB-171450A65143}"/>
                    </a:ext>
                  </a:extLst>
                </p:cNvPr>
                <p:cNvSpPr>
                  <a:spLocks noChangeArrowheads="1"/>
                </p:cNvSpPr>
                <p:nvPr/>
              </p:nvSpPr>
              <p:spPr bwMode="auto">
                <a:xfrm>
                  <a:off x="2656" y="907"/>
                  <a:ext cx="129" cy="94"/>
                </a:xfrm>
                <a:prstGeom prst="ellipse">
                  <a:avLst/>
                </a:prstGeom>
                <a:solidFill>
                  <a:srgbClr val="FFFFFF"/>
                </a:solidFill>
                <a:ln w="6350">
                  <a:solidFill>
                    <a:srgbClr val="000000"/>
                  </a:solidFill>
                  <a:rou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anose="020B0503020204020204" pitchFamily="34" charset="-122"/>
                    <a:ea typeface="微软雅黑" panose="020B0503020204020204" pitchFamily="34" charset="-122"/>
                  </a:endParaRPr>
                </a:p>
              </p:txBody>
            </p:sp>
            <p:sp>
              <p:nvSpPr>
                <p:cNvPr id="38" name="Freeform 152">
                  <a:extLst>
                    <a:ext uri="{FF2B5EF4-FFF2-40B4-BE49-F238E27FC236}">
                      <a16:creationId xmlns:a16="http://schemas.microsoft.com/office/drawing/2014/main" id="{88C04CC9-82F0-3824-E5E2-309D1D02B2A7}"/>
                    </a:ext>
                  </a:extLst>
                </p:cNvPr>
                <p:cNvSpPr/>
                <p:nvPr/>
              </p:nvSpPr>
              <p:spPr bwMode="auto">
                <a:xfrm>
                  <a:off x="2541" y="1010"/>
                  <a:ext cx="151" cy="76"/>
                </a:xfrm>
                <a:custGeom>
                  <a:avLst/>
                  <a:gdLst>
                    <a:gd name="T0" fmla="*/ 0 w 151"/>
                    <a:gd name="T1" fmla="*/ 20 h 76"/>
                    <a:gd name="T2" fmla="*/ 19 w 151"/>
                    <a:gd name="T3" fmla="*/ 56 h 76"/>
                    <a:gd name="T4" fmla="*/ 150 w 151"/>
                    <a:gd name="T5" fmla="*/ 75 h 76"/>
                    <a:gd name="T6" fmla="*/ 150 w 151"/>
                    <a:gd name="T7" fmla="*/ 28 h 76"/>
                    <a:gd name="T8" fmla="*/ 9 w 151"/>
                    <a:gd name="T9" fmla="*/ 0 h 76"/>
                    <a:gd name="T10" fmla="*/ 0 w 151"/>
                    <a:gd name="T11" fmla="*/ 20 h 76"/>
                  </a:gdLst>
                  <a:ahLst/>
                  <a:cxnLst>
                    <a:cxn ang="0">
                      <a:pos x="T0" y="T1"/>
                    </a:cxn>
                    <a:cxn ang="0">
                      <a:pos x="T2" y="T3"/>
                    </a:cxn>
                    <a:cxn ang="0">
                      <a:pos x="T4" y="T5"/>
                    </a:cxn>
                    <a:cxn ang="0">
                      <a:pos x="T6" y="T7"/>
                    </a:cxn>
                    <a:cxn ang="0">
                      <a:pos x="T8" y="T9"/>
                    </a:cxn>
                    <a:cxn ang="0">
                      <a:pos x="T10" y="T11"/>
                    </a:cxn>
                  </a:cxnLst>
                  <a:rect l="0" t="0" r="r" b="b"/>
                  <a:pathLst>
                    <a:path w="151" h="76">
                      <a:moveTo>
                        <a:pt x="0" y="20"/>
                      </a:moveTo>
                      <a:lnTo>
                        <a:pt x="19" y="56"/>
                      </a:lnTo>
                      <a:lnTo>
                        <a:pt x="150" y="75"/>
                      </a:lnTo>
                      <a:lnTo>
                        <a:pt x="150" y="28"/>
                      </a:lnTo>
                      <a:lnTo>
                        <a:pt x="9" y="0"/>
                      </a:lnTo>
                      <a:lnTo>
                        <a:pt x="0" y="20"/>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a:latin typeface="微软雅黑" panose="020B0503020204020204" pitchFamily="34" charset="-122"/>
                    <a:ea typeface="微软雅黑" panose="020B0503020204020204" pitchFamily="34" charset="-122"/>
                  </a:endParaRPr>
                </a:p>
              </p:txBody>
            </p:sp>
            <p:sp>
              <p:nvSpPr>
                <p:cNvPr id="39" name="Freeform 153">
                  <a:extLst>
                    <a:ext uri="{FF2B5EF4-FFF2-40B4-BE49-F238E27FC236}">
                      <a16:creationId xmlns:a16="http://schemas.microsoft.com/office/drawing/2014/main" id="{EDF864C3-1FE4-3E5D-D298-4BEC0AB2797E}"/>
                    </a:ext>
                  </a:extLst>
                </p:cNvPr>
                <p:cNvSpPr/>
                <p:nvPr/>
              </p:nvSpPr>
              <p:spPr bwMode="auto">
                <a:xfrm>
                  <a:off x="2394" y="1149"/>
                  <a:ext cx="172" cy="159"/>
                </a:xfrm>
                <a:custGeom>
                  <a:avLst/>
                  <a:gdLst>
                    <a:gd name="T0" fmla="*/ 106 w 172"/>
                    <a:gd name="T1" fmla="*/ 0 h 159"/>
                    <a:gd name="T2" fmla="*/ 0 w 172"/>
                    <a:gd name="T3" fmla="*/ 40 h 159"/>
                    <a:gd name="T4" fmla="*/ 44 w 172"/>
                    <a:gd name="T5" fmla="*/ 71 h 159"/>
                    <a:gd name="T6" fmla="*/ 50 w 172"/>
                    <a:gd name="T7" fmla="*/ 148 h 159"/>
                    <a:gd name="T8" fmla="*/ 75 w 172"/>
                    <a:gd name="T9" fmla="*/ 158 h 159"/>
                    <a:gd name="T10" fmla="*/ 164 w 172"/>
                    <a:gd name="T11" fmla="*/ 108 h 159"/>
                    <a:gd name="T12" fmla="*/ 171 w 172"/>
                    <a:gd name="T13" fmla="*/ 16 h 159"/>
                    <a:gd name="T14" fmla="*/ 106 w 172"/>
                    <a:gd name="T15" fmla="*/ 0 h 15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2" h="159">
                      <a:moveTo>
                        <a:pt x="106" y="0"/>
                      </a:moveTo>
                      <a:lnTo>
                        <a:pt x="0" y="40"/>
                      </a:lnTo>
                      <a:lnTo>
                        <a:pt x="44" y="71"/>
                      </a:lnTo>
                      <a:lnTo>
                        <a:pt x="50" y="148"/>
                      </a:lnTo>
                      <a:lnTo>
                        <a:pt x="75" y="158"/>
                      </a:lnTo>
                      <a:lnTo>
                        <a:pt x="164" y="108"/>
                      </a:lnTo>
                      <a:lnTo>
                        <a:pt x="171" y="16"/>
                      </a:lnTo>
                      <a:lnTo>
                        <a:pt x="106" y="0"/>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a:latin typeface="微软雅黑" panose="020B0503020204020204" pitchFamily="34" charset="-122"/>
                    <a:ea typeface="微软雅黑" panose="020B0503020204020204" pitchFamily="34" charset="-122"/>
                  </a:endParaRPr>
                </a:p>
              </p:txBody>
            </p:sp>
          </p:grpSp>
          <p:sp>
            <p:nvSpPr>
              <p:cNvPr id="31" name="Freeform 154">
                <a:extLst>
                  <a:ext uri="{FF2B5EF4-FFF2-40B4-BE49-F238E27FC236}">
                    <a16:creationId xmlns:a16="http://schemas.microsoft.com/office/drawing/2014/main" id="{20598642-3719-FD20-65F3-648025DBAB7D}"/>
                  </a:ext>
                </a:extLst>
              </p:cNvPr>
              <p:cNvSpPr/>
              <p:nvPr/>
            </p:nvSpPr>
            <p:spPr bwMode="auto">
              <a:xfrm>
                <a:off x="2650" y="963"/>
                <a:ext cx="88" cy="75"/>
              </a:xfrm>
              <a:custGeom>
                <a:avLst/>
                <a:gdLst>
                  <a:gd name="T0" fmla="*/ 0 w 88"/>
                  <a:gd name="T1" fmla="*/ 39 h 75"/>
                  <a:gd name="T2" fmla="*/ 37 w 88"/>
                  <a:gd name="T3" fmla="*/ 0 h 75"/>
                  <a:gd name="T4" fmla="*/ 87 w 88"/>
                  <a:gd name="T5" fmla="*/ 39 h 75"/>
                  <a:gd name="T6" fmla="*/ 45 w 88"/>
                  <a:gd name="T7" fmla="*/ 74 h 75"/>
                  <a:gd name="T8" fmla="*/ 0 w 88"/>
                  <a:gd name="T9" fmla="*/ 39 h 75"/>
                </a:gdLst>
                <a:ahLst/>
                <a:cxnLst>
                  <a:cxn ang="0">
                    <a:pos x="T0" y="T1"/>
                  </a:cxn>
                  <a:cxn ang="0">
                    <a:pos x="T2" y="T3"/>
                  </a:cxn>
                  <a:cxn ang="0">
                    <a:pos x="T4" y="T5"/>
                  </a:cxn>
                  <a:cxn ang="0">
                    <a:pos x="T6" y="T7"/>
                  </a:cxn>
                  <a:cxn ang="0">
                    <a:pos x="T8" y="T9"/>
                  </a:cxn>
                </a:cxnLst>
                <a:rect l="0" t="0" r="r" b="b"/>
                <a:pathLst>
                  <a:path w="88" h="75">
                    <a:moveTo>
                      <a:pt x="0" y="39"/>
                    </a:moveTo>
                    <a:lnTo>
                      <a:pt x="37" y="0"/>
                    </a:lnTo>
                    <a:lnTo>
                      <a:pt x="87" y="39"/>
                    </a:lnTo>
                    <a:lnTo>
                      <a:pt x="45" y="74"/>
                    </a:lnTo>
                    <a:lnTo>
                      <a:pt x="0" y="39"/>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a:latin typeface="微软雅黑" panose="020B0503020204020204" pitchFamily="34" charset="-122"/>
                  <a:ea typeface="微软雅黑" panose="020B0503020204020204" pitchFamily="34" charset="-122"/>
                </a:endParaRPr>
              </a:p>
            </p:txBody>
          </p:sp>
        </p:grpSp>
        <p:grpSp>
          <p:nvGrpSpPr>
            <p:cNvPr id="15" name="Group 155">
              <a:extLst>
                <a:ext uri="{FF2B5EF4-FFF2-40B4-BE49-F238E27FC236}">
                  <a16:creationId xmlns:a16="http://schemas.microsoft.com/office/drawing/2014/main" id="{CB0A751A-17DD-4AF7-3375-07075CE531F2}"/>
                </a:ext>
              </a:extLst>
            </p:cNvPr>
            <p:cNvGrpSpPr/>
            <p:nvPr/>
          </p:nvGrpSpPr>
          <p:grpSpPr bwMode="auto">
            <a:xfrm>
              <a:off x="2529" y="820"/>
              <a:ext cx="1638" cy="883"/>
              <a:chOff x="2529" y="820"/>
              <a:chExt cx="1638" cy="883"/>
            </a:xfrm>
          </p:grpSpPr>
          <p:sp>
            <p:nvSpPr>
              <p:cNvPr id="16" name="Oval 156">
                <a:extLst>
                  <a:ext uri="{FF2B5EF4-FFF2-40B4-BE49-F238E27FC236}">
                    <a16:creationId xmlns:a16="http://schemas.microsoft.com/office/drawing/2014/main" id="{BF6AFAA6-FBAE-0846-3B24-89EA2E9DE3A7}"/>
                  </a:ext>
                </a:extLst>
              </p:cNvPr>
              <p:cNvSpPr>
                <a:spLocks noChangeArrowheads="1"/>
              </p:cNvSpPr>
              <p:nvPr/>
            </p:nvSpPr>
            <p:spPr bwMode="auto">
              <a:xfrm>
                <a:off x="3042" y="848"/>
                <a:ext cx="388" cy="284"/>
              </a:xfrm>
              <a:prstGeom prst="ellipse">
                <a:avLst/>
              </a:prstGeom>
              <a:solidFill>
                <a:srgbClr val="FFFFFF"/>
              </a:solidFill>
              <a:ln w="6350">
                <a:solidFill>
                  <a:srgbClr val="000000"/>
                </a:solidFill>
                <a:rou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anose="020B0503020204020204" pitchFamily="34" charset="-122"/>
                  <a:ea typeface="微软雅黑" panose="020B0503020204020204" pitchFamily="34" charset="-122"/>
                </a:endParaRPr>
              </a:p>
            </p:txBody>
          </p:sp>
          <p:sp>
            <p:nvSpPr>
              <p:cNvPr id="17" name="Oval 157">
                <a:extLst>
                  <a:ext uri="{FF2B5EF4-FFF2-40B4-BE49-F238E27FC236}">
                    <a16:creationId xmlns:a16="http://schemas.microsoft.com/office/drawing/2014/main" id="{0C121C43-30EA-622C-DBCE-C1EBC16CAF59}"/>
                  </a:ext>
                </a:extLst>
              </p:cNvPr>
              <p:cNvSpPr>
                <a:spLocks noChangeArrowheads="1"/>
              </p:cNvSpPr>
              <p:nvPr/>
            </p:nvSpPr>
            <p:spPr bwMode="auto">
              <a:xfrm>
                <a:off x="3374" y="820"/>
                <a:ext cx="313" cy="230"/>
              </a:xfrm>
              <a:prstGeom prst="ellipse">
                <a:avLst/>
              </a:prstGeom>
              <a:solidFill>
                <a:srgbClr val="FFFFFF"/>
              </a:solidFill>
              <a:ln w="6350">
                <a:solidFill>
                  <a:srgbClr val="000000"/>
                </a:solidFill>
                <a:rou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anose="020B0503020204020204" pitchFamily="34" charset="-122"/>
                  <a:ea typeface="微软雅黑" panose="020B0503020204020204" pitchFamily="34" charset="-122"/>
                </a:endParaRPr>
              </a:p>
            </p:txBody>
          </p:sp>
          <p:sp>
            <p:nvSpPr>
              <p:cNvPr id="18" name="Oval 158">
                <a:extLst>
                  <a:ext uri="{FF2B5EF4-FFF2-40B4-BE49-F238E27FC236}">
                    <a16:creationId xmlns:a16="http://schemas.microsoft.com/office/drawing/2014/main" id="{BAA0C271-1F13-9479-B8E1-E907D389A467}"/>
                  </a:ext>
                </a:extLst>
              </p:cNvPr>
              <p:cNvSpPr>
                <a:spLocks noChangeArrowheads="1"/>
              </p:cNvSpPr>
              <p:nvPr/>
            </p:nvSpPr>
            <p:spPr bwMode="auto">
              <a:xfrm>
                <a:off x="3668" y="1065"/>
                <a:ext cx="499" cy="367"/>
              </a:xfrm>
              <a:prstGeom prst="ellipse">
                <a:avLst/>
              </a:prstGeom>
              <a:solidFill>
                <a:srgbClr val="FFFFFF"/>
              </a:solidFill>
              <a:ln w="6350">
                <a:solidFill>
                  <a:srgbClr val="000000"/>
                </a:solidFill>
                <a:rou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anose="020B0503020204020204" pitchFamily="34" charset="-122"/>
                  <a:ea typeface="微软雅黑" panose="020B0503020204020204" pitchFamily="34" charset="-122"/>
                </a:endParaRPr>
              </a:p>
            </p:txBody>
          </p:sp>
          <p:sp>
            <p:nvSpPr>
              <p:cNvPr id="19" name="Oval 159">
                <a:extLst>
                  <a:ext uri="{FF2B5EF4-FFF2-40B4-BE49-F238E27FC236}">
                    <a16:creationId xmlns:a16="http://schemas.microsoft.com/office/drawing/2014/main" id="{019627F7-20BA-AD17-A802-C3221D388E98}"/>
                  </a:ext>
                </a:extLst>
              </p:cNvPr>
              <p:cNvSpPr>
                <a:spLocks noChangeArrowheads="1"/>
              </p:cNvSpPr>
              <p:nvPr/>
            </p:nvSpPr>
            <p:spPr bwMode="auto">
              <a:xfrm>
                <a:off x="2712" y="1228"/>
                <a:ext cx="570" cy="420"/>
              </a:xfrm>
              <a:prstGeom prst="ellipse">
                <a:avLst/>
              </a:prstGeom>
              <a:solidFill>
                <a:srgbClr val="FFFFFF"/>
              </a:solidFill>
              <a:ln w="6350">
                <a:solidFill>
                  <a:srgbClr val="000000"/>
                </a:solidFill>
                <a:rou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anose="020B0503020204020204" pitchFamily="34" charset="-122"/>
                  <a:ea typeface="微软雅黑" panose="020B0503020204020204" pitchFamily="34" charset="-122"/>
                </a:endParaRPr>
              </a:p>
            </p:txBody>
          </p:sp>
          <p:sp>
            <p:nvSpPr>
              <p:cNvPr id="20" name="Oval 160">
                <a:extLst>
                  <a:ext uri="{FF2B5EF4-FFF2-40B4-BE49-F238E27FC236}">
                    <a16:creationId xmlns:a16="http://schemas.microsoft.com/office/drawing/2014/main" id="{7E12E41A-5EE3-33EB-C2ED-5CD17980F257}"/>
                  </a:ext>
                </a:extLst>
              </p:cNvPr>
              <p:cNvSpPr>
                <a:spLocks noChangeArrowheads="1"/>
              </p:cNvSpPr>
              <p:nvPr/>
            </p:nvSpPr>
            <p:spPr bwMode="auto">
              <a:xfrm>
                <a:off x="3521" y="1282"/>
                <a:ext cx="422" cy="312"/>
              </a:xfrm>
              <a:prstGeom prst="ellipse">
                <a:avLst/>
              </a:prstGeom>
              <a:solidFill>
                <a:srgbClr val="FFFFFF"/>
              </a:solidFill>
              <a:ln w="6350">
                <a:solidFill>
                  <a:srgbClr val="000000"/>
                </a:solidFill>
                <a:rou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anose="020B0503020204020204" pitchFamily="34" charset="-122"/>
                  <a:ea typeface="微软雅黑" panose="020B0503020204020204" pitchFamily="34" charset="-122"/>
                </a:endParaRPr>
              </a:p>
            </p:txBody>
          </p:sp>
          <p:sp>
            <p:nvSpPr>
              <p:cNvPr id="21" name="Oval 161">
                <a:extLst>
                  <a:ext uri="{FF2B5EF4-FFF2-40B4-BE49-F238E27FC236}">
                    <a16:creationId xmlns:a16="http://schemas.microsoft.com/office/drawing/2014/main" id="{A24E20F1-DCFC-CC70-0859-A33139675074}"/>
                  </a:ext>
                </a:extLst>
              </p:cNvPr>
              <p:cNvSpPr>
                <a:spLocks noChangeArrowheads="1"/>
              </p:cNvSpPr>
              <p:nvPr/>
            </p:nvSpPr>
            <p:spPr bwMode="auto">
              <a:xfrm>
                <a:off x="2564" y="1310"/>
                <a:ext cx="315" cy="229"/>
              </a:xfrm>
              <a:prstGeom prst="ellipse">
                <a:avLst/>
              </a:prstGeom>
              <a:solidFill>
                <a:srgbClr val="FFFFFF"/>
              </a:solidFill>
              <a:ln w="6350">
                <a:solidFill>
                  <a:srgbClr val="000000"/>
                </a:solidFill>
                <a:rou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anose="020B0503020204020204" pitchFamily="34" charset="-122"/>
                  <a:ea typeface="微软雅黑" panose="020B0503020204020204" pitchFamily="34" charset="-122"/>
                </a:endParaRPr>
              </a:p>
            </p:txBody>
          </p:sp>
          <p:sp>
            <p:nvSpPr>
              <p:cNvPr id="23" name="Oval 162">
                <a:extLst>
                  <a:ext uri="{FF2B5EF4-FFF2-40B4-BE49-F238E27FC236}">
                    <a16:creationId xmlns:a16="http://schemas.microsoft.com/office/drawing/2014/main" id="{C8BAFAC6-2B8E-86B6-4AF2-5DC6CB552F73}"/>
                  </a:ext>
                </a:extLst>
              </p:cNvPr>
              <p:cNvSpPr>
                <a:spLocks noChangeArrowheads="1"/>
              </p:cNvSpPr>
              <p:nvPr/>
            </p:nvSpPr>
            <p:spPr bwMode="auto">
              <a:xfrm>
                <a:off x="2529" y="1119"/>
                <a:ext cx="312" cy="230"/>
              </a:xfrm>
              <a:prstGeom prst="ellipse">
                <a:avLst/>
              </a:prstGeom>
              <a:solidFill>
                <a:srgbClr val="FFFFFF"/>
              </a:solidFill>
              <a:ln w="6350">
                <a:solidFill>
                  <a:srgbClr val="000000"/>
                </a:solidFill>
                <a:rou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anose="020B0503020204020204" pitchFamily="34" charset="-122"/>
                  <a:ea typeface="微软雅黑" panose="020B0503020204020204" pitchFamily="34" charset="-122"/>
                </a:endParaRPr>
              </a:p>
            </p:txBody>
          </p:sp>
          <p:sp>
            <p:nvSpPr>
              <p:cNvPr id="24" name="Oval 163">
                <a:extLst>
                  <a:ext uri="{FF2B5EF4-FFF2-40B4-BE49-F238E27FC236}">
                    <a16:creationId xmlns:a16="http://schemas.microsoft.com/office/drawing/2014/main" id="{75A579C0-D392-A052-D066-D37B4E2D4B31}"/>
                  </a:ext>
                </a:extLst>
              </p:cNvPr>
              <p:cNvSpPr>
                <a:spLocks noChangeArrowheads="1"/>
              </p:cNvSpPr>
              <p:nvPr/>
            </p:nvSpPr>
            <p:spPr bwMode="auto">
              <a:xfrm>
                <a:off x="2675" y="902"/>
                <a:ext cx="498" cy="366"/>
              </a:xfrm>
              <a:prstGeom prst="ellipse">
                <a:avLst/>
              </a:prstGeom>
              <a:solidFill>
                <a:srgbClr val="FFFFFF"/>
              </a:solidFill>
              <a:ln w="6350">
                <a:solidFill>
                  <a:srgbClr val="000000"/>
                </a:solidFill>
                <a:rou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anose="020B0503020204020204" pitchFamily="34" charset="-122"/>
                  <a:ea typeface="微软雅黑" panose="020B0503020204020204" pitchFamily="34" charset="-122"/>
                </a:endParaRPr>
              </a:p>
            </p:txBody>
          </p:sp>
          <p:sp>
            <p:nvSpPr>
              <p:cNvPr id="25" name="Oval 164">
                <a:extLst>
                  <a:ext uri="{FF2B5EF4-FFF2-40B4-BE49-F238E27FC236}">
                    <a16:creationId xmlns:a16="http://schemas.microsoft.com/office/drawing/2014/main" id="{A71D52D1-92DD-A54B-43AB-C25CD18C5372}"/>
                  </a:ext>
                </a:extLst>
              </p:cNvPr>
              <p:cNvSpPr>
                <a:spLocks noChangeArrowheads="1"/>
              </p:cNvSpPr>
              <p:nvPr/>
            </p:nvSpPr>
            <p:spPr bwMode="auto">
              <a:xfrm>
                <a:off x="3115" y="1336"/>
                <a:ext cx="500" cy="367"/>
              </a:xfrm>
              <a:prstGeom prst="ellipse">
                <a:avLst/>
              </a:prstGeom>
              <a:solidFill>
                <a:srgbClr val="FFFFFF"/>
              </a:solidFill>
              <a:ln w="6350">
                <a:solidFill>
                  <a:srgbClr val="000000"/>
                </a:solidFill>
                <a:rou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anose="020B0503020204020204" pitchFamily="34" charset="-122"/>
                  <a:ea typeface="微软雅黑" panose="020B0503020204020204" pitchFamily="34" charset="-122"/>
                </a:endParaRPr>
              </a:p>
            </p:txBody>
          </p:sp>
          <p:sp>
            <p:nvSpPr>
              <p:cNvPr id="26" name="Oval 165">
                <a:extLst>
                  <a:ext uri="{FF2B5EF4-FFF2-40B4-BE49-F238E27FC236}">
                    <a16:creationId xmlns:a16="http://schemas.microsoft.com/office/drawing/2014/main" id="{9C2C9A79-AFD9-82BE-8818-83373C059E4D}"/>
                  </a:ext>
                </a:extLst>
              </p:cNvPr>
              <p:cNvSpPr>
                <a:spLocks noChangeArrowheads="1"/>
              </p:cNvSpPr>
              <p:nvPr/>
            </p:nvSpPr>
            <p:spPr bwMode="auto">
              <a:xfrm>
                <a:off x="3742" y="929"/>
                <a:ext cx="386" cy="284"/>
              </a:xfrm>
              <a:prstGeom prst="ellipse">
                <a:avLst/>
              </a:prstGeom>
              <a:solidFill>
                <a:srgbClr val="FFFFFF"/>
              </a:solidFill>
              <a:ln w="6350">
                <a:solidFill>
                  <a:srgbClr val="000000"/>
                </a:solidFill>
                <a:rou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anose="020B0503020204020204" pitchFamily="34" charset="-122"/>
                  <a:ea typeface="微软雅黑" panose="020B0503020204020204" pitchFamily="34" charset="-122"/>
                </a:endParaRPr>
              </a:p>
            </p:txBody>
          </p:sp>
          <p:sp>
            <p:nvSpPr>
              <p:cNvPr id="27" name="Oval 166">
                <a:extLst>
                  <a:ext uri="{FF2B5EF4-FFF2-40B4-BE49-F238E27FC236}">
                    <a16:creationId xmlns:a16="http://schemas.microsoft.com/office/drawing/2014/main" id="{47BB0965-052A-9E69-CB88-FE0B3A8C46FC}"/>
                  </a:ext>
                </a:extLst>
              </p:cNvPr>
              <p:cNvSpPr>
                <a:spLocks noChangeArrowheads="1"/>
              </p:cNvSpPr>
              <p:nvPr/>
            </p:nvSpPr>
            <p:spPr bwMode="auto">
              <a:xfrm>
                <a:off x="3631" y="820"/>
                <a:ext cx="351" cy="258"/>
              </a:xfrm>
              <a:prstGeom prst="ellipse">
                <a:avLst/>
              </a:prstGeom>
              <a:solidFill>
                <a:srgbClr val="FFFFFF"/>
              </a:solidFill>
              <a:ln w="6350">
                <a:solidFill>
                  <a:srgbClr val="000000"/>
                </a:solidFill>
                <a:rou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anose="020B0503020204020204" pitchFamily="34" charset="-122"/>
                  <a:ea typeface="微软雅黑" panose="020B0503020204020204" pitchFamily="34" charset="-122"/>
                </a:endParaRPr>
              </a:p>
            </p:txBody>
          </p:sp>
          <p:sp>
            <p:nvSpPr>
              <p:cNvPr id="28" name="Freeform 167">
                <a:extLst>
                  <a:ext uri="{FF2B5EF4-FFF2-40B4-BE49-F238E27FC236}">
                    <a16:creationId xmlns:a16="http://schemas.microsoft.com/office/drawing/2014/main" id="{DB77811B-C24F-37C9-4FCF-99B3A96E524A}"/>
                  </a:ext>
                </a:extLst>
              </p:cNvPr>
              <p:cNvSpPr/>
              <p:nvPr/>
            </p:nvSpPr>
            <p:spPr bwMode="auto">
              <a:xfrm>
                <a:off x="2661" y="889"/>
                <a:ext cx="1415" cy="700"/>
              </a:xfrm>
              <a:custGeom>
                <a:avLst/>
                <a:gdLst>
                  <a:gd name="T0" fmla="*/ 436 w 1415"/>
                  <a:gd name="T1" fmla="*/ 70 h 700"/>
                  <a:gd name="T2" fmla="*/ 494 w 1415"/>
                  <a:gd name="T3" fmla="*/ 20 h 700"/>
                  <a:gd name="T4" fmla="*/ 759 w 1415"/>
                  <a:gd name="T5" fmla="*/ 24 h 700"/>
                  <a:gd name="T6" fmla="*/ 947 w 1415"/>
                  <a:gd name="T7" fmla="*/ 0 h 700"/>
                  <a:gd name="T8" fmla="*/ 1180 w 1415"/>
                  <a:gd name="T9" fmla="*/ 83 h 700"/>
                  <a:gd name="T10" fmla="*/ 1300 w 1415"/>
                  <a:gd name="T11" fmla="*/ 60 h 700"/>
                  <a:gd name="T12" fmla="*/ 1362 w 1415"/>
                  <a:gd name="T13" fmla="*/ 70 h 700"/>
                  <a:gd name="T14" fmla="*/ 1376 w 1415"/>
                  <a:gd name="T15" fmla="*/ 278 h 700"/>
                  <a:gd name="T16" fmla="*/ 1414 w 1415"/>
                  <a:gd name="T17" fmla="*/ 311 h 700"/>
                  <a:gd name="T18" fmla="*/ 1304 w 1415"/>
                  <a:gd name="T19" fmla="*/ 472 h 700"/>
                  <a:gd name="T20" fmla="*/ 1185 w 1415"/>
                  <a:gd name="T21" fmla="*/ 363 h 700"/>
                  <a:gd name="T22" fmla="*/ 1153 w 1415"/>
                  <a:gd name="T23" fmla="*/ 418 h 700"/>
                  <a:gd name="T24" fmla="*/ 986 w 1415"/>
                  <a:gd name="T25" fmla="*/ 640 h 700"/>
                  <a:gd name="T26" fmla="*/ 427 w 1415"/>
                  <a:gd name="T27" fmla="*/ 699 h 700"/>
                  <a:gd name="T28" fmla="*/ 135 w 1415"/>
                  <a:gd name="T29" fmla="*/ 655 h 700"/>
                  <a:gd name="T30" fmla="*/ 45 w 1415"/>
                  <a:gd name="T31" fmla="*/ 519 h 700"/>
                  <a:gd name="T32" fmla="*/ 45 w 1415"/>
                  <a:gd name="T33" fmla="*/ 379 h 700"/>
                  <a:gd name="T34" fmla="*/ 0 w 1415"/>
                  <a:gd name="T35" fmla="*/ 261 h 700"/>
                  <a:gd name="T36" fmla="*/ 436 w 1415"/>
                  <a:gd name="T37" fmla="*/ 70 h 7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15" h="700">
                    <a:moveTo>
                      <a:pt x="436" y="70"/>
                    </a:moveTo>
                    <a:lnTo>
                      <a:pt x="494" y="20"/>
                    </a:lnTo>
                    <a:lnTo>
                      <a:pt x="759" y="24"/>
                    </a:lnTo>
                    <a:lnTo>
                      <a:pt x="947" y="0"/>
                    </a:lnTo>
                    <a:lnTo>
                      <a:pt x="1180" y="83"/>
                    </a:lnTo>
                    <a:lnTo>
                      <a:pt x="1300" y="60"/>
                    </a:lnTo>
                    <a:lnTo>
                      <a:pt x="1362" y="70"/>
                    </a:lnTo>
                    <a:lnTo>
                      <a:pt x="1376" y="278"/>
                    </a:lnTo>
                    <a:lnTo>
                      <a:pt x="1414" y="311"/>
                    </a:lnTo>
                    <a:lnTo>
                      <a:pt x="1304" y="472"/>
                    </a:lnTo>
                    <a:lnTo>
                      <a:pt x="1185" y="363"/>
                    </a:lnTo>
                    <a:lnTo>
                      <a:pt x="1153" y="418"/>
                    </a:lnTo>
                    <a:lnTo>
                      <a:pt x="986" y="640"/>
                    </a:lnTo>
                    <a:lnTo>
                      <a:pt x="427" y="699"/>
                    </a:lnTo>
                    <a:lnTo>
                      <a:pt x="135" y="655"/>
                    </a:lnTo>
                    <a:lnTo>
                      <a:pt x="45" y="519"/>
                    </a:lnTo>
                    <a:lnTo>
                      <a:pt x="45" y="379"/>
                    </a:lnTo>
                    <a:lnTo>
                      <a:pt x="0" y="261"/>
                    </a:lnTo>
                    <a:lnTo>
                      <a:pt x="436" y="70"/>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a:latin typeface="微软雅黑" panose="020B0503020204020204" pitchFamily="34" charset="-122"/>
                  <a:ea typeface="微软雅黑" panose="020B0503020204020204" pitchFamily="34" charset="-122"/>
                </a:endParaRPr>
              </a:p>
            </p:txBody>
          </p:sp>
        </p:grpSp>
      </p:grpSp>
      <p:sp>
        <p:nvSpPr>
          <p:cNvPr id="74" name="Rectangle 46">
            <a:extLst>
              <a:ext uri="{FF2B5EF4-FFF2-40B4-BE49-F238E27FC236}">
                <a16:creationId xmlns:a16="http://schemas.microsoft.com/office/drawing/2014/main" id="{B59C312D-F3A2-36BE-778B-1707BD897DD6}"/>
              </a:ext>
            </a:extLst>
          </p:cNvPr>
          <p:cNvSpPr>
            <a:spLocks noChangeArrowheads="1"/>
          </p:cNvSpPr>
          <p:nvPr/>
        </p:nvSpPr>
        <p:spPr bwMode="auto">
          <a:xfrm>
            <a:off x="1026660" y="1935356"/>
            <a:ext cx="8246820" cy="4419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000"/>
              </a:lnSpc>
              <a:buClr>
                <a:srgbClr val="0070C0"/>
              </a:buClr>
              <a:buFont typeface="Wingdings" panose="05000000000000000000" pitchFamily="2" charset="2"/>
              <a:buChar char="l"/>
            </a:pPr>
            <a:r>
              <a:rPr lang="zh-CN" altLang="en-US" sz="2000" b="1" dirty="0">
                <a:solidFill>
                  <a:srgbClr val="0000FF"/>
                </a:solidFill>
                <a:latin typeface="微软雅黑" panose="020B0503020204020204" pitchFamily="34" charset="-122"/>
                <a:ea typeface="微软雅黑" panose="020B0503020204020204" pitchFamily="34" charset="-122"/>
              </a:rPr>
              <a:t>加密密钥</a:t>
            </a:r>
            <a:r>
              <a:rPr lang="zh-CN" altLang="en-US" sz="2000" b="1" dirty="0">
                <a:latin typeface="微软雅黑" panose="020B0503020204020204" pitchFamily="34" charset="-122"/>
                <a:ea typeface="微软雅黑" panose="020B0503020204020204" pitchFamily="34" charset="-122"/>
              </a:rPr>
              <a:t>与</a:t>
            </a:r>
            <a:r>
              <a:rPr lang="zh-CN" altLang="en-US" sz="2000" b="1" dirty="0">
                <a:solidFill>
                  <a:srgbClr val="0000FF"/>
                </a:solidFill>
                <a:latin typeface="微软雅黑" panose="020B0503020204020204" pitchFamily="34" charset="-122"/>
                <a:ea typeface="微软雅黑" panose="020B0503020204020204" pitchFamily="34" charset="-122"/>
              </a:rPr>
              <a:t>解密密钥</a:t>
            </a:r>
            <a:r>
              <a:rPr lang="zh-CN" altLang="en-US" sz="2000" b="1" dirty="0">
                <a:latin typeface="微软雅黑" panose="020B0503020204020204" pitchFamily="34" charset="-122"/>
                <a:ea typeface="微软雅黑" panose="020B0503020204020204" pitchFamily="34" charset="-122"/>
              </a:rPr>
              <a:t>都使用</a:t>
            </a:r>
            <a:r>
              <a:rPr lang="zh-CN" altLang="en-US" sz="2000" b="1" dirty="0">
                <a:solidFill>
                  <a:srgbClr val="C00000"/>
                </a:solidFill>
                <a:latin typeface="微软雅黑" panose="020B0503020204020204" pitchFamily="34" charset="-122"/>
                <a:ea typeface="微软雅黑" panose="020B0503020204020204" pitchFamily="34" charset="-122"/>
              </a:rPr>
              <a:t>相同密钥</a:t>
            </a:r>
            <a:r>
              <a:rPr lang="zh-CN" altLang="en-US" sz="2000" b="1" dirty="0">
                <a:latin typeface="微软雅黑" panose="020B0503020204020204" pitchFamily="34" charset="-122"/>
                <a:ea typeface="微软雅黑" panose="020B0503020204020204" pitchFamily="34" charset="-122"/>
              </a:rPr>
              <a:t>的密码体制。</a:t>
            </a:r>
          </a:p>
        </p:txBody>
      </p:sp>
      <p:sp>
        <p:nvSpPr>
          <p:cNvPr id="75" name="Line 52">
            <a:extLst>
              <a:ext uri="{FF2B5EF4-FFF2-40B4-BE49-F238E27FC236}">
                <a16:creationId xmlns:a16="http://schemas.microsoft.com/office/drawing/2014/main" id="{A938B712-CCCD-7CC8-A2CF-8C6D43EEC3D0}"/>
              </a:ext>
            </a:extLst>
          </p:cNvPr>
          <p:cNvSpPr>
            <a:spLocks noChangeShapeType="1"/>
          </p:cNvSpPr>
          <p:nvPr/>
        </p:nvSpPr>
        <p:spPr bwMode="auto">
          <a:xfrm>
            <a:off x="2996864" y="4009076"/>
            <a:ext cx="1166234" cy="0"/>
          </a:xfrm>
          <a:prstGeom prst="line">
            <a:avLst/>
          </a:prstGeom>
          <a:noFill/>
          <a:ln w="38100">
            <a:solidFill>
              <a:srgbClr val="FF00FF"/>
            </a:solidFill>
            <a:round/>
            <a:headEnd type="none" w="sm" len="me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76" name="Text Box 56">
            <a:extLst>
              <a:ext uri="{FF2B5EF4-FFF2-40B4-BE49-F238E27FC236}">
                <a16:creationId xmlns:a16="http://schemas.microsoft.com/office/drawing/2014/main" id="{57656E7A-1C18-10E4-82A2-06AB78DAE2F6}"/>
              </a:ext>
            </a:extLst>
          </p:cNvPr>
          <p:cNvSpPr txBox="1">
            <a:spLocks noChangeArrowheads="1"/>
          </p:cNvSpPr>
          <p:nvPr/>
        </p:nvSpPr>
        <p:spPr bwMode="auto">
          <a:xfrm>
            <a:off x="8014858" y="3917329"/>
            <a:ext cx="89159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eaLnBrk="1" fontAlgn="auto" latinLnBrk="0" hangingPunct="1">
              <a:lnSpc>
                <a:spcPct val="100000"/>
              </a:lnSpc>
              <a:spcBef>
                <a:spcPts val="0"/>
              </a:spcBef>
              <a:spcAft>
                <a:spcPts val="0"/>
              </a:spcAft>
              <a:buClrTx/>
              <a:buSzTx/>
              <a:buFontTx/>
              <a:buNone/>
              <a:defRPr/>
            </a:pPr>
            <a:r>
              <a:rPr kumimoji="1" lang="zh-CN" altLang="en-US" sz="16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明文 </a:t>
            </a:r>
            <a:r>
              <a:rPr kumimoji="1" lang="en-US" altLang="zh-CN" sz="1600" b="1" i="1"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X</a:t>
            </a:r>
            <a:r>
              <a:rPr kumimoji="1" lang="en-US" altLang="zh-CN" sz="24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a:t>
            </a:r>
          </a:p>
        </p:txBody>
      </p:sp>
      <p:sp>
        <p:nvSpPr>
          <p:cNvPr id="77" name="Freeform 51">
            <a:extLst>
              <a:ext uri="{FF2B5EF4-FFF2-40B4-BE49-F238E27FC236}">
                <a16:creationId xmlns:a16="http://schemas.microsoft.com/office/drawing/2014/main" id="{FF53B483-3617-491D-62F4-F4A15C874BAC}"/>
              </a:ext>
            </a:extLst>
          </p:cNvPr>
          <p:cNvSpPr/>
          <p:nvPr/>
        </p:nvSpPr>
        <p:spPr bwMode="auto">
          <a:xfrm>
            <a:off x="1939674" y="3640722"/>
            <a:ext cx="292556" cy="380322"/>
          </a:xfrm>
          <a:custGeom>
            <a:avLst/>
            <a:gdLst>
              <a:gd name="T0" fmla="*/ 1 w 194"/>
              <a:gd name="T1" fmla="*/ 0 h 232"/>
              <a:gd name="T2" fmla="*/ 0 w 194"/>
              <a:gd name="T3" fmla="*/ 231 h 232"/>
              <a:gd name="T4" fmla="*/ 194 w 194"/>
              <a:gd name="T5" fmla="*/ 232 h 232"/>
            </a:gdLst>
            <a:ahLst/>
            <a:cxnLst>
              <a:cxn ang="0">
                <a:pos x="T0" y="T1"/>
              </a:cxn>
              <a:cxn ang="0">
                <a:pos x="T2" y="T3"/>
              </a:cxn>
              <a:cxn ang="0">
                <a:pos x="T4" y="T5"/>
              </a:cxn>
            </a:cxnLst>
            <a:rect l="0" t="0" r="r" b="b"/>
            <a:pathLst>
              <a:path w="194" h="232">
                <a:moveTo>
                  <a:pt x="1" y="0"/>
                </a:moveTo>
                <a:lnTo>
                  <a:pt x="0" y="231"/>
                </a:lnTo>
                <a:lnTo>
                  <a:pt x="194" y="232"/>
                </a:lnTo>
              </a:path>
            </a:pathLst>
          </a:custGeom>
          <a:noFill/>
          <a:ln w="19050">
            <a:solidFill>
              <a:schemeClr val="tx1"/>
            </a:solidFill>
            <a:round/>
            <a:headEnd type="none" w="sm" len="med"/>
            <a:tailEnd type="triangl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78" name="Freeform 72">
            <a:extLst>
              <a:ext uri="{FF2B5EF4-FFF2-40B4-BE49-F238E27FC236}">
                <a16:creationId xmlns:a16="http://schemas.microsoft.com/office/drawing/2014/main" id="{566B9E85-7F96-BA43-F79C-B6FE5BE8CDBC}"/>
              </a:ext>
            </a:extLst>
          </p:cNvPr>
          <p:cNvSpPr/>
          <p:nvPr/>
        </p:nvSpPr>
        <p:spPr bwMode="auto">
          <a:xfrm flipH="1" flipV="1">
            <a:off x="2697660" y="3358804"/>
            <a:ext cx="66490" cy="352397"/>
          </a:xfrm>
          <a:custGeom>
            <a:avLst/>
            <a:gdLst>
              <a:gd name="T0" fmla="*/ 0 w 1"/>
              <a:gd name="T1" fmla="*/ 314 h 314"/>
              <a:gd name="T2" fmla="*/ 0 w 1"/>
              <a:gd name="T3" fmla="*/ 0 h 314"/>
            </a:gdLst>
            <a:ahLst/>
            <a:cxnLst>
              <a:cxn ang="0">
                <a:pos x="T0" y="T1"/>
              </a:cxn>
              <a:cxn ang="0">
                <a:pos x="T2" y="T3"/>
              </a:cxn>
            </a:cxnLst>
            <a:rect l="0" t="0" r="r" b="b"/>
            <a:pathLst>
              <a:path w="1" h="314">
                <a:moveTo>
                  <a:pt x="0" y="314"/>
                </a:moveTo>
                <a:lnTo>
                  <a:pt x="0" y="0"/>
                </a:lnTo>
              </a:path>
            </a:pathLst>
          </a:custGeom>
          <a:noFill/>
          <a:ln w="38100" cmpd="sng">
            <a:solidFill>
              <a:srgbClr val="0000FF"/>
            </a:solidFill>
            <a:round/>
            <a:headEnd type="none" w="sm"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79" name="Freeform 134">
            <a:extLst>
              <a:ext uri="{FF2B5EF4-FFF2-40B4-BE49-F238E27FC236}">
                <a16:creationId xmlns:a16="http://schemas.microsoft.com/office/drawing/2014/main" id="{7EC66C0D-A331-EA2A-CBCB-EAE183E4AF41}"/>
              </a:ext>
            </a:extLst>
          </p:cNvPr>
          <p:cNvSpPr/>
          <p:nvPr/>
        </p:nvSpPr>
        <p:spPr bwMode="auto">
          <a:xfrm flipH="1" flipV="1">
            <a:off x="7314721" y="3358804"/>
            <a:ext cx="66490" cy="352397"/>
          </a:xfrm>
          <a:custGeom>
            <a:avLst/>
            <a:gdLst>
              <a:gd name="T0" fmla="*/ 0 w 1"/>
              <a:gd name="T1" fmla="*/ 314 h 314"/>
              <a:gd name="T2" fmla="*/ 0 w 1"/>
              <a:gd name="T3" fmla="*/ 0 h 314"/>
            </a:gdLst>
            <a:ahLst/>
            <a:cxnLst>
              <a:cxn ang="0">
                <a:pos x="T0" y="T1"/>
              </a:cxn>
              <a:cxn ang="0">
                <a:pos x="T2" y="T3"/>
              </a:cxn>
            </a:cxnLst>
            <a:rect l="0" t="0" r="r" b="b"/>
            <a:pathLst>
              <a:path w="1" h="314">
                <a:moveTo>
                  <a:pt x="0" y="314"/>
                </a:moveTo>
                <a:lnTo>
                  <a:pt x="0" y="0"/>
                </a:lnTo>
              </a:path>
            </a:pathLst>
          </a:custGeom>
          <a:noFill/>
          <a:ln w="38100" cmpd="sng">
            <a:solidFill>
              <a:srgbClr val="0000FF"/>
            </a:solidFill>
            <a:round/>
            <a:headEnd type="none" w="sm"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80" name="Freeform 50">
            <a:extLst>
              <a:ext uri="{FF2B5EF4-FFF2-40B4-BE49-F238E27FC236}">
                <a16:creationId xmlns:a16="http://schemas.microsoft.com/office/drawing/2014/main" id="{1BF7EC96-C65C-2A98-DF5D-7CF62ED267D5}"/>
              </a:ext>
            </a:extLst>
          </p:cNvPr>
          <p:cNvSpPr/>
          <p:nvPr/>
        </p:nvSpPr>
        <p:spPr bwMode="auto">
          <a:xfrm rot="16200000">
            <a:off x="8008876" y="3685935"/>
            <a:ext cx="183512" cy="481387"/>
          </a:xfrm>
          <a:custGeom>
            <a:avLst/>
            <a:gdLst>
              <a:gd name="T0" fmla="*/ 1 w 194"/>
              <a:gd name="T1" fmla="*/ 0 h 232"/>
              <a:gd name="T2" fmla="*/ 0 w 194"/>
              <a:gd name="T3" fmla="*/ 231 h 232"/>
              <a:gd name="T4" fmla="*/ 194 w 194"/>
              <a:gd name="T5" fmla="*/ 232 h 232"/>
            </a:gdLst>
            <a:ahLst/>
            <a:cxnLst>
              <a:cxn ang="0">
                <a:pos x="T0" y="T1"/>
              </a:cxn>
              <a:cxn ang="0">
                <a:pos x="T2" y="T3"/>
              </a:cxn>
              <a:cxn ang="0">
                <a:pos x="T4" y="T5"/>
              </a:cxn>
            </a:cxnLst>
            <a:rect l="0" t="0" r="r" b="b"/>
            <a:pathLst>
              <a:path w="194" h="232">
                <a:moveTo>
                  <a:pt x="1" y="0"/>
                </a:moveTo>
                <a:lnTo>
                  <a:pt x="0" y="231"/>
                </a:lnTo>
                <a:lnTo>
                  <a:pt x="194" y="232"/>
                </a:lnTo>
              </a:path>
            </a:pathLst>
          </a:custGeom>
          <a:noFill/>
          <a:ln w="19050">
            <a:solidFill>
              <a:schemeClr val="tx1"/>
            </a:solidFill>
            <a:round/>
            <a:headEnd type="none" w="sm" len="med"/>
            <a:tailEnd type="triangl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81" name="Text Box 68">
            <a:extLst>
              <a:ext uri="{FF2B5EF4-FFF2-40B4-BE49-F238E27FC236}">
                <a16:creationId xmlns:a16="http://schemas.microsoft.com/office/drawing/2014/main" id="{438C749B-3572-9AE7-8DD7-41CEEC5EF297}"/>
              </a:ext>
            </a:extLst>
          </p:cNvPr>
          <p:cNvSpPr txBox="1">
            <a:spLocks noChangeArrowheads="1"/>
          </p:cNvSpPr>
          <p:nvPr/>
        </p:nvSpPr>
        <p:spPr bwMode="auto">
          <a:xfrm>
            <a:off x="5955668" y="3681946"/>
            <a:ext cx="788999"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eaLnBrk="1" fontAlgn="auto" latinLnBrk="0" hangingPunct="1">
              <a:lnSpc>
                <a:spcPct val="100000"/>
              </a:lnSpc>
              <a:spcBef>
                <a:spcPts val="0"/>
              </a:spcBef>
              <a:spcAft>
                <a:spcPts val="0"/>
              </a:spcAft>
              <a:buClrTx/>
              <a:buSzTx/>
              <a:buFontTx/>
              <a:buNone/>
              <a:defRPr/>
            </a:pPr>
            <a:r>
              <a:rPr kumimoji="1" lang="zh-CN" altLang="en-US" sz="16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rPr>
              <a:t>密文 </a:t>
            </a:r>
            <a:r>
              <a:rPr kumimoji="1" lang="en-US" altLang="zh-CN" sz="1600" b="1" i="1" u="none" strike="noStrike" kern="0" cap="none" spc="0" normalizeH="0" baseline="0" noProof="0">
                <a:ln>
                  <a:noFill/>
                </a:ln>
                <a:effectLst/>
                <a:uLnTx/>
                <a:uFillTx/>
                <a:latin typeface="微软雅黑" panose="020B0503020204020204" pitchFamily="34" charset="-122"/>
                <a:ea typeface="微软雅黑" panose="020B0503020204020204" pitchFamily="34" charset="-122"/>
              </a:rPr>
              <a:t>Y</a:t>
            </a:r>
          </a:p>
        </p:txBody>
      </p:sp>
      <p:sp>
        <p:nvSpPr>
          <p:cNvPr id="82" name="Text Box 54">
            <a:extLst>
              <a:ext uri="{FF2B5EF4-FFF2-40B4-BE49-F238E27FC236}">
                <a16:creationId xmlns:a16="http://schemas.microsoft.com/office/drawing/2014/main" id="{B81DC091-A9E6-F181-2B78-1DF69D0B31E0}"/>
              </a:ext>
            </a:extLst>
          </p:cNvPr>
          <p:cNvSpPr txBox="1">
            <a:spLocks noChangeArrowheads="1"/>
          </p:cNvSpPr>
          <p:nvPr/>
        </p:nvSpPr>
        <p:spPr bwMode="auto">
          <a:xfrm>
            <a:off x="1272489" y="2656380"/>
            <a:ext cx="133722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eaLnBrk="1" fontAlgn="auto" latinLnBrk="0" hangingPunct="1">
              <a:lnSpc>
                <a:spcPct val="100000"/>
              </a:lnSpc>
              <a:spcBef>
                <a:spcPts val="0"/>
              </a:spcBef>
              <a:spcAft>
                <a:spcPts val="0"/>
              </a:spcAft>
              <a:buClrTx/>
              <a:buSzTx/>
              <a:buFontTx/>
              <a:buNone/>
              <a:defRPr/>
            </a:pPr>
            <a:r>
              <a:rPr kumimoji="1" lang="zh-CN" altLang="en-US"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加密密钥 </a:t>
            </a:r>
            <a:r>
              <a:rPr kumimoji="1" lang="en-US" altLang="zh-CN" b="1" i="1"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K</a:t>
            </a:r>
          </a:p>
        </p:txBody>
      </p:sp>
      <p:sp>
        <p:nvSpPr>
          <p:cNvPr id="83" name="Text Box 55">
            <a:extLst>
              <a:ext uri="{FF2B5EF4-FFF2-40B4-BE49-F238E27FC236}">
                <a16:creationId xmlns:a16="http://schemas.microsoft.com/office/drawing/2014/main" id="{C52AB655-1B98-34F2-3265-AA0CF503C7D2}"/>
              </a:ext>
            </a:extLst>
          </p:cNvPr>
          <p:cNvSpPr txBox="1">
            <a:spLocks noChangeArrowheads="1"/>
          </p:cNvSpPr>
          <p:nvPr/>
        </p:nvSpPr>
        <p:spPr bwMode="auto">
          <a:xfrm>
            <a:off x="1272489" y="4009076"/>
            <a:ext cx="870644"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eaLnBrk="1" fontAlgn="auto" latinLnBrk="0" hangingPunct="1">
              <a:lnSpc>
                <a:spcPct val="100000"/>
              </a:lnSpc>
              <a:spcBef>
                <a:spcPts val="0"/>
              </a:spcBef>
              <a:spcAft>
                <a:spcPts val="0"/>
              </a:spcAft>
              <a:buClrTx/>
              <a:buSzTx/>
              <a:buFontTx/>
              <a:buNone/>
              <a:defRPr/>
            </a:pPr>
            <a:r>
              <a:rPr kumimoji="1" lang="zh-CN" altLang="en-US" sz="16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明文 </a:t>
            </a:r>
            <a:r>
              <a:rPr kumimoji="1" lang="en-US" altLang="zh-CN" sz="1600" b="1" i="1"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X</a:t>
            </a:r>
          </a:p>
        </p:txBody>
      </p:sp>
      <p:sp>
        <p:nvSpPr>
          <p:cNvPr id="84" name="Text Box 57">
            <a:extLst>
              <a:ext uri="{FF2B5EF4-FFF2-40B4-BE49-F238E27FC236}">
                <a16:creationId xmlns:a16="http://schemas.microsoft.com/office/drawing/2014/main" id="{A359CF62-ED29-E561-2938-79C99A44E951}"/>
              </a:ext>
            </a:extLst>
          </p:cNvPr>
          <p:cNvSpPr txBox="1">
            <a:spLocks noChangeArrowheads="1"/>
          </p:cNvSpPr>
          <p:nvPr/>
        </p:nvSpPr>
        <p:spPr bwMode="auto">
          <a:xfrm>
            <a:off x="3305377" y="3681946"/>
            <a:ext cx="788999"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eaLnBrk="1" fontAlgn="auto" latinLnBrk="0" hangingPunct="1">
              <a:lnSpc>
                <a:spcPct val="100000"/>
              </a:lnSpc>
              <a:spcBef>
                <a:spcPts val="0"/>
              </a:spcBef>
              <a:spcAft>
                <a:spcPts val="0"/>
              </a:spcAft>
              <a:buClrTx/>
              <a:buSzTx/>
              <a:buFontTx/>
              <a:buNone/>
              <a:defRPr/>
            </a:pPr>
            <a:r>
              <a:rPr kumimoji="1" lang="zh-CN" altLang="en-US" sz="16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密文 </a:t>
            </a:r>
            <a:r>
              <a:rPr kumimoji="1" lang="en-US" altLang="zh-CN" sz="1600" b="1" i="1"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Y</a:t>
            </a:r>
          </a:p>
        </p:txBody>
      </p:sp>
      <p:pic>
        <p:nvPicPr>
          <p:cNvPr id="85" name="Picture 69">
            <a:extLst>
              <a:ext uri="{FF2B5EF4-FFF2-40B4-BE49-F238E27FC236}">
                <a16:creationId xmlns:a16="http://schemas.microsoft.com/office/drawing/2014/main" id="{2C27EA7E-A78B-2A39-15F0-D41E885B7B31}"/>
              </a:ext>
            </a:extLst>
          </p:cNvPr>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6200000" flipH="1">
            <a:off x="2573444" y="2803081"/>
            <a:ext cx="621304" cy="327909"/>
          </a:xfrm>
          <a:prstGeom prst="rect">
            <a:avLst/>
          </a:prstGeom>
          <a:noFill/>
          <a:ln>
            <a:noFill/>
          </a:ln>
          <a:effectLst/>
        </p:spPr>
      </p:pic>
      <p:sp>
        <p:nvSpPr>
          <p:cNvPr id="86" name="Text Box 70">
            <a:extLst>
              <a:ext uri="{FF2B5EF4-FFF2-40B4-BE49-F238E27FC236}">
                <a16:creationId xmlns:a16="http://schemas.microsoft.com/office/drawing/2014/main" id="{D7553408-05FD-28F2-CEEA-D14A99BE9621}"/>
              </a:ext>
            </a:extLst>
          </p:cNvPr>
          <p:cNvSpPr txBox="1">
            <a:spLocks noChangeArrowheads="1"/>
          </p:cNvSpPr>
          <p:nvPr/>
        </p:nvSpPr>
        <p:spPr bwMode="auto">
          <a:xfrm>
            <a:off x="1407752" y="3237795"/>
            <a:ext cx="338554"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eaLnBrk="1" fontAlgn="auto" latinLnBrk="0" hangingPunct="1">
              <a:lnSpc>
                <a:spcPct val="100000"/>
              </a:lnSpc>
              <a:spcBef>
                <a:spcPts val="0"/>
              </a:spcBef>
              <a:spcAft>
                <a:spcPts val="0"/>
              </a:spcAft>
              <a:buClrTx/>
              <a:buSzTx/>
              <a:buFontTx/>
              <a:buNone/>
              <a:defRPr/>
            </a:pPr>
            <a:r>
              <a:rPr kumimoji="1" lang="en-US" altLang="zh-CN" sz="16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A</a:t>
            </a:r>
          </a:p>
        </p:txBody>
      </p:sp>
      <p:sp>
        <p:nvSpPr>
          <p:cNvPr id="87" name="Text Box 71">
            <a:extLst>
              <a:ext uri="{FF2B5EF4-FFF2-40B4-BE49-F238E27FC236}">
                <a16:creationId xmlns:a16="http://schemas.microsoft.com/office/drawing/2014/main" id="{5C2FCCC5-31A9-1FCD-4299-A1CDBA3E0AF2}"/>
              </a:ext>
            </a:extLst>
          </p:cNvPr>
          <p:cNvSpPr txBox="1">
            <a:spLocks noChangeArrowheads="1"/>
          </p:cNvSpPr>
          <p:nvPr/>
        </p:nvSpPr>
        <p:spPr bwMode="auto">
          <a:xfrm>
            <a:off x="8541465" y="3230480"/>
            <a:ext cx="32573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eaLnBrk="1" fontAlgn="auto" latinLnBrk="0" hangingPunct="1">
              <a:lnSpc>
                <a:spcPct val="100000"/>
              </a:lnSpc>
              <a:spcBef>
                <a:spcPts val="0"/>
              </a:spcBef>
              <a:spcAft>
                <a:spcPts val="0"/>
              </a:spcAft>
              <a:buClrTx/>
              <a:buSzTx/>
              <a:buFontTx/>
              <a:buNone/>
              <a:defRPr/>
            </a:pPr>
            <a:r>
              <a:rPr kumimoji="1" lang="en-US" altLang="zh-CN" sz="16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B</a:t>
            </a:r>
          </a:p>
        </p:txBody>
      </p:sp>
      <p:sp>
        <p:nvSpPr>
          <p:cNvPr id="88" name="Rectangle 102">
            <a:extLst>
              <a:ext uri="{FF2B5EF4-FFF2-40B4-BE49-F238E27FC236}">
                <a16:creationId xmlns:a16="http://schemas.microsoft.com/office/drawing/2014/main" id="{52B04200-0BE4-62F6-BDC0-1F3A8A690C95}"/>
              </a:ext>
            </a:extLst>
          </p:cNvPr>
          <p:cNvSpPr>
            <a:spLocks noChangeArrowheads="1"/>
          </p:cNvSpPr>
          <p:nvPr/>
        </p:nvSpPr>
        <p:spPr bwMode="auto">
          <a:xfrm>
            <a:off x="2232230" y="3719180"/>
            <a:ext cx="1069158" cy="599739"/>
          </a:xfrm>
          <a:prstGeom prst="rect">
            <a:avLst/>
          </a:prstGeom>
          <a:solidFill>
            <a:srgbClr val="0000FF"/>
          </a:solidFill>
          <a:ln w="9525" algn="ctr">
            <a:solidFill>
              <a:srgbClr val="000000"/>
            </a:solidFill>
            <a:miter lim="800000"/>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i="1"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E</a:t>
            </a:r>
            <a:r>
              <a:rPr kumimoji="1" lang="en-US" altLang="zh-CN" sz="16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 </a:t>
            </a:r>
            <a:r>
              <a:rPr kumimoji="1" lang="zh-CN" altLang="en-US" sz="16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运算</a:t>
            </a:r>
          </a:p>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6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加密算法</a:t>
            </a:r>
          </a:p>
        </p:txBody>
      </p:sp>
      <p:sp>
        <p:nvSpPr>
          <p:cNvPr id="89" name="Rectangle 103">
            <a:extLst>
              <a:ext uri="{FF2B5EF4-FFF2-40B4-BE49-F238E27FC236}">
                <a16:creationId xmlns:a16="http://schemas.microsoft.com/office/drawing/2014/main" id="{2C119F68-A3A0-E55C-248C-5E32DC293C5A}"/>
              </a:ext>
            </a:extLst>
          </p:cNvPr>
          <p:cNvSpPr>
            <a:spLocks noChangeArrowheads="1"/>
          </p:cNvSpPr>
          <p:nvPr/>
        </p:nvSpPr>
        <p:spPr bwMode="auto">
          <a:xfrm>
            <a:off x="6859930" y="3719180"/>
            <a:ext cx="1070488" cy="599739"/>
          </a:xfrm>
          <a:prstGeom prst="rect">
            <a:avLst/>
          </a:prstGeom>
          <a:solidFill>
            <a:srgbClr val="009900"/>
          </a:solidFill>
          <a:ln w="9525" algn="ctr">
            <a:solidFill>
              <a:srgbClr val="000000"/>
            </a:solidFill>
            <a:miter lim="800000"/>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i="1"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D</a:t>
            </a:r>
            <a:r>
              <a:rPr kumimoji="1" lang="en-US" altLang="zh-CN" sz="16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 </a:t>
            </a:r>
            <a:r>
              <a:rPr kumimoji="1" lang="zh-CN" altLang="en-US" sz="16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运算</a:t>
            </a:r>
          </a:p>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6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解密算法</a:t>
            </a:r>
          </a:p>
        </p:txBody>
      </p:sp>
      <p:sp>
        <p:nvSpPr>
          <p:cNvPr id="90" name="Text Box 131">
            <a:extLst>
              <a:ext uri="{FF2B5EF4-FFF2-40B4-BE49-F238E27FC236}">
                <a16:creationId xmlns:a16="http://schemas.microsoft.com/office/drawing/2014/main" id="{CB620C7D-CDF7-D00F-FDA2-47F62DAADF4F}"/>
              </a:ext>
            </a:extLst>
          </p:cNvPr>
          <p:cNvSpPr txBox="1">
            <a:spLocks noChangeArrowheads="1"/>
          </p:cNvSpPr>
          <p:nvPr/>
        </p:nvSpPr>
        <p:spPr bwMode="auto">
          <a:xfrm>
            <a:off x="4650344" y="3831397"/>
            <a:ext cx="87716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eaLnBrk="1" fontAlgn="auto" latinLnBrk="0" hangingPunct="1">
              <a:lnSpc>
                <a:spcPct val="100000"/>
              </a:lnSpc>
              <a:spcBef>
                <a:spcPts val="0"/>
              </a:spcBef>
              <a:spcAft>
                <a:spcPts val="0"/>
              </a:spcAft>
              <a:buClrTx/>
              <a:buSzTx/>
              <a:buFontTx/>
              <a:buNone/>
              <a:defRPr/>
            </a:pPr>
            <a:r>
              <a:rPr kumimoji="1" lang="zh-CN" altLang="en-US"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互联网</a:t>
            </a:r>
          </a:p>
        </p:txBody>
      </p:sp>
      <p:sp>
        <p:nvSpPr>
          <p:cNvPr id="91" name="Text Box 132">
            <a:extLst>
              <a:ext uri="{FF2B5EF4-FFF2-40B4-BE49-F238E27FC236}">
                <a16:creationId xmlns:a16="http://schemas.microsoft.com/office/drawing/2014/main" id="{C1A6DF34-10EA-B631-BD2A-3DD4C643DA93}"/>
              </a:ext>
            </a:extLst>
          </p:cNvPr>
          <p:cNvSpPr txBox="1">
            <a:spLocks noChangeArrowheads="1"/>
          </p:cNvSpPr>
          <p:nvPr/>
        </p:nvSpPr>
        <p:spPr bwMode="auto">
          <a:xfrm>
            <a:off x="7463001" y="2656380"/>
            <a:ext cx="133722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eaLnBrk="1" fontAlgn="auto" latinLnBrk="0" hangingPunct="1">
              <a:lnSpc>
                <a:spcPct val="100000"/>
              </a:lnSpc>
              <a:spcBef>
                <a:spcPts val="0"/>
              </a:spcBef>
              <a:spcAft>
                <a:spcPts val="0"/>
              </a:spcAft>
              <a:buClrTx/>
              <a:buSzTx/>
              <a:buFontTx/>
              <a:buNone/>
              <a:defRPr/>
            </a:pPr>
            <a:r>
              <a:rPr kumimoji="1" lang="zh-CN" altLang="en-US" b="1" i="0" u="none" strike="noStrike" kern="0" cap="none" spc="0" normalizeH="0" baseline="0" noProof="0">
                <a:ln>
                  <a:noFill/>
                </a:ln>
                <a:effectLst/>
                <a:uLnTx/>
                <a:uFillTx/>
                <a:latin typeface="微软雅黑" panose="020B0503020204020204" pitchFamily="34" charset="-122"/>
                <a:ea typeface="微软雅黑" panose="020B0503020204020204" pitchFamily="34" charset="-122"/>
              </a:rPr>
              <a:t>解密密钥 </a:t>
            </a:r>
            <a:r>
              <a:rPr kumimoji="1" lang="en-US" altLang="zh-CN" b="1" i="1" u="none" strike="noStrike" kern="0" cap="none" spc="0" normalizeH="0" baseline="0" noProof="0">
                <a:ln>
                  <a:noFill/>
                </a:ln>
                <a:effectLst/>
                <a:uLnTx/>
                <a:uFillTx/>
                <a:latin typeface="微软雅黑" panose="020B0503020204020204" pitchFamily="34" charset="-122"/>
                <a:ea typeface="微软雅黑" panose="020B0503020204020204" pitchFamily="34" charset="-122"/>
              </a:rPr>
              <a:t>K</a:t>
            </a:r>
          </a:p>
        </p:txBody>
      </p:sp>
      <p:pic>
        <p:nvPicPr>
          <p:cNvPr id="92" name="Picture 133">
            <a:extLst>
              <a:ext uri="{FF2B5EF4-FFF2-40B4-BE49-F238E27FC236}">
                <a16:creationId xmlns:a16="http://schemas.microsoft.com/office/drawing/2014/main" id="{B6CC65C0-E331-DFB4-27BA-FAC0D542143B}"/>
              </a:ext>
            </a:extLst>
          </p:cNvPr>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6200000" flipH="1">
            <a:off x="6975571" y="2804227"/>
            <a:ext cx="621305" cy="325615"/>
          </a:xfrm>
          <a:prstGeom prst="rect">
            <a:avLst/>
          </a:prstGeom>
          <a:noFill/>
          <a:ln>
            <a:noFill/>
          </a:ln>
          <a:effectLst/>
        </p:spPr>
      </p:pic>
      <p:grpSp>
        <p:nvGrpSpPr>
          <p:cNvPr id="93" name="组合 92">
            <a:extLst>
              <a:ext uri="{FF2B5EF4-FFF2-40B4-BE49-F238E27FC236}">
                <a16:creationId xmlns:a16="http://schemas.microsoft.com/office/drawing/2014/main" id="{4F018CE4-ECF3-CEC6-044E-6B308561A542}"/>
              </a:ext>
            </a:extLst>
          </p:cNvPr>
          <p:cNvGrpSpPr/>
          <p:nvPr/>
        </p:nvGrpSpPr>
        <p:grpSpPr>
          <a:xfrm>
            <a:off x="3103394" y="2769721"/>
            <a:ext cx="3959703" cy="461665"/>
            <a:chOff x="2674219" y="3348281"/>
            <a:chExt cx="4727052" cy="551131"/>
          </a:xfrm>
        </p:grpSpPr>
        <p:sp>
          <p:nvSpPr>
            <p:cNvPr id="94" name="TextBox 80">
              <a:extLst>
                <a:ext uri="{FF2B5EF4-FFF2-40B4-BE49-F238E27FC236}">
                  <a16:creationId xmlns:a16="http://schemas.microsoft.com/office/drawing/2014/main" id="{0E8DC7E1-FEB9-FA84-1DB6-91943DE98B97}"/>
                </a:ext>
              </a:extLst>
            </p:cNvPr>
            <p:cNvSpPr txBox="1"/>
            <p:nvPr/>
          </p:nvSpPr>
          <p:spPr>
            <a:xfrm>
              <a:off x="4180954" y="3348281"/>
              <a:ext cx="1690134" cy="551131"/>
            </a:xfrm>
            <a:prstGeom prst="rect">
              <a:avLst/>
            </a:prstGeom>
            <a:noFill/>
          </p:spPr>
          <p:txBody>
            <a:bodyPr wrap="none" rtlCol="0">
              <a:spAutoFit/>
            </a:bodyPr>
            <a:lstStyle/>
            <a:p>
              <a:r>
                <a:rPr lang="zh-CN" altLang="en-US" sz="2400" b="1" dirty="0">
                  <a:solidFill>
                    <a:srgbClr val="C00000"/>
                  </a:solidFill>
                  <a:latin typeface="微软雅黑" panose="020B0503020204020204" pitchFamily="34" charset="-122"/>
                  <a:ea typeface="微软雅黑" panose="020B0503020204020204" pitchFamily="34" charset="-122"/>
                </a:rPr>
                <a:t>相同密钥</a:t>
              </a:r>
            </a:p>
          </p:txBody>
        </p:sp>
        <p:sp>
          <p:nvSpPr>
            <p:cNvPr id="95" name="左箭头 81">
              <a:extLst>
                <a:ext uri="{FF2B5EF4-FFF2-40B4-BE49-F238E27FC236}">
                  <a16:creationId xmlns:a16="http://schemas.microsoft.com/office/drawing/2014/main" id="{9F3EE83D-108B-BA53-9C08-F172834923C7}"/>
                </a:ext>
              </a:extLst>
            </p:cNvPr>
            <p:cNvSpPr/>
            <p:nvPr/>
          </p:nvSpPr>
          <p:spPr bwMode="auto">
            <a:xfrm>
              <a:off x="2674219" y="3443808"/>
              <a:ext cx="1342677" cy="417240"/>
            </a:xfrm>
            <a:prstGeom prst="leftArrow">
              <a:avLst>
                <a:gd name="adj1" fmla="val 50000"/>
                <a:gd name="adj2" fmla="val 75915"/>
              </a:avLst>
            </a:prstGeom>
            <a:solidFill>
              <a:srgbClr val="99FF66"/>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400" b="0" i="0" u="none" strike="noStrike" cap="none" normalizeH="0" baseline="0">
                <a:ln>
                  <a:noFill/>
                </a:ln>
                <a:effectLst/>
                <a:latin typeface="微软雅黑" panose="020B0503020204020204" pitchFamily="34" charset="-122"/>
                <a:ea typeface="微软雅黑" panose="020B0503020204020204" pitchFamily="34" charset="-122"/>
              </a:endParaRPr>
            </a:p>
          </p:txBody>
        </p:sp>
        <p:sp>
          <p:nvSpPr>
            <p:cNvPr id="96" name="左箭头 82">
              <a:extLst>
                <a:ext uri="{FF2B5EF4-FFF2-40B4-BE49-F238E27FC236}">
                  <a16:creationId xmlns:a16="http://schemas.microsoft.com/office/drawing/2014/main" id="{71D43494-B35C-D32C-8FED-90729F1CA3EE}"/>
                </a:ext>
              </a:extLst>
            </p:cNvPr>
            <p:cNvSpPr/>
            <p:nvPr/>
          </p:nvSpPr>
          <p:spPr bwMode="auto">
            <a:xfrm flipH="1">
              <a:off x="6058594" y="3443808"/>
              <a:ext cx="1342677" cy="417240"/>
            </a:xfrm>
            <a:prstGeom prst="leftArrow">
              <a:avLst>
                <a:gd name="adj1" fmla="val 50000"/>
                <a:gd name="adj2" fmla="val 75915"/>
              </a:avLst>
            </a:prstGeom>
            <a:solidFill>
              <a:srgbClr val="99FF66"/>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400" b="0" i="0" u="none" strike="noStrike" cap="none" normalizeH="0" baseline="0">
                <a:ln>
                  <a:noFill/>
                </a:ln>
                <a:effectLst/>
                <a:latin typeface="微软雅黑" panose="020B0503020204020204" pitchFamily="34" charset="-122"/>
                <a:ea typeface="微软雅黑" panose="020B0503020204020204" pitchFamily="34" charset="-122"/>
              </a:endParaRPr>
            </a:p>
          </p:txBody>
        </p:sp>
      </p:grpSp>
      <p:pic>
        <p:nvPicPr>
          <p:cNvPr id="97" name="Picture 200" descr="jisuanji">
            <a:extLst>
              <a:ext uri="{FF2B5EF4-FFF2-40B4-BE49-F238E27FC236}">
                <a16:creationId xmlns:a16="http://schemas.microsoft.com/office/drawing/2014/main" id="{A3384832-93E5-64DB-56CA-7B94483B875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68060" y="3289189"/>
            <a:ext cx="564170" cy="564171"/>
          </a:xfrm>
          <a:prstGeom prst="rect">
            <a:avLst/>
          </a:prstGeom>
          <a:noFill/>
          <a:extLst>
            <a:ext uri="{909E8E84-426E-40DD-AFC4-6F175D3DCCD1}">
              <a14:hiddenFill xmlns:a14="http://schemas.microsoft.com/office/drawing/2010/main">
                <a:solidFill>
                  <a:srgbClr val="FFFFFF"/>
                </a:solidFill>
              </a14:hiddenFill>
            </a:ext>
          </a:extLst>
        </p:spPr>
      </p:pic>
      <p:pic>
        <p:nvPicPr>
          <p:cNvPr id="98" name="Picture 200" descr="jisuanji">
            <a:extLst>
              <a:ext uri="{FF2B5EF4-FFF2-40B4-BE49-F238E27FC236}">
                <a16:creationId xmlns:a16="http://schemas.microsoft.com/office/drawing/2014/main" id="{4FC0A295-756B-BF49-5501-10C06202DA6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059241" y="3289189"/>
            <a:ext cx="564170" cy="564171"/>
          </a:xfrm>
          <a:prstGeom prst="rect">
            <a:avLst/>
          </a:prstGeom>
          <a:noFill/>
          <a:extLst>
            <a:ext uri="{909E8E84-426E-40DD-AFC4-6F175D3DCCD1}">
              <a14:hiddenFill xmlns:a14="http://schemas.microsoft.com/office/drawing/2010/main">
                <a:solidFill>
                  <a:srgbClr val="FFFFFF"/>
                </a:solidFill>
              </a14:hiddenFill>
            </a:ext>
          </a:extLst>
        </p:spPr>
      </p:pic>
      <p:sp>
        <p:nvSpPr>
          <p:cNvPr id="99" name="标题 1">
            <a:extLst>
              <a:ext uri="{FF2B5EF4-FFF2-40B4-BE49-F238E27FC236}">
                <a16:creationId xmlns:a16="http://schemas.microsoft.com/office/drawing/2014/main" id="{A3487AB5-BC65-F4CD-F2FE-C96CDF25BCCA}"/>
              </a:ext>
            </a:extLst>
          </p:cNvPr>
          <p:cNvSpPr txBox="1">
            <a:spLocks/>
          </p:cNvSpPr>
          <p:nvPr/>
        </p:nvSpPr>
        <p:spPr>
          <a:xfrm>
            <a:off x="495300" y="188640"/>
            <a:ext cx="9066212" cy="792088"/>
          </a:xfrm>
          <a:prstGeom prst="rect">
            <a:avLst/>
          </a:prstGeom>
        </p:spPr>
        <p:txBody>
          <a:bodyPr/>
          <a:lstStyle>
            <a:lvl1pPr algn="l" rtl="0" eaLnBrk="1" fontAlgn="base" hangingPunct="1">
              <a:spcBef>
                <a:spcPct val="0"/>
              </a:spcBef>
              <a:spcAft>
                <a:spcPct val="0"/>
              </a:spcAft>
              <a:defRPr sz="4400" b="1">
                <a:solidFill>
                  <a:srgbClr val="333399"/>
                </a:solidFill>
                <a:latin typeface="+mn-lt"/>
                <a:ea typeface="黑体" panose="02010609060101010101" pitchFamily="2" charset="-122"/>
                <a:cs typeface="+mj-cs"/>
              </a:defRPr>
            </a:lvl1pPr>
            <a:lvl2pPr algn="l" rtl="0" eaLnBrk="1" fontAlgn="base" hangingPunct="1">
              <a:spcBef>
                <a:spcPct val="0"/>
              </a:spcBef>
              <a:spcAft>
                <a:spcPct val="0"/>
              </a:spcAft>
              <a:defRPr sz="4400">
                <a:solidFill>
                  <a:schemeClr val="tx2"/>
                </a:solidFill>
                <a:latin typeface="Times New Roman" panose="02020603050405020304" pitchFamily="18" charset="0"/>
              </a:defRPr>
            </a:lvl2pPr>
            <a:lvl3pPr algn="l" rtl="0" eaLnBrk="1" fontAlgn="base" hangingPunct="1">
              <a:spcBef>
                <a:spcPct val="0"/>
              </a:spcBef>
              <a:spcAft>
                <a:spcPct val="0"/>
              </a:spcAft>
              <a:defRPr sz="4400">
                <a:solidFill>
                  <a:schemeClr val="tx2"/>
                </a:solidFill>
                <a:latin typeface="Times New Roman" panose="02020603050405020304" pitchFamily="18" charset="0"/>
              </a:defRPr>
            </a:lvl3pPr>
            <a:lvl4pPr algn="l" rtl="0" eaLnBrk="1" fontAlgn="base" hangingPunct="1">
              <a:spcBef>
                <a:spcPct val="0"/>
              </a:spcBef>
              <a:spcAft>
                <a:spcPct val="0"/>
              </a:spcAft>
              <a:defRPr sz="4400">
                <a:solidFill>
                  <a:schemeClr val="tx2"/>
                </a:solidFill>
                <a:latin typeface="Times New Roman" panose="02020603050405020304" pitchFamily="18" charset="0"/>
              </a:defRPr>
            </a:lvl4pPr>
            <a:lvl5pPr algn="l" rtl="0" eaLnBrk="1" fontAlgn="base" hangingPunct="1">
              <a:spcBef>
                <a:spcPct val="0"/>
              </a:spcBef>
              <a:spcAft>
                <a:spcPct val="0"/>
              </a:spcAft>
              <a:defRPr sz="4400">
                <a:solidFill>
                  <a:schemeClr val="tx2"/>
                </a:solidFill>
                <a:latin typeface="Times New Roman" panose="02020603050405020304" pitchFamily="18" charset="0"/>
              </a:defRPr>
            </a:lvl5pPr>
            <a:lvl6pPr marL="457200" algn="l" rtl="0" eaLnBrk="1" fontAlgn="base" hangingPunct="1">
              <a:spcBef>
                <a:spcPct val="0"/>
              </a:spcBef>
              <a:spcAft>
                <a:spcPct val="0"/>
              </a:spcAft>
              <a:defRPr sz="4400">
                <a:solidFill>
                  <a:schemeClr val="tx2"/>
                </a:solidFill>
                <a:latin typeface="Times New Roman" panose="02020603050405020304" pitchFamily="18" charset="0"/>
              </a:defRPr>
            </a:lvl6pPr>
            <a:lvl7pPr marL="914400" algn="l" rtl="0" eaLnBrk="1" fontAlgn="base" hangingPunct="1">
              <a:spcBef>
                <a:spcPct val="0"/>
              </a:spcBef>
              <a:spcAft>
                <a:spcPct val="0"/>
              </a:spcAft>
              <a:defRPr sz="4400">
                <a:solidFill>
                  <a:schemeClr val="tx2"/>
                </a:solidFill>
                <a:latin typeface="Times New Roman" panose="02020603050405020304" pitchFamily="18" charset="0"/>
              </a:defRPr>
            </a:lvl7pPr>
            <a:lvl8pPr marL="1371600" algn="l" rtl="0" eaLnBrk="1" fontAlgn="base" hangingPunct="1">
              <a:spcBef>
                <a:spcPct val="0"/>
              </a:spcBef>
              <a:spcAft>
                <a:spcPct val="0"/>
              </a:spcAft>
              <a:defRPr sz="4400">
                <a:solidFill>
                  <a:schemeClr val="tx2"/>
                </a:solidFill>
                <a:latin typeface="Times New Roman" panose="02020603050405020304" pitchFamily="18" charset="0"/>
              </a:defRPr>
            </a:lvl8pPr>
            <a:lvl9pPr marL="1828800" algn="l" rtl="0" eaLnBrk="1" fontAlgn="base" hangingPunct="1">
              <a:spcBef>
                <a:spcPct val="0"/>
              </a:spcBef>
              <a:spcAft>
                <a:spcPct val="0"/>
              </a:spcAft>
              <a:defRPr sz="4400">
                <a:solidFill>
                  <a:schemeClr val="tx2"/>
                </a:solidFill>
                <a:latin typeface="Times New Roman" panose="02020603050405020304" pitchFamily="18" charset="0"/>
              </a:defRPr>
            </a:lvl9pPr>
          </a:lstStyle>
          <a:p>
            <a:r>
              <a:rPr lang="zh-CN" altLang="en-US" kern="0" dirty="0"/>
              <a:t>第 </a:t>
            </a:r>
            <a:r>
              <a:rPr lang="en-US" altLang="zh-CN" kern="0" dirty="0"/>
              <a:t>7 </a:t>
            </a:r>
            <a:r>
              <a:rPr lang="zh-CN" altLang="en-US" kern="0" dirty="0"/>
              <a:t>章 网络安全</a:t>
            </a:r>
          </a:p>
        </p:txBody>
      </p:sp>
      <p:sp>
        <p:nvSpPr>
          <p:cNvPr id="100" name="AutoShape 5">
            <a:extLst>
              <a:ext uri="{FF2B5EF4-FFF2-40B4-BE49-F238E27FC236}">
                <a16:creationId xmlns:a16="http://schemas.microsoft.com/office/drawing/2014/main" id="{E139DD2B-99F7-D9DC-EA95-30A762E5127E}"/>
              </a:ext>
            </a:extLst>
          </p:cNvPr>
          <p:cNvSpPr>
            <a:spLocks noChangeArrowheads="1"/>
          </p:cNvSpPr>
          <p:nvPr/>
        </p:nvSpPr>
        <p:spPr bwMode="auto">
          <a:xfrm>
            <a:off x="1059237" y="4734392"/>
            <a:ext cx="4460327"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1" name="Rectangle 6">
            <a:extLst>
              <a:ext uri="{FF2B5EF4-FFF2-40B4-BE49-F238E27FC236}">
                <a16:creationId xmlns:a16="http://schemas.microsoft.com/office/drawing/2014/main" id="{B9A3CC23-90E4-5B75-D09B-096A2BA329AC}"/>
              </a:ext>
            </a:extLst>
          </p:cNvPr>
          <p:cNvSpPr>
            <a:spLocks noChangeArrowheads="1"/>
          </p:cNvSpPr>
          <p:nvPr/>
        </p:nvSpPr>
        <p:spPr bwMode="auto">
          <a:xfrm>
            <a:off x="1763084" y="4728017"/>
            <a:ext cx="25699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anose="020B0503020204020204" pitchFamily="34" charset="-122"/>
                <a:ea typeface="微软雅黑" panose="020B0503020204020204" pitchFamily="34" charset="-122"/>
              </a:rPr>
              <a:t>加密密钥与解密密钥 </a:t>
            </a:r>
          </a:p>
        </p:txBody>
      </p:sp>
      <p:sp>
        <p:nvSpPr>
          <p:cNvPr id="102" name="Rectangle 46">
            <a:extLst>
              <a:ext uri="{FF2B5EF4-FFF2-40B4-BE49-F238E27FC236}">
                <a16:creationId xmlns:a16="http://schemas.microsoft.com/office/drawing/2014/main" id="{15803B25-C86F-0D21-A17C-558A05FF7DFD}"/>
              </a:ext>
            </a:extLst>
          </p:cNvPr>
          <p:cNvSpPr>
            <a:spLocks noChangeArrowheads="1"/>
          </p:cNvSpPr>
          <p:nvPr/>
        </p:nvSpPr>
        <p:spPr bwMode="auto">
          <a:xfrm>
            <a:off x="1067614" y="5100280"/>
            <a:ext cx="4561788" cy="13619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anose="05000000000000000000" pitchFamily="2" charset="2"/>
              <a:buChar char="l"/>
            </a:pPr>
            <a:r>
              <a:rPr lang="zh-CN" altLang="en-US" sz="2000" b="1" dirty="0">
                <a:solidFill>
                  <a:srgbClr val="0000FF"/>
                </a:solidFill>
                <a:latin typeface="微软雅黑" panose="020B0503020204020204" pitchFamily="34" charset="-122"/>
                <a:ea typeface="微软雅黑" panose="020B0503020204020204" pitchFamily="34" charset="-122"/>
              </a:rPr>
              <a:t>加密密钥 </a:t>
            </a:r>
            <a:r>
              <a:rPr lang="en-US" altLang="zh-CN" sz="2000" b="1" dirty="0">
                <a:latin typeface="微软雅黑" panose="020B0503020204020204" pitchFamily="34" charset="-122"/>
                <a:ea typeface="微软雅黑" panose="020B0503020204020204" pitchFamily="34" charset="-122"/>
              </a:rPr>
              <a:t>K</a:t>
            </a:r>
            <a:r>
              <a:rPr lang="zh-CN" altLang="en-US" sz="2000" b="1" dirty="0">
                <a:latin typeface="微软雅黑" panose="020B0503020204020204" pitchFamily="34" charset="-122"/>
                <a:ea typeface="微软雅黑" panose="020B0503020204020204" pitchFamily="34" charset="-122"/>
              </a:rPr>
              <a:t>：</a:t>
            </a:r>
            <a:r>
              <a:rPr lang="zh-CN" altLang="en-US" sz="2000" b="1" dirty="0">
                <a:solidFill>
                  <a:srgbClr val="FF0000"/>
                </a:solidFill>
                <a:latin typeface="微软雅黑" panose="020B0503020204020204" pitchFamily="34" charset="-122"/>
                <a:ea typeface="微软雅黑" panose="020B0503020204020204" pitchFamily="34" charset="-122"/>
              </a:rPr>
              <a:t>保密</a:t>
            </a:r>
            <a:r>
              <a:rPr lang="zh-CN" altLang="en-US" sz="2000" b="1" dirty="0">
                <a:solidFill>
                  <a:srgbClr val="0000FF"/>
                </a:solidFill>
                <a:latin typeface="微软雅黑" panose="020B0503020204020204" pitchFamily="34" charset="-122"/>
                <a:ea typeface="微软雅黑" panose="020B0503020204020204" pitchFamily="34" charset="-122"/>
              </a:rPr>
              <a:t>。</a:t>
            </a:r>
            <a:endParaRPr lang="en-US" altLang="zh-CN" sz="2000" b="1" dirty="0">
              <a:solidFill>
                <a:srgbClr val="0000FF"/>
              </a:solidFill>
              <a:latin typeface="微软雅黑" panose="020B0503020204020204" pitchFamily="34" charset="-122"/>
              <a:ea typeface="微软雅黑" panose="020B0503020204020204" pitchFamily="34" charset="-122"/>
            </a:endParaRPr>
          </a:p>
          <a:p>
            <a:pPr marL="342900" indent="-342900" eaLnBrk="0" hangingPunct="0">
              <a:lnSpc>
                <a:spcPts val="3300"/>
              </a:lnSpc>
              <a:buClr>
                <a:srgbClr val="0070C0"/>
              </a:buClr>
              <a:buFont typeface="Wingdings" panose="05000000000000000000" pitchFamily="2" charset="2"/>
              <a:buChar char="l"/>
            </a:pPr>
            <a:r>
              <a:rPr lang="zh-CN" altLang="en-US" sz="2000" b="1" dirty="0">
                <a:solidFill>
                  <a:srgbClr val="C00000"/>
                </a:solidFill>
                <a:latin typeface="微软雅黑" panose="020B0503020204020204" pitchFamily="34" charset="-122"/>
                <a:ea typeface="微软雅黑" panose="020B0503020204020204" pitchFamily="34" charset="-122"/>
              </a:rPr>
              <a:t>解密密钥 </a:t>
            </a:r>
            <a:r>
              <a:rPr lang="en-US" altLang="zh-CN" sz="2000" b="1" dirty="0">
                <a:latin typeface="微软雅黑" panose="020B0503020204020204" pitchFamily="34" charset="-122"/>
                <a:ea typeface="微软雅黑" panose="020B0503020204020204" pitchFamily="34" charset="-122"/>
              </a:rPr>
              <a:t>K</a:t>
            </a:r>
            <a:r>
              <a:rPr lang="zh-CN" altLang="en-US" sz="2000" b="1" dirty="0">
                <a:latin typeface="微软雅黑" panose="020B0503020204020204" pitchFamily="34" charset="-122"/>
                <a:ea typeface="微软雅黑" panose="020B0503020204020204" pitchFamily="34" charset="-122"/>
              </a:rPr>
              <a:t>：</a:t>
            </a:r>
            <a:r>
              <a:rPr lang="zh-CN" altLang="en-US" sz="2000" b="1" dirty="0">
                <a:solidFill>
                  <a:srgbClr val="C00000"/>
                </a:solidFill>
                <a:latin typeface="微软雅黑" panose="020B0503020204020204" pitchFamily="34" charset="-122"/>
                <a:ea typeface="微软雅黑" panose="020B0503020204020204" pitchFamily="34" charset="-122"/>
              </a:rPr>
              <a:t>需要保密。</a:t>
            </a:r>
          </a:p>
          <a:p>
            <a:pPr marL="342900" indent="-342900" eaLnBrk="0" hangingPunct="0">
              <a:lnSpc>
                <a:spcPts val="33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加密算法 </a:t>
            </a:r>
            <a:r>
              <a:rPr lang="en-US" altLang="zh-CN" sz="2000" b="1" i="1" dirty="0">
                <a:latin typeface="微软雅黑" panose="020B0503020204020204" pitchFamily="34" charset="-122"/>
                <a:ea typeface="微软雅黑" panose="020B0503020204020204" pitchFamily="34" charset="-122"/>
              </a:rPr>
              <a:t>E</a:t>
            </a:r>
            <a:r>
              <a:rPr lang="en-US" altLang="zh-CN" sz="2000" b="1"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和解密算法 </a:t>
            </a:r>
            <a:r>
              <a:rPr lang="en-US" altLang="zh-CN" sz="2000" b="1" i="1" dirty="0">
                <a:latin typeface="微软雅黑" panose="020B0503020204020204" pitchFamily="34" charset="-122"/>
                <a:ea typeface="微软雅黑" panose="020B0503020204020204" pitchFamily="34" charset="-122"/>
              </a:rPr>
              <a:t>D </a:t>
            </a:r>
            <a:r>
              <a:rPr lang="zh-CN" altLang="en-US" sz="2000" b="1" dirty="0">
                <a:latin typeface="微软雅黑" panose="020B0503020204020204" pitchFamily="34" charset="-122"/>
                <a:ea typeface="微软雅黑" panose="020B0503020204020204" pitchFamily="34" charset="-122"/>
              </a:rPr>
              <a:t>：</a:t>
            </a:r>
            <a:r>
              <a:rPr lang="zh-CN" altLang="en-US" sz="2000" b="1" dirty="0">
                <a:solidFill>
                  <a:srgbClr val="FF0000"/>
                </a:solidFill>
                <a:latin typeface="微软雅黑" panose="020B0503020204020204" pitchFamily="34" charset="-122"/>
                <a:ea typeface="微软雅黑" panose="020B0503020204020204" pitchFamily="34" charset="-122"/>
              </a:rPr>
              <a:t>公开</a:t>
            </a:r>
            <a:r>
              <a:rPr lang="zh-CN" altLang="en-US" sz="2000" b="1" dirty="0">
                <a:solidFill>
                  <a:srgbClr val="0000FF"/>
                </a:solidFill>
                <a:latin typeface="微软雅黑" panose="020B0503020204020204" pitchFamily="34" charset="-122"/>
                <a:ea typeface="微软雅黑" panose="020B0503020204020204" pitchFamily="34" charset="-122"/>
              </a:rPr>
              <a:t>。</a:t>
            </a:r>
          </a:p>
        </p:txBody>
      </p:sp>
      <p:sp>
        <p:nvSpPr>
          <p:cNvPr id="104" name="Rectangle 46">
            <a:extLst>
              <a:ext uri="{FF2B5EF4-FFF2-40B4-BE49-F238E27FC236}">
                <a16:creationId xmlns:a16="http://schemas.microsoft.com/office/drawing/2014/main" id="{15803B25-C86F-0D21-A17C-558A05FF7DFD}"/>
              </a:ext>
            </a:extLst>
          </p:cNvPr>
          <p:cNvSpPr>
            <a:spLocks noChangeArrowheads="1"/>
          </p:cNvSpPr>
          <p:nvPr/>
        </p:nvSpPr>
        <p:spPr bwMode="auto">
          <a:xfrm>
            <a:off x="5891886" y="5388734"/>
            <a:ext cx="3525610" cy="938719"/>
          </a:xfrm>
          <a:prstGeom prst="rect">
            <a:avLst/>
          </a:prstGeom>
          <a:noFill/>
          <a:ln w="31750">
            <a:solidFill>
              <a:srgbClr val="FF0000"/>
            </a:solidFill>
            <a:miter lim="10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anose="05000000000000000000" pitchFamily="2" charset="2"/>
              <a:buChar char="l"/>
            </a:pPr>
            <a:r>
              <a:rPr lang="en-US" altLang="zh-CN" sz="2000" b="1" dirty="0">
                <a:solidFill>
                  <a:srgbClr val="FF0000"/>
                </a:solidFill>
                <a:latin typeface="微软雅黑" panose="020B0503020204020204" pitchFamily="34" charset="-122"/>
                <a:ea typeface="微软雅黑" panose="020B0503020204020204" pitchFamily="34" charset="-122"/>
              </a:rPr>
              <a:t>DES</a:t>
            </a:r>
            <a:r>
              <a:rPr lang="zh-CN" altLang="en-US" sz="2000" b="1" dirty="0">
                <a:solidFill>
                  <a:srgbClr val="FF0000"/>
                </a:solidFill>
                <a:latin typeface="微软雅黑" panose="020B0503020204020204" pitchFamily="34" charset="-122"/>
                <a:ea typeface="微软雅黑" panose="020B0503020204020204" pitchFamily="34" charset="-122"/>
              </a:rPr>
              <a:t>，</a:t>
            </a:r>
            <a:r>
              <a:rPr lang="en-US" altLang="zh-CN" sz="2000" b="1" dirty="0">
                <a:solidFill>
                  <a:srgbClr val="FF0000"/>
                </a:solidFill>
                <a:latin typeface="微软雅黑" panose="020B0503020204020204" pitchFamily="34" charset="-122"/>
                <a:ea typeface="微软雅黑" panose="020B0503020204020204" pitchFamily="34" charset="-122"/>
              </a:rPr>
              <a:t>3DES, AES, IDEA,</a:t>
            </a:r>
          </a:p>
          <a:p>
            <a:pPr marL="342900" indent="-342900" eaLnBrk="0" hangingPunct="0">
              <a:lnSpc>
                <a:spcPts val="3300"/>
              </a:lnSpc>
              <a:buClr>
                <a:srgbClr val="0070C0"/>
              </a:buClr>
              <a:buFont typeface="Wingdings" panose="05000000000000000000" pitchFamily="2" charset="2"/>
              <a:buChar char="l"/>
            </a:pPr>
            <a:r>
              <a:rPr lang="en-US" altLang="zh-CN" sz="2000" b="1" dirty="0">
                <a:solidFill>
                  <a:srgbClr val="FF0000"/>
                </a:solidFill>
                <a:latin typeface="微软雅黑" panose="020B0503020204020204" pitchFamily="34" charset="-122"/>
                <a:ea typeface="微软雅黑" panose="020B0503020204020204" pitchFamily="34" charset="-122"/>
              </a:rPr>
              <a:t>RC4,RC5</a:t>
            </a:r>
            <a:endParaRPr lang="zh-CN" altLang="en-US" sz="2000" b="1" dirty="0">
              <a:solidFill>
                <a:srgbClr val="FF0000"/>
              </a:solidFill>
              <a:latin typeface="微软雅黑" panose="020B0503020204020204" pitchFamily="34" charset="-122"/>
              <a:ea typeface="微软雅黑" panose="020B0503020204020204" pitchFamily="34" charset="-122"/>
            </a:endParaRPr>
          </a:p>
        </p:txBody>
      </p:sp>
      <p:sp>
        <p:nvSpPr>
          <p:cNvPr id="106" name="AutoShape 5">
            <a:extLst>
              <a:ext uri="{FF2B5EF4-FFF2-40B4-BE49-F238E27FC236}">
                <a16:creationId xmlns:a16="http://schemas.microsoft.com/office/drawing/2014/main" id="{E139DD2B-99F7-D9DC-EA95-30A762E5127E}"/>
              </a:ext>
            </a:extLst>
          </p:cNvPr>
          <p:cNvSpPr>
            <a:spLocks noChangeArrowheads="1"/>
          </p:cNvSpPr>
          <p:nvPr/>
        </p:nvSpPr>
        <p:spPr bwMode="auto">
          <a:xfrm>
            <a:off x="5887649" y="5019286"/>
            <a:ext cx="3529848" cy="353930"/>
          </a:xfrm>
          <a:prstGeom prst="roundRect">
            <a:avLst>
              <a:gd name="adj" fmla="val 16667"/>
            </a:avLst>
          </a:prstGeom>
          <a:solidFill>
            <a:srgbClr val="FF0000"/>
          </a:solidFill>
          <a:ln>
            <a:noFill/>
          </a:ln>
          <a:effectLst/>
        </p:spPr>
        <p:txBody>
          <a:bodyPr wrap="none" anchor="ctr"/>
          <a:lstStyle/>
          <a:p>
            <a:endParaRPr lang="zh-CN" altLang="en-US"/>
          </a:p>
        </p:txBody>
      </p:sp>
      <p:sp>
        <p:nvSpPr>
          <p:cNvPr id="107" name="Rectangle 6">
            <a:extLst>
              <a:ext uri="{FF2B5EF4-FFF2-40B4-BE49-F238E27FC236}">
                <a16:creationId xmlns:a16="http://schemas.microsoft.com/office/drawing/2014/main" id="{B9A3CC23-90E4-5B75-D09B-096A2BA329AC}"/>
              </a:ext>
            </a:extLst>
          </p:cNvPr>
          <p:cNvSpPr>
            <a:spLocks noChangeArrowheads="1"/>
          </p:cNvSpPr>
          <p:nvPr/>
        </p:nvSpPr>
        <p:spPr bwMode="auto">
          <a:xfrm>
            <a:off x="6465168" y="5045114"/>
            <a:ext cx="231495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0" hangingPunct="0"/>
            <a:r>
              <a:rPr lang="zh-CN" altLang="en-US" sz="2000" b="1" dirty="0">
                <a:solidFill>
                  <a:schemeClr val="bg1"/>
                </a:solidFill>
                <a:latin typeface="微软雅黑" panose="020B0503020204020204" pitchFamily="34" charset="-122"/>
                <a:ea typeface="微软雅黑" panose="020B0503020204020204" pitchFamily="34" charset="-122"/>
              </a:rPr>
              <a:t>典型对称密码算法 </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5000" fill="hold" nodeType="withEffect">
                                  <p:stCondLst>
                                    <p:cond delay="0"/>
                                  </p:stCondLst>
                                  <p:childTnLst>
                                    <p:anim calcmode="discrete" valueType="str">
                                      <p:cBhvr>
                                        <p:cTn id="6" dur="1000" fill="hold"/>
                                        <p:tgtEl>
                                          <p:spTgt spid="93"/>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AutoShape 5"/>
          <p:cNvSpPr>
            <a:spLocks noChangeArrowheads="1"/>
          </p:cNvSpPr>
          <p:nvPr/>
        </p:nvSpPr>
        <p:spPr bwMode="auto">
          <a:xfrm>
            <a:off x="551932" y="741320"/>
            <a:ext cx="8806433" cy="383424"/>
          </a:xfrm>
          <a:prstGeom prst="roundRect">
            <a:avLst>
              <a:gd name="adj" fmla="val 16667"/>
            </a:avLst>
          </a:prstGeom>
          <a:solidFill>
            <a:srgbClr val="0070C0"/>
          </a:solidFill>
          <a:ln>
            <a:noFill/>
          </a:ln>
          <a:effectLst/>
        </p:spPr>
        <p:txBody>
          <a:bodyPr wrap="none" anchor="ctr"/>
          <a:lstStyle/>
          <a:p>
            <a:endParaRPr lang="zh-CN" altLang="en-US"/>
          </a:p>
        </p:txBody>
      </p:sp>
      <p:sp>
        <p:nvSpPr>
          <p:cNvPr id="151" name="Rectangle 6"/>
          <p:cNvSpPr>
            <a:spLocks noChangeArrowheads="1"/>
          </p:cNvSpPr>
          <p:nvPr/>
        </p:nvSpPr>
        <p:spPr bwMode="auto">
          <a:xfrm>
            <a:off x="1964444" y="738445"/>
            <a:ext cx="5657319" cy="4258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167" b="1" dirty="0">
                <a:solidFill>
                  <a:schemeClr val="bg1"/>
                </a:solidFill>
                <a:latin typeface="微软雅黑" panose="020B0503020204020204" pitchFamily="34" charset="-122"/>
                <a:ea typeface="微软雅黑" panose="020B0503020204020204" pitchFamily="34" charset="-122"/>
              </a:rPr>
              <a:t>7.2.2 </a:t>
            </a:r>
            <a:r>
              <a:rPr lang="zh-CN" altLang="en-US" sz="2167" b="1" dirty="0">
                <a:solidFill>
                  <a:schemeClr val="bg1"/>
                </a:solidFill>
                <a:latin typeface="微软雅黑" panose="020B0503020204020204" pitchFamily="34" charset="-122"/>
                <a:ea typeface="微软雅黑" panose="020B0503020204020204" pitchFamily="34" charset="-122"/>
              </a:rPr>
              <a:t>不对称密钥密码体制（公钥密码体制）</a:t>
            </a:r>
          </a:p>
        </p:txBody>
      </p:sp>
      <p:sp>
        <p:nvSpPr>
          <p:cNvPr id="2" name="圆角矩形 1"/>
          <p:cNvSpPr/>
          <p:nvPr/>
        </p:nvSpPr>
        <p:spPr>
          <a:xfrm>
            <a:off x="551932" y="1196753"/>
            <a:ext cx="8811678" cy="316835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p:cNvGrpSpPr/>
          <p:nvPr/>
        </p:nvGrpSpPr>
        <p:grpSpPr>
          <a:xfrm>
            <a:off x="2706496" y="1905627"/>
            <a:ext cx="4326682" cy="492443"/>
            <a:chOff x="2674219" y="3390679"/>
            <a:chExt cx="4653925" cy="529690"/>
          </a:xfrm>
        </p:grpSpPr>
        <p:sp>
          <p:nvSpPr>
            <p:cNvPr id="6" name="TextBox 5"/>
            <p:cNvSpPr txBox="1"/>
            <p:nvPr/>
          </p:nvSpPr>
          <p:spPr>
            <a:xfrm>
              <a:off x="4162685" y="3390679"/>
              <a:ext cx="1633203" cy="529690"/>
            </a:xfrm>
            <a:prstGeom prst="rect">
              <a:avLst/>
            </a:prstGeom>
            <a:noFill/>
          </p:spPr>
          <p:txBody>
            <a:bodyPr wrap="none" rtlCol="0">
              <a:spAutoFit/>
            </a:bodyPr>
            <a:lstStyle/>
            <a:p>
              <a:pPr algn="ctr"/>
              <a:r>
                <a:rPr lang="zh-CN" altLang="en-US" sz="2600" b="1" dirty="0">
                  <a:solidFill>
                    <a:srgbClr val="CC0000"/>
                  </a:solidFill>
                  <a:latin typeface="微软雅黑" panose="020B0503020204020204" pitchFamily="34" charset="-122"/>
                  <a:ea typeface="微软雅黑" panose="020B0503020204020204" pitchFamily="34" charset="-122"/>
                </a:rPr>
                <a:t>不同密钥</a:t>
              </a:r>
            </a:p>
          </p:txBody>
        </p:sp>
        <p:sp>
          <p:nvSpPr>
            <p:cNvPr id="7" name="左箭头 6"/>
            <p:cNvSpPr/>
            <p:nvPr/>
          </p:nvSpPr>
          <p:spPr bwMode="auto">
            <a:xfrm>
              <a:off x="2674219" y="3443808"/>
              <a:ext cx="1342677" cy="417240"/>
            </a:xfrm>
            <a:prstGeom prst="leftArrow">
              <a:avLst>
                <a:gd name="adj1" fmla="val 50000"/>
                <a:gd name="adj2" fmla="val 75915"/>
              </a:avLst>
            </a:prstGeom>
            <a:solidFill>
              <a:srgbClr val="FFFF00"/>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60" tIns="49530" rIns="99060" bIns="49530" numCol="1" rtlCol="0" anchor="t" anchorCtr="0" compatLnSpc="1"/>
            <a:lstStyle/>
            <a:p>
              <a:pPr defTabSz="990570"/>
              <a:endParaRPr lang="zh-CN" altLang="en-US" sz="1517">
                <a:latin typeface="微软雅黑" panose="020B0503020204020204" pitchFamily="34" charset="-122"/>
                <a:ea typeface="微软雅黑" panose="020B0503020204020204" pitchFamily="34" charset="-122"/>
              </a:endParaRPr>
            </a:p>
          </p:txBody>
        </p:sp>
        <p:sp>
          <p:nvSpPr>
            <p:cNvPr id="8" name="左箭头 7"/>
            <p:cNvSpPr/>
            <p:nvPr/>
          </p:nvSpPr>
          <p:spPr bwMode="auto">
            <a:xfrm flipH="1">
              <a:off x="5985467" y="3443808"/>
              <a:ext cx="1342677" cy="417240"/>
            </a:xfrm>
            <a:prstGeom prst="leftArrow">
              <a:avLst>
                <a:gd name="adj1" fmla="val 50000"/>
                <a:gd name="adj2" fmla="val 75915"/>
              </a:avLst>
            </a:prstGeom>
            <a:solidFill>
              <a:schemeClr val="accent6">
                <a:lumMod val="75000"/>
              </a:schemeClr>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60" tIns="49530" rIns="99060" bIns="49530" numCol="1" rtlCol="0" anchor="t" anchorCtr="0" compatLnSpc="1"/>
            <a:lstStyle/>
            <a:p>
              <a:pPr defTabSz="990570"/>
              <a:endParaRPr lang="zh-CN" altLang="en-US" sz="1517">
                <a:latin typeface="微软雅黑" panose="020B0503020204020204" pitchFamily="34" charset="-122"/>
                <a:ea typeface="微软雅黑" panose="020B0503020204020204" pitchFamily="34" charset="-122"/>
              </a:endParaRPr>
            </a:p>
          </p:txBody>
        </p:sp>
      </p:grpSp>
      <p:sp>
        <p:nvSpPr>
          <p:cNvPr id="10" name="Line 52"/>
          <p:cNvSpPr>
            <a:spLocks noChangeShapeType="1"/>
          </p:cNvSpPr>
          <p:nvPr/>
        </p:nvSpPr>
        <p:spPr bwMode="auto">
          <a:xfrm>
            <a:off x="2588265" y="3580068"/>
            <a:ext cx="1294342" cy="0"/>
          </a:xfrm>
          <a:prstGeom prst="line">
            <a:avLst/>
          </a:prstGeom>
          <a:noFill/>
          <a:ln w="38100">
            <a:solidFill>
              <a:srgbClr val="FF00FF"/>
            </a:solidFill>
            <a:round/>
            <a:headEnd type="none" w="sm" len="me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90570" eaLnBrk="1" fontAlgn="auto" hangingPunct="1">
              <a:spcBef>
                <a:spcPts val="0"/>
              </a:spcBef>
              <a:spcAft>
                <a:spcPts val="0"/>
              </a:spcAft>
              <a:defRPr/>
            </a:pPr>
            <a:endParaRPr lang="zh-CN" altLang="en-US" sz="1517" b="1" kern="0">
              <a:latin typeface="微软雅黑" panose="020B0503020204020204" pitchFamily="34" charset="-122"/>
              <a:ea typeface="微软雅黑" panose="020B0503020204020204" pitchFamily="34" charset="-122"/>
            </a:endParaRPr>
          </a:p>
        </p:txBody>
      </p:sp>
      <p:sp>
        <p:nvSpPr>
          <p:cNvPr id="11" name="Line 53"/>
          <p:cNvSpPr>
            <a:spLocks noChangeShapeType="1"/>
          </p:cNvSpPr>
          <p:nvPr/>
        </p:nvSpPr>
        <p:spPr bwMode="auto">
          <a:xfrm>
            <a:off x="4830116" y="3590398"/>
            <a:ext cx="2045561" cy="0"/>
          </a:xfrm>
          <a:prstGeom prst="line">
            <a:avLst/>
          </a:prstGeom>
          <a:noFill/>
          <a:ln w="38100">
            <a:solidFill>
              <a:srgbClr val="FF00FF"/>
            </a:solidFill>
            <a:round/>
            <a:headEnd type="none" w="sm" len="me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90570" eaLnBrk="1" fontAlgn="auto" hangingPunct="1">
              <a:spcBef>
                <a:spcPts val="0"/>
              </a:spcBef>
              <a:spcAft>
                <a:spcPts val="0"/>
              </a:spcAft>
              <a:defRPr/>
            </a:pPr>
            <a:endParaRPr lang="zh-CN" altLang="en-US" sz="1517" b="1" kern="0">
              <a:latin typeface="微软雅黑" panose="020B0503020204020204" pitchFamily="34" charset="-122"/>
              <a:ea typeface="微软雅黑" panose="020B0503020204020204" pitchFamily="34" charset="-122"/>
            </a:endParaRPr>
          </a:p>
        </p:txBody>
      </p:sp>
      <p:sp>
        <p:nvSpPr>
          <p:cNvPr id="12" name="Text Box 56"/>
          <p:cNvSpPr txBox="1">
            <a:spLocks noChangeArrowheads="1"/>
          </p:cNvSpPr>
          <p:nvPr/>
        </p:nvSpPr>
        <p:spPr bwMode="auto">
          <a:xfrm>
            <a:off x="8267770" y="3592103"/>
            <a:ext cx="824265" cy="3257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defTabSz="990570" eaLnBrk="1" fontAlgn="auto" hangingPunct="1">
              <a:spcBef>
                <a:spcPts val="0"/>
              </a:spcBef>
              <a:spcAft>
                <a:spcPts val="0"/>
              </a:spcAft>
              <a:defRPr/>
            </a:pPr>
            <a:r>
              <a:rPr kumimoji="1" lang="zh-CN" altLang="en-US" sz="1517" b="1" kern="0" dirty="0">
                <a:latin typeface="微软雅黑" panose="020B0503020204020204" pitchFamily="34" charset="-122"/>
                <a:ea typeface="微软雅黑" panose="020B0503020204020204" pitchFamily="34" charset="-122"/>
              </a:rPr>
              <a:t>明文 </a:t>
            </a:r>
            <a:r>
              <a:rPr kumimoji="1" lang="en-US" altLang="zh-CN" sz="1517" b="1" i="1" kern="0" dirty="0">
                <a:latin typeface="微软雅黑" panose="020B0503020204020204" pitchFamily="34" charset="-122"/>
                <a:ea typeface="微软雅黑" panose="020B0503020204020204" pitchFamily="34" charset="-122"/>
              </a:rPr>
              <a:t>X</a:t>
            </a:r>
            <a:r>
              <a:rPr kumimoji="1" lang="en-US" altLang="zh-CN" sz="1517" b="1" kern="0" dirty="0">
                <a:latin typeface="微软雅黑" panose="020B0503020204020204" pitchFamily="34" charset="-122"/>
                <a:ea typeface="微软雅黑" panose="020B0503020204020204" pitchFamily="34" charset="-122"/>
              </a:rPr>
              <a:t> </a:t>
            </a:r>
          </a:p>
        </p:txBody>
      </p:sp>
      <p:sp>
        <p:nvSpPr>
          <p:cNvPr id="13" name="Freeform 51"/>
          <p:cNvSpPr/>
          <p:nvPr/>
        </p:nvSpPr>
        <p:spPr bwMode="auto">
          <a:xfrm>
            <a:off x="1281056" y="3171251"/>
            <a:ext cx="458582" cy="422100"/>
          </a:xfrm>
          <a:custGeom>
            <a:avLst/>
            <a:gdLst>
              <a:gd name="T0" fmla="*/ 1 w 194"/>
              <a:gd name="T1" fmla="*/ 0 h 232"/>
              <a:gd name="T2" fmla="*/ 0 w 194"/>
              <a:gd name="T3" fmla="*/ 231 h 232"/>
              <a:gd name="T4" fmla="*/ 194 w 194"/>
              <a:gd name="T5" fmla="*/ 232 h 232"/>
            </a:gdLst>
            <a:ahLst/>
            <a:cxnLst>
              <a:cxn ang="0">
                <a:pos x="T0" y="T1"/>
              </a:cxn>
              <a:cxn ang="0">
                <a:pos x="T2" y="T3"/>
              </a:cxn>
              <a:cxn ang="0">
                <a:pos x="T4" y="T5"/>
              </a:cxn>
            </a:cxnLst>
            <a:rect l="0" t="0" r="r" b="b"/>
            <a:pathLst>
              <a:path w="194" h="232">
                <a:moveTo>
                  <a:pt x="1" y="0"/>
                </a:moveTo>
                <a:lnTo>
                  <a:pt x="0" y="231"/>
                </a:lnTo>
                <a:lnTo>
                  <a:pt x="194" y="232"/>
                </a:lnTo>
              </a:path>
            </a:pathLst>
          </a:custGeom>
          <a:noFill/>
          <a:ln w="19050">
            <a:solidFill>
              <a:schemeClr val="tx1"/>
            </a:solidFill>
            <a:round/>
            <a:headEnd type="none" w="sm" len="med"/>
            <a:tailEnd type="triangl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90570" eaLnBrk="1" fontAlgn="auto" hangingPunct="1">
              <a:spcBef>
                <a:spcPts val="0"/>
              </a:spcBef>
              <a:spcAft>
                <a:spcPts val="0"/>
              </a:spcAft>
              <a:defRPr/>
            </a:pPr>
            <a:endParaRPr lang="zh-CN" altLang="en-US" sz="1517" b="1" kern="0">
              <a:latin typeface="微软雅黑" panose="020B0503020204020204" pitchFamily="34" charset="-122"/>
              <a:ea typeface="微软雅黑" panose="020B0503020204020204" pitchFamily="34" charset="-122"/>
            </a:endParaRPr>
          </a:p>
        </p:txBody>
      </p:sp>
      <p:sp>
        <p:nvSpPr>
          <p:cNvPr id="14" name="Freeform 72"/>
          <p:cNvSpPr/>
          <p:nvPr/>
        </p:nvSpPr>
        <p:spPr bwMode="auto">
          <a:xfrm flipH="1" flipV="1">
            <a:off x="2256192" y="2460339"/>
            <a:ext cx="73793" cy="789133"/>
          </a:xfrm>
          <a:custGeom>
            <a:avLst/>
            <a:gdLst>
              <a:gd name="T0" fmla="*/ 0 w 1"/>
              <a:gd name="T1" fmla="*/ 314 h 314"/>
              <a:gd name="T2" fmla="*/ 0 w 1"/>
              <a:gd name="T3" fmla="*/ 0 h 314"/>
            </a:gdLst>
            <a:ahLst/>
            <a:cxnLst>
              <a:cxn ang="0">
                <a:pos x="T0" y="T1"/>
              </a:cxn>
              <a:cxn ang="0">
                <a:pos x="T2" y="T3"/>
              </a:cxn>
            </a:cxnLst>
            <a:rect l="0" t="0" r="r" b="b"/>
            <a:pathLst>
              <a:path w="1" h="314">
                <a:moveTo>
                  <a:pt x="0" y="314"/>
                </a:moveTo>
                <a:lnTo>
                  <a:pt x="0" y="0"/>
                </a:lnTo>
              </a:path>
            </a:pathLst>
          </a:custGeom>
          <a:noFill/>
          <a:ln w="38100" cmpd="sng">
            <a:solidFill>
              <a:srgbClr val="0000FF"/>
            </a:solidFill>
            <a:round/>
            <a:headEnd type="none" w="sm"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90570" eaLnBrk="1" fontAlgn="auto" hangingPunct="1">
              <a:spcBef>
                <a:spcPts val="0"/>
              </a:spcBef>
              <a:spcAft>
                <a:spcPts val="0"/>
              </a:spcAft>
              <a:defRPr/>
            </a:pPr>
            <a:endParaRPr lang="zh-CN" altLang="en-US" sz="1517" b="1" kern="0">
              <a:latin typeface="微软雅黑" panose="020B0503020204020204" pitchFamily="34" charset="-122"/>
              <a:ea typeface="微软雅黑" panose="020B0503020204020204" pitchFamily="34" charset="-122"/>
            </a:endParaRPr>
          </a:p>
        </p:txBody>
      </p:sp>
      <p:sp>
        <p:nvSpPr>
          <p:cNvPr id="15" name="Freeform 134"/>
          <p:cNvSpPr/>
          <p:nvPr/>
        </p:nvSpPr>
        <p:spPr bwMode="auto">
          <a:xfrm flipV="1">
            <a:off x="7454219" y="2460339"/>
            <a:ext cx="42505" cy="789133"/>
          </a:xfrm>
          <a:custGeom>
            <a:avLst/>
            <a:gdLst>
              <a:gd name="T0" fmla="*/ 0 w 1"/>
              <a:gd name="T1" fmla="*/ 314 h 314"/>
              <a:gd name="T2" fmla="*/ 0 w 1"/>
              <a:gd name="T3" fmla="*/ 0 h 314"/>
            </a:gdLst>
            <a:ahLst/>
            <a:cxnLst>
              <a:cxn ang="0">
                <a:pos x="T0" y="T1"/>
              </a:cxn>
              <a:cxn ang="0">
                <a:pos x="T2" y="T3"/>
              </a:cxn>
            </a:cxnLst>
            <a:rect l="0" t="0" r="r" b="b"/>
            <a:pathLst>
              <a:path w="1" h="314">
                <a:moveTo>
                  <a:pt x="0" y="314"/>
                </a:moveTo>
                <a:lnTo>
                  <a:pt x="0" y="0"/>
                </a:lnTo>
              </a:path>
            </a:pathLst>
          </a:custGeom>
          <a:noFill/>
          <a:ln w="38100" cmpd="sng">
            <a:solidFill>
              <a:srgbClr val="0000FF"/>
            </a:solidFill>
            <a:round/>
            <a:headEnd type="none" w="sm"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90570" eaLnBrk="1" fontAlgn="auto" hangingPunct="1">
              <a:spcBef>
                <a:spcPts val="0"/>
              </a:spcBef>
              <a:spcAft>
                <a:spcPts val="0"/>
              </a:spcAft>
              <a:defRPr/>
            </a:pPr>
            <a:endParaRPr lang="zh-CN" altLang="en-US" sz="1517" b="1" kern="0">
              <a:latin typeface="微软雅黑" panose="020B0503020204020204" pitchFamily="34" charset="-122"/>
              <a:ea typeface="微软雅黑" panose="020B0503020204020204" pitchFamily="34" charset="-122"/>
            </a:endParaRPr>
          </a:p>
        </p:txBody>
      </p:sp>
      <p:sp>
        <p:nvSpPr>
          <p:cNvPr id="16" name="Freeform 50"/>
          <p:cNvSpPr/>
          <p:nvPr/>
        </p:nvSpPr>
        <p:spPr bwMode="auto">
          <a:xfrm rot="16200000">
            <a:off x="8150831" y="3221430"/>
            <a:ext cx="203671" cy="534266"/>
          </a:xfrm>
          <a:custGeom>
            <a:avLst/>
            <a:gdLst>
              <a:gd name="T0" fmla="*/ 1 w 194"/>
              <a:gd name="T1" fmla="*/ 0 h 232"/>
              <a:gd name="T2" fmla="*/ 0 w 194"/>
              <a:gd name="T3" fmla="*/ 231 h 232"/>
              <a:gd name="T4" fmla="*/ 194 w 194"/>
              <a:gd name="T5" fmla="*/ 232 h 232"/>
            </a:gdLst>
            <a:ahLst/>
            <a:cxnLst>
              <a:cxn ang="0">
                <a:pos x="T0" y="T1"/>
              </a:cxn>
              <a:cxn ang="0">
                <a:pos x="T2" y="T3"/>
              </a:cxn>
              <a:cxn ang="0">
                <a:pos x="T4" y="T5"/>
              </a:cxn>
            </a:cxnLst>
            <a:rect l="0" t="0" r="r" b="b"/>
            <a:pathLst>
              <a:path w="194" h="232">
                <a:moveTo>
                  <a:pt x="1" y="0"/>
                </a:moveTo>
                <a:lnTo>
                  <a:pt x="0" y="231"/>
                </a:lnTo>
                <a:lnTo>
                  <a:pt x="194" y="232"/>
                </a:lnTo>
              </a:path>
            </a:pathLst>
          </a:custGeom>
          <a:noFill/>
          <a:ln w="19050">
            <a:solidFill>
              <a:schemeClr val="tx1"/>
            </a:solidFill>
            <a:round/>
            <a:headEnd type="none" w="sm" len="med"/>
            <a:tailEnd type="triangl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90570" eaLnBrk="1" fontAlgn="auto" hangingPunct="1">
              <a:spcBef>
                <a:spcPts val="0"/>
              </a:spcBef>
              <a:spcAft>
                <a:spcPts val="0"/>
              </a:spcAft>
              <a:defRPr/>
            </a:pPr>
            <a:endParaRPr lang="zh-CN" altLang="en-US" sz="1517" b="1" kern="0">
              <a:latin typeface="微软雅黑" panose="020B0503020204020204" pitchFamily="34" charset="-122"/>
              <a:ea typeface="微软雅黑" panose="020B0503020204020204" pitchFamily="34" charset="-122"/>
            </a:endParaRPr>
          </a:p>
        </p:txBody>
      </p:sp>
      <p:sp>
        <p:nvSpPr>
          <p:cNvPr id="17" name="Text Box 68"/>
          <p:cNvSpPr txBox="1">
            <a:spLocks noChangeArrowheads="1"/>
          </p:cNvSpPr>
          <p:nvPr/>
        </p:nvSpPr>
        <p:spPr bwMode="auto">
          <a:xfrm>
            <a:off x="5934380" y="3217003"/>
            <a:ext cx="756938" cy="3257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defTabSz="990570" eaLnBrk="1" fontAlgn="auto" hangingPunct="1">
              <a:spcBef>
                <a:spcPts val="0"/>
              </a:spcBef>
              <a:spcAft>
                <a:spcPts val="0"/>
              </a:spcAft>
              <a:defRPr/>
            </a:pPr>
            <a:r>
              <a:rPr kumimoji="1" lang="zh-CN" altLang="en-US" sz="1517" b="1" kern="0">
                <a:latin typeface="微软雅黑" panose="020B0503020204020204" pitchFamily="34" charset="-122"/>
                <a:ea typeface="微软雅黑" panose="020B0503020204020204" pitchFamily="34" charset="-122"/>
              </a:rPr>
              <a:t>密文 </a:t>
            </a:r>
            <a:r>
              <a:rPr kumimoji="1" lang="en-US" altLang="zh-CN" sz="1517" b="1" i="1" kern="0">
                <a:latin typeface="微软雅黑" panose="020B0503020204020204" pitchFamily="34" charset="-122"/>
                <a:ea typeface="微软雅黑" panose="020B0503020204020204" pitchFamily="34" charset="-122"/>
              </a:rPr>
              <a:t>Y</a:t>
            </a:r>
          </a:p>
        </p:txBody>
      </p:sp>
      <p:sp>
        <p:nvSpPr>
          <p:cNvPr id="18" name="Text Box 54"/>
          <p:cNvSpPr txBox="1">
            <a:spLocks noChangeArrowheads="1"/>
          </p:cNvSpPr>
          <p:nvPr/>
        </p:nvSpPr>
        <p:spPr bwMode="auto">
          <a:xfrm>
            <a:off x="1645544" y="1285156"/>
            <a:ext cx="1537600" cy="3590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defTabSz="990570" eaLnBrk="1" fontAlgn="auto" hangingPunct="1">
              <a:spcBef>
                <a:spcPts val="0"/>
              </a:spcBef>
              <a:spcAft>
                <a:spcPts val="0"/>
              </a:spcAft>
              <a:defRPr/>
            </a:pPr>
            <a:r>
              <a:rPr kumimoji="1" lang="en-US" altLang="zh-CN" sz="1733" b="1" kern="0" dirty="0">
                <a:solidFill>
                  <a:srgbClr val="CC0099"/>
                </a:solidFill>
                <a:latin typeface="微软雅黑" panose="020B0503020204020204" pitchFamily="34" charset="-122"/>
                <a:ea typeface="微软雅黑" panose="020B0503020204020204" pitchFamily="34" charset="-122"/>
              </a:rPr>
              <a:t>B </a:t>
            </a:r>
            <a:r>
              <a:rPr kumimoji="1" lang="zh-CN" altLang="en-US" sz="1733" b="1" kern="0" dirty="0">
                <a:solidFill>
                  <a:srgbClr val="CC0099"/>
                </a:solidFill>
                <a:latin typeface="微软雅黑" panose="020B0503020204020204" pitchFamily="34" charset="-122"/>
                <a:ea typeface="微软雅黑" panose="020B0503020204020204" pitchFamily="34" charset="-122"/>
              </a:rPr>
              <a:t>的公钥 </a:t>
            </a:r>
            <a:r>
              <a:rPr kumimoji="1" lang="en-US" altLang="zh-CN" sz="1733" b="1" kern="0" dirty="0">
                <a:solidFill>
                  <a:srgbClr val="CC0099"/>
                </a:solidFill>
                <a:latin typeface="微软雅黑" panose="020B0503020204020204" pitchFamily="34" charset="-122"/>
                <a:ea typeface="微软雅黑" panose="020B0503020204020204" pitchFamily="34" charset="-122"/>
              </a:rPr>
              <a:t>PK</a:t>
            </a:r>
            <a:r>
              <a:rPr kumimoji="1" lang="en-US" altLang="zh-CN" sz="1733" b="1" kern="0" baseline="-25000" dirty="0">
                <a:solidFill>
                  <a:srgbClr val="CC0099"/>
                </a:solidFill>
                <a:latin typeface="微软雅黑" panose="020B0503020204020204" pitchFamily="34" charset="-122"/>
                <a:ea typeface="微软雅黑" panose="020B0503020204020204" pitchFamily="34" charset="-122"/>
              </a:rPr>
              <a:t>B</a:t>
            </a:r>
          </a:p>
        </p:txBody>
      </p:sp>
      <p:sp>
        <p:nvSpPr>
          <p:cNvPr id="19" name="Text Box 55"/>
          <p:cNvSpPr txBox="1">
            <a:spLocks noChangeArrowheads="1"/>
          </p:cNvSpPr>
          <p:nvPr/>
        </p:nvSpPr>
        <p:spPr bwMode="auto">
          <a:xfrm>
            <a:off x="635678" y="3580068"/>
            <a:ext cx="966282" cy="3257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defTabSz="990570" eaLnBrk="1" fontAlgn="auto" hangingPunct="1">
              <a:spcBef>
                <a:spcPts val="0"/>
              </a:spcBef>
              <a:spcAft>
                <a:spcPts val="0"/>
              </a:spcAft>
              <a:defRPr/>
            </a:pPr>
            <a:r>
              <a:rPr kumimoji="1" lang="zh-CN" altLang="en-US" sz="1517" b="1" kern="0" dirty="0">
                <a:latin typeface="微软雅黑" panose="020B0503020204020204" pitchFamily="34" charset="-122"/>
                <a:ea typeface="微软雅黑" panose="020B0503020204020204" pitchFamily="34" charset="-122"/>
              </a:rPr>
              <a:t>明文 </a:t>
            </a:r>
            <a:r>
              <a:rPr kumimoji="1" lang="en-US" altLang="zh-CN" sz="1517" b="1" i="1" kern="0" dirty="0">
                <a:latin typeface="微软雅黑" panose="020B0503020204020204" pitchFamily="34" charset="-122"/>
                <a:ea typeface="微软雅黑" panose="020B0503020204020204" pitchFamily="34" charset="-122"/>
              </a:rPr>
              <a:t>X</a:t>
            </a:r>
          </a:p>
        </p:txBody>
      </p:sp>
      <p:sp>
        <p:nvSpPr>
          <p:cNvPr id="20" name="Text Box 57"/>
          <p:cNvSpPr txBox="1">
            <a:spLocks noChangeArrowheads="1"/>
          </p:cNvSpPr>
          <p:nvPr/>
        </p:nvSpPr>
        <p:spPr bwMode="auto">
          <a:xfrm>
            <a:off x="2992965" y="3217003"/>
            <a:ext cx="756938" cy="3257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defTabSz="990570" eaLnBrk="1" fontAlgn="auto" hangingPunct="1">
              <a:spcBef>
                <a:spcPts val="0"/>
              </a:spcBef>
              <a:spcAft>
                <a:spcPts val="0"/>
              </a:spcAft>
              <a:defRPr/>
            </a:pPr>
            <a:r>
              <a:rPr kumimoji="1" lang="zh-CN" altLang="en-US" sz="1517" b="1" kern="0" dirty="0">
                <a:latin typeface="微软雅黑" panose="020B0503020204020204" pitchFamily="34" charset="-122"/>
                <a:ea typeface="微软雅黑" panose="020B0503020204020204" pitchFamily="34" charset="-122"/>
              </a:rPr>
              <a:t>密文 </a:t>
            </a:r>
            <a:r>
              <a:rPr kumimoji="1" lang="en-US" altLang="zh-CN" sz="1517" b="1" i="1" kern="0" dirty="0">
                <a:latin typeface="微软雅黑" panose="020B0503020204020204" pitchFamily="34" charset="-122"/>
                <a:ea typeface="微软雅黑" panose="020B0503020204020204" pitchFamily="34" charset="-122"/>
              </a:rPr>
              <a:t>Y</a:t>
            </a:r>
          </a:p>
        </p:txBody>
      </p:sp>
      <p:pic>
        <p:nvPicPr>
          <p:cNvPr id="21" name="Picture 69"/>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6200000" flipH="1">
            <a:off x="2022182" y="1903239"/>
            <a:ext cx="689554" cy="363929"/>
          </a:xfrm>
          <a:prstGeom prst="rect">
            <a:avLst/>
          </a:prstGeom>
          <a:noFill/>
          <a:ln>
            <a:noFill/>
          </a:ln>
          <a:effectLst/>
        </p:spPr>
      </p:pic>
      <p:sp>
        <p:nvSpPr>
          <p:cNvPr id="22" name="Text Box 70"/>
          <p:cNvSpPr txBox="1">
            <a:spLocks noChangeArrowheads="1"/>
          </p:cNvSpPr>
          <p:nvPr/>
        </p:nvSpPr>
        <p:spPr bwMode="auto">
          <a:xfrm>
            <a:off x="714865" y="2747450"/>
            <a:ext cx="351378" cy="3590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990570" eaLnBrk="1" fontAlgn="auto" hangingPunct="1">
              <a:spcBef>
                <a:spcPts val="0"/>
              </a:spcBef>
              <a:spcAft>
                <a:spcPts val="0"/>
              </a:spcAft>
              <a:defRPr/>
            </a:pPr>
            <a:r>
              <a:rPr kumimoji="1" lang="en-US" altLang="zh-CN" sz="1733" b="1" kern="0" dirty="0">
                <a:latin typeface="微软雅黑" panose="020B0503020204020204" pitchFamily="34" charset="-122"/>
                <a:ea typeface="微软雅黑" panose="020B0503020204020204" pitchFamily="34" charset="-122"/>
              </a:rPr>
              <a:t>A</a:t>
            </a:r>
          </a:p>
        </p:txBody>
      </p:sp>
      <p:sp>
        <p:nvSpPr>
          <p:cNvPr id="23" name="Text Box 71"/>
          <p:cNvSpPr txBox="1">
            <a:spLocks noChangeArrowheads="1"/>
          </p:cNvSpPr>
          <p:nvPr/>
        </p:nvSpPr>
        <p:spPr bwMode="auto">
          <a:xfrm>
            <a:off x="8725492" y="2707827"/>
            <a:ext cx="336952" cy="3590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990570" eaLnBrk="1" fontAlgn="auto" hangingPunct="1">
              <a:spcBef>
                <a:spcPts val="0"/>
              </a:spcBef>
              <a:spcAft>
                <a:spcPts val="0"/>
              </a:spcAft>
              <a:defRPr/>
            </a:pPr>
            <a:r>
              <a:rPr kumimoji="1" lang="en-US" altLang="zh-CN" sz="1733" b="1" kern="0" dirty="0">
                <a:latin typeface="微软雅黑" panose="020B0503020204020204" pitchFamily="34" charset="-122"/>
                <a:ea typeface="微软雅黑" panose="020B0503020204020204" pitchFamily="34" charset="-122"/>
              </a:rPr>
              <a:t>B</a:t>
            </a:r>
          </a:p>
        </p:txBody>
      </p:sp>
      <p:sp>
        <p:nvSpPr>
          <p:cNvPr id="26" name="Rectangle 102"/>
          <p:cNvSpPr>
            <a:spLocks noChangeArrowheads="1"/>
          </p:cNvSpPr>
          <p:nvPr/>
        </p:nvSpPr>
        <p:spPr bwMode="auto">
          <a:xfrm>
            <a:off x="1739638" y="3258327"/>
            <a:ext cx="1186602" cy="665618"/>
          </a:xfrm>
          <a:prstGeom prst="rect">
            <a:avLst/>
          </a:prstGeom>
          <a:solidFill>
            <a:srgbClr val="0000FF"/>
          </a:solidFill>
          <a:ln w="9525" algn="ctr">
            <a:solidFill>
              <a:srgbClr val="000000"/>
            </a:solidFill>
            <a:miter lim="800000"/>
          </a:ln>
          <a:effectLst/>
        </p:spPr>
        <p:txBody>
          <a:bodyPr wrap="none" anchor="ctr"/>
          <a:lstStyle/>
          <a:p>
            <a:pPr algn="ctr" defTabSz="990570" eaLnBrk="1" fontAlgn="auto" hangingPunct="1">
              <a:spcBef>
                <a:spcPts val="0"/>
              </a:spcBef>
              <a:spcAft>
                <a:spcPts val="0"/>
              </a:spcAft>
              <a:defRPr/>
            </a:pPr>
            <a:r>
              <a:rPr kumimoji="1" lang="en-US" altLang="zh-CN" sz="1733" b="1" i="1" kern="0" dirty="0">
                <a:solidFill>
                  <a:schemeClr val="bg1"/>
                </a:solidFill>
                <a:latin typeface="微软雅黑" panose="020B0503020204020204" pitchFamily="34" charset="-122"/>
                <a:ea typeface="微软雅黑" panose="020B0503020204020204" pitchFamily="34" charset="-122"/>
              </a:rPr>
              <a:t>E</a:t>
            </a:r>
            <a:r>
              <a:rPr kumimoji="1" lang="en-US" altLang="zh-CN" sz="1733" b="1" kern="0" dirty="0">
                <a:solidFill>
                  <a:schemeClr val="bg1"/>
                </a:solidFill>
                <a:latin typeface="微软雅黑" panose="020B0503020204020204" pitchFamily="34" charset="-122"/>
                <a:ea typeface="微软雅黑" panose="020B0503020204020204" pitchFamily="34" charset="-122"/>
              </a:rPr>
              <a:t> </a:t>
            </a:r>
            <a:r>
              <a:rPr kumimoji="1" lang="zh-CN" altLang="en-US" sz="1733" b="1" kern="0" dirty="0">
                <a:solidFill>
                  <a:schemeClr val="bg1"/>
                </a:solidFill>
                <a:latin typeface="微软雅黑" panose="020B0503020204020204" pitchFamily="34" charset="-122"/>
                <a:ea typeface="微软雅黑" panose="020B0503020204020204" pitchFamily="34" charset="-122"/>
              </a:rPr>
              <a:t>运算</a:t>
            </a:r>
          </a:p>
          <a:p>
            <a:pPr algn="ctr" defTabSz="990570" eaLnBrk="1" fontAlgn="auto" hangingPunct="1">
              <a:spcBef>
                <a:spcPts val="0"/>
              </a:spcBef>
              <a:spcAft>
                <a:spcPts val="0"/>
              </a:spcAft>
              <a:defRPr/>
            </a:pPr>
            <a:r>
              <a:rPr kumimoji="1" lang="zh-CN" altLang="en-US" sz="1733" b="1" kern="0" dirty="0">
                <a:solidFill>
                  <a:schemeClr val="bg1"/>
                </a:solidFill>
                <a:latin typeface="微软雅黑" panose="020B0503020204020204" pitchFamily="34" charset="-122"/>
                <a:ea typeface="微软雅黑" panose="020B0503020204020204" pitchFamily="34" charset="-122"/>
              </a:rPr>
              <a:t>加密算法</a:t>
            </a:r>
          </a:p>
        </p:txBody>
      </p:sp>
      <p:sp>
        <p:nvSpPr>
          <p:cNvPr id="27" name="Rectangle 103"/>
          <p:cNvSpPr>
            <a:spLocks noChangeArrowheads="1"/>
          </p:cNvSpPr>
          <p:nvPr/>
        </p:nvSpPr>
        <p:spPr bwMode="auto">
          <a:xfrm>
            <a:off x="6875678" y="3258327"/>
            <a:ext cx="1188078" cy="665618"/>
          </a:xfrm>
          <a:prstGeom prst="rect">
            <a:avLst/>
          </a:prstGeom>
          <a:solidFill>
            <a:srgbClr val="009900"/>
          </a:solidFill>
          <a:ln w="9525" algn="ctr">
            <a:solidFill>
              <a:srgbClr val="000000"/>
            </a:solidFill>
            <a:miter lim="800000"/>
          </a:ln>
          <a:effectLst/>
        </p:spPr>
        <p:txBody>
          <a:bodyPr wrap="none" anchor="ctr"/>
          <a:lstStyle/>
          <a:p>
            <a:pPr algn="ctr" defTabSz="990570" eaLnBrk="1" fontAlgn="auto" hangingPunct="1">
              <a:spcBef>
                <a:spcPts val="0"/>
              </a:spcBef>
              <a:spcAft>
                <a:spcPts val="0"/>
              </a:spcAft>
              <a:defRPr/>
            </a:pPr>
            <a:r>
              <a:rPr kumimoji="1" lang="en-US" altLang="zh-CN" sz="1733" b="1" i="1" kern="0" dirty="0">
                <a:solidFill>
                  <a:schemeClr val="bg1"/>
                </a:solidFill>
                <a:latin typeface="微软雅黑" panose="020B0503020204020204" pitchFamily="34" charset="-122"/>
                <a:ea typeface="微软雅黑" panose="020B0503020204020204" pitchFamily="34" charset="-122"/>
              </a:rPr>
              <a:t>D</a:t>
            </a:r>
            <a:r>
              <a:rPr kumimoji="1" lang="en-US" altLang="zh-CN" sz="1733" b="1" kern="0" dirty="0">
                <a:solidFill>
                  <a:schemeClr val="bg1"/>
                </a:solidFill>
                <a:latin typeface="微软雅黑" panose="020B0503020204020204" pitchFamily="34" charset="-122"/>
                <a:ea typeface="微软雅黑" panose="020B0503020204020204" pitchFamily="34" charset="-122"/>
              </a:rPr>
              <a:t> </a:t>
            </a:r>
            <a:r>
              <a:rPr kumimoji="1" lang="zh-CN" altLang="en-US" sz="1733" b="1" kern="0" dirty="0">
                <a:solidFill>
                  <a:schemeClr val="bg1"/>
                </a:solidFill>
                <a:latin typeface="微软雅黑" panose="020B0503020204020204" pitchFamily="34" charset="-122"/>
                <a:ea typeface="微软雅黑" panose="020B0503020204020204" pitchFamily="34" charset="-122"/>
              </a:rPr>
              <a:t>运算</a:t>
            </a:r>
          </a:p>
          <a:p>
            <a:pPr algn="ctr" defTabSz="990570" eaLnBrk="1" fontAlgn="auto" hangingPunct="1">
              <a:spcBef>
                <a:spcPts val="0"/>
              </a:spcBef>
              <a:spcAft>
                <a:spcPts val="0"/>
              </a:spcAft>
              <a:defRPr/>
            </a:pPr>
            <a:r>
              <a:rPr kumimoji="1" lang="zh-CN" altLang="en-US" sz="1733" b="1" kern="0" dirty="0">
                <a:solidFill>
                  <a:schemeClr val="bg1"/>
                </a:solidFill>
                <a:latin typeface="微软雅黑" panose="020B0503020204020204" pitchFamily="34" charset="-122"/>
                <a:ea typeface="微软雅黑" panose="020B0503020204020204" pitchFamily="34" charset="-122"/>
              </a:rPr>
              <a:t>解密算法</a:t>
            </a:r>
          </a:p>
        </p:txBody>
      </p:sp>
      <p:sp>
        <p:nvSpPr>
          <p:cNvPr id="31" name="Text Box 132"/>
          <p:cNvSpPr txBox="1">
            <a:spLocks noChangeArrowheads="1"/>
          </p:cNvSpPr>
          <p:nvPr/>
        </p:nvSpPr>
        <p:spPr bwMode="auto">
          <a:xfrm>
            <a:off x="7500115" y="2601227"/>
            <a:ext cx="572593" cy="3257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defTabSz="990570" eaLnBrk="1" fontAlgn="auto" hangingPunct="1">
              <a:spcBef>
                <a:spcPts val="0"/>
              </a:spcBef>
              <a:spcAft>
                <a:spcPts val="0"/>
              </a:spcAft>
              <a:defRPr/>
            </a:pPr>
            <a:r>
              <a:rPr kumimoji="1" lang="zh-CN" altLang="en-US" sz="1517" b="1" kern="0" dirty="0">
                <a:latin typeface="微软雅黑" panose="020B0503020204020204" pitchFamily="34" charset="-122"/>
                <a:ea typeface="微软雅黑" panose="020B0503020204020204" pitchFamily="34" charset="-122"/>
              </a:rPr>
              <a:t>解密</a:t>
            </a:r>
            <a:endParaRPr kumimoji="1" lang="en-US" altLang="zh-CN" sz="1517" b="1" i="1" kern="0" dirty="0">
              <a:latin typeface="微软雅黑" panose="020B0503020204020204" pitchFamily="34" charset="-122"/>
              <a:ea typeface="微软雅黑" panose="020B0503020204020204" pitchFamily="34" charset="-122"/>
            </a:endParaRPr>
          </a:p>
        </p:txBody>
      </p:sp>
      <p:sp>
        <p:nvSpPr>
          <p:cNvPr id="32" name="Text Box 54"/>
          <p:cNvSpPr txBox="1">
            <a:spLocks noChangeArrowheads="1"/>
          </p:cNvSpPr>
          <p:nvPr/>
        </p:nvSpPr>
        <p:spPr bwMode="auto">
          <a:xfrm>
            <a:off x="6692304" y="1285156"/>
            <a:ext cx="1524776" cy="3590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defTabSz="990570" eaLnBrk="1" fontAlgn="auto" hangingPunct="1">
              <a:spcBef>
                <a:spcPts val="0"/>
              </a:spcBef>
              <a:spcAft>
                <a:spcPts val="0"/>
              </a:spcAft>
              <a:defRPr/>
            </a:pPr>
            <a:r>
              <a:rPr kumimoji="1" lang="en-US" altLang="zh-CN" sz="1733" b="1" kern="0" dirty="0">
                <a:solidFill>
                  <a:srgbClr val="CC0099"/>
                </a:solidFill>
                <a:latin typeface="微软雅黑" panose="020B0503020204020204" pitchFamily="34" charset="-122"/>
                <a:ea typeface="微软雅黑" panose="020B0503020204020204" pitchFamily="34" charset="-122"/>
              </a:rPr>
              <a:t>B </a:t>
            </a:r>
            <a:r>
              <a:rPr kumimoji="1" lang="zh-CN" altLang="en-US" sz="1733" b="1" kern="0" dirty="0">
                <a:solidFill>
                  <a:srgbClr val="CC0099"/>
                </a:solidFill>
                <a:latin typeface="微软雅黑" panose="020B0503020204020204" pitchFamily="34" charset="-122"/>
                <a:ea typeface="微软雅黑" panose="020B0503020204020204" pitchFamily="34" charset="-122"/>
              </a:rPr>
              <a:t>的私钥 </a:t>
            </a:r>
            <a:r>
              <a:rPr kumimoji="1" lang="en-US" altLang="zh-CN" sz="1733" b="1" kern="0" dirty="0">
                <a:solidFill>
                  <a:srgbClr val="CC0099"/>
                </a:solidFill>
                <a:latin typeface="微软雅黑" panose="020B0503020204020204" pitchFamily="34" charset="-122"/>
                <a:ea typeface="微软雅黑" panose="020B0503020204020204" pitchFamily="34" charset="-122"/>
              </a:rPr>
              <a:t>SK</a:t>
            </a:r>
            <a:r>
              <a:rPr kumimoji="1" lang="en-US" altLang="zh-CN" sz="1733" b="1" kern="0" baseline="-25000" dirty="0">
                <a:solidFill>
                  <a:srgbClr val="CC0099"/>
                </a:solidFill>
                <a:latin typeface="微软雅黑" panose="020B0503020204020204" pitchFamily="34" charset="-122"/>
                <a:ea typeface="微软雅黑" panose="020B0503020204020204" pitchFamily="34" charset="-122"/>
              </a:rPr>
              <a:t>B</a:t>
            </a:r>
          </a:p>
        </p:txBody>
      </p:sp>
      <p:sp>
        <p:nvSpPr>
          <p:cNvPr id="33" name="Text Box 132"/>
          <p:cNvSpPr txBox="1">
            <a:spLocks noChangeArrowheads="1"/>
          </p:cNvSpPr>
          <p:nvPr/>
        </p:nvSpPr>
        <p:spPr bwMode="auto">
          <a:xfrm>
            <a:off x="1709045" y="2620183"/>
            <a:ext cx="572593" cy="3257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defTabSz="990570" eaLnBrk="1" fontAlgn="auto" hangingPunct="1">
              <a:spcBef>
                <a:spcPts val="0"/>
              </a:spcBef>
              <a:spcAft>
                <a:spcPts val="0"/>
              </a:spcAft>
              <a:defRPr/>
            </a:pPr>
            <a:r>
              <a:rPr kumimoji="1" lang="zh-CN" altLang="en-US" sz="1517" b="1" kern="0" dirty="0">
                <a:latin typeface="微软雅黑" panose="020B0503020204020204" pitchFamily="34" charset="-122"/>
                <a:ea typeface="微软雅黑" panose="020B0503020204020204" pitchFamily="34" charset="-122"/>
              </a:rPr>
              <a:t>加密</a:t>
            </a:r>
            <a:endParaRPr kumimoji="1" lang="en-US" altLang="zh-CN" sz="1517" b="1" i="1" kern="0" dirty="0">
              <a:latin typeface="微软雅黑" panose="020B0503020204020204" pitchFamily="34" charset="-122"/>
              <a:ea typeface="微软雅黑" panose="020B0503020204020204" pitchFamily="34" charset="-122"/>
            </a:endParaRPr>
          </a:p>
        </p:txBody>
      </p:sp>
      <p:pic>
        <p:nvPicPr>
          <p:cNvPr id="87" name="Picture 200"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1313" y="2814089"/>
            <a:ext cx="611184" cy="611185"/>
          </a:xfrm>
          <a:prstGeom prst="rect">
            <a:avLst/>
          </a:prstGeom>
          <a:noFill/>
          <a:extLst>
            <a:ext uri="{909E8E84-426E-40DD-AFC4-6F175D3DCCD1}">
              <a14:hiddenFill xmlns:a14="http://schemas.microsoft.com/office/drawing/2010/main">
                <a:solidFill>
                  <a:srgbClr val="FFFFFF"/>
                </a:solidFill>
              </a14:hiddenFill>
            </a:ext>
          </a:extLst>
        </p:spPr>
      </p:pic>
      <p:pic>
        <p:nvPicPr>
          <p:cNvPr id="88" name="Picture 200"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218089" y="2780929"/>
            <a:ext cx="611184" cy="611185"/>
          </a:xfrm>
          <a:prstGeom prst="rect">
            <a:avLst/>
          </a:prstGeom>
          <a:noFill/>
          <a:extLst>
            <a:ext uri="{909E8E84-426E-40DD-AFC4-6F175D3DCCD1}">
              <a14:hiddenFill xmlns:a14="http://schemas.microsoft.com/office/drawing/2010/main">
                <a:solidFill>
                  <a:srgbClr val="FFFFFF"/>
                </a:solidFill>
              </a14:hiddenFill>
            </a:ext>
          </a:extLst>
        </p:spPr>
      </p:pic>
      <p:grpSp>
        <p:nvGrpSpPr>
          <p:cNvPr id="89" name="Group 107"/>
          <p:cNvGrpSpPr/>
          <p:nvPr/>
        </p:nvGrpSpPr>
        <p:grpSpPr bwMode="auto">
          <a:xfrm>
            <a:off x="3865934" y="3035766"/>
            <a:ext cx="2041926" cy="1269011"/>
            <a:chOff x="2248" y="820"/>
            <a:chExt cx="2248" cy="883"/>
          </a:xfrm>
        </p:grpSpPr>
        <p:grpSp>
          <p:nvGrpSpPr>
            <p:cNvPr id="90" name="Group 108"/>
            <p:cNvGrpSpPr/>
            <p:nvPr/>
          </p:nvGrpSpPr>
          <p:grpSpPr bwMode="auto">
            <a:xfrm>
              <a:off x="3567" y="902"/>
              <a:ext cx="929" cy="759"/>
              <a:chOff x="3567" y="902"/>
              <a:chExt cx="929" cy="759"/>
            </a:xfrm>
          </p:grpSpPr>
          <p:grpSp>
            <p:nvGrpSpPr>
              <p:cNvPr id="120" name="Group 109"/>
              <p:cNvGrpSpPr/>
              <p:nvPr/>
            </p:nvGrpSpPr>
            <p:grpSpPr bwMode="auto">
              <a:xfrm>
                <a:off x="3926" y="902"/>
                <a:ext cx="570" cy="611"/>
                <a:chOff x="3926" y="902"/>
                <a:chExt cx="570" cy="611"/>
              </a:xfrm>
            </p:grpSpPr>
            <p:grpSp>
              <p:nvGrpSpPr>
                <p:cNvPr id="125" name="Group 110"/>
                <p:cNvGrpSpPr/>
                <p:nvPr/>
              </p:nvGrpSpPr>
              <p:grpSpPr bwMode="auto">
                <a:xfrm>
                  <a:off x="4071" y="982"/>
                  <a:ext cx="425" cy="448"/>
                  <a:chOff x="4071" y="982"/>
                  <a:chExt cx="425" cy="448"/>
                </a:xfrm>
              </p:grpSpPr>
              <p:grpSp>
                <p:nvGrpSpPr>
                  <p:cNvPr id="135" name="Group 111"/>
                  <p:cNvGrpSpPr/>
                  <p:nvPr/>
                </p:nvGrpSpPr>
                <p:grpSpPr bwMode="auto">
                  <a:xfrm>
                    <a:off x="4071" y="982"/>
                    <a:ext cx="425" cy="448"/>
                    <a:chOff x="4071" y="982"/>
                    <a:chExt cx="425" cy="448"/>
                  </a:xfrm>
                </p:grpSpPr>
                <p:grpSp>
                  <p:nvGrpSpPr>
                    <p:cNvPr id="137" name="Group 112"/>
                    <p:cNvGrpSpPr/>
                    <p:nvPr/>
                  </p:nvGrpSpPr>
                  <p:grpSpPr bwMode="auto">
                    <a:xfrm>
                      <a:off x="4182" y="1010"/>
                      <a:ext cx="314" cy="366"/>
                      <a:chOff x="4182" y="1010"/>
                      <a:chExt cx="314" cy="366"/>
                    </a:xfrm>
                  </p:grpSpPr>
                  <p:grpSp>
                    <p:nvGrpSpPr>
                      <p:cNvPr id="141" name="Group 113"/>
                      <p:cNvGrpSpPr/>
                      <p:nvPr/>
                    </p:nvGrpSpPr>
                    <p:grpSpPr bwMode="auto">
                      <a:xfrm>
                        <a:off x="4220" y="1010"/>
                        <a:ext cx="276" cy="366"/>
                        <a:chOff x="4220" y="1010"/>
                        <a:chExt cx="276" cy="366"/>
                      </a:xfrm>
                    </p:grpSpPr>
                    <p:sp>
                      <p:nvSpPr>
                        <p:cNvPr id="145" name="Oval 114"/>
                        <p:cNvSpPr>
                          <a:spLocks noChangeArrowheads="1"/>
                        </p:cNvSpPr>
                        <p:nvPr/>
                      </p:nvSpPr>
                      <p:spPr bwMode="auto">
                        <a:xfrm>
                          <a:off x="4365" y="1228"/>
                          <a:ext cx="131" cy="93"/>
                        </a:xfrm>
                        <a:prstGeom prst="ellipse">
                          <a:avLst/>
                        </a:prstGeom>
                        <a:solidFill>
                          <a:srgbClr val="FFFFFF"/>
                        </a:solidFill>
                        <a:ln w="6350">
                          <a:solidFill>
                            <a:srgbClr val="000000"/>
                          </a:solidFill>
                          <a:rou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733">
                            <a:latin typeface="微软雅黑" panose="020B0503020204020204" pitchFamily="34" charset="-122"/>
                            <a:ea typeface="微软雅黑" panose="020B0503020204020204" pitchFamily="34" charset="-122"/>
                          </a:endParaRPr>
                        </a:p>
                      </p:txBody>
                    </p:sp>
                    <p:sp>
                      <p:nvSpPr>
                        <p:cNvPr id="146" name="Oval 115"/>
                        <p:cNvSpPr>
                          <a:spLocks noChangeArrowheads="1"/>
                        </p:cNvSpPr>
                        <p:nvPr/>
                      </p:nvSpPr>
                      <p:spPr bwMode="auto">
                        <a:xfrm>
                          <a:off x="4254" y="1254"/>
                          <a:ext cx="167" cy="122"/>
                        </a:xfrm>
                        <a:prstGeom prst="ellipse">
                          <a:avLst/>
                        </a:prstGeom>
                        <a:solidFill>
                          <a:srgbClr val="FFFFFF"/>
                        </a:solidFill>
                        <a:ln w="6350">
                          <a:solidFill>
                            <a:srgbClr val="000000"/>
                          </a:solidFill>
                          <a:rou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733">
                            <a:latin typeface="微软雅黑" panose="020B0503020204020204" pitchFamily="34" charset="-122"/>
                            <a:ea typeface="微软雅黑" panose="020B0503020204020204" pitchFamily="34" charset="-122"/>
                          </a:endParaRPr>
                        </a:p>
                      </p:txBody>
                    </p:sp>
                    <p:sp>
                      <p:nvSpPr>
                        <p:cNvPr id="147" name="Oval 116"/>
                        <p:cNvSpPr>
                          <a:spLocks noChangeArrowheads="1"/>
                        </p:cNvSpPr>
                        <p:nvPr/>
                      </p:nvSpPr>
                      <p:spPr bwMode="auto">
                        <a:xfrm>
                          <a:off x="4329" y="1091"/>
                          <a:ext cx="131" cy="96"/>
                        </a:xfrm>
                        <a:prstGeom prst="ellipse">
                          <a:avLst/>
                        </a:prstGeom>
                        <a:solidFill>
                          <a:srgbClr val="FFFFFF"/>
                        </a:solidFill>
                        <a:ln w="6350">
                          <a:solidFill>
                            <a:srgbClr val="000000"/>
                          </a:solidFill>
                          <a:rou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733">
                            <a:latin typeface="微软雅黑" panose="020B0503020204020204" pitchFamily="34" charset="-122"/>
                            <a:ea typeface="微软雅黑" panose="020B0503020204020204" pitchFamily="34" charset="-122"/>
                          </a:endParaRPr>
                        </a:p>
                      </p:txBody>
                    </p:sp>
                    <p:sp>
                      <p:nvSpPr>
                        <p:cNvPr id="148" name="Oval 117"/>
                        <p:cNvSpPr>
                          <a:spLocks noChangeArrowheads="1"/>
                        </p:cNvSpPr>
                        <p:nvPr/>
                      </p:nvSpPr>
                      <p:spPr bwMode="auto">
                        <a:xfrm>
                          <a:off x="4220" y="1010"/>
                          <a:ext cx="166" cy="122"/>
                        </a:xfrm>
                        <a:prstGeom prst="ellipse">
                          <a:avLst/>
                        </a:prstGeom>
                        <a:solidFill>
                          <a:srgbClr val="FFFFFF"/>
                        </a:solidFill>
                        <a:ln w="6350">
                          <a:solidFill>
                            <a:srgbClr val="000000"/>
                          </a:solidFill>
                          <a:rou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733">
                            <a:latin typeface="微软雅黑" panose="020B0503020204020204" pitchFamily="34" charset="-122"/>
                            <a:ea typeface="微软雅黑" panose="020B0503020204020204" pitchFamily="34" charset="-122"/>
                          </a:endParaRPr>
                        </a:p>
                      </p:txBody>
                    </p:sp>
                    <p:sp>
                      <p:nvSpPr>
                        <p:cNvPr id="149" name="Freeform 118"/>
                        <p:cNvSpPr/>
                        <p:nvPr/>
                      </p:nvSpPr>
                      <p:spPr bwMode="auto">
                        <a:xfrm>
                          <a:off x="4332" y="1092"/>
                          <a:ext cx="113" cy="208"/>
                        </a:xfrm>
                        <a:custGeom>
                          <a:avLst/>
                          <a:gdLst>
                            <a:gd name="T0" fmla="*/ 112 w 113"/>
                            <a:gd name="T1" fmla="*/ 205 h 208"/>
                            <a:gd name="T2" fmla="*/ 63 w 113"/>
                            <a:gd name="T3" fmla="*/ 207 h 208"/>
                            <a:gd name="T4" fmla="*/ 0 w 113"/>
                            <a:gd name="T5" fmla="*/ 0 h 208"/>
                            <a:gd name="T6" fmla="*/ 70 w 113"/>
                            <a:gd name="T7" fmla="*/ 15 h 208"/>
                            <a:gd name="T8" fmla="*/ 71 w 113"/>
                            <a:gd name="T9" fmla="*/ 117 h 208"/>
                            <a:gd name="T10" fmla="*/ 112 w 113"/>
                            <a:gd name="T11" fmla="*/ 205 h 208"/>
                          </a:gdLst>
                          <a:ahLst/>
                          <a:cxnLst>
                            <a:cxn ang="0">
                              <a:pos x="T0" y="T1"/>
                            </a:cxn>
                            <a:cxn ang="0">
                              <a:pos x="T2" y="T3"/>
                            </a:cxn>
                            <a:cxn ang="0">
                              <a:pos x="T4" y="T5"/>
                            </a:cxn>
                            <a:cxn ang="0">
                              <a:pos x="T6" y="T7"/>
                            </a:cxn>
                            <a:cxn ang="0">
                              <a:pos x="T8" y="T9"/>
                            </a:cxn>
                            <a:cxn ang="0">
                              <a:pos x="T10" y="T11"/>
                            </a:cxn>
                          </a:cxnLst>
                          <a:rect l="0" t="0" r="r" b="b"/>
                          <a:pathLst>
                            <a:path w="113" h="208">
                              <a:moveTo>
                                <a:pt x="112" y="205"/>
                              </a:moveTo>
                              <a:lnTo>
                                <a:pt x="63" y="207"/>
                              </a:lnTo>
                              <a:lnTo>
                                <a:pt x="0" y="0"/>
                              </a:lnTo>
                              <a:lnTo>
                                <a:pt x="70" y="15"/>
                              </a:lnTo>
                              <a:lnTo>
                                <a:pt x="71" y="117"/>
                              </a:lnTo>
                              <a:lnTo>
                                <a:pt x="112" y="205"/>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733">
                            <a:latin typeface="微软雅黑" panose="020B0503020204020204" pitchFamily="34" charset="-122"/>
                            <a:ea typeface="微软雅黑" panose="020B0503020204020204" pitchFamily="34" charset="-122"/>
                          </a:endParaRPr>
                        </a:p>
                      </p:txBody>
                    </p:sp>
                  </p:grpSp>
                  <p:sp>
                    <p:nvSpPr>
                      <p:cNvPr id="142" name="Oval 119"/>
                      <p:cNvSpPr>
                        <a:spLocks noChangeArrowheads="1"/>
                      </p:cNvSpPr>
                      <p:nvPr/>
                    </p:nvSpPr>
                    <p:spPr bwMode="auto">
                      <a:xfrm>
                        <a:off x="4182" y="1119"/>
                        <a:ext cx="240" cy="177"/>
                      </a:xfrm>
                      <a:prstGeom prst="ellipse">
                        <a:avLst/>
                      </a:prstGeom>
                      <a:solidFill>
                        <a:srgbClr val="FFFFFF"/>
                      </a:solidFill>
                      <a:ln w="6350">
                        <a:solidFill>
                          <a:srgbClr val="000000"/>
                        </a:solidFill>
                        <a:rou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733">
                          <a:latin typeface="微软雅黑" panose="020B0503020204020204" pitchFamily="34" charset="-122"/>
                          <a:ea typeface="微软雅黑" panose="020B0503020204020204" pitchFamily="34" charset="-122"/>
                        </a:endParaRPr>
                      </a:p>
                    </p:txBody>
                  </p:sp>
                  <p:sp>
                    <p:nvSpPr>
                      <p:cNvPr id="143" name="Oval 120"/>
                      <p:cNvSpPr>
                        <a:spLocks noChangeArrowheads="1"/>
                      </p:cNvSpPr>
                      <p:nvPr/>
                    </p:nvSpPr>
                    <p:spPr bwMode="auto">
                      <a:xfrm>
                        <a:off x="4182" y="1228"/>
                        <a:ext cx="167" cy="122"/>
                      </a:xfrm>
                      <a:prstGeom prst="ellipse">
                        <a:avLst/>
                      </a:prstGeom>
                      <a:solidFill>
                        <a:srgbClr val="FFFFFF"/>
                      </a:solidFill>
                      <a:ln w="6350">
                        <a:solidFill>
                          <a:srgbClr val="000000"/>
                        </a:solidFill>
                        <a:rou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733">
                          <a:latin typeface="微软雅黑" panose="020B0503020204020204" pitchFamily="34" charset="-122"/>
                          <a:ea typeface="微软雅黑" panose="020B0503020204020204" pitchFamily="34" charset="-122"/>
                        </a:endParaRPr>
                      </a:p>
                    </p:txBody>
                  </p:sp>
                  <p:sp>
                    <p:nvSpPr>
                      <p:cNvPr id="144" name="Freeform 121"/>
                      <p:cNvSpPr/>
                      <p:nvPr/>
                    </p:nvSpPr>
                    <p:spPr bwMode="auto">
                      <a:xfrm>
                        <a:off x="4235" y="1068"/>
                        <a:ext cx="121" cy="224"/>
                      </a:xfrm>
                      <a:custGeom>
                        <a:avLst/>
                        <a:gdLst>
                          <a:gd name="T0" fmla="*/ 110 w 121"/>
                          <a:gd name="T1" fmla="*/ 38 h 224"/>
                          <a:gd name="T2" fmla="*/ 97 w 121"/>
                          <a:gd name="T3" fmla="*/ 85 h 224"/>
                          <a:gd name="T4" fmla="*/ 120 w 121"/>
                          <a:gd name="T5" fmla="*/ 192 h 224"/>
                          <a:gd name="T6" fmla="*/ 72 w 121"/>
                          <a:gd name="T7" fmla="*/ 223 h 224"/>
                          <a:gd name="T8" fmla="*/ 0 w 121"/>
                          <a:gd name="T9" fmla="*/ 95 h 224"/>
                          <a:gd name="T10" fmla="*/ 57 w 121"/>
                          <a:gd name="T11" fmla="*/ 0 h 224"/>
                          <a:gd name="T12" fmla="*/ 110 w 121"/>
                          <a:gd name="T13" fmla="*/ 38 h 224"/>
                        </a:gdLst>
                        <a:ahLst/>
                        <a:cxnLst>
                          <a:cxn ang="0">
                            <a:pos x="T0" y="T1"/>
                          </a:cxn>
                          <a:cxn ang="0">
                            <a:pos x="T2" y="T3"/>
                          </a:cxn>
                          <a:cxn ang="0">
                            <a:pos x="T4" y="T5"/>
                          </a:cxn>
                          <a:cxn ang="0">
                            <a:pos x="T6" y="T7"/>
                          </a:cxn>
                          <a:cxn ang="0">
                            <a:pos x="T8" y="T9"/>
                          </a:cxn>
                          <a:cxn ang="0">
                            <a:pos x="T10" y="T11"/>
                          </a:cxn>
                          <a:cxn ang="0">
                            <a:pos x="T12" y="T13"/>
                          </a:cxn>
                        </a:cxnLst>
                        <a:rect l="0" t="0" r="r" b="b"/>
                        <a:pathLst>
                          <a:path w="121" h="224">
                            <a:moveTo>
                              <a:pt x="110" y="38"/>
                            </a:moveTo>
                            <a:lnTo>
                              <a:pt x="97" y="85"/>
                            </a:lnTo>
                            <a:lnTo>
                              <a:pt x="120" y="192"/>
                            </a:lnTo>
                            <a:lnTo>
                              <a:pt x="72" y="223"/>
                            </a:lnTo>
                            <a:lnTo>
                              <a:pt x="0" y="95"/>
                            </a:lnTo>
                            <a:lnTo>
                              <a:pt x="57" y="0"/>
                            </a:lnTo>
                            <a:lnTo>
                              <a:pt x="110" y="38"/>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733">
                          <a:latin typeface="微软雅黑" panose="020B0503020204020204" pitchFamily="34" charset="-122"/>
                          <a:ea typeface="微软雅黑" panose="020B0503020204020204" pitchFamily="34" charset="-122"/>
                        </a:endParaRPr>
                      </a:p>
                    </p:txBody>
                  </p:sp>
                </p:grpSp>
                <p:sp>
                  <p:nvSpPr>
                    <p:cNvPr id="138" name="Oval 122"/>
                    <p:cNvSpPr>
                      <a:spLocks noChangeArrowheads="1"/>
                    </p:cNvSpPr>
                    <p:nvPr/>
                  </p:nvSpPr>
                  <p:spPr bwMode="auto">
                    <a:xfrm>
                      <a:off x="4182" y="1336"/>
                      <a:ext cx="129" cy="94"/>
                    </a:xfrm>
                    <a:prstGeom prst="ellipse">
                      <a:avLst/>
                    </a:prstGeom>
                    <a:solidFill>
                      <a:srgbClr val="FFFFFF"/>
                    </a:solidFill>
                    <a:ln w="6350">
                      <a:solidFill>
                        <a:srgbClr val="000000"/>
                      </a:solidFill>
                      <a:rou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733">
                        <a:latin typeface="微软雅黑" panose="020B0503020204020204" pitchFamily="34" charset="-122"/>
                        <a:ea typeface="微软雅黑" panose="020B0503020204020204" pitchFamily="34" charset="-122"/>
                      </a:endParaRPr>
                    </a:p>
                  </p:txBody>
                </p:sp>
                <p:sp>
                  <p:nvSpPr>
                    <p:cNvPr id="139" name="Oval 123"/>
                    <p:cNvSpPr>
                      <a:spLocks noChangeArrowheads="1"/>
                    </p:cNvSpPr>
                    <p:nvPr/>
                  </p:nvSpPr>
                  <p:spPr bwMode="auto">
                    <a:xfrm>
                      <a:off x="4071" y="982"/>
                      <a:ext cx="168" cy="124"/>
                    </a:xfrm>
                    <a:prstGeom prst="ellipse">
                      <a:avLst/>
                    </a:prstGeom>
                    <a:solidFill>
                      <a:srgbClr val="FFFFFF"/>
                    </a:solidFill>
                    <a:ln w="6350">
                      <a:solidFill>
                        <a:srgbClr val="000000"/>
                      </a:solidFill>
                      <a:rou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733">
                        <a:latin typeface="微软雅黑" panose="020B0503020204020204" pitchFamily="34" charset="-122"/>
                        <a:ea typeface="微软雅黑" panose="020B0503020204020204" pitchFamily="34" charset="-122"/>
                      </a:endParaRPr>
                    </a:p>
                  </p:txBody>
                </p:sp>
                <p:sp>
                  <p:nvSpPr>
                    <p:cNvPr id="140" name="Freeform 124"/>
                    <p:cNvSpPr/>
                    <p:nvPr/>
                  </p:nvSpPr>
                  <p:spPr bwMode="auto">
                    <a:xfrm>
                      <a:off x="4224" y="1313"/>
                      <a:ext cx="85" cy="39"/>
                    </a:xfrm>
                    <a:custGeom>
                      <a:avLst/>
                      <a:gdLst>
                        <a:gd name="T0" fmla="*/ 84 w 85"/>
                        <a:gd name="T1" fmla="*/ 24 h 39"/>
                        <a:gd name="T2" fmla="*/ 58 w 85"/>
                        <a:gd name="T3" fmla="*/ 38 h 39"/>
                        <a:gd name="T4" fmla="*/ 0 w 85"/>
                        <a:gd name="T5" fmla="*/ 18 h 39"/>
                        <a:gd name="T6" fmla="*/ 58 w 85"/>
                        <a:gd name="T7" fmla="*/ 0 h 39"/>
                        <a:gd name="T8" fmla="*/ 84 w 85"/>
                        <a:gd name="T9" fmla="*/ 24 h 39"/>
                      </a:gdLst>
                      <a:ahLst/>
                      <a:cxnLst>
                        <a:cxn ang="0">
                          <a:pos x="T0" y="T1"/>
                        </a:cxn>
                        <a:cxn ang="0">
                          <a:pos x="T2" y="T3"/>
                        </a:cxn>
                        <a:cxn ang="0">
                          <a:pos x="T4" y="T5"/>
                        </a:cxn>
                        <a:cxn ang="0">
                          <a:pos x="T6" y="T7"/>
                        </a:cxn>
                        <a:cxn ang="0">
                          <a:pos x="T8" y="T9"/>
                        </a:cxn>
                      </a:cxnLst>
                      <a:rect l="0" t="0" r="r" b="b"/>
                      <a:pathLst>
                        <a:path w="85" h="39">
                          <a:moveTo>
                            <a:pt x="84" y="24"/>
                          </a:moveTo>
                          <a:lnTo>
                            <a:pt x="58" y="38"/>
                          </a:lnTo>
                          <a:lnTo>
                            <a:pt x="0" y="18"/>
                          </a:lnTo>
                          <a:lnTo>
                            <a:pt x="58" y="0"/>
                          </a:lnTo>
                          <a:lnTo>
                            <a:pt x="84" y="24"/>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733">
                        <a:latin typeface="微软雅黑" panose="020B0503020204020204" pitchFamily="34" charset="-122"/>
                        <a:ea typeface="微软雅黑" panose="020B0503020204020204" pitchFamily="34" charset="-122"/>
                      </a:endParaRPr>
                    </a:p>
                  </p:txBody>
                </p:sp>
              </p:grpSp>
              <p:sp>
                <p:nvSpPr>
                  <p:cNvPr id="136" name="Freeform 125"/>
                  <p:cNvSpPr/>
                  <p:nvPr/>
                </p:nvSpPr>
                <p:spPr bwMode="auto">
                  <a:xfrm>
                    <a:off x="4209" y="1042"/>
                    <a:ext cx="47" cy="68"/>
                  </a:xfrm>
                  <a:custGeom>
                    <a:avLst/>
                    <a:gdLst>
                      <a:gd name="T0" fmla="*/ 23 w 47"/>
                      <a:gd name="T1" fmla="*/ 0 h 68"/>
                      <a:gd name="T2" fmla="*/ 46 w 47"/>
                      <a:gd name="T3" fmla="*/ 1 h 68"/>
                      <a:gd name="T4" fmla="*/ 38 w 47"/>
                      <a:gd name="T5" fmla="*/ 67 h 68"/>
                      <a:gd name="T6" fmla="*/ 0 w 47"/>
                      <a:gd name="T7" fmla="*/ 54 h 68"/>
                      <a:gd name="T8" fmla="*/ 23 w 47"/>
                      <a:gd name="T9" fmla="*/ 0 h 68"/>
                    </a:gdLst>
                    <a:ahLst/>
                    <a:cxnLst>
                      <a:cxn ang="0">
                        <a:pos x="T0" y="T1"/>
                      </a:cxn>
                      <a:cxn ang="0">
                        <a:pos x="T2" y="T3"/>
                      </a:cxn>
                      <a:cxn ang="0">
                        <a:pos x="T4" y="T5"/>
                      </a:cxn>
                      <a:cxn ang="0">
                        <a:pos x="T6" y="T7"/>
                      </a:cxn>
                      <a:cxn ang="0">
                        <a:pos x="T8" y="T9"/>
                      </a:cxn>
                    </a:cxnLst>
                    <a:rect l="0" t="0" r="r" b="b"/>
                    <a:pathLst>
                      <a:path w="47" h="68">
                        <a:moveTo>
                          <a:pt x="23" y="0"/>
                        </a:moveTo>
                        <a:lnTo>
                          <a:pt x="46" y="1"/>
                        </a:lnTo>
                        <a:lnTo>
                          <a:pt x="38" y="67"/>
                        </a:lnTo>
                        <a:lnTo>
                          <a:pt x="0" y="54"/>
                        </a:lnTo>
                        <a:lnTo>
                          <a:pt x="23" y="0"/>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733">
                      <a:latin typeface="微软雅黑" panose="020B0503020204020204" pitchFamily="34" charset="-122"/>
                      <a:ea typeface="微软雅黑" panose="020B0503020204020204" pitchFamily="34" charset="-122"/>
                    </a:endParaRPr>
                  </a:p>
                </p:txBody>
              </p:sp>
            </p:grpSp>
            <p:grpSp>
              <p:nvGrpSpPr>
                <p:cNvPr id="126" name="Group 126"/>
                <p:cNvGrpSpPr/>
                <p:nvPr/>
              </p:nvGrpSpPr>
              <p:grpSpPr bwMode="auto">
                <a:xfrm>
                  <a:off x="3926" y="902"/>
                  <a:ext cx="385" cy="556"/>
                  <a:chOff x="3926" y="902"/>
                  <a:chExt cx="385" cy="556"/>
                </a:xfrm>
              </p:grpSpPr>
              <p:sp>
                <p:nvSpPr>
                  <p:cNvPr id="129" name="Oval 127"/>
                  <p:cNvSpPr>
                    <a:spLocks noChangeArrowheads="1"/>
                  </p:cNvSpPr>
                  <p:nvPr/>
                </p:nvSpPr>
                <p:spPr bwMode="auto">
                  <a:xfrm>
                    <a:off x="3961" y="1228"/>
                    <a:ext cx="314" cy="230"/>
                  </a:xfrm>
                  <a:prstGeom prst="ellipse">
                    <a:avLst/>
                  </a:prstGeom>
                  <a:solidFill>
                    <a:srgbClr val="FFFFFF"/>
                  </a:solidFill>
                  <a:ln w="6350">
                    <a:solidFill>
                      <a:srgbClr val="000000"/>
                    </a:solidFill>
                    <a:rou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733">
                      <a:latin typeface="微软雅黑" panose="020B0503020204020204" pitchFamily="34" charset="-122"/>
                      <a:ea typeface="微软雅黑" panose="020B0503020204020204" pitchFamily="34" charset="-122"/>
                    </a:endParaRPr>
                  </a:p>
                </p:txBody>
              </p:sp>
              <p:sp>
                <p:nvSpPr>
                  <p:cNvPr id="130" name="Oval 128"/>
                  <p:cNvSpPr>
                    <a:spLocks noChangeArrowheads="1"/>
                  </p:cNvSpPr>
                  <p:nvPr/>
                </p:nvSpPr>
                <p:spPr bwMode="auto">
                  <a:xfrm>
                    <a:off x="3997" y="1065"/>
                    <a:ext cx="314" cy="231"/>
                  </a:xfrm>
                  <a:prstGeom prst="ellipse">
                    <a:avLst/>
                  </a:prstGeom>
                  <a:solidFill>
                    <a:srgbClr val="FFFFFF"/>
                  </a:solidFill>
                  <a:ln w="6350">
                    <a:solidFill>
                      <a:srgbClr val="000000"/>
                    </a:solidFill>
                    <a:rou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733">
                      <a:latin typeface="微软雅黑" panose="020B0503020204020204" pitchFamily="34" charset="-122"/>
                      <a:ea typeface="微软雅黑" panose="020B0503020204020204" pitchFamily="34" charset="-122"/>
                    </a:endParaRPr>
                  </a:p>
                </p:txBody>
              </p:sp>
              <p:sp>
                <p:nvSpPr>
                  <p:cNvPr id="131" name="Oval 129"/>
                  <p:cNvSpPr>
                    <a:spLocks noChangeArrowheads="1"/>
                  </p:cNvSpPr>
                  <p:nvPr/>
                </p:nvSpPr>
                <p:spPr bwMode="auto">
                  <a:xfrm>
                    <a:off x="3926" y="902"/>
                    <a:ext cx="241" cy="177"/>
                  </a:xfrm>
                  <a:prstGeom prst="ellipse">
                    <a:avLst/>
                  </a:prstGeom>
                  <a:solidFill>
                    <a:srgbClr val="FFFFFF"/>
                  </a:solidFill>
                  <a:ln w="6350">
                    <a:solidFill>
                      <a:srgbClr val="000000"/>
                    </a:solidFill>
                    <a:rou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733">
                      <a:latin typeface="微软雅黑" panose="020B0503020204020204" pitchFamily="34" charset="-122"/>
                      <a:ea typeface="微软雅黑" panose="020B0503020204020204" pitchFamily="34" charset="-122"/>
                    </a:endParaRPr>
                  </a:p>
                </p:txBody>
              </p:sp>
              <p:sp>
                <p:nvSpPr>
                  <p:cNvPr id="132" name="Oval 130"/>
                  <p:cNvSpPr>
                    <a:spLocks noChangeArrowheads="1"/>
                  </p:cNvSpPr>
                  <p:nvPr/>
                </p:nvSpPr>
                <p:spPr bwMode="auto">
                  <a:xfrm>
                    <a:off x="4071" y="1010"/>
                    <a:ext cx="131" cy="94"/>
                  </a:xfrm>
                  <a:prstGeom prst="ellipse">
                    <a:avLst/>
                  </a:prstGeom>
                  <a:solidFill>
                    <a:srgbClr val="FFFFFF"/>
                  </a:solidFill>
                  <a:ln w="6350">
                    <a:solidFill>
                      <a:srgbClr val="000000"/>
                    </a:solidFill>
                    <a:rou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733">
                      <a:latin typeface="微软雅黑" panose="020B0503020204020204" pitchFamily="34" charset="-122"/>
                      <a:ea typeface="微软雅黑" panose="020B0503020204020204" pitchFamily="34" charset="-122"/>
                    </a:endParaRPr>
                  </a:p>
                </p:txBody>
              </p:sp>
              <p:sp>
                <p:nvSpPr>
                  <p:cNvPr id="133" name="Freeform 131"/>
                  <p:cNvSpPr/>
                  <p:nvPr/>
                </p:nvSpPr>
                <p:spPr bwMode="auto">
                  <a:xfrm>
                    <a:off x="4000" y="990"/>
                    <a:ext cx="208" cy="202"/>
                  </a:xfrm>
                  <a:custGeom>
                    <a:avLst/>
                    <a:gdLst>
                      <a:gd name="T0" fmla="*/ 146 w 208"/>
                      <a:gd name="T1" fmla="*/ 8 h 202"/>
                      <a:gd name="T2" fmla="*/ 145 w 208"/>
                      <a:gd name="T3" fmla="*/ 32 h 202"/>
                      <a:gd name="T4" fmla="*/ 194 w 208"/>
                      <a:gd name="T5" fmla="*/ 77 h 202"/>
                      <a:gd name="T6" fmla="*/ 207 w 208"/>
                      <a:gd name="T7" fmla="*/ 82 h 202"/>
                      <a:gd name="T8" fmla="*/ 133 w 208"/>
                      <a:gd name="T9" fmla="*/ 201 h 202"/>
                      <a:gd name="T10" fmla="*/ 0 w 208"/>
                      <a:gd name="T11" fmla="*/ 0 h 202"/>
                      <a:gd name="T12" fmla="*/ 146 w 208"/>
                      <a:gd name="T13" fmla="*/ 8 h 202"/>
                    </a:gdLst>
                    <a:ahLst/>
                    <a:cxnLst>
                      <a:cxn ang="0">
                        <a:pos x="T0" y="T1"/>
                      </a:cxn>
                      <a:cxn ang="0">
                        <a:pos x="T2" y="T3"/>
                      </a:cxn>
                      <a:cxn ang="0">
                        <a:pos x="T4" y="T5"/>
                      </a:cxn>
                      <a:cxn ang="0">
                        <a:pos x="T6" y="T7"/>
                      </a:cxn>
                      <a:cxn ang="0">
                        <a:pos x="T8" y="T9"/>
                      </a:cxn>
                      <a:cxn ang="0">
                        <a:pos x="T10" y="T11"/>
                      </a:cxn>
                      <a:cxn ang="0">
                        <a:pos x="T12" y="T13"/>
                      </a:cxn>
                    </a:cxnLst>
                    <a:rect l="0" t="0" r="r" b="b"/>
                    <a:pathLst>
                      <a:path w="208" h="202">
                        <a:moveTo>
                          <a:pt x="146" y="8"/>
                        </a:moveTo>
                        <a:lnTo>
                          <a:pt x="145" y="32"/>
                        </a:lnTo>
                        <a:lnTo>
                          <a:pt x="194" y="77"/>
                        </a:lnTo>
                        <a:lnTo>
                          <a:pt x="207" y="82"/>
                        </a:lnTo>
                        <a:lnTo>
                          <a:pt x="133" y="201"/>
                        </a:lnTo>
                        <a:lnTo>
                          <a:pt x="0" y="0"/>
                        </a:lnTo>
                        <a:lnTo>
                          <a:pt x="146" y="8"/>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733">
                      <a:latin typeface="微软雅黑" panose="020B0503020204020204" pitchFamily="34" charset="-122"/>
                      <a:ea typeface="微软雅黑" panose="020B0503020204020204" pitchFamily="34" charset="-122"/>
                    </a:endParaRPr>
                  </a:p>
                </p:txBody>
              </p:sp>
              <p:sp>
                <p:nvSpPr>
                  <p:cNvPr id="134" name="Freeform 132"/>
                  <p:cNvSpPr/>
                  <p:nvPr/>
                </p:nvSpPr>
                <p:spPr bwMode="auto">
                  <a:xfrm>
                    <a:off x="4103" y="1271"/>
                    <a:ext cx="133" cy="54"/>
                  </a:xfrm>
                  <a:custGeom>
                    <a:avLst/>
                    <a:gdLst>
                      <a:gd name="T0" fmla="*/ 117 w 133"/>
                      <a:gd name="T1" fmla="*/ 8 h 54"/>
                      <a:gd name="T2" fmla="*/ 132 w 133"/>
                      <a:gd name="T3" fmla="*/ 25 h 54"/>
                      <a:gd name="T4" fmla="*/ 0 w 133"/>
                      <a:gd name="T5" fmla="*/ 53 h 54"/>
                      <a:gd name="T6" fmla="*/ 4 w 133"/>
                      <a:gd name="T7" fmla="*/ 0 h 54"/>
                      <a:gd name="T8" fmla="*/ 117 w 133"/>
                      <a:gd name="T9" fmla="*/ 8 h 54"/>
                    </a:gdLst>
                    <a:ahLst/>
                    <a:cxnLst>
                      <a:cxn ang="0">
                        <a:pos x="T0" y="T1"/>
                      </a:cxn>
                      <a:cxn ang="0">
                        <a:pos x="T2" y="T3"/>
                      </a:cxn>
                      <a:cxn ang="0">
                        <a:pos x="T4" y="T5"/>
                      </a:cxn>
                      <a:cxn ang="0">
                        <a:pos x="T6" y="T7"/>
                      </a:cxn>
                      <a:cxn ang="0">
                        <a:pos x="T8" y="T9"/>
                      </a:cxn>
                    </a:cxnLst>
                    <a:rect l="0" t="0" r="r" b="b"/>
                    <a:pathLst>
                      <a:path w="133" h="54">
                        <a:moveTo>
                          <a:pt x="117" y="8"/>
                        </a:moveTo>
                        <a:lnTo>
                          <a:pt x="132" y="25"/>
                        </a:lnTo>
                        <a:lnTo>
                          <a:pt x="0" y="53"/>
                        </a:lnTo>
                        <a:lnTo>
                          <a:pt x="4" y="0"/>
                        </a:lnTo>
                        <a:lnTo>
                          <a:pt x="117" y="8"/>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733">
                      <a:latin typeface="微软雅黑" panose="020B0503020204020204" pitchFamily="34" charset="-122"/>
                      <a:ea typeface="微软雅黑" panose="020B0503020204020204" pitchFamily="34" charset="-122"/>
                    </a:endParaRPr>
                  </a:p>
                </p:txBody>
              </p:sp>
            </p:grpSp>
            <p:sp>
              <p:nvSpPr>
                <p:cNvPr id="127" name="Oval 133"/>
                <p:cNvSpPr>
                  <a:spLocks noChangeArrowheads="1"/>
                </p:cNvSpPr>
                <p:nvPr/>
              </p:nvSpPr>
              <p:spPr bwMode="auto">
                <a:xfrm>
                  <a:off x="3926" y="1391"/>
                  <a:ext cx="167" cy="122"/>
                </a:xfrm>
                <a:prstGeom prst="ellipse">
                  <a:avLst/>
                </a:prstGeom>
                <a:solidFill>
                  <a:srgbClr val="FFFFFF"/>
                </a:solidFill>
                <a:ln w="6350">
                  <a:solidFill>
                    <a:srgbClr val="000000"/>
                  </a:solidFill>
                  <a:rou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733">
                    <a:latin typeface="微软雅黑" panose="020B0503020204020204" pitchFamily="34" charset="-122"/>
                    <a:ea typeface="微软雅黑" panose="020B0503020204020204" pitchFamily="34" charset="-122"/>
                  </a:endParaRPr>
                </a:p>
              </p:txBody>
            </p:sp>
            <p:sp>
              <p:nvSpPr>
                <p:cNvPr id="128" name="Freeform 134"/>
                <p:cNvSpPr/>
                <p:nvPr/>
              </p:nvSpPr>
              <p:spPr bwMode="auto">
                <a:xfrm>
                  <a:off x="4041" y="1378"/>
                  <a:ext cx="87" cy="65"/>
                </a:xfrm>
                <a:custGeom>
                  <a:avLst/>
                  <a:gdLst>
                    <a:gd name="T0" fmla="*/ 34 w 87"/>
                    <a:gd name="T1" fmla="*/ 64 h 65"/>
                    <a:gd name="T2" fmla="*/ 86 w 87"/>
                    <a:gd name="T3" fmla="*/ 41 h 65"/>
                    <a:gd name="T4" fmla="*/ 27 w 87"/>
                    <a:gd name="T5" fmla="*/ 0 h 65"/>
                    <a:gd name="T6" fmla="*/ 0 w 87"/>
                    <a:gd name="T7" fmla="*/ 23 h 65"/>
                    <a:gd name="T8" fmla="*/ 34 w 87"/>
                    <a:gd name="T9" fmla="*/ 64 h 65"/>
                  </a:gdLst>
                  <a:ahLst/>
                  <a:cxnLst>
                    <a:cxn ang="0">
                      <a:pos x="T0" y="T1"/>
                    </a:cxn>
                    <a:cxn ang="0">
                      <a:pos x="T2" y="T3"/>
                    </a:cxn>
                    <a:cxn ang="0">
                      <a:pos x="T4" y="T5"/>
                    </a:cxn>
                    <a:cxn ang="0">
                      <a:pos x="T6" y="T7"/>
                    </a:cxn>
                    <a:cxn ang="0">
                      <a:pos x="T8" y="T9"/>
                    </a:cxn>
                  </a:cxnLst>
                  <a:rect l="0" t="0" r="r" b="b"/>
                  <a:pathLst>
                    <a:path w="87" h="65">
                      <a:moveTo>
                        <a:pt x="34" y="64"/>
                      </a:moveTo>
                      <a:lnTo>
                        <a:pt x="86" y="41"/>
                      </a:lnTo>
                      <a:lnTo>
                        <a:pt x="27" y="0"/>
                      </a:lnTo>
                      <a:lnTo>
                        <a:pt x="0" y="23"/>
                      </a:lnTo>
                      <a:lnTo>
                        <a:pt x="34" y="64"/>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733">
                    <a:latin typeface="微软雅黑" panose="020B0503020204020204" pitchFamily="34" charset="-122"/>
                    <a:ea typeface="微软雅黑" panose="020B0503020204020204" pitchFamily="34" charset="-122"/>
                  </a:endParaRPr>
                </a:p>
              </p:txBody>
            </p:sp>
          </p:grpSp>
          <p:sp>
            <p:nvSpPr>
              <p:cNvPr id="121" name="Oval 135"/>
              <p:cNvSpPr>
                <a:spLocks noChangeArrowheads="1"/>
              </p:cNvSpPr>
              <p:nvPr/>
            </p:nvSpPr>
            <p:spPr bwMode="auto">
              <a:xfrm>
                <a:off x="3567" y="1513"/>
                <a:ext cx="204" cy="148"/>
              </a:xfrm>
              <a:prstGeom prst="ellipse">
                <a:avLst/>
              </a:prstGeom>
              <a:solidFill>
                <a:srgbClr val="FFFFFF"/>
              </a:solidFill>
              <a:ln w="6350">
                <a:solidFill>
                  <a:srgbClr val="000000"/>
                </a:solidFill>
                <a:rou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733">
                  <a:latin typeface="微软雅黑" panose="020B0503020204020204" pitchFamily="34" charset="-122"/>
                  <a:ea typeface="微软雅黑" panose="020B0503020204020204" pitchFamily="34" charset="-122"/>
                </a:endParaRPr>
              </a:p>
            </p:txBody>
          </p:sp>
          <p:sp>
            <p:nvSpPr>
              <p:cNvPr id="122" name="Oval 136"/>
              <p:cNvSpPr>
                <a:spLocks noChangeArrowheads="1"/>
              </p:cNvSpPr>
              <p:nvPr/>
            </p:nvSpPr>
            <p:spPr bwMode="auto">
              <a:xfrm>
                <a:off x="3742" y="1513"/>
                <a:ext cx="168" cy="123"/>
              </a:xfrm>
              <a:prstGeom prst="ellipse">
                <a:avLst/>
              </a:prstGeom>
              <a:solidFill>
                <a:srgbClr val="FFFFFF"/>
              </a:solidFill>
              <a:ln w="6350">
                <a:solidFill>
                  <a:srgbClr val="000000"/>
                </a:solidFill>
                <a:rou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733">
                  <a:latin typeface="微软雅黑" panose="020B0503020204020204" pitchFamily="34" charset="-122"/>
                  <a:ea typeface="微软雅黑" panose="020B0503020204020204" pitchFamily="34" charset="-122"/>
                </a:endParaRPr>
              </a:p>
            </p:txBody>
          </p:sp>
          <p:sp>
            <p:nvSpPr>
              <p:cNvPr id="123" name="Oval 137"/>
              <p:cNvSpPr>
                <a:spLocks noChangeArrowheads="1"/>
              </p:cNvSpPr>
              <p:nvPr/>
            </p:nvSpPr>
            <p:spPr bwMode="auto">
              <a:xfrm>
                <a:off x="3843" y="1469"/>
                <a:ext cx="166" cy="123"/>
              </a:xfrm>
              <a:prstGeom prst="ellipse">
                <a:avLst/>
              </a:prstGeom>
              <a:solidFill>
                <a:srgbClr val="FFFFFF"/>
              </a:solidFill>
              <a:ln w="6350">
                <a:solidFill>
                  <a:srgbClr val="000000"/>
                </a:solidFill>
                <a:rou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733">
                  <a:latin typeface="微软雅黑" panose="020B0503020204020204" pitchFamily="34" charset="-122"/>
                  <a:ea typeface="微软雅黑" panose="020B0503020204020204" pitchFamily="34" charset="-122"/>
                </a:endParaRPr>
              </a:p>
            </p:txBody>
          </p:sp>
          <p:sp>
            <p:nvSpPr>
              <p:cNvPr id="124" name="Freeform 138"/>
              <p:cNvSpPr/>
              <p:nvPr/>
            </p:nvSpPr>
            <p:spPr bwMode="auto">
              <a:xfrm>
                <a:off x="3696" y="1448"/>
                <a:ext cx="345" cy="171"/>
              </a:xfrm>
              <a:custGeom>
                <a:avLst/>
                <a:gdLst>
                  <a:gd name="T0" fmla="*/ 321 w 345"/>
                  <a:gd name="T1" fmla="*/ 49 h 171"/>
                  <a:gd name="T2" fmla="*/ 288 w 345"/>
                  <a:gd name="T3" fmla="*/ 60 h 171"/>
                  <a:gd name="T4" fmla="*/ 195 w 345"/>
                  <a:gd name="T5" fmla="*/ 129 h 171"/>
                  <a:gd name="T6" fmla="*/ 174 w 345"/>
                  <a:gd name="T7" fmla="*/ 158 h 171"/>
                  <a:gd name="T8" fmla="*/ 73 w 345"/>
                  <a:gd name="T9" fmla="*/ 158 h 171"/>
                  <a:gd name="T10" fmla="*/ 52 w 345"/>
                  <a:gd name="T11" fmla="*/ 170 h 171"/>
                  <a:gd name="T12" fmla="*/ 0 w 345"/>
                  <a:gd name="T13" fmla="*/ 119 h 171"/>
                  <a:gd name="T14" fmla="*/ 233 w 345"/>
                  <a:gd name="T15" fmla="*/ 0 h 171"/>
                  <a:gd name="T16" fmla="*/ 344 w 345"/>
                  <a:gd name="T17" fmla="*/ 27 h 171"/>
                  <a:gd name="T18" fmla="*/ 321 w 345"/>
                  <a:gd name="T19" fmla="*/ 49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45" h="171">
                    <a:moveTo>
                      <a:pt x="321" y="49"/>
                    </a:moveTo>
                    <a:lnTo>
                      <a:pt x="288" y="60"/>
                    </a:lnTo>
                    <a:lnTo>
                      <a:pt x="195" y="129"/>
                    </a:lnTo>
                    <a:lnTo>
                      <a:pt x="174" y="158"/>
                    </a:lnTo>
                    <a:lnTo>
                      <a:pt x="73" y="158"/>
                    </a:lnTo>
                    <a:lnTo>
                      <a:pt x="52" y="170"/>
                    </a:lnTo>
                    <a:lnTo>
                      <a:pt x="0" y="119"/>
                    </a:lnTo>
                    <a:lnTo>
                      <a:pt x="233" y="0"/>
                    </a:lnTo>
                    <a:lnTo>
                      <a:pt x="344" y="27"/>
                    </a:lnTo>
                    <a:lnTo>
                      <a:pt x="321" y="49"/>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733">
                  <a:latin typeface="微软雅黑" panose="020B0503020204020204" pitchFamily="34" charset="-122"/>
                  <a:ea typeface="微软雅黑" panose="020B0503020204020204" pitchFamily="34" charset="-122"/>
                </a:endParaRPr>
              </a:p>
            </p:txBody>
          </p:sp>
        </p:grpSp>
        <p:grpSp>
          <p:nvGrpSpPr>
            <p:cNvPr id="91" name="Group 139"/>
            <p:cNvGrpSpPr/>
            <p:nvPr/>
          </p:nvGrpSpPr>
          <p:grpSpPr bwMode="auto">
            <a:xfrm>
              <a:off x="2248" y="907"/>
              <a:ext cx="556" cy="525"/>
              <a:chOff x="2248" y="907"/>
              <a:chExt cx="556" cy="525"/>
            </a:xfrm>
          </p:grpSpPr>
          <p:grpSp>
            <p:nvGrpSpPr>
              <p:cNvPr id="105" name="Group 140"/>
              <p:cNvGrpSpPr/>
              <p:nvPr/>
            </p:nvGrpSpPr>
            <p:grpSpPr bwMode="auto">
              <a:xfrm>
                <a:off x="2248" y="982"/>
                <a:ext cx="299" cy="314"/>
                <a:chOff x="2248" y="982"/>
                <a:chExt cx="299" cy="314"/>
              </a:xfrm>
            </p:grpSpPr>
            <p:sp>
              <p:nvSpPr>
                <p:cNvPr id="116" name="Oval 141"/>
                <p:cNvSpPr>
                  <a:spLocks noChangeArrowheads="1"/>
                </p:cNvSpPr>
                <p:nvPr/>
              </p:nvSpPr>
              <p:spPr bwMode="auto">
                <a:xfrm>
                  <a:off x="2248" y="1091"/>
                  <a:ext cx="129" cy="96"/>
                </a:xfrm>
                <a:prstGeom prst="ellipse">
                  <a:avLst/>
                </a:prstGeom>
                <a:solidFill>
                  <a:srgbClr val="FFFFFF"/>
                </a:solidFill>
                <a:ln w="6350">
                  <a:solidFill>
                    <a:srgbClr val="000000"/>
                  </a:solidFill>
                  <a:rou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733">
                    <a:latin typeface="微软雅黑" panose="020B0503020204020204" pitchFamily="34" charset="-122"/>
                    <a:ea typeface="微软雅黑" panose="020B0503020204020204" pitchFamily="34" charset="-122"/>
                  </a:endParaRPr>
                </a:p>
              </p:txBody>
            </p:sp>
            <p:sp>
              <p:nvSpPr>
                <p:cNvPr id="117" name="Oval 142"/>
                <p:cNvSpPr>
                  <a:spLocks noChangeArrowheads="1"/>
                </p:cNvSpPr>
                <p:nvPr/>
              </p:nvSpPr>
              <p:spPr bwMode="auto">
                <a:xfrm>
                  <a:off x="2270" y="1174"/>
                  <a:ext cx="167" cy="122"/>
                </a:xfrm>
                <a:prstGeom prst="ellipse">
                  <a:avLst/>
                </a:prstGeom>
                <a:solidFill>
                  <a:srgbClr val="FFFFFF"/>
                </a:solidFill>
                <a:ln w="6350">
                  <a:solidFill>
                    <a:srgbClr val="000000"/>
                  </a:solidFill>
                  <a:rou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733">
                    <a:latin typeface="微软雅黑" panose="020B0503020204020204" pitchFamily="34" charset="-122"/>
                    <a:ea typeface="微软雅黑" panose="020B0503020204020204" pitchFamily="34" charset="-122"/>
                  </a:endParaRPr>
                </a:p>
              </p:txBody>
            </p:sp>
            <p:sp>
              <p:nvSpPr>
                <p:cNvPr id="118" name="Oval 143"/>
                <p:cNvSpPr>
                  <a:spLocks noChangeArrowheads="1"/>
                </p:cNvSpPr>
                <p:nvPr/>
              </p:nvSpPr>
              <p:spPr bwMode="auto">
                <a:xfrm>
                  <a:off x="2307" y="982"/>
                  <a:ext cx="240" cy="177"/>
                </a:xfrm>
                <a:prstGeom prst="ellipse">
                  <a:avLst/>
                </a:prstGeom>
                <a:solidFill>
                  <a:srgbClr val="FFFFFF"/>
                </a:solidFill>
                <a:ln w="6350">
                  <a:solidFill>
                    <a:srgbClr val="000000"/>
                  </a:solidFill>
                  <a:rou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733">
                    <a:latin typeface="微软雅黑" panose="020B0503020204020204" pitchFamily="34" charset="-122"/>
                    <a:ea typeface="微软雅黑" panose="020B0503020204020204" pitchFamily="34" charset="-122"/>
                  </a:endParaRPr>
                </a:p>
              </p:txBody>
            </p:sp>
            <p:sp>
              <p:nvSpPr>
                <p:cNvPr id="119" name="Freeform 144"/>
                <p:cNvSpPr/>
                <p:nvPr/>
              </p:nvSpPr>
              <p:spPr bwMode="auto">
                <a:xfrm>
                  <a:off x="2291" y="1104"/>
                  <a:ext cx="84" cy="95"/>
                </a:xfrm>
                <a:custGeom>
                  <a:avLst/>
                  <a:gdLst>
                    <a:gd name="T0" fmla="*/ 47 w 84"/>
                    <a:gd name="T1" fmla="*/ 0 h 95"/>
                    <a:gd name="T2" fmla="*/ 0 w 84"/>
                    <a:gd name="T3" fmla="*/ 18 h 95"/>
                    <a:gd name="T4" fmla="*/ 1 w 84"/>
                    <a:gd name="T5" fmla="*/ 76 h 95"/>
                    <a:gd name="T6" fmla="*/ 16 w 84"/>
                    <a:gd name="T7" fmla="*/ 94 h 95"/>
                    <a:gd name="T8" fmla="*/ 83 w 84"/>
                    <a:gd name="T9" fmla="*/ 76 h 95"/>
                    <a:gd name="T10" fmla="*/ 47 w 84"/>
                    <a:gd name="T11" fmla="*/ 0 h 95"/>
                  </a:gdLst>
                  <a:ahLst/>
                  <a:cxnLst>
                    <a:cxn ang="0">
                      <a:pos x="T0" y="T1"/>
                    </a:cxn>
                    <a:cxn ang="0">
                      <a:pos x="T2" y="T3"/>
                    </a:cxn>
                    <a:cxn ang="0">
                      <a:pos x="T4" y="T5"/>
                    </a:cxn>
                    <a:cxn ang="0">
                      <a:pos x="T6" y="T7"/>
                    </a:cxn>
                    <a:cxn ang="0">
                      <a:pos x="T8" y="T9"/>
                    </a:cxn>
                    <a:cxn ang="0">
                      <a:pos x="T10" y="T11"/>
                    </a:cxn>
                  </a:cxnLst>
                  <a:rect l="0" t="0" r="r" b="b"/>
                  <a:pathLst>
                    <a:path w="84" h="95">
                      <a:moveTo>
                        <a:pt x="47" y="0"/>
                      </a:moveTo>
                      <a:lnTo>
                        <a:pt x="0" y="18"/>
                      </a:lnTo>
                      <a:lnTo>
                        <a:pt x="1" y="76"/>
                      </a:lnTo>
                      <a:lnTo>
                        <a:pt x="16" y="94"/>
                      </a:lnTo>
                      <a:lnTo>
                        <a:pt x="83" y="76"/>
                      </a:lnTo>
                      <a:lnTo>
                        <a:pt x="47" y="0"/>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733">
                    <a:latin typeface="微软雅黑" panose="020B0503020204020204" pitchFamily="34" charset="-122"/>
                    <a:ea typeface="微软雅黑" panose="020B0503020204020204" pitchFamily="34" charset="-122"/>
                  </a:endParaRPr>
                </a:p>
              </p:txBody>
            </p:sp>
          </p:grpSp>
          <p:grpSp>
            <p:nvGrpSpPr>
              <p:cNvPr id="106" name="Group 145"/>
              <p:cNvGrpSpPr/>
              <p:nvPr/>
            </p:nvGrpSpPr>
            <p:grpSpPr bwMode="auto">
              <a:xfrm>
                <a:off x="2344" y="907"/>
                <a:ext cx="460" cy="525"/>
                <a:chOff x="2344" y="907"/>
                <a:chExt cx="460" cy="525"/>
              </a:xfrm>
            </p:grpSpPr>
            <p:sp>
              <p:nvSpPr>
                <p:cNvPr id="108" name="Oval 146"/>
                <p:cNvSpPr>
                  <a:spLocks noChangeArrowheads="1"/>
                </p:cNvSpPr>
                <p:nvPr/>
              </p:nvSpPr>
              <p:spPr bwMode="auto">
                <a:xfrm>
                  <a:off x="2491" y="929"/>
                  <a:ext cx="313" cy="230"/>
                </a:xfrm>
                <a:prstGeom prst="ellipse">
                  <a:avLst/>
                </a:prstGeom>
                <a:solidFill>
                  <a:srgbClr val="FFFFFF"/>
                </a:solidFill>
                <a:ln w="6350">
                  <a:solidFill>
                    <a:srgbClr val="000000"/>
                  </a:solidFill>
                  <a:rou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733">
                    <a:latin typeface="微软雅黑" panose="020B0503020204020204" pitchFamily="34" charset="-122"/>
                    <a:ea typeface="微软雅黑" panose="020B0503020204020204" pitchFamily="34" charset="-122"/>
                  </a:endParaRPr>
                </a:p>
              </p:txBody>
            </p:sp>
            <p:sp>
              <p:nvSpPr>
                <p:cNvPr id="109" name="Oval 147"/>
                <p:cNvSpPr>
                  <a:spLocks noChangeArrowheads="1"/>
                </p:cNvSpPr>
                <p:nvPr/>
              </p:nvSpPr>
              <p:spPr bwMode="auto">
                <a:xfrm>
                  <a:off x="2344" y="1091"/>
                  <a:ext cx="167" cy="122"/>
                </a:xfrm>
                <a:prstGeom prst="ellipse">
                  <a:avLst/>
                </a:prstGeom>
                <a:solidFill>
                  <a:srgbClr val="FFFFFF"/>
                </a:solidFill>
                <a:ln w="6350">
                  <a:solidFill>
                    <a:srgbClr val="000000"/>
                  </a:solidFill>
                  <a:rou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733">
                    <a:latin typeface="微软雅黑" panose="020B0503020204020204" pitchFamily="34" charset="-122"/>
                    <a:ea typeface="微软雅黑" panose="020B0503020204020204" pitchFamily="34" charset="-122"/>
                  </a:endParaRPr>
                </a:p>
              </p:txBody>
            </p:sp>
            <p:sp>
              <p:nvSpPr>
                <p:cNvPr id="110" name="Oval 148"/>
                <p:cNvSpPr>
                  <a:spLocks noChangeArrowheads="1"/>
                </p:cNvSpPr>
                <p:nvPr/>
              </p:nvSpPr>
              <p:spPr bwMode="auto">
                <a:xfrm>
                  <a:off x="2380" y="1174"/>
                  <a:ext cx="242" cy="176"/>
                </a:xfrm>
                <a:prstGeom prst="ellipse">
                  <a:avLst/>
                </a:prstGeom>
                <a:solidFill>
                  <a:srgbClr val="FFFFFF"/>
                </a:solidFill>
                <a:ln w="6350">
                  <a:solidFill>
                    <a:srgbClr val="000000"/>
                  </a:solidFill>
                  <a:rou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733">
                    <a:latin typeface="微软雅黑" panose="020B0503020204020204" pitchFamily="34" charset="-122"/>
                    <a:ea typeface="微软雅黑" panose="020B0503020204020204" pitchFamily="34" charset="-122"/>
                  </a:endParaRPr>
                </a:p>
              </p:txBody>
            </p:sp>
            <p:sp>
              <p:nvSpPr>
                <p:cNvPr id="111" name="Oval 149"/>
                <p:cNvSpPr>
                  <a:spLocks noChangeArrowheads="1"/>
                </p:cNvSpPr>
                <p:nvPr/>
              </p:nvSpPr>
              <p:spPr bwMode="auto">
                <a:xfrm>
                  <a:off x="2454" y="1254"/>
                  <a:ext cx="240" cy="178"/>
                </a:xfrm>
                <a:prstGeom prst="ellipse">
                  <a:avLst/>
                </a:prstGeom>
                <a:solidFill>
                  <a:srgbClr val="FFFFFF"/>
                </a:solidFill>
                <a:ln w="6350">
                  <a:solidFill>
                    <a:srgbClr val="000000"/>
                  </a:solidFill>
                  <a:rou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733">
                    <a:latin typeface="微软雅黑" panose="020B0503020204020204" pitchFamily="34" charset="-122"/>
                    <a:ea typeface="微软雅黑" panose="020B0503020204020204" pitchFamily="34" charset="-122"/>
                  </a:endParaRPr>
                </a:p>
              </p:txBody>
            </p:sp>
            <p:sp>
              <p:nvSpPr>
                <p:cNvPr id="112" name="Oval 150"/>
                <p:cNvSpPr>
                  <a:spLocks noChangeArrowheads="1"/>
                </p:cNvSpPr>
                <p:nvPr/>
              </p:nvSpPr>
              <p:spPr bwMode="auto">
                <a:xfrm>
                  <a:off x="2471" y="1042"/>
                  <a:ext cx="214" cy="151"/>
                </a:xfrm>
                <a:prstGeom prst="ellipse">
                  <a:avLst/>
                </a:prstGeom>
                <a:solidFill>
                  <a:srgbClr val="FFFFFF"/>
                </a:solidFill>
                <a:ln w="6350">
                  <a:solidFill>
                    <a:srgbClr val="000000"/>
                  </a:solidFill>
                  <a:rou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733">
                    <a:latin typeface="微软雅黑" panose="020B0503020204020204" pitchFamily="34" charset="-122"/>
                    <a:ea typeface="微软雅黑" panose="020B0503020204020204" pitchFamily="34" charset="-122"/>
                  </a:endParaRPr>
                </a:p>
              </p:txBody>
            </p:sp>
            <p:sp>
              <p:nvSpPr>
                <p:cNvPr id="113" name="Oval 151"/>
                <p:cNvSpPr>
                  <a:spLocks noChangeArrowheads="1"/>
                </p:cNvSpPr>
                <p:nvPr/>
              </p:nvSpPr>
              <p:spPr bwMode="auto">
                <a:xfrm>
                  <a:off x="2656" y="907"/>
                  <a:ext cx="129" cy="94"/>
                </a:xfrm>
                <a:prstGeom prst="ellipse">
                  <a:avLst/>
                </a:prstGeom>
                <a:solidFill>
                  <a:srgbClr val="FFFFFF"/>
                </a:solidFill>
                <a:ln w="6350">
                  <a:solidFill>
                    <a:srgbClr val="000000"/>
                  </a:solidFill>
                  <a:rou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733">
                    <a:latin typeface="微软雅黑" panose="020B0503020204020204" pitchFamily="34" charset="-122"/>
                    <a:ea typeface="微软雅黑" panose="020B0503020204020204" pitchFamily="34" charset="-122"/>
                  </a:endParaRPr>
                </a:p>
              </p:txBody>
            </p:sp>
            <p:sp>
              <p:nvSpPr>
                <p:cNvPr id="114" name="Freeform 152"/>
                <p:cNvSpPr/>
                <p:nvPr/>
              </p:nvSpPr>
              <p:spPr bwMode="auto">
                <a:xfrm>
                  <a:off x="2541" y="1010"/>
                  <a:ext cx="151" cy="76"/>
                </a:xfrm>
                <a:custGeom>
                  <a:avLst/>
                  <a:gdLst>
                    <a:gd name="T0" fmla="*/ 0 w 151"/>
                    <a:gd name="T1" fmla="*/ 20 h 76"/>
                    <a:gd name="T2" fmla="*/ 19 w 151"/>
                    <a:gd name="T3" fmla="*/ 56 h 76"/>
                    <a:gd name="T4" fmla="*/ 150 w 151"/>
                    <a:gd name="T5" fmla="*/ 75 h 76"/>
                    <a:gd name="T6" fmla="*/ 150 w 151"/>
                    <a:gd name="T7" fmla="*/ 28 h 76"/>
                    <a:gd name="T8" fmla="*/ 9 w 151"/>
                    <a:gd name="T9" fmla="*/ 0 h 76"/>
                    <a:gd name="T10" fmla="*/ 0 w 151"/>
                    <a:gd name="T11" fmla="*/ 20 h 76"/>
                  </a:gdLst>
                  <a:ahLst/>
                  <a:cxnLst>
                    <a:cxn ang="0">
                      <a:pos x="T0" y="T1"/>
                    </a:cxn>
                    <a:cxn ang="0">
                      <a:pos x="T2" y="T3"/>
                    </a:cxn>
                    <a:cxn ang="0">
                      <a:pos x="T4" y="T5"/>
                    </a:cxn>
                    <a:cxn ang="0">
                      <a:pos x="T6" y="T7"/>
                    </a:cxn>
                    <a:cxn ang="0">
                      <a:pos x="T8" y="T9"/>
                    </a:cxn>
                    <a:cxn ang="0">
                      <a:pos x="T10" y="T11"/>
                    </a:cxn>
                  </a:cxnLst>
                  <a:rect l="0" t="0" r="r" b="b"/>
                  <a:pathLst>
                    <a:path w="151" h="76">
                      <a:moveTo>
                        <a:pt x="0" y="20"/>
                      </a:moveTo>
                      <a:lnTo>
                        <a:pt x="19" y="56"/>
                      </a:lnTo>
                      <a:lnTo>
                        <a:pt x="150" y="75"/>
                      </a:lnTo>
                      <a:lnTo>
                        <a:pt x="150" y="28"/>
                      </a:lnTo>
                      <a:lnTo>
                        <a:pt x="9" y="0"/>
                      </a:lnTo>
                      <a:lnTo>
                        <a:pt x="0" y="20"/>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733">
                    <a:latin typeface="微软雅黑" panose="020B0503020204020204" pitchFamily="34" charset="-122"/>
                    <a:ea typeface="微软雅黑" panose="020B0503020204020204" pitchFamily="34" charset="-122"/>
                  </a:endParaRPr>
                </a:p>
              </p:txBody>
            </p:sp>
            <p:sp>
              <p:nvSpPr>
                <p:cNvPr id="115" name="Freeform 153"/>
                <p:cNvSpPr/>
                <p:nvPr/>
              </p:nvSpPr>
              <p:spPr bwMode="auto">
                <a:xfrm>
                  <a:off x="2394" y="1149"/>
                  <a:ext cx="172" cy="159"/>
                </a:xfrm>
                <a:custGeom>
                  <a:avLst/>
                  <a:gdLst>
                    <a:gd name="T0" fmla="*/ 106 w 172"/>
                    <a:gd name="T1" fmla="*/ 0 h 159"/>
                    <a:gd name="T2" fmla="*/ 0 w 172"/>
                    <a:gd name="T3" fmla="*/ 40 h 159"/>
                    <a:gd name="T4" fmla="*/ 44 w 172"/>
                    <a:gd name="T5" fmla="*/ 71 h 159"/>
                    <a:gd name="T6" fmla="*/ 50 w 172"/>
                    <a:gd name="T7" fmla="*/ 148 h 159"/>
                    <a:gd name="T8" fmla="*/ 75 w 172"/>
                    <a:gd name="T9" fmla="*/ 158 h 159"/>
                    <a:gd name="T10" fmla="*/ 164 w 172"/>
                    <a:gd name="T11" fmla="*/ 108 h 159"/>
                    <a:gd name="T12" fmla="*/ 171 w 172"/>
                    <a:gd name="T13" fmla="*/ 16 h 159"/>
                    <a:gd name="T14" fmla="*/ 106 w 172"/>
                    <a:gd name="T15" fmla="*/ 0 h 15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2" h="159">
                      <a:moveTo>
                        <a:pt x="106" y="0"/>
                      </a:moveTo>
                      <a:lnTo>
                        <a:pt x="0" y="40"/>
                      </a:lnTo>
                      <a:lnTo>
                        <a:pt x="44" y="71"/>
                      </a:lnTo>
                      <a:lnTo>
                        <a:pt x="50" y="148"/>
                      </a:lnTo>
                      <a:lnTo>
                        <a:pt x="75" y="158"/>
                      </a:lnTo>
                      <a:lnTo>
                        <a:pt x="164" y="108"/>
                      </a:lnTo>
                      <a:lnTo>
                        <a:pt x="171" y="16"/>
                      </a:lnTo>
                      <a:lnTo>
                        <a:pt x="106" y="0"/>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733">
                    <a:latin typeface="微软雅黑" panose="020B0503020204020204" pitchFamily="34" charset="-122"/>
                    <a:ea typeface="微软雅黑" panose="020B0503020204020204" pitchFamily="34" charset="-122"/>
                  </a:endParaRPr>
                </a:p>
              </p:txBody>
            </p:sp>
          </p:grpSp>
          <p:sp>
            <p:nvSpPr>
              <p:cNvPr id="107" name="Freeform 154"/>
              <p:cNvSpPr/>
              <p:nvPr/>
            </p:nvSpPr>
            <p:spPr bwMode="auto">
              <a:xfrm>
                <a:off x="2650" y="963"/>
                <a:ext cx="88" cy="75"/>
              </a:xfrm>
              <a:custGeom>
                <a:avLst/>
                <a:gdLst>
                  <a:gd name="T0" fmla="*/ 0 w 88"/>
                  <a:gd name="T1" fmla="*/ 39 h 75"/>
                  <a:gd name="T2" fmla="*/ 37 w 88"/>
                  <a:gd name="T3" fmla="*/ 0 h 75"/>
                  <a:gd name="T4" fmla="*/ 87 w 88"/>
                  <a:gd name="T5" fmla="*/ 39 h 75"/>
                  <a:gd name="T6" fmla="*/ 45 w 88"/>
                  <a:gd name="T7" fmla="*/ 74 h 75"/>
                  <a:gd name="T8" fmla="*/ 0 w 88"/>
                  <a:gd name="T9" fmla="*/ 39 h 75"/>
                </a:gdLst>
                <a:ahLst/>
                <a:cxnLst>
                  <a:cxn ang="0">
                    <a:pos x="T0" y="T1"/>
                  </a:cxn>
                  <a:cxn ang="0">
                    <a:pos x="T2" y="T3"/>
                  </a:cxn>
                  <a:cxn ang="0">
                    <a:pos x="T4" y="T5"/>
                  </a:cxn>
                  <a:cxn ang="0">
                    <a:pos x="T6" y="T7"/>
                  </a:cxn>
                  <a:cxn ang="0">
                    <a:pos x="T8" y="T9"/>
                  </a:cxn>
                </a:cxnLst>
                <a:rect l="0" t="0" r="r" b="b"/>
                <a:pathLst>
                  <a:path w="88" h="75">
                    <a:moveTo>
                      <a:pt x="0" y="39"/>
                    </a:moveTo>
                    <a:lnTo>
                      <a:pt x="37" y="0"/>
                    </a:lnTo>
                    <a:lnTo>
                      <a:pt x="87" y="39"/>
                    </a:lnTo>
                    <a:lnTo>
                      <a:pt x="45" y="74"/>
                    </a:lnTo>
                    <a:lnTo>
                      <a:pt x="0" y="39"/>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733">
                  <a:latin typeface="微软雅黑" panose="020B0503020204020204" pitchFamily="34" charset="-122"/>
                  <a:ea typeface="微软雅黑" panose="020B0503020204020204" pitchFamily="34" charset="-122"/>
                </a:endParaRPr>
              </a:p>
            </p:txBody>
          </p:sp>
        </p:grpSp>
        <p:grpSp>
          <p:nvGrpSpPr>
            <p:cNvPr id="92" name="Group 155"/>
            <p:cNvGrpSpPr/>
            <p:nvPr/>
          </p:nvGrpSpPr>
          <p:grpSpPr bwMode="auto">
            <a:xfrm>
              <a:off x="2529" y="820"/>
              <a:ext cx="1638" cy="883"/>
              <a:chOff x="2529" y="820"/>
              <a:chExt cx="1638" cy="883"/>
            </a:xfrm>
          </p:grpSpPr>
          <p:sp>
            <p:nvSpPr>
              <p:cNvPr id="93" name="Oval 156"/>
              <p:cNvSpPr>
                <a:spLocks noChangeArrowheads="1"/>
              </p:cNvSpPr>
              <p:nvPr/>
            </p:nvSpPr>
            <p:spPr bwMode="auto">
              <a:xfrm>
                <a:off x="3042" y="848"/>
                <a:ext cx="388" cy="284"/>
              </a:xfrm>
              <a:prstGeom prst="ellipse">
                <a:avLst/>
              </a:prstGeom>
              <a:solidFill>
                <a:srgbClr val="FFFFFF"/>
              </a:solidFill>
              <a:ln w="6350">
                <a:solidFill>
                  <a:srgbClr val="000000"/>
                </a:solidFill>
                <a:rou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733">
                  <a:latin typeface="微软雅黑" panose="020B0503020204020204" pitchFamily="34" charset="-122"/>
                  <a:ea typeface="微软雅黑" panose="020B0503020204020204" pitchFamily="34" charset="-122"/>
                </a:endParaRPr>
              </a:p>
            </p:txBody>
          </p:sp>
          <p:sp>
            <p:nvSpPr>
              <p:cNvPr id="94" name="Oval 157"/>
              <p:cNvSpPr>
                <a:spLocks noChangeArrowheads="1"/>
              </p:cNvSpPr>
              <p:nvPr/>
            </p:nvSpPr>
            <p:spPr bwMode="auto">
              <a:xfrm>
                <a:off x="3374" y="820"/>
                <a:ext cx="313" cy="230"/>
              </a:xfrm>
              <a:prstGeom prst="ellipse">
                <a:avLst/>
              </a:prstGeom>
              <a:solidFill>
                <a:srgbClr val="FFFFFF"/>
              </a:solidFill>
              <a:ln w="6350">
                <a:solidFill>
                  <a:srgbClr val="000000"/>
                </a:solidFill>
                <a:rou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733">
                  <a:latin typeface="微软雅黑" panose="020B0503020204020204" pitchFamily="34" charset="-122"/>
                  <a:ea typeface="微软雅黑" panose="020B0503020204020204" pitchFamily="34" charset="-122"/>
                </a:endParaRPr>
              </a:p>
            </p:txBody>
          </p:sp>
          <p:sp>
            <p:nvSpPr>
              <p:cNvPr id="95" name="Oval 158"/>
              <p:cNvSpPr>
                <a:spLocks noChangeArrowheads="1"/>
              </p:cNvSpPr>
              <p:nvPr/>
            </p:nvSpPr>
            <p:spPr bwMode="auto">
              <a:xfrm>
                <a:off x="3668" y="1065"/>
                <a:ext cx="499" cy="367"/>
              </a:xfrm>
              <a:prstGeom prst="ellipse">
                <a:avLst/>
              </a:prstGeom>
              <a:solidFill>
                <a:srgbClr val="FFFFFF"/>
              </a:solidFill>
              <a:ln w="6350">
                <a:solidFill>
                  <a:srgbClr val="000000"/>
                </a:solidFill>
                <a:rou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733">
                  <a:latin typeface="微软雅黑" panose="020B0503020204020204" pitchFamily="34" charset="-122"/>
                  <a:ea typeface="微软雅黑" panose="020B0503020204020204" pitchFamily="34" charset="-122"/>
                </a:endParaRPr>
              </a:p>
            </p:txBody>
          </p:sp>
          <p:sp>
            <p:nvSpPr>
              <p:cNvPr id="96" name="Oval 159"/>
              <p:cNvSpPr>
                <a:spLocks noChangeArrowheads="1"/>
              </p:cNvSpPr>
              <p:nvPr/>
            </p:nvSpPr>
            <p:spPr bwMode="auto">
              <a:xfrm>
                <a:off x="2712" y="1228"/>
                <a:ext cx="570" cy="420"/>
              </a:xfrm>
              <a:prstGeom prst="ellipse">
                <a:avLst/>
              </a:prstGeom>
              <a:solidFill>
                <a:srgbClr val="FFFFFF"/>
              </a:solidFill>
              <a:ln w="6350">
                <a:solidFill>
                  <a:srgbClr val="000000"/>
                </a:solidFill>
                <a:rou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733">
                  <a:latin typeface="微软雅黑" panose="020B0503020204020204" pitchFamily="34" charset="-122"/>
                  <a:ea typeface="微软雅黑" panose="020B0503020204020204" pitchFamily="34" charset="-122"/>
                </a:endParaRPr>
              </a:p>
            </p:txBody>
          </p:sp>
          <p:sp>
            <p:nvSpPr>
              <p:cNvPr id="97" name="Oval 160"/>
              <p:cNvSpPr>
                <a:spLocks noChangeArrowheads="1"/>
              </p:cNvSpPr>
              <p:nvPr/>
            </p:nvSpPr>
            <p:spPr bwMode="auto">
              <a:xfrm>
                <a:off x="3521" y="1282"/>
                <a:ext cx="422" cy="312"/>
              </a:xfrm>
              <a:prstGeom prst="ellipse">
                <a:avLst/>
              </a:prstGeom>
              <a:solidFill>
                <a:srgbClr val="FFFFFF"/>
              </a:solidFill>
              <a:ln w="6350">
                <a:solidFill>
                  <a:srgbClr val="000000"/>
                </a:solidFill>
                <a:rou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733">
                  <a:latin typeface="微软雅黑" panose="020B0503020204020204" pitchFamily="34" charset="-122"/>
                  <a:ea typeface="微软雅黑" panose="020B0503020204020204" pitchFamily="34" charset="-122"/>
                </a:endParaRPr>
              </a:p>
            </p:txBody>
          </p:sp>
          <p:sp>
            <p:nvSpPr>
              <p:cNvPr id="98" name="Oval 161"/>
              <p:cNvSpPr>
                <a:spLocks noChangeArrowheads="1"/>
              </p:cNvSpPr>
              <p:nvPr/>
            </p:nvSpPr>
            <p:spPr bwMode="auto">
              <a:xfrm>
                <a:off x="2564" y="1310"/>
                <a:ext cx="315" cy="229"/>
              </a:xfrm>
              <a:prstGeom prst="ellipse">
                <a:avLst/>
              </a:prstGeom>
              <a:solidFill>
                <a:srgbClr val="FFFFFF"/>
              </a:solidFill>
              <a:ln w="6350">
                <a:solidFill>
                  <a:srgbClr val="000000"/>
                </a:solidFill>
                <a:rou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733">
                  <a:latin typeface="微软雅黑" panose="020B0503020204020204" pitchFamily="34" charset="-122"/>
                  <a:ea typeface="微软雅黑" panose="020B0503020204020204" pitchFamily="34" charset="-122"/>
                </a:endParaRPr>
              </a:p>
            </p:txBody>
          </p:sp>
          <p:sp>
            <p:nvSpPr>
              <p:cNvPr id="99" name="Oval 162"/>
              <p:cNvSpPr>
                <a:spLocks noChangeArrowheads="1"/>
              </p:cNvSpPr>
              <p:nvPr/>
            </p:nvSpPr>
            <p:spPr bwMode="auto">
              <a:xfrm>
                <a:off x="2529" y="1119"/>
                <a:ext cx="312" cy="230"/>
              </a:xfrm>
              <a:prstGeom prst="ellipse">
                <a:avLst/>
              </a:prstGeom>
              <a:solidFill>
                <a:srgbClr val="FFFFFF"/>
              </a:solidFill>
              <a:ln w="6350">
                <a:solidFill>
                  <a:srgbClr val="000000"/>
                </a:solidFill>
                <a:rou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733">
                  <a:latin typeface="微软雅黑" panose="020B0503020204020204" pitchFamily="34" charset="-122"/>
                  <a:ea typeface="微软雅黑" panose="020B0503020204020204" pitchFamily="34" charset="-122"/>
                </a:endParaRPr>
              </a:p>
            </p:txBody>
          </p:sp>
          <p:sp>
            <p:nvSpPr>
              <p:cNvPr id="100" name="Oval 163"/>
              <p:cNvSpPr>
                <a:spLocks noChangeArrowheads="1"/>
              </p:cNvSpPr>
              <p:nvPr/>
            </p:nvSpPr>
            <p:spPr bwMode="auto">
              <a:xfrm>
                <a:off x="2675" y="902"/>
                <a:ext cx="498" cy="366"/>
              </a:xfrm>
              <a:prstGeom prst="ellipse">
                <a:avLst/>
              </a:prstGeom>
              <a:solidFill>
                <a:srgbClr val="FFFFFF"/>
              </a:solidFill>
              <a:ln w="6350">
                <a:solidFill>
                  <a:srgbClr val="000000"/>
                </a:solidFill>
                <a:rou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733">
                  <a:latin typeface="微软雅黑" panose="020B0503020204020204" pitchFamily="34" charset="-122"/>
                  <a:ea typeface="微软雅黑" panose="020B0503020204020204" pitchFamily="34" charset="-122"/>
                </a:endParaRPr>
              </a:p>
            </p:txBody>
          </p:sp>
          <p:sp>
            <p:nvSpPr>
              <p:cNvPr id="101" name="Oval 164"/>
              <p:cNvSpPr>
                <a:spLocks noChangeArrowheads="1"/>
              </p:cNvSpPr>
              <p:nvPr/>
            </p:nvSpPr>
            <p:spPr bwMode="auto">
              <a:xfrm>
                <a:off x="3115" y="1336"/>
                <a:ext cx="500" cy="367"/>
              </a:xfrm>
              <a:prstGeom prst="ellipse">
                <a:avLst/>
              </a:prstGeom>
              <a:solidFill>
                <a:srgbClr val="FFFFFF"/>
              </a:solidFill>
              <a:ln w="6350">
                <a:solidFill>
                  <a:srgbClr val="000000"/>
                </a:solidFill>
                <a:rou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733">
                  <a:latin typeface="微软雅黑" panose="020B0503020204020204" pitchFamily="34" charset="-122"/>
                  <a:ea typeface="微软雅黑" panose="020B0503020204020204" pitchFamily="34" charset="-122"/>
                </a:endParaRPr>
              </a:p>
            </p:txBody>
          </p:sp>
          <p:sp>
            <p:nvSpPr>
              <p:cNvPr id="102" name="Oval 165"/>
              <p:cNvSpPr>
                <a:spLocks noChangeArrowheads="1"/>
              </p:cNvSpPr>
              <p:nvPr/>
            </p:nvSpPr>
            <p:spPr bwMode="auto">
              <a:xfrm>
                <a:off x="3742" y="929"/>
                <a:ext cx="386" cy="284"/>
              </a:xfrm>
              <a:prstGeom prst="ellipse">
                <a:avLst/>
              </a:prstGeom>
              <a:solidFill>
                <a:srgbClr val="FFFFFF"/>
              </a:solidFill>
              <a:ln w="6350">
                <a:solidFill>
                  <a:srgbClr val="000000"/>
                </a:solidFill>
                <a:rou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733">
                  <a:latin typeface="微软雅黑" panose="020B0503020204020204" pitchFamily="34" charset="-122"/>
                  <a:ea typeface="微软雅黑" panose="020B0503020204020204" pitchFamily="34" charset="-122"/>
                </a:endParaRPr>
              </a:p>
            </p:txBody>
          </p:sp>
          <p:sp>
            <p:nvSpPr>
              <p:cNvPr id="103" name="Oval 166"/>
              <p:cNvSpPr>
                <a:spLocks noChangeArrowheads="1"/>
              </p:cNvSpPr>
              <p:nvPr/>
            </p:nvSpPr>
            <p:spPr bwMode="auto">
              <a:xfrm>
                <a:off x="3631" y="820"/>
                <a:ext cx="351" cy="258"/>
              </a:xfrm>
              <a:prstGeom prst="ellipse">
                <a:avLst/>
              </a:prstGeom>
              <a:solidFill>
                <a:srgbClr val="FFFFFF"/>
              </a:solidFill>
              <a:ln w="6350">
                <a:solidFill>
                  <a:srgbClr val="000000"/>
                </a:solidFill>
                <a:rou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733">
                  <a:latin typeface="微软雅黑" panose="020B0503020204020204" pitchFamily="34" charset="-122"/>
                  <a:ea typeface="微软雅黑" panose="020B0503020204020204" pitchFamily="34" charset="-122"/>
                </a:endParaRPr>
              </a:p>
            </p:txBody>
          </p:sp>
          <p:sp>
            <p:nvSpPr>
              <p:cNvPr id="104" name="Freeform 167"/>
              <p:cNvSpPr/>
              <p:nvPr/>
            </p:nvSpPr>
            <p:spPr bwMode="auto">
              <a:xfrm>
                <a:off x="2661" y="889"/>
                <a:ext cx="1415" cy="700"/>
              </a:xfrm>
              <a:custGeom>
                <a:avLst/>
                <a:gdLst>
                  <a:gd name="T0" fmla="*/ 436 w 1415"/>
                  <a:gd name="T1" fmla="*/ 70 h 700"/>
                  <a:gd name="T2" fmla="*/ 494 w 1415"/>
                  <a:gd name="T3" fmla="*/ 20 h 700"/>
                  <a:gd name="T4" fmla="*/ 759 w 1415"/>
                  <a:gd name="T5" fmla="*/ 24 h 700"/>
                  <a:gd name="T6" fmla="*/ 947 w 1415"/>
                  <a:gd name="T7" fmla="*/ 0 h 700"/>
                  <a:gd name="T8" fmla="*/ 1180 w 1415"/>
                  <a:gd name="T9" fmla="*/ 83 h 700"/>
                  <a:gd name="T10" fmla="*/ 1300 w 1415"/>
                  <a:gd name="T11" fmla="*/ 60 h 700"/>
                  <a:gd name="T12" fmla="*/ 1362 w 1415"/>
                  <a:gd name="T13" fmla="*/ 70 h 700"/>
                  <a:gd name="T14" fmla="*/ 1376 w 1415"/>
                  <a:gd name="T15" fmla="*/ 278 h 700"/>
                  <a:gd name="T16" fmla="*/ 1414 w 1415"/>
                  <a:gd name="T17" fmla="*/ 311 h 700"/>
                  <a:gd name="T18" fmla="*/ 1304 w 1415"/>
                  <a:gd name="T19" fmla="*/ 472 h 700"/>
                  <a:gd name="T20" fmla="*/ 1185 w 1415"/>
                  <a:gd name="T21" fmla="*/ 363 h 700"/>
                  <a:gd name="T22" fmla="*/ 1153 w 1415"/>
                  <a:gd name="T23" fmla="*/ 418 h 700"/>
                  <a:gd name="T24" fmla="*/ 986 w 1415"/>
                  <a:gd name="T25" fmla="*/ 640 h 700"/>
                  <a:gd name="T26" fmla="*/ 427 w 1415"/>
                  <a:gd name="T27" fmla="*/ 699 h 700"/>
                  <a:gd name="T28" fmla="*/ 135 w 1415"/>
                  <a:gd name="T29" fmla="*/ 655 h 700"/>
                  <a:gd name="T30" fmla="*/ 45 w 1415"/>
                  <a:gd name="T31" fmla="*/ 519 h 700"/>
                  <a:gd name="T32" fmla="*/ 45 w 1415"/>
                  <a:gd name="T33" fmla="*/ 379 h 700"/>
                  <a:gd name="T34" fmla="*/ 0 w 1415"/>
                  <a:gd name="T35" fmla="*/ 261 h 700"/>
                  <a:gd name="T36" fmla="*/ 436 w 1415"/>
                  <a:gd name="T37" fmla="*/ 70 h 7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15" h="700">
                    <a:moveTo>
                      <a:pt x="436" y="70"/>
                    </a:moveTo>
                    <a:lnTo>
                      <a:pt x="494" y="20"/>
                    </a:lnTo>
                    <a:lnTo>
                      <a:pt x="759" y="24"/>
                    </a:lnTo>
                    <a:lnTo>
                      <a:pt x="947" y="0"/>
                    </a:lnTo>
                    <a:lnTo>
                      <a:pt x="1180" y="83"/>
                    </a:lnTo>
                    <a:lnTo>
                      <a:pt x="1300" y="60"/>
                    </a:lnTo>
                    <a:lnTo>
                      <a:pt x="1362" y="70"/>
                    </a:lnTo>
                    <a:lnTo>
                      <a:pt x="1376" y="278"/>
                    </a:lnTo>
                    <a:lnTo>
                      <a:pt x="1414" y="311"/>
                    </a:lnTo>
                    <a:lnTo>
                      <a:pt x="1304" y="472"/>
                    </a:lnTo>
                    <a:lnTo>
                      <a:pt x="1185" y="363"/>
                    </a:lnTo>
                    <a:lnTo>
                      <a:pt x="1153" y="418"/>
                    </a:lnTo>
                    <a:lnTo>
                      <a:pt x="986" y="640"/>
                    </a:lnTo>
                    <a:lnTo>
                      <a:pt x="427" y="699"/>
                    </a:lnTo>
                    <a:lnTo>
                      <a:pt x="135" y="655"/>
                    </a:lnTo>
                    <a:lnTo>
                      <a:pt x="45" y="519"/>
                    </a:lnTo>
                    <a:lnTo>
                      <a:pt x="45" y="379"/>
                    </a:lnTo>
                    <a:lnTo>
                      <a:pt x="0" y="261"/>
                    </a:lnTo>
                    <a:lnTo>
                      <a:pt x="436" y="70"/>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733">
                  <a:latin typeface="微软雅黑" panose="020B0503020204020204" pitchFamily="34" charset="-122"/>
                  <a:ea typeface="微软雅黑" panose="020B0503020204020204" pitchFamily="34" charset="-122"/>
                </a:endParaRPr>
              </a:p>
            </p:txBody>
          </p:sp>
        </p:grpSp>
      </p:grpSp>
      <p:sp>
        <p:nvSpPr>
          <p:cNvPr id="29" name="Text Box 131"/>
          <p:cNvSpPr txBox="1">
            <a:spLocks noChangeArrowheads="1"/>
          </p:cNvSpPr>
          <p:nvPr/>
        </p:nvSpPr>
        <p:spPr bwMode="auto">
          <a:xfrm>
            <a:off x="4381514" y="3399690"/>
            <a:ext cx="87716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990570" eaLnBrk="1" fontAlgn="auto" hangingPunct="1">
              <a:spcBef>
                <a:spcPts val="0"/>
              </a:spcBef>
              <a:spcAft>
                <a:spcPts val="0"/>
              </a:spcAft>
              <a:defRPr/>
            </a:pPr>
            <a:r>
              <a:rPr kumimoji="1" lang="zh-CN" altLang="en-US" b="1" kern="0" dirty="0">
                <a:latin typeface="微软雅黑" panose="020B0503020204020204" pitchFamily="34" charset="-122"/>
                <a:ea typeface="微软雅黑" panose="020B0503020204020204" pitchFamily="34" charset="-122"/>
              </a:rPr>
              <a:t>互联网</a:t>
            </a:r>
          </a:p>
        </p:txBody>
      </p:sp>
      <p:pic>
        <p:nvPicPr>
          <p:cNvPr id="152" name="Picture 50"/>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5400000">
            <a:off x="7103025" y="1883815"/>
            <a:ext cx="663541" cy="373915"/>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3" name="AutoShape 5">
            <a:extLst>
              <a:ext uri="{FF2B5EF4-FFF2-40B4-BE49-F238E27FC236}">
                <a16:creationId xmlns:a16="http://schemas.microsoft.com/office/drawing/2014/main" id="{E139DD2B-99F7-D9DC-EA95-30A762E5127E}"/>
              </a:ext>
            </a:extLst>
          </p:cNvPr>
          <p:cNvSpPr>
            <a:spLocks noChangeArrowheads="1"/>
          </p:cNvSpPr>
          <p:nvPr/>
        </p:nvSpPr>
        <p:spPr bwMode="auto">
          <a:xfrm>
            <a:off x="416497" y="4398315"/>
            <a:ext cx="5688632" cy="345239"/>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 name="Rectangle 6">
            <a:extLst>
              <a:ext uri="{FF2B5EF4-FFF2-40B4-BE49-F238E27FC236}">
                <a16:creationId xmlns:a16="http://schemas.microsoft.com/office/drawing/2014/main" id="{B9A3CC23-90E4-5B75-D09B-096A2BA329AC}"/>
              </a:ext>
            </a:extLst>
          </p:cNvPr>
          <p:cNvSpPr>
            <a:spLocks noChangeArrowheads="1"/>
          </p:cNvSpPr>
          <p:nvPr/>
        </p:nvSpPr>
        <p:spPr bwMode="auto">
          <a:xfrm>
            <a:off x="1928664" y="4365104"/>
            <a:ext cx="26584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0" hangingPunct="0"/>
            <a:r>
              <a:rPr lang="zh-CN" altLang="en-US" sz="2000" b="1" dirty="0">
                <a:solidFill>
                  <a:schemeClr val="bg1"/>
                </a:solidFill>
                <a:latin typeface="微软雅黑" panose="020B0503020204020204" pitchFamily="34" charset="-122"/>
                <a:ea typeface="微软雅黑" panose="020B0503020204020204" pitchFamily="34" charset="-122"/>
              </a:rPr>
              <a:t>加密密钥与解密密钥 </a:t>
            </a:r>
          </a:p>
        </p:txBody>
      </p:sp>
      <p:sp>
        <p:nvSpPr>
          <p:cNvPr id="9" name="Rectangle 46">
            <a:extLst>
              <a:ext uri="{FF2B5EF4-FFF2-40B4-BE49-F238E27FC236}">
                <a16:creationId xmlns:a16="http://schemas.microsoft.com/office/drawing/2014/main" id="{15803B25-C86F-0D21-A17C-558A05FF7DFD}"/>
              </a:ext>
            </a:extLst>
          </p:cNvPr>
          <p:cNvSpPr>
            <a:spLocks noChangeArrowheads="1"/>
          </p:cNvSpPr>
          <p:nvPr/>
        </p:nvSpPr>
        <p:spPr bwMode="auto">
          <a:xfrm>
            <a:off x="424873" y="4605079"/>
            <a:ext cx="5824271" cy="22082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anose="05000000000000000000" pitchFamily="2" charset="2"/>
              <a:buChar char="l"/>
            </a:pPr>
            <a:r>
              <a:rPr lang="zh-CN" altLang="en-US" sz="2000" b="1" dirty="0">
                <a:solidFill>
                  <a:srgbClr val="0000FF"/>
                </a:solidFill>
                <a:latin typeface="微软雅黑" panose="020B0503020204020204" pitchFamily="34" charset="-122"/>
                <a:ea typeface="微软雅黑" panose="020B0503020204020204" pitchFamily="34" charset="-122"/>
              </a:rPr>
              <a:t>加密密钥 </a:t>
            </a:r>
            <a:r>
              <a:rPr lang="en-US" altLang="zh-CN" sz="2000" b="1" dirty="0">
                <a:latin typeface="微软雅黑" panose="020B0503020204020204" pitchFamily="34" charset="-122"/>
                <a:ea typeface="微软雅黑" panose="020B0503020204020204" pitchFamily="34" charset="-122"/>
              </a:rPr>
              <a:t>PK</a:t>
            </a:r>
            <a:r>
              <a:rPr lang="zh-CN" altLang="en-US" sz="2000" b="1" dirty="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public key</a:t>
            </a:r>
            <a:r>
              <a:rPr lang="zh-CN" altLang="en-US" sz="2000" b="1" dirty="0">
                <a:latin typeface="微软雅黑" panose="020B0503020204020204" pitchFamily="34" charset="-122"/>
                <a:ea typeface="微软雅黑" panose="020B0503020204020204" pitchFamily="34" charset="-122"/>
              </a:rPr>
              <a:t>，即公钥）：</a:t>
            </a:r>
            <a:r>
              <a:rPr lang="zh-CN" altLang="en-US" sz="2000" b="1" dirty="0">
                <a:solidFill>
                  <a:srgbClr val="FF0000"/>
                </a:solidFill>
                <a:latin typeface="微软雅黑" panose="020B0503020204020204" pitchFamily="34" charset="-122"/>
                <a:ea typeface="微软雅黑" panose="020B0503020204020204" pitchFamily="34" charset="-122"/>
              </a:rPr>
              <a:t>公开</a:t>
            </a:r>
            <a:r>
              <a:rPr lang="zh-CN" altLang="en-US" sz="2000" b="1" dirty="0">
                <a:solidFill>
                  <a:srgbClr val="0000FF"/>
                </a:solidFill>
                <a:latin typeface="微软雅黑" panose="020B0503020204020204" pitchFamily="34" charset="-122"/>
                <a:ea typeface="微软雅黑" panose="020B0503020204020204" pitchFamily="34" charset="-122"/>
              </a:rPr>
              <a:t>。</a:t>
            </a:r>
            <a:endParaRPr lang="en-US" altLang="zh-CN" sz="2000" b="1" dirty="0">
              <a:solidFill>
                <a:srgbClr val="0000FF"/>
              </a:solidFill>
              <a:latin typeface="微软雅黑" panose="020B0503020204020204" pitchFamily="34" charset="-122"/>
              <a:ea typeface="微软雅黑" panose="020B0503020204020204" pitchFamily="34" charset="-122"/>
            </a:endParaRPr>
          </a:p>
          <a:p>
            <a:pPr marL="342900" indent="-342900" eaLnBrk="0" hangingPunct="0">
              <a:lnSpc>
                <a:spcPts val="3300"/>
              </a:lnSpc>
              <a:buClr>
                <a:srgbClr val="0070C0"/>
              </a:buClr>
              <a:buFont typeface="Wingdings" panose="05000000000000000000" pitchFamily="2" charset="2"/>
              <a:buChar char="l"/>
            </a:pPr>
            <a:r>
              <a:rPr lang="zh-CN" altLang="en-US" sz="2000" b="1" dirty="0">
                <a:solidFill>
                  <a:srgbClr val="C00000"/>
                </a:solidFill>
                <a:latin typeface="微软雅黑" panose="020B0503020204020204" pitchFamily="34" charset="-122"/>
                <a:ea typeface="微软雅黑" panose="020B0503020204020204" pitchFamily="34" charset="-122"/>
              </a:rPr>
              <a:t>解密密钥 </a:t>
            </a:r>
            <a:r>
              <a:rPr lang="en-US" altLang="zh-CN" sz="2000" b="1" dirty="0">
                <a:latin typeface="微软雅黑" panose="020B0503020204020204" pitchFamily="34" charset="-122"/>
                <a:ea typeface="微软雅黑" panose="020B0503020204020204" pitchFamily="34" charset="-122"/>
              </a:rPr>
              <a:t>SK</a:t>
            </a:r>
            <a:r>
              <a:rPr lang="zh-CN" altLang="en-US" sz="2000" b="1" dirty="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secret key</a:t>
            </a:r>
            <a:r>
              <a:rPr lang="zh-CN" altLang="en-US" sz="2000" b="1" dirty="0">
                <a:latin typeface="微软雅黑" panose="020B0503020204020204" pitchFamily="34" charset="-122"/>
                <a:ea typeface="微软雅黑" panose="020B0503020204020204" pitchFamily="34" charset="-122"/>
              </a:rPr>
              <a:t>，即私钥）：</a:t>
            </a:r>
            <a:r>
              <a:rPr lang="zh-CN" altLang="en-US" sz="2000" b="1" dirty="0">
                <a:solidFill>
                  <a:srgbClr val="C00000"/>
                </a:solidFill>
                <a:latin typeface="微软雅黑" panose="020B0503020204020204" pitchFamily="34" charset="-122"/>
                <a:ea typeface="微软雅黑" panose="020B0503020204020204" pitchFamily="34" charset="-122"/>
              </a:rPr>
              <a:t>保密。</a:t>
            </a:r>
          </a:p>
          <a:p>
            <a:pPr marL="342900" indent="-342900" eaLnBrk="0" hangingPunct="0">
              <a:lnSpc>
                <a:spcPts val="33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加密算法 </a:t>
            </a:r>
            <a:r>
              <a:rPr lang="en-US" altLang="zh-CN" sz="2000" b="1" i="1" dirty="0">
                <a:latin typeface="微软雅黑" panose="020B0503020204020204" pitchFamily="34" charset="-122"/>
                <a:ea typeface="微软雅黑" panose="020B0503020204020204" pitchFamily="34" charset="-122"/>
              </a:rPr>
              <a:t>E</a:t>
            </a:r>
            <a:r>
              <a:rPr lang="en-US" altLang="zh-CN" sz="2000" b="1"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和解密算法 </a:t>
            </a:r>
            <a:r>
              <a:rPr lang="en-US" altLang="zh-CN" sz="2000" b="1" i="1" dirty="0">
                <a:latin typeface="微软雅黑" panose="020B0503020204020204" pitchFamily="34" charset="-122"/>
                <a:ea typeface="微软雅黑" panose="020B0503020204020204" pitchFamily="34" charset="-122"/>
              </a:rPr>
              <a:t>D </a:t>
            </a:r>
            <a:r>
              <a:rPr lang="zh-CN" altLang="en-US" sz="2000" b="1" dirty="0">
                <a:latin typeface="微软雅黑" panose="020B0503020204020204" pitchFamily="34" charset="-122"/>
                <a:ea typeface="微软雅黑" panose="020B0503020204020204" pitchFamily="34" charset="-122"/>
              </a:rPr>
              <a:t>：</a:t>
            </a:r>
            <a:r>
              <a:rPr lang="zh-CN" altLang="en-US" sz="2000" b="1" dirty="0">
                <a:solidFill>
                  <a:srgbClr val="FF0000"/>
                </a:solidFill>
                <a:latin typeface="微软雅黑" panose="020B0503020204020204" pitchFamily="34" charset="-122"/>
                <a:ea typeface="微软雅黑" panose="020B0503020204020204" pitchFamily="34" charset="-122"/>
              </a:rPr>
              <a:t>公开</a:t>
            </a:r>
            <a:r>
              <a:rPr lang="zh-CN" altLang="en-US" sz="2000" b="1" dirty="0">
                <a:solidFill>
                  <a:srgbClr val="0000FF"/>
                </a:solidFill>
                <a:latin typeface="微软雅黑" panose="020B0503020204020204" pitchFamily="34" charset="-122"/>
                <a:ea typeface="微软雅黑" panose="020B0503020204020204" pitchFamily="34" charset="-122"/>
              </a:rPr>
              <a:t>。</a:t>
            </a:r>
          </a:p>
          <a:p>
            <a:pPr marL="342900" indent="-342900" eaLnBrk="0" hangingPunct="0">
              <a:lnSpc>
                <a:spcPts val="3300"/>
              </a:lnSpc>
              <a:buClr>
                <a:srgbClr val="0070C0"/>
              </a:buClr>
              <a:buFont typeface="Wingdings" panose="05000000000000000000" pitchFamily="2" charset="2"/>
              <a:buChar char="l"/>
            </a:pPr>
            <a:r>
              <a:rPr lang="zh-CN" altLang="en-US" sz="2000" b="1" dirty="0">
                <a:solidFill>
                  <a:srgbClr val="0000FF"/>
                </a:solidFill>
                <a:latin typeface="微软雅黑" panose="020B0503020204020204" pitchFamily="34" charset="-122"/>
                <a:ea typeface="微软雅黑" panose="020B0503020204020204" pitchFamily="34" charset="-122"/>
              </a:rPr>
              <a:t>虽然私钥 </a:t>
            </a:r>
            <a:r>
              <a:rPr lang="en-US" altLang="zh-CN" sz="2000" b="1" dirty="0">
                <a:solidFill>
                  <a:srgbClr val="0000FF"/>
                </a:solidFill>
                <a:latin typeface="微软雅黑" panose="020B0503020204020204" pitchFamily="34" charset="-122"/>
                <a:ea typeface="微软雅黑" panose="020B0503020204020204" pitchFamily="34" charset="-122"/>
              </a:rPr>
              <a:t>SK </a:t>
            </a:r>
            <a:r>
              <a:rPr lang="zh-CN" altLang="en-US" sz="2000" b="1" dirty="0">
                <a:solidFill>
                  <a:srgbClr val="0000FF"/>
                </a:solidFill>
                <a:latin typeface="微软雅黑" panose="020B0503020204020204" pitchFamily="34" charset="-122"/>
                <a:ea typeface="微软雅黑" panose="020B0503020204020204" pitchFamily="34" charset="-122"/>
              </a:rPr>
              <a:t>是由公钥 </a:t>
            </a:r>
            <a:r>
              <a:rPr lang="en-US" altLang="zh-CN" sz="2000" b="1" dirty="0">
                <a:solidFill>
                  <a:srgbClr val="0000FF"/>
                </a:solidFill>
                <a:latin typeface="微软雅黑" panose="020B0503020204020204" pitchFamily="34" charset="-122"/>
                <a:ea typeface="微软雅黑" panose="020B0503020204020204" pitchFamily="34" charset="-122"/>
              </a:rPr>
              <a:t>PK</a:t>
            </a:r>
            <a:r>
              <a:rPr lang="en-US" altLang="zh-CN" sz="2000" b="1" i="1" dirty="0">
                <a:solidFill>
                  <a:srgbClr val="0000FF"/>
                </a:solidFill>
                <a:latin typeface="微软雅黑" panose="020B0503020204020204" pitchFamily="34" charset="-122"/>
                <a:ea typeface="微软雅黑" panose="020B0503020204020204" pitchFamily="34" charset="-122"/>
              </a:rPr>
              <a:t> </a:t>
            </a:r>
            <a:r>
              <a:rPr lang="zh-CN" altLang="en-US" sz="2000" b="1" dirty="0">
                <a:solidFill>
                  <a:srgbClr val="0000FF"/>
                </a:solidFill>
                <a:latin typeface="微软雅黑" panose="020B0503020204020204" pitchFamily="34" charset="-122"/>
                <a:ea typeface="微软雅黑" panose="020B0503020204020204" pitchFamily="34" charset="-122"/>
              </a:rPr>
              <a:t>决定的，但却不能根据 </a:t>
            </a:r>
            <a:r>
              <a:rPr lang="en-US" altLang="zh-CN" sz="2000" b="1" dirty="0">
                <a:solidFill>
                  <a:srgbClr val="0000FF"/>
                </a:solidFill>
                <a:latin typeface="微软雅黑" panose="020B0503020204020204" pitchFamily="34" charset="-122"/>
                <a:ea typeface="微软雅黑" panose="020B0503020204020204" pitchFamily="34" charset="-122"/>
              </a:rPr>
              <a:t>PK </a:t>
            </a:r>
            <a:r>
              <a:rPr lang="zh-CN" altLang="en-US" sz="2000" b="1" dirty="0">
                <a:solidFill>
                  <a:srgbClr val="0000FF"/>
                </a:solidFill>
                <a:latin typeface="微软雅黑" panose="020B0503020204020204" pitchFamily="34" charset="-122"/>
                <a:ea typeface="微软雅黑" panose="020B0503020204020204" pitchFamily="34" charset="-122"/>
              </a:rPr>
              <a:t>计算出</a:t>
            </a:r>
            <a:r>
              <a:rPr lang="zh-CN" altLang="en-US" sz="2000" b="1" i="1" dirty="0">
                <a:solidFill>
                  <a:srgbClr val="0000FF"/>
                </a:solidFill>
                <a:latin typeface="微软雅黑" panose="020B0503020204020204" pitchFamily="34" charset="-122"/>
                <a:ea typeface="微软雅黑" panose="020B0503020204020204" pitchFamily="34" charset="-122"/>
              </a:rPr>
              <a:t> </a:t>
            </a:r>
            <a:r>
              <a:rPr lang="en-US" altLang="zh-CN" sz="2000" b="1" dirty="0">
                <a:solidFill>
                  <a:srgbClr val="0000FF"/>
                </a:solidFill>
                <a:latin typeface="微软雅黑" panose="020B0503020204020204" pitchFamily="34" charset="-122"/>
                <a:ea typeface="微软雅黑" panose="020B0503020204020204" pitchFamily="34" charset="-122"/>
              </a:rPr>
              <a:t>SK</a:t>
            </a:r>
            <a:r>
              <a:rPr lang="zh-CN" altLang="en-US" sz="2000" b="1" dirty="0">
                <a:solidFill>
                  <a:srgbClr val="0000FF"/>
                </a:solidFill>
                <a:latin typeface="微软雅黑" panose="020B0503020204020204" pitchFamily="34" charset="-122"/>
                <a:ea typeface="微软雅黑" panose="020B0503020204020204" pitchFamily="34" charset="-122"/>
              </a:rPr>
              <a:t>。 </a:t>
            </a:r>
          </a:p>
        </p:txBody>
      </p:sp>
      <p:sp>
        <p:nvSpPr>
          <p:cNvPr id="24" name="标题 1">
            <a:extLst>
              <a:ext uri="{FF2B5EF4-FFF2-40B4-BE49-F238E27FC236}">
                <a16:creationId xmlns:a16="http://schemas.microsoft.com/office/drawing/2014/main" id="{CE54C28C-5840-4CA1-5683-A8AE2740155B}"/>
              </a:ext>
            </a:extLst>
          </p:cNvPr>
          <p:cNvSpPr txBox="1">
            <a:spLocks/>
          </p:cNvSpPr>
          <p:nvPr/>
        </p:nvSpPr>
        <p:spPr>
          <a:xfrm>
            <a:off x="601437" y="37889"/>
            <a:ext cx="9066212" cy="792088"/>
          </a:xfrm>
          <a:prstGeom prst="rect">
            <a:avLst/>
          </a:prstGeom>
        </p:spPr>
        <p:txBody>
          <a:bodyPr/>
          <a:lstStyle>
            <a:lvl1pPr algn="l" rtl="0" eaLnBrk="1" fontAlgn="base" hangingPunct="1">
              <a:spcBef>
                <a:spcPct val="0"/>
              </a:spcBef>
              <a:spcAft>
                <a:spcPct val="0"/>
              </a:spcAft>
              <a:defRPr sz="4400" b="1">
                <a:solidFill>
                  <a:srgbClr val="333399"/>
                </a:solidFill>
                <a:latin typeface="+mn-lt"/>
                <a:ea typeface="黑体" panose="02010609060101010101" pitchFamily="2" charset="-122"/>
                <a:cs typeface="+mj-cs"/>
              </a:defRPr>
            </a:lvl1pPr>
            <a:lvl2pPr algn="l" rtl="0" eaLnBrk="1" fontAlgn="base" hangingPunct="1">
              <a:spcBef>
                <a:spcPct val="0"/>
              </a:spcBef>
              <a:spcAft>
                <a:spcPct val="0"/>
              </a:spcAft>
              <a:defRPr sz="4400">
                <a:solidFill>
                  <a:schemeClr val="tx2"/>
                </a:solidFill>
                <a:latin typeface="Times New Roman" panose="02020603050405020304" pitchFamily="18" charset="0"/>
              </a:defRPr>
            </a:lvl2pPr>
            <a:lvl3pPr algn="l" rtl="0" eaLnBrk="1" fontAlgn="base" hangingPunct="1">
              <a:spcBef>
                <a:spcPct val="0"/>
              </a:spcBef>
              <a:spcAft>
                <a:spcPct val="0"/>
              </a:spcAft>
              <a:defRPr sz="4400">
                <a:solidFill>
                  <a:schemeClr val="tx2"/>
                </a:solidFill>
                <a:latin typeface="Times New Roman" panose="02020603050405020304" pitchFamily="18" charset="0"/>
              </a:defRPr>
            </a:lvl3pPr>
            <a:lvl4pPr algn="l" rtl="0" eaLnBrk="1" fontAlgn="base" hangingPunct="1">
              <a:spcBef>
                <a:spcPct val="0"/>
              </a:spcBef>
              <a:spcAft>
                <a:spcPct val="0"/>
              </a:spcAft>
              <a:defRPr sz="4400">
                <a:solidFill>
                  <a:schemeClr val="tx2"/>
                </a:solidFill>
                <a:latin typeface="Times New Roman" panose="02020603050405020304" pitchFamily="18" charset="0"/>
              </a:defRPr>
            </a:lvl4pPr>
            <a:lvl5pPr algn="l" rtl="0" eaLnBrk="1" fontAlgn="base" hangingPunct="1">
              <a:spcBef>
                <a:spcPct val="0"/>
              </a:spcBef>
              <a:spcAft>
                <a:spcPct val="0"/>
              </a:spcAft>
              <a:defRPr sz="4400">
                <a:solidFill>
                  <a:schemeClr val="tx2"/>
                </a:solidFill>
                <a:latin typeface="Times New Roman" panose="02020603050405020304" pitchFamily="18" charset="0"/>
              </a:defRPr>
            </a:lvl5pPr>
            <a:lvl6pPr marL="457200" algn="l" rtl="0" eaLnBrk="1" fontAlgn="base" hangingPunct="1">
              <a:spcBef>
                <a:spcPct val="0"/>
              </a:spcBef>
              <a:spcAft>
                <a:spcPct val="0"/>
              </a:spcAft>
              <a:defRPr sz="4400">
                <a:solidFill>
                  <a:schemeClr val="tx2"/>
                </a:solidFill>
                <a:latin typeface="Times New Roman" panose="02020603050405020304" pitchFamily="18" charset="0"/>
              </a:defRPr>
            </a:lvl6pPr>
            <a:lvl7pPr marL="914400" algn="l" rtl="0" eaLnBrk="1" fontAlgn="base" hangingPunct="1">
              <a:spcBef>
                <a:spcPct val="0"/>
              </a:spcBef>
              <a:spcAft>
                <a:spcPct val="0"/>
              </a:spcAft>
              <a:defRPr sz="4400">
                <a:solidFill>
                  <a:schemeClr val="tx2"/>
                </a:solidFill>
                <a:latin typeface="Times New Roman" panose="02020603050405020304" pitchFamily="18" charset="0"/>
              </a:defRPr>
            </a:lvl7pPr>
            <a:lvl8pPr marL="1371600" algn="l" rtl="0" eaLnBrk="1" fontAlgn="base" hangingPunct="1">
              <a:spcBef>
                <a:spcPct val="0"/>
              </a:spcBef>
              <a:spcAft>
                <a:spcPct val="0"/>
              </a:spcAft>
              <a:defRPr sz="4400">
                <a:solidFill>
                  <a:schemeClr val="tx2"/>
                </a:solidFill>
                <a:latin typeface="Times New Roman" panose="02020603050405020304" pitchFamily="18" charset="0"/>
              </a:defRPr>
            </a:lvl8pPr>
            <a:lvl9pPr marL="1828800" algn="l" rtl="0" eaLnBrk="1" fontAlgn="base" hangingPunct="1">
              <a:spcBef>
                <a:spcPct val="0"/>
              </a:spcBef>
              <a:spcAft>
                <a:spcPct val="0"/>
              </a:spcAft>
              <a:defRPr sz="4400">
                <a:solidFill>
                  <a:schemeClr val="tx2"/>
                </a:solidFill>
                <a:latin typeface="Times New Roman" panose="02020603050405020304" pitchFamily="18" charset="0"/>
              </a:defRPr>
            </a:lvl9pPr>
          </a:lstStyle>
          <a:p>
            <a:r>
              <a:rPr lang="zh-CN" altLang="en-US" kern="0" dirty="0"/>
              <a:t>第 </a:t>
            </a:r>
            <a:r>
              <a:rPr lang="en-US" altLang="zh-CN" kern="0" dirty="0"/>
              <a:t>7 </a:t>
            </a:r>
            <a:r>
              <a:rPr lang="zh-CN" altLang="en-US" kern="0" dirty="0"/>
              <a:t>章 网络安全</a:t>
            </a:r>
          </a:p>
        </p:txBody>
      </p:sp>
      <p:sp>
        <p:nvSpPr>
          <p:cNvPr id="153" name="Rectangle 46">
            <a:extLst>
              <a:ext uri="{FF2B5EF4-FFF2-40B4-BE49-F238E27FC236}">
                <a16:creationId xmlns:a16="http://schemas.microsoft.com/office/drawing/2014/main" id="{15803B25-C86F-0D21-A17C-558A05FF7DFD}"/>
              </a:ext>
            </a:extLst>
          </p:cNvPr>
          <p:cNvSpPr>
            <a:spLocks noChangeArrowheads="1"/>
          </p:cNvSpPr>
          <p:nvPr/>
        </p:nvSpPr>
        <p:spPr bwMode="auto">
          <a:xfrm>
            <a:off x="6253381" y="5166600"/>
            <a:ext cx="3525610" cy="470770"/>
          </a:xfrm>
          <a:prstGeom prst="rect">
            <a:avLst/>
          </a:prstGeom>
          <a:noFill/>
          <a:ln w="31750">
            <a:solidFill>
              <a:srgbClr val="FF0000"/>
            </a:solidFill>
            <a:miter lim="10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anose="05000000000000000000" pitchFamily="2" charset="2"/>
              <a:buChar char="l"/>
            </a:pPr>
            <a:r>
              <a:rPr lang="en-US" altLang="zh-CN" sz="2000" b="1" dirty="0">
                <a:solidFill>
                  <a:srgbClr val="FF0000"/>
                </a:solidFill>
                <a:latin typeface="微软雅黑" panose="020B0503020204020204" pitchFamily="34" charset="-122"/>
                <a:ea typeface="微软雅黑" panose="020B0503020204020204" pitchFamily="34" charset="-122"/>
              </a:rPr>
              <a:t>RSA</a:t>
            </a:r>
            <a:r>
              <a:rPr lang="zh-CN" altLang="en-US" sz="2000" b="1" dirty="0">
                <a:solidFill>
                  <a:srgbClr val="FF0000"/>
                </a:solidFill>
                <a:latin typeface="微软雅黑" panose="020B0503020204020204" pitchFamily="34" charset="-122"/>
                <a:ea typeface="微软雅黑" panose="020B0503020204020204" pitchFamily="34" charset="-122"/>
              </a:rPr>
              <a:t>，椭圆曲线密码</a:t>
            </a:r>
            <a:endParaRPr lang="en-US" altLang="zh-CN" sz="2000" b="1" dirty="0">
              <a:solidFill>
                <a:srgbClr val="FF0000"/>
              </a:solidFill>
              <a:latin typeface="微软雅黑" panose="020B0503020204020204" pitchFamily="34" charset="-122"/>
              <a:ea typeface="微软雅黑" panose="020B0503020204020204" pitchFamily="34" charset="-122"/>
            </a:endParaRPr>
          </a:p>
        </p:txBody>
      </p:sp>
      <p:sp>
        <p:nvSpPr>
          <p:cNvPr id="154" name="AutoShape 5">
            <a:extLst>
              <a:ext uri="{FF2B5EF4-FFF2-40B4-BE49-F238E27FC236}">
                <a16:creationId xmlns:a16="http://schemas.microsoft.com/office/drawing/2014/main" id="{E139DD2B-99F7-D9DC-EA95-30A762E5127E}"/>
              </a:ext>
            </a:extLst>
          </p:cNvPr>
          <p:cNvSpPr>
            <a:spLocks noChangeArrowheads="1"/>
          </p:cNvSpPr>
          <p:nvPr/>
        </p:nvSpPr>
        <p:spPr bwMode="auto">
          <a:xfrm>
            <a:off x="6249144" y="4797152"/>
            <a:ext cx="3529848" cy="353930"/>
          </a:xfrm>
          <a:prstGeom prst="roundRect">
            <a:avLst>
              <a:gd name="adj" fmla="val 16667"/>
            </a:avLst>
          </a:prstGeom>
          <a:solidFill>
            <a:srgbClr val="FF0000"/>
          </a:solidFill>
          <a:ln>
            <a:noFill/>
          </a:ln>
          <a:effectLst/>
        </p:spPr>
        <p:txBody>
          <a:bodyPr wrap="none" anchor="ctr"/>
          <a:lstStyle/>
          <a:p>
            <a:endParaRPr lang="zh-CN" altLang="en-US"/>
          </a:p>
        </p:txBody>
      </p:sp>
      <p:sp>
        <p:nvSpPr>
          <p:cNvPr id="155" name="Rectangle 6">
            <a:extLst>
              <a:ext uri="{FF2B5EF4-FFF2-40B4-BE49-F238E27FC236}">
                <a16:creationId xmlns:a16="http://schemas.microsoft.com/office/drawing/2014/main" id="{B9A3CC23-90E4-5B75-D09B-096A2BA329AC}"/>
              </a:ext>
            </a:extLst>
          </p:cNvPr>
          <p:cNvSpPr>
            <a:spLocks noChangeArrowheads="1"/>
          </p:cNvSpPr>
          <p:nvPr/>
        </p:nvSpPr>
        <p:spPr bwMode="auto">
          <a:xfrm>
            <a:off x="6826662" y="4822980"/>
            <a:ext cx="259083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0" hangingPunct="0"/>
            <a:r>
              <a:rPr lang="zh-CN" altLang="en-US" sz="2000" b="1" dirty="0">
                <a:solidFill>
                  <a:schemeClr val="bg1"/>
                </a:solidFill>
                <a:latin typeface="微软雅黑" panose="020B0503020204020204" pitchFamily="34" charset="-122"/>
                <a:ea typeface="微软雅黑" panose="020B0503020204020204" pitchFamily="34" charset="-122"/>
              </a:rPr>
              <a:t>典型非对称密码算法 </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5000" fill="hold" nodeType="afterEffect">
                                  <p:stCondLst>
                                    <p:cond delay="750"/>
                                  </p:stCondLst>
                                  <p:childTnLst>
                                    <p:anim calcmode="discrete" valueType="str">
                                      <p:cBhvr>
                                        <p:cTn id="6" dur="1000" fill="hold"/>
                                        <p:tgtEl>
                                          <p:spTgt spid="5"/>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283FE6-3AF0-348A-7A20-1DDF11917256}"/>
            </a:ext>
          </a:extLst>
        </p:cNvPr>
        <p:cNvGrpSpPr/>
        <p:nvPr/>
      </p:nvGrpSpPr>
      <p:grpSpPr>
        <a:xfrm>
          <a:off x="0" y="0"/>
          <a:ext cx="0" cy="0"/>
          <a:chOff x="0" y="0"/>
          <a:chExt cx="0" cy="0"/>
        </a:xfrm>
      </p:grpSpPr>
      <p:sp>
        <p:nvSpPr>
          <p:cNvPr id="4" name="标题 1">
            <a:extLst>
              <a:ext uri="{FF2B5EF4-FFF2-40B4-BE49-F238E27FC236}">
                <a16:creationId xmlns:a16="http://schemas.microsoft.com/office/drawing/2014/main" id="{0F1C1BF6-2DFC-09D8-D729-53D982E9EB44}"/>
              </a:ext>
            </a:extLst>
          </p:cNvPr>
          <p:cNvSpPr txBox="1">
            <a:spLocks/>
          </p:cNvSpPr>
          <p:nvPr/>
        </p:nvSpPr>
        <p:spPr>
          <a:xfrm>
            <a:off x="495300" y="188640"/>
            <a:ext cx="9066212" cy="792088"/>
          </a:xfrm>
          <a:prstGeom prst="rect">
            <a:avLst/>
          </a:prstGeom>
        </p:spPr>
        <p:txBody>
          <a:bodyPr/>
          <a:lstStyle>
            <a:lvl1pPr algn="l" rtl="0" eaLnBrk="1" fontAlgn="base" hangingPunct="1">
              <a:spcBef>
                <a:spcPct val="0"/>
              </a:spcBef>
              <a:spcAft>
                <a:spcPct val="0"/>
              </a:spcAft>
              <a:defRPr sz="4400" b="1">
                <a:solidFill>
                  <a:srgbClr val="333399"/>
                </a:solidFill>
                <a:latin typeface="+mn-lt"/>
                <a:ea typeface="黑体" panose="02010609060101010101" pitchFamily="2" charset="-122"/>
                <a:cs typeface="+mj-cs"/>
              </a:defRPr>
            </a:lvl1pPr>
            <a:lvl2pPr algn="l" rtl="0" eaLnBrk="1" fontAlgn="base" hangingPunct="1">
              <a:spcBef>
                <a:spcPct val="0"/>
              </a:spcBef>
              <a:spcAft>
                <a:spcPct val="0"/>
              </a:spcAft>
              <a:defRPr sz="4400">
                <a:solidFill>
                  <a:schemeClr val="tx2"/>
                </a:solidFill>
                <a:latin typeface="Times New Roman" panose="02020603050405020304" pitchFamily="18" charset="0"/>
              </a:defRPr>
            </a:lvl2pPr>
            <a:lvl3pPr algn="l" rtl="0" eaLnBrk="1" fontAlgn="base" hangingPunct="1">
              <a:spcBef>
                <a:spcPct val="0"/>
              </a:spcBef>
              <a:spcAft>
                <a:spcPct val="0"/>
              </a:spcAft>
              <a:defRPr sz="4400">
                <a:solidFill>
                  <a:schemeClr val="tx2"/>
                </a:solidFill>
                <a:latin typeface="Times New Roman" panose="02020603050405020304" pitchFamily="18" charset="0"/>
              </a:defRPr>
            </a:lvl3pPr>
            <a:lvl4pPr algn="l" rtl="0" eaLnBrk="1" fontAlgn="base" hangingPunct="1">
              <a:spcBef>
                <a:spcPct val="0"/>
              </a:spcBef>
              <a:spcAft>
                <a:spcPct val="0"/>
              </a:spcAft>
              <a:defRPr sz="4400">
                <a:solidFill>
                  <a:schemeClr val="tx2"/>
                </a:solidFill>
                <a:latin typeface="Times New Roman" panose="02020603050405020304" pitchFamily="18" charset="0"/>
              </a:defRPr>
            </a:lvl4pPr>
            <a:lvl5pPr algn="l" rtl="0" eaLnBrk="1" fontAlgn="base" hangingPunct="1">
              <a:spcBef>
                <a:spcPct val="0"/>
              </a:spcBef>
              <a:spcAft>
                <a:spcPct val="0"/>
              </a:spcAft>
              <a:defRPr sz="4400">
                <a:solidFill>
                  <a:schemeClr val="tx2"/>
                </a:solidFill>
                <a:latin typeface="Times New Roman" panose="02020603050405020304" pitchFamily="18" charset="0"/>
              </a:defRPr>
            </a:lvl5pPr>
            <a:lvl6pPr marL="457200" algn="l" rtl="0" eaLnBrk="1" fontAlgn="base" hangingPunct="1">
              <a:spcBef>
                <a:spcPct val="0"/>
              </a:spcBef>
              <a:spcAft>
                <a:spcPct val="0"/>
              </a:spcAft>
              <a:defRPr sz="4400">
                <a:solidFill>
                  <a:schemeClr val="tx2"/>
                </a:solidFill>
                <a:latin typeface="Times New Roman" panose="02020603050405020304" pitchFamily="18" charset="0"/>
              </a:defRPr>
            </a:lvl6pPr>
            <a:lvl7pPr marL="914400" algn="l" rtl="0" eaLnBrk="1" fontAlgn="base" hangingPunct="1">
              <a:spcBef>
                <a:spcPct val="0"/>
              </a:spcBef>
              <a:spcAft>
                <a:spcPct val="0"/>
              </a:spcAft>
              <a:defRPr sz="4400">
                <a:solidFill>
                  <a:schemeClr val="tx2"/>
                </a:solidFill>
                <a:latin typeface="Times New Roman" panose="02020603050405020304" pitchFamily="18" charset="0"/>
              </a:defRPr>
            </a:lvl7pPr>
            <a:lvl8pPr marL="1371600" algn="l" rtl="0" eaLnBrk="1" fontAlgn="base" hangingPunct="1">
              <a:spcBef>
                <a:spcPct val="0"/>
              </a:spcBef>
              <a:spcAft>
                <a:spcPct val="0"/>
              </a:spcAft>
              <a:defRPr sz="4400">
                <a:solidFill>
                  <a:schemeClr val="tx2"/>
                </a:solidFill>
                <a:latin typeface="Times New Roman" panose="02020603050405020304" pitchFamily="18" charset="0"/>
              </a:defRPr>
            </a:lvl8pPr>
            <a:lvl9pPr marL="1828800" algn="l" rtl="0" eaLnBrk="1" fontAlgn="base" hangingPunct="1">
              <a:spcBef>
                <a:spcPct val="0"/>
              </a:spcBef>
              <a:spcAft>
                <a:spcPct val="0"/>
              </a:spcAft>
              <a:defRPr sz="4400">
                <a:solidFill>
                  <a:schemeClr val="tx2"/>
                </a:solidFill>
                <a:latin typeface="Times New Roman" panose="02020603050405020304" pitchFamily="18" charset="0"/>
              </a:defRPr>
            </a:lvl9pPr>
          </a:lstStyle>
          <a:p>
            <a:r>
              <a:rPr lang="zh-CN" altLang="en-US" kern="0" dirty="0"/>
              <a:t>第 </a:t>
            </a:r>
            <a:r>
              <a:rPr lang="en-US" altLang="zh-CN" kern="0" dirty="0"/>
              <a:t>7 </a:t>
            </a:r>
            <a:r>
              <a:rPr lang="zh-CN" altLang="en-US" kern="0" dirty="0"/>
              <a:t>章 网络安全</a:t>
            </a:r>
          </a:p>
        </p:txBody>
      </p:sp>
      <p:sp>
        <p:nvSpPr>
          <p:cNvPr id="3" name="文本框 2">
            <a:extLst>
              <a:ext uri="{FF2B5EF4-FFF2-40B4-BE49-F238E27FC236}">
                <a16:creationId xmlns:a16="http://schemas.microsoft.com/office/drawing/2014/main" id="{AB1D3072-85B2-EA0A-276E-B79A28F2532B}"/>
              </a:ext>
            </a:extLst>
          </p:cNvPr>
          <p:cNvSpPr txBox="1"/>
          <p:nvPr/>
        </p:nvSpPr>
        <p:spPr>
          <a:xfrm>
            <a:off x="707926" y="2103174"/>
            <a:ext cx="8640960" cy="4541756"/>
          </a:xfrm>
          <a:prstGeom prst="rect">
            <a:avLst/>
          </a:prstGeom>
          <a:noFill/>
        </p:spPr>
        <p:txBody>
          <a:bodyPr wrap="square">
            <a:spAutoFit/>
          </a:bodyPr>
          <a:lstStyle/>
          <a:p>
            <a:pPr marL="342900" indent="-342900" eaLnBrk="0" hangingPunct="0">
              <a:lnSpc>
                <a:spcPts val="3900"/>
              </a:lnSpc>
              <a:buClr>
                <a:srgbClr val="0070C0"/>
              </a:buClr>
              <a:buFont typeface="Wingdings" pitchFamily="2" charset="2"/>
              <a:buChar char="l"/>
            </a:pPr>
            <a:r>
              <a:rPr lang="zh-CN" altLang="en-US" sz="2400" b="1" dirty="0">
                <a:solidFill>
                  <a:srgbClr val="FF0000"/>
                </a:solidFill>
                <a:latin typeface="微软雅黑" pitchFamily="34" charset="-122"/>
                <a:ea typeface="微软雅黑" pitchFamily="34" charset="-122"/>
              </a:rPr>
              <a:t>数字摘要：</a:t>
            </a:r>
            <a:r>
              <a:rPr lang="zh-CN" altLang="en-US" sz="2400" b="1" dirty="0">
                <a:latin typeface="微软雅黑" pitchFamily="34" charset="-122"/>
                <a:ea typeface="微软雅黑" pitchFamily="34" charset="-122"/>
              </a:rPr>
              <a:t>散列函数，保证</a:t>
            </a:r>
            <a:r>
              <a:rPr lang="zh-CN" altLang="en-US" sz="2400" b="1" dirty="0">
                <a:solidFill>
                  <a:srgbClr val="FF0000"/>
                </a:solidFill>
                <a:latin typeface="微软雅黑" pitchFamily="34" charset="-122"/>
                <a:ea typeface="微软雅黑" pitchFamily="34" charset="-122"/>
              </a:rPr>
              <a:t>完整性</a:t>
            </a:r>
            <a:endParaRPr lang="en-US" altLang="zh-CN" sz="2400" b="1" dirty="0">
              <a:solidFill>
                <a:srgbClr val="FF0000"/>
              </a:solidFill>
              <a:latin typeface="微软雅黑" pitchFamily="34" charset="-122"/>
              <a:ea typeface="微软雅黑" pitchFamily="34" charset="-122"/>
            </a:endParaRPr>
          </a:p>
          <a:p>
            <a:pPr marL="342900" indent="-342900" eaLnBrk="0" hangingPunct="0">
              <a:lnSpc>
                <a:spcPts val="3900"/>
              </a:lnSpc>
              <a:buClr>
                <a:srgbClr val="0070C0"/>
              </a:buClr>
              <a:buFont typeface="Wingdings" pitchFamily="2" charset="2"/>
              <a:buChar char="l"/>
            </a:pPr>
            <a:r>
              <a:rPr lang="zh-CN" altLang="en-US" sz="2400" b="1" dirty="0">
                <a:solidFill>
                  <a:srgbClr val="FF0000"/>
                </a:solidFill>
                <a:latin typeface="微软雅黑" pitchFamily="34" charset="-122"/>
                <a:ea typeface="微软雅黑" pitchFamily="34" charset="-122"/>
              </a:rPr>
              <a:t>数字证书：</a:t>
            </a:r>
            <a:r>
              <a:rPr lang="zh-CN" altLang="en-US" sz="2400" b="1" dirty="0">
                <a:latin typeface="微软雅黑" pitchFamily="34" charset="-122"/>
                <a:ea typeface="微软雅黑" pitchFamily="34" charset="-122"/>
              </a:rPr>
              <a:t>是对</a:t>
            </a:r>
            <a:r>
              <a:rPr lang="zh-CN" altLang="en-US" sz="2400" b="1" dirty="0">
                <a:solidFill>
                  <a:srgbClr val="FF0000"/>
                </a:solidFill>
                <a:latin typeface="微软雅黑" pitchFamily="34" charset="-122"/>
                <a:ea typeface="微软雅黑" pitchFamily="34" charset="-122"/>
              </a:rPr>
              <a:t>公钥</a:t>
            </a:r>
            <a:r>
              <a:rPr lang="zh-CN" altLang="en-US" sz="2400" b="1" dirty="0">
                <a:latin typeface="微软雅黑" pitchFamily="34" charset="-122"/>
                <a:ea typeface="微软雅黑" pitchFamily="34" charset="-122"/>
              </a:rPr>
              <a:t>与其对应的实体 进行绑定的一个证明</a:t>
            </a:r>
            <a:endParaRPr lang="en-US" altLang="zh-CN" sz="2400" b="1" dirty="0">
              <a:latin typeface="微软雅黑" pitchFamily="34" charset="-122"/>
              <a:ea typeface="微软雅黑" pitchFamily="34" charset="-122"/>
            </a:endParaRPr>
          </a:p>
          <a:p>
            <a:pPr marL="342900" indent="-342900" eaLnBrk="0" hangingPunct="0">
              <a:lnSpc>
                <a:spcPts val="3900"/>
              </a:lnSpc>
              <a:buClr>
                <a:srgbClr val="0070C0"/>
              </a:buClr>
              <a:buFont typeface="Wingdings" pitchFamily="2" charset="2"/>
              <a:buChar char="l"/>
            </a:pPr>
            <a:r>
              <a:rPr lang="zh-CN" altLang="en-US" sz="2400" b="1" dirty="0">
                <a:solidFill>
                  <a:srgbClr val="FF0000"/>
                </a:solidFill>
                <a:latin typeface="微软雅黑" pitchFamily="34" charset="-122"/>
                <a:ea typeface="微软雅黑" pitchFamily="34" charset="-122"/>
              </a:rPr>
              <a:t>公钥证书：</a:t>
            </a:r>
            <a:r>
              <a:rPr lang="zh-CN" altLang="en-US" sz="2400" b="1" dirty="0">
                <a:latin typeface="微软雅黑" pitchFamily="34" charset="-122"/>
                <a:ea typeface="微软雅黑" pitchFamily="34" charset="-122"/>
              </a:rPr>
              <a:t>每个证书中写有</a:t>
            </a:r>
            <a:r>
              <a:rPr lang="zh-CN" altLang="en-US" sz="2400" b="1" dirty="0">
                <a:solidFill>
                  <a:srgbClr val="FF0000"/>
                </a:solidFill>
                <a:latin typeface="微软雅黑" pitchFamily="34" charset="-122"/>
                <a:ea typeface="微软雅黑" pitchFamily="34" charset="-122"/>
              </a:rPr>
              <a:t>公钥</a:t>
            </a:r>
            <a:r>
              <a:rPr lang="zh-CN" altLang="en-US" sz="2400" b="1" dirty="0">
                <a:latin typeface="微软雅黑" pitchFamily="34" charset="-122"/>
                <a:ea typeface="微软雅黑" pitchFamily="34" charset="-122"/>
              </a:rPr>
              <a:t>及其拥有者的标识信息</a:t>
            </a:r>
            <a:endParaRPr lang="en-US" altLang="zh-CN" sz="2400" b="1" dirty="0">
              <a:latin typeface="微软雅黑" pitchFamily="34" charset="-122"/>
              <a:ea typeface="微软雅黑" pitchFamily="34" charset="-122"/>
            </a:endParaRPr>
          </a:p>
          <a:p>
            <a:pPr marL="342900" indent="-342900" eaLnBrk="0" hangingPunct="0">
              <a:lnSpc>
                <a:spcPts val="3900"/>
              </a:lnSpc>
              <a:buClr>
                <a:srgbClr val="0070C0"/>
              </a:buClr>
              <a:buFont typeface="Wingdings" pitchFamily="2" charset="2"/>
              <a:buChar char="l"/>
            </a:pPr>
            <a:r>
              <a:rPr lang="zh-CN" altLang="en-US" sz="2400" b="1" dirty="0">
                <a:solidFill>
                  <a:srgbClr val="FF0000"/>
                </a:solidFill>
                <a:latin typeface="微软雅黑" pitchFamily="34" charset="-122"/>
                <a:ea typeface="微软雅黑" pitchFamily="34" charset="-122"/>
              </a:rPr>
              <a:t>数字签名：</a:t>
            </a:r>
            <a:r>
              <a:rPr lang="zh-CN" altLang="en-US" sz="2400" b="1" dirty="0">
                <a:latin typeface="微软雅黑" pitchFamily="34" charset="-122"/>
                <a:ea typeface="微软雅黑" pitchFamily="34" charset="-122"/>
              </a:rPr>
              <a:t>证书中有 </a:t>
            </a:r>
            <a:r>
              <a:rPr lang="en-US" altLang="zh-CN" sz="2400" b="1" dirty="0">
                <a:solidFill>
                  <a:srgbClr val="FF0000"/>
                </a:solidFill>
                <a:latin typeface="微软雅黑" pitchFamily="34" charset="-122"/>
                <a:ea typeface="微软雅黑" pitchFamily="34" charset="-122"/>
              </a:rPr>
              <a:t>CA</a:t>
            </a:r>
            <a:r>
              <a:rPr lang="en-US" altLang="zh-CN" sz="2400" b="1" dirty="0">
                <a:latin typeface="微软雅黑" pitchFamily="34" charset="-122"/>
                <a:ea typeface="微软雅黑" pitchFamily="34" charset="-122"/>
              </a:rPr>
              <a:t> </a:t>
            </a:r>
            <a:r>
              <a:rPr lang="zh-CN" altLang="en-US" sz="2400" b="1" dirty="0">
                <a:latin typeface="微软雅黑" pitchFamily="34" charset="-122"/>
                <a:ea typeface="微软雅黑" pitchFamily="34" charset="-122"/>
              </a:rPr>
              <a:t>使用自己</a:t>
            </a:r>
            <a:r>
              <a:rPr lang="zh-CN" altLang="en-US" sz="2400" b="1" dirty="0">
                <a:solidFill>
                  <a:srgbClr val="FF0000"/>
                </a:solidFill>
                <a:latin typeface="微软雅黑" pitchFamily="34" charset="-122"/>
                <a:ea typeface="微软雅黑" pitchFamily="34" charset="-122"/>
              </a:rPr>
              <a:t>私钥</a:t>
            </a:r>
            <a:r>
              <a:rPr lang="zh-CN" altLang="en-US" sz="2400" b="1" dirty="0">
                <a:latin typeface="微软雅黑" pitchFamily="34" charset="-122"/>
                <a:ea typeface="微软雅黑" pitchFamily="34" charset="-122"/>
              </a:rPr>
              <a:t>的</a:t>
            </a:r>
            <a:r>
              <a:rPr lang="zh-CN" altLang="en-US" sz="2400" b="1" dirty="0">
                <a:solidFill>
                  <a:srgbClr val="FF0000"/>
                </a:solidFill>
                <a:latin typeface="微软雅黑" pitchFamily="34" charset="-122"/>
                <a:ea typeface="微软雅黑" pitchFamily="34" charset="-122"/>
              </a:rPr>
              <a:t>数字签名</a:t>
            </a:r>
            <a:endParaRPr lang="en-US" altLang="zh-CN" sz="2400" b="1" dirty="0">
              <a:solidFill>
                <a:srgbClr val="FF0000"/>
              </a:solidFill>
              <a:latin typeface="微软雅黑" pitchFamily="34" charset="-122"/>
              <a:ea typeface="微软雅黑" pitchFamily="34" charset="-122"/>
            </a:endParaRPr>
          </a:p>
          <a:p>
            <a:pPr marL="342900" indent="-342900">
              <a:lnSpc>
                <a:spcPts val="3900"/>
              </a:lnSpc>
              <a:buClr>
                <a:srgbClr val="0070C0"/>
              </a:buClr>
              <a:buFont typeface="Wingdings" pitchFamily="2" charset="2"/>
              <a:buChar char="l"/>
            </a:pPr>
            <a:r>
              <a:rPr lang="zh-CN" altLang="en-US" sz="2400" b="1" dirty="0">
                <a:solidFill>
                  <a:srgbClr val="FF0000"/>
                </a:solidFill>
                <a:latin typeface="微软雅黑" pitchFamily="34" charset="-122"/>
                <a:ea typeface="微软雅黑" pitchFamily="34" charset="-122"/>
              </a:rPr>
              <a:t>认证中心 </a:t>
            </a:r>
            <a:r>
              <a:rPr lang="en-US" altLang="zh-CN" sz="2400" b="1" dirty="0">
                <a:solidFill>
                  <a:srgbClr val="FF0000"/>
                </a:solidFill>
                <a:latin typeface="微软雅黑" pitchFamily="34" charset="-122"/>
                <a:ea typeface="微软雅黑" pitchFamily="34" charset="-122"/>
              </a:rPr>
              <a:t>CA (Certification Authority</a:t>
            </a:r>
            <a:r>
              <a:rPr lang="zh-CN" altLang="en-US" sz="2400" b="1" dirty="0">
                <a:solidFill>
                  <a:srgbClr val="FF0000"/>
                </a:solidFill>
                <a:latin typeface="微软雅黑" pitchFamily="34" charset="-122"/>
                <a:ea typeface="微软雅黑" pitchFamily="34" charset="-122"/>
              </a:rPr>
              <a:t>）</a:t>
            </a:r>
            <a:r>
              <a:rPr lang="zh-CN" altLang="zh-CN" sz="2400" b="1" dirty="0">
                <a:latin typeface="微软雅黑" pitchFamily="34" charset="-122"/>
                <a:ea typeface="微软雅黑" pitchFamily="34" charset="-122"/>
              </a:rPr>
              <a:t>为用户提供证书的申请、下载、查询、注销和恢复等操作</a:t>
            </a:r>
            <a:endParaRPr lang="en-US" altLang="zh-CN" sz="2400" b="1" dirty="0">
              <a:latin typeface="微软雅黑" pitchFamily="34" charset="-122"/>
              <a:ea typeface="微软雅黑" pitchFamily="34" charset="-122"/>
            </a:endParaRPr>
          </a:p>
          <a:p>
            <a:pPr marL="342900" indent="-342900">
              <a:lnSpc>
                <a:spcPts val="3900"/>
              </a:lnSpc>
              <a:buClr>
                <a:srgbClr val="0070C0"/>
              </a:buClr>
              <a:buFont typeface="Wingdings" pitchFamily="2" charset="2"/>
              <a:buChar char="l"/>
            </a:pPr>
            <a:r>
              <a:rPr lang="zh-CN" altLang="en-US" sz="2400" b="1" dirty="0">
                <a:solidFill>
                  <a:srgbClr val="FF0000"/>
                </a:solidFill>
                <a:latin typeface="微软雅黑" pitchFamily="34" charset="-122"/>
                <a:ea typeface="微软雅黑" pitchFamily="34" charset="-122"/>
              </a:rPr>
              <a:t>网络层安全协议：</a:t>
            </a:r>
            <a:r>
              <a:rPr lang="en-US" altLang="zh-CN" sz="2400" b="1" dirty="0">
                <a:solidFill>
                  <a:srgbClr val="FF0000"/>
                </a:solidFill>
                <a:latin typeface="微软雅黑" pitchFamily="34" charset="-122"/>
                <a:ea typeface="微软雅黑" pitchFamily="34" charset="-122"/>
              </a:rPr>
              <a:t>AH</a:t>
            </a:r>
            <a:r>
              <a:rPr lang="zh-CN" altLang="en-US" sz="2400" b="1" dirty="0">
                <a:solidFill>
                  <a:srgbClr val="FF0000"/>
                </a:solidFill>
                <a:latin typeface="微软雅黑" pitchFamily="34" charset="-122"/>
                <a:ea typeface="微软雅黑" pitchFamily="34" charset="-122"/>
              </a:rPr>
              <a:t>，</a:t>
            </a:r>
            <a:r>
              <a:rPr lang="en-US" altLang="zh-CN" sz="2400" b="1" dirty="0">
                <a:solidFill>
                  <a:srgbClr val="FF0000"/>
                </a:solidFill>
                <a:latin typeface="微软雅黑" pitchFamily="34" charset="-122"/>
                <a:ea typeface="微软雅黑" pitchFamily="34" charset="-122"/>
              </a:rPr>
              <a:t>ESP</a:t>
            </a:r>
          </a:p>
          <a:p>
            <a:pPr marL="342900" indent="-342900">
              <a:lnSpc>
                <a:spcPts val="3900"/>
              </a:lnSpc>
              <a:buClr>
                <a:srgbClr val="0070C0"/>
              </a:buClr>
              <a:buFont typeface="Wingdings" pitchFamily="2" charset="2"/>
              <a:buChar char="l"/>
            </a:pPr>
            <a:r>
              <a:rPr lang="zh-CN" altLang="en-US" sz="2400" b="1" dirty="0">
                <a:solidFill>
                  <a:srgbClr val="FF0000"/>
                </a:solidFill>
                <a:latin typeface="微软雅黑" pitchFamily="34" charset="-122"/>
                <a:ea typeface="微软雅黑" pitchFamily="34" charset="-122"/>
              </a:rPr>
              <a:t>运输层安全协议：</a:t>
            </a:r>
            <a:r>
              <a:rPr lang="en-US" altLang="zh-CN" sz="2400" b="1" dirty="0">
                <a:solidFill>
                  <a:srgbClr val="FF0000"/>
                </a:solidFill>
                <a:latin typeface="微软雅黑" pitchFamily="34" charset="-122"/>
                <a:ea typeface="微软雅黑" pitchFamily="34" charset="-122"/>
              </a:rPr>
              <a:t>SSL</a:t>
            </a:r>
            <a:r>
              <a:rPr lang="zh-CN" altLang="en-US" sz="2400" b="1" dirty="0">
                <a:solidFill>
                  <a:srgbClr val="FF0000"/>
                </a:solidFill>
                <a:latin typeface="微软雅黑" pitchFamily="34" charset="-122"/>
                <a:ea typeface="微软雅黑" pitchFamily="34" charset="-122"/>
              </a:rPr>
              <a:t>，</a:t>
            </a:r>
            <a:r>
              <a:rPr lang="en-US" altLang="zh-CN" sz="2400" b="1" dirty="0">
                <a:solidFill>
                  <a:srgbClr val="FF0000"/>
                </a:solidFill>
                <a:latin typeface="微软雅黑" pitchFamily="34" charset="-122"/>
                <a:ea typeface="微软雅黑" pitchFamily="34" charset="-122"/>
              </a:rPr>
              <a:t>TLS</a:t>
            </a:r>
          </a:p>
          <a:p>
            <a:pPr marL="342900" indent="-342900">
              <a:lnSpc>
                <a:spcPts val="3900"/>
              </a:lnSpc>
              <a:buClr>
                <a:srgbClr val="0070C0"/>
              </a:buClr>
              <a:buFont typeface="Wingdings" pitchFamily="2" charset="2"/>
              <a:buChar char="l"/>
            </a:pPr>
            <a:r>
              <a:rPr lang="zh-CN" altLang="en-US" sz="2400" b="1" dirty="0">
                <a:solidFill>
                  <a:srgbClr val="FF0000"/>
                </a:solidFill>
                <a:latin typeface="微软雅黑" pitchFamily="34" charset="-122"/>
                <a:ea typeface="微软雅黑" pitchFamily="34" charset="-122"/>
              </a:rPr>
              <a:t>应用层安全协议：</a:t>
            </a:r>
            <a:r>
              <a:rPr lang="en-US" altLang="zh-CN" sz="2400" b="1" dirty="0">
                <a:solidFill>
                  <a:srgbClr val="FF0000"/>
                </a:solidFill>
                <a:latin typeface="微软雅黑" pitchFamily="34" charset="-122"/>
                <a:ea typeface="微软雅黑" pitchFamily="34" charset="-122"/>
              </a:rPr>
              <a:t>PGP</a:t>
            </a:r>
            <a:endParaRPr lang="zh-CN" altLang="en-US" sz="2400" b="1" dirty="0">
              <a:solidFill>
                <a:srgbClr val="FF0000"/>
              </a:solidFill>
              <a:latin typeface="微软雅黑" pitchFamily="34" charset="-122"/>
              <a:ea typeface="微软雅黑" pitchFamily="34" charset="-122"/>
            </a:endParaRPr>
          </a:p>
        </p:txBody>
      </p:sp>
      <p:sp>
        <p:nvSpPr>
          <p:cNvPr id="6" name="AutoShape 5">
            <a:extLst>
              <a:ext uri="{FF2B5EF4-FFF2-40B4-BE49-F238E27FC236}">
                <a16:creationId xmlns:a16="http://schemas.microsoft.com/office/drawing/2014/main" id="{2310AB49-ED5B-280D-74D6-8D527D8603F4}"/>
              </a:ext>
            </a:extLst>
          </p:cNvPr>
          <p:cNvSpPr>
            <a:spLocks noChangeArrowheads="1"/>
          </p:cNvSpPr>
          <p:nvPr/>
        </p:nvSpPr>
        <p:spPr bwMode="auto">
          <a:xfrm>
            <a:off x="888492" y="1196752"/>
            <a:ext cx="8129015" cy="738188"/>
          </a:xfrm>
          <a:prstGeom prst="roundRect">
            <a:avLst>
              <a:gd name="adj" fmla="val 16667"/>
            </a:avLst>
          </a:prstGeom>
          <a:solidFill>
            <a:srgbClr val="92D050"/>
          </a:solidFill>
          <a:ln>
            <a:noFill/>
          </a:ln>
          <a:effectLst/>
        </p:spPr>
        <p:txBody>
          <a:bodyPr wrap="none" anchor="ctr"/>
          <a:lstStyle/>
          <a:p>
            <a:pPr algn="ctr"/>
            <a:r>
              <a:rPr lang="zh-CN" altLang="en-US" sz="4400" b="1" dirty="0">
                <a:solidFill>
                  <a:schemeClr val="bg1"/>
                </a:solidFill>
                <a:latin typeface="黑体" panose="02010609060101010101" pitchFamily="49" charset="-122"/>
                <a:ea typeface="黑体" panose="02010609060101010101" pitchFamily="49" charset="-122"/>
              </a:rPr>
              <a:t>网络安全重要概念</a:t>
            </a:r>
          </a:p>
        </p:txBody>
      </p:sp>
    </p:spTree>
    <p:extLst>
      <p:ext uri="{BB962C8B-B14F-4D97-AF65-F5344CB8AC3E}">
        <p14:creationId xmlns:p14="http://schemas.microsoft.com/office/powerpoint/2010/main" val="88525477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FF7817-46B2-9B99-5E25-989EE7CB426D}"/>
            </a:ext>
          </a:extLst>
        </p:cNvPr>
        <p:cNvGrpSpPr/>
        <p:nvPr/>
      </p:nvGrpSpPr>
      <p:grpSpPr>
        <a:xfrm>
          <a:off x="0" y="0"/>
          <a:ext cx="0" cy="0"/>
          <a:chOff x="0" y="0"/>
          <a:chExt cx="0" cy="0"/>
        </a:xfrm>
      </p:grpSpPr>
      <p:sp>
        <p:nvSpPr>
          <p:cNvPr id="4" name="标题 1">
            <a:extLst>
              <a:ext uri="{FF2B5EF4-FFF2-40B4-BE49-F238E27FC236}">
                <a16:creationId xmlns:a16="http://schemas.microsoft.com/office/drawing/2014/main" id="{E73AE235-48AB-A5CA-C6A0-642A2BB4652F}"/>
              </a:ext>
            </a:extLst>
          </p:cNvPr>
          <p:cNvSpPr txBox="1">
            <a:spLocks/>
          </p:cNvSpPr>
          <p:nvPr/>
        </p:nvSpPr>
        <p:spPr>
          <a:xfrm>
            <a:off x="495300" y="188640"/>
            <a:ext cx="9066212" cy="792088"/>
          </a:xfrm>
          <a:prstGeom prst="rect">
            <a:avLst/>
          </a:prstGeom>
        </p:spPr>
        <p:txBody>
          <a:bodyPr/>
          <a:lstStyle>
            <a:lvl1pPr algn="l" rtl="0" eaLnBrk="1" fontAlgn="base" hangingPunct="1">
              <a:spcBef>
                <a:spcPct val="0"/>
              </a:spcBef>
              <a:spcAft>
                <a:spcPct val="0"/>
              </a:spcAft>
              <a:defRPr sz="4400" b="1">
                <a:solidFill>
                  <a:srgbClr val="333399"/>
                </a:solidFill>
                <a:latin typeface="+mn-lt"/>
                <a:ea typeface="黑体" panose="02010609060101010101" pitchFamily="2" charset="-122"/>
                <a:cs typeface="+mj-cs"/>
              </a:defRPr>
            </a:lvl1pPr>
            <a:lvl2pPr algn="l" rtl="0" eaLnBrk="1" fontAlgn="base" hangingPunct="1">
              <a:spcBef>
                <a:spcPct val="0"/>
              </a:spcBef>
              <a:spcAft>
                <a:spcPct val="0"/>
              </a:spcAft>
              <a:defRPr sz="4400">
                <a:solidFill>
                  <a:schemeClr val="tx2"/>
                </a:solidFill>
                <a:latin typeface="Times New Roman" panose="02020603050405020304" pitchFamily="18" charset="0"/>
              </a:defRPr>
            </a:lvl2pPr>
            <a:lvl3pPr algn="l" rtl="0" eaLnBrk="1" fontAlgn="base" hangingPunct="1">
              <a:spcBef>
                <a:spcPct val="0"/>
              </a:spcBef>
              <a:spcAft>
                <a:spcPct val="0"/>
              </a:spcAft>
              <a:defRPr sz="4400">
                <a:solidFill>
                  <a:schemeClr val="tx2"/>
                </a:solidFill>
                <a:latin typeface="Times New Roman" panose="02020603050405020304" pitchFamily="18" charset="0"/>
              </a:defRPr>
            </a:lvl3pPr>
            <a:lvl4pPr algn="l" rtl="0" eaLnBrk="1" fontAlgn="base" hangingPunct="1">
              <a:spcBef>
                <a:spcPct val="0"/>
              </a:spcBef>
              <a:spcAft>
                <a:spcPct val="0"/>
              </a:spcAft>
              <a:defRPr sz="4400">
                <a:solidFill>
                  <a:schemeClr val="tx2"/>
                </a:solidFill>
                <a:latin typeface="Times New Roman" panose="02020603050405020304" pitchFamily="18" charset="0"/>
              </a:defRPr>
            </a:lvl4pPr>
            <a:lvl5pPr algn="l" rtl="0" eaLnBrk="1" fontAlgn="base" hangingPunct="1">
              <a:spcBef>
                <a:spcPct val="0"/>
              </a:spcBef>
              <a:spcAft>
                <a:spcPct val="0"/>
              </a:spcAft>
              <a:defRPr sz="4400">
                <a:solidFill>
                  <a:schemeClr val="tx2"/>
                </a:solidFill>
                <a:latin typeface="Times New Roman" panose="02020603050405020304" pitchFamily="18" charset="0"/>
              </a:defRPr>
            </a:lvl5pPr>
            <a:lvl6pPr marL="457200" algn="l" rtl="0" eaLnBrk="1" fontAlgn="base" hangingPunct="1">
              <a:spcBef>
                <a:spcPct val="0"/>
              </a:spcBef>
              <a:spcAft>
                <a:spcPct val="0"/>
              </a:spcAft>
              <a:defRPr sz="4400">
                <a:solidFill>
                  <a:schemeClr val="tx2"/>
                </a:solidFill>
                <a:latin typeface="Times New Roman" panose="02020603050405020304" pitchFamily="18" charset="0"/>
              </a:defRPr>
            </a:lvl6pPr>
            <a:lvl7pPr marL="914400" algn="l" rtl="0" eaLnBrk="1" fontAlgn="base" hangingPunct="1">
              <a:spcBef>
                <a:spcPct val="0"/>
              </a:spcBef>
              <a:spcAft>
                <a:spcPct val="0"/>
              </a:spcAft>
              <a:defRPr sz="4400">
                <a:solidFill>
                  <a:schemeClr val="tx2"/>
                </a:solidFill>
                <a:latin typeface="Times New Roman" panose="02020603050405020304" pitchFamily="18" charset="0"/>
              </a:defRPr>
            </a:lvl7pPr>
            <a:lvl8pPr marL="1371600" algn="l" rtl="0" eaLnBrk="1" fontAlgn="base" hangingPunct="1">
              <a:spcBef>
                <a:spcPct val="0"/>
              </a:spcBef>
              <a:spcAft>
                <a:spcPct val="0"/>
              </a:spcAft>
              <a:defRPr sz="4400">
                <a:solidFill>
                  <a:schemeClr val="tx2"/>
                </a:solidFill>
                <a:latin typeface="Times New Roman" panose="02020603050405020304" pitchFamily="18" charset="0"/>
              </a:defRPr>
            </a:lvl8pPr>
            <a:lvl9pPr marL="1828800" algn="l" rtl="0" eaLnBrk="1" fontAlgn="base" hangingPunct="1">
              <a:spcBef>
                <a:spcPct val="0"/>
              </a:spcBef>
              <a:spcAft>
                <a:spcPct val="0"/>
              </a:spcAft>
              <a:defRPr sz="4400">
                <a:solidFill>
                  <a:schemeClr val="tx2"/>
                </a:solidFill>
                <a:latin typeface="Times New Roman" panose="02020603050405020304" pitchFamily="18" charset="0"/>
              </a:defRPr>
            </a:lvl9pPr>
          </a:lstStyle>
          <a:p>
            <a:r>
              <a:rPr lang="zh-CN" altLang="en-US" kern="0" dirty="0"/>
              <a:t>第 </a:t>
            </a:r>
            <a:r>
              <a:rPr lang="en-US" altLang="zh-CN" kern="0" dirty="0"/>
              <a:t>8 </a:t>
            </a:r>
            <a:r>
              <a:rPr lang="zh-CN" altLang="en-US" kern="0" dirty="0"/>
              <a:t>章 互联网上的音视频服务</a:t>
            </a:r>
          </a:p>
        </p:txBody>
      </p:sp>
      <p:sp>
        <p:nvSpPr>
          <p:cNvPr id="2" name="Rectangle 46">
            <a:extLst>
              <a:ext uri="{FF2B5EF4-FFF2-40B4-BE49-F238E27FC236}">
                <a16:creationId xmlns:a16="http://schemas.microsoft.com/office/drawing/2014/main" id="{24F089CA-94FC-35D3-3E96-FEF90A2FD9D9}"/>
              </a:ext>
            </a:extLst>
          </p:cNvPr>
          <p:cNvSpPr>
            <a:spLocks noChangeArrowheads="1"/>
          </p:cNvSpPr>
          <p:nvPr/>
        </p:nvSpPr>
        <p:spPr bwMode="auto">
          <a:xfrm>
            <a:off x="888491" y="1377969"/>
            <a:ext cx="8129015" cy="17403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大体上可分为</a:t>
            </a:r>
            <a:r>
              <a:rPr lang="zh-CN" altLang="en-US" sz="2000" b="1" dirty="0">
                <a:solidFill>
                  <a:srgbClr val="C00000"/>
                </a:solidFill>
                <a:latin typeface="微软雅黑" pitchFamily="34" charset="-122"/>
                <a:ea typeface="微软雅黑" pitchFamily="34" charset="-122"/>
              </a:rPr>
              <a:t>三种类型：</a:t>
            </a:r>
          </a:p>
          <a:p>
            <a:pPr marL="354013" indent="-354013" eaLnBrk="0" hangingPunct="0">
              <a:lnSpc>
                <a:spcPts val="3300"/>
              </a:lnSpc>
              <a:buClr>
                <a:srgbClr val="9900CC"/>
              </a:buClr>
              <a:buFont typeface="+mj-lt"/>
              <a:buAutoNum type="arabicPeriod"/>
            </a:pPr>
            <a:r>
              <a:rPr lang="zh-CN" altLang="en-US" sz="2000" b="1" dirty="0">
                <a:solidFill>
                  <a:srgbClr val="0000FF"/>
                </a:solidFill>
                <a:latin typeface="微软雅黑" pitchFamily="34" charset="-122"/>
                <a:ea typeface="微软雅黑" pitchFamily="34" charset="-122"/>
              </a:rPr>
              <a:t>流式</a:t>
            </a:r>
            <a:r>
              <a:rPr lang="zh-CN" altLang="en-US" sz="2000" b="1" dirty="0">
                <a:latin typeface="微软雅黑" pitchFamily="34" charset="-122"/>
                <a:ea typeface="微软雅黑" pitchFamily="34" charset="-122"/>
              </a:rPr>
              <a:t> </a:t>
            </a:r>
            <a:r>
              <a:rPr lang="en-US" altLang="zh-CN" sz="2000" b="1" dirty="0">
                <a:latin typeface="微软雅黑" pitchFamily="34" charset="-122"/>
                <a:ea typeface="微软雅黑" pitchFamily="34" charset="-122"/>
              </a:rPr>
              <a:t>(streaming) </a:t>
            </a:r>
            <a:r>
              <a:rPr lang="zh-CN" altLang="en-US" sz="2000" b="1" dirty="0">
                <a:latin typeface="微软雅黑" pitchFamily="34" charset="-122"/>
                <a:ea typeface="微软雅黑" pitchFamily="34" charset="-122"/>
              </a:rPr>
              <a:t>存储音频</a:t>
            </a:r>
            <a:r>
              <a:rPr lang="en-US" altLang="zh-CN" sz="2000" b="1" dirty="0">
                <a:latin typeface="微软雅黑" pitchFamily="34" charset="-122"/>
                <a:ea typeface="微软雅黑" pitchFamily="34" charset="-122"/>
              </a:rPr>
              <a:t>/</a:t>
            </a:r>
            <a:r>
              <a:rPr lang="zh-CN" altLang="en-US" sz="2000" b="1" dirty="0">
                <a:latin typeface="微软雅黑" pitchFamily="34" charset="-122"/>
                <a:ea typeface="微软雅黑" pitchFamily="34" charset="-122"/>
              </a:rPr>
              <a:t>视频 </a:t>
            </a:r>
            <a:r>
              <a:rPr lang="en-US" altLang="zh-CN" sz="2000" b="1" dirty="0">
                <a:latin typeface="微软雅黑" pitchFamily="34" charset="-122"/>
                <a:ea typeface="微软雅黑" pitchFamily="34" charset="-122"/>
              </a:rPr>
              <a:t>——</a:t>
            </a:r>
            <a:r>
              <a:rPr lang="zh-CN" altLang="en-US" sz="2000" b="1" dirty="0">
                <a:latin typeface="微软雅黑" pitchFamily="34" charset="-122"/>
                <a:ea typeface="微软雅黑" pitchFamily="34" charset="-122"/>
              </a:rPr>
              <a:t>边下载边播放。</a:t>
            </a:r>
            <a:r>
              <a:rPr lang="zh-CN" altLang="en-US" sz="2000" b="1" dirty="0">
                <a:solidFill>
                  <a:srgbClr val="FF0000"/>
                </a:solidFill>
                <a:latin typeface="微软雅黑" pitchFamily="34" charset="-122"/>
                <a:ea typeface="微软雅黑" pitchFamily="34" charset="-122"/>
              </a:rPr>
              <a:t>在线播放</a:t>
            </a:r>
            <a:endParaRPr lang="en-US" altLang="zh-CN" sz="2000" b="1" dirty="0">
              <a:solidFill>
                <a:srgbClr val="FF0000"/>
              </a:solidFill>
              <a:latin typeface="微软雅黑" pitchFamily="34" charset="-122"/>
              <a:ea typeface="微软雅黑" pitchFamily="34" charset="-122"/>
            </a:endParaRPr>
          </a:p>
          <a:p>
            <a:pPr marL="354013" indent="-354013" eaLnBrk="0" hangingPunct="0">
              <a:lnSpc>
                <a:spcPts val="3300"/>
              </a:lnSpc>
              <a:buClr>
                <a:srgbClr val="9900CC"/>
              </a:buClr>
              <a:buFont typeface="+mj-lt"/>
              <a:buAutoNum type="arabicPeriod"/>
            </a:pPr>
            <a:r>
              <a:rPr lang="zh-CN" altLang="en-US" sz="2000" b="1" dirty="0">
                <a:solidFill>
                  <a:srgbClr val="0000FF"/>
                </a:solidFill>
                <a:latin typeface="微软雅黑" pitchFamily="34" charset="-122"/>
                <a:ea typeface="微软雅黑" pitchFamily="34" charset="-122"/>
              </a:rPr>
              <a:t>流式实况</a:t>
            </a:r>
            <a:r>
              <a:rPr lang="zh-CN" altLang="en-US" sz="2000" b="1" dirty="0">
                <a:latin typeface="微软雅黑" pitchFamily="34" charset="-122"/>
                <a:ea typeface="微软雅黑" pitchFamily="34" charset="-122"/>
              </a:rPr>
              <a:t>音频</a:t>
            </a:r>
            <a:r>
              <a:rPr lang="en-US" altLang="zh-CN" sz="2000" b="1" dirty="0">
                <a:latin typeface="微软雅黑" pitchFamily="34" charset="-122"/>
                <a:ea typeface="微软雅黑" pitchFamily="34" charset="-122"/>
              </a:rPr>
              <a:t>/</a:t>
            </a:r>
            <a:r>
              <a:rPr lang="zh-CN" altLang="en-US" sz="2000" b="1" dirty="0">
                <a:latin typeface="微软雅黑" pitchFamily="34" charset="-122"/>
                <a:ea typeface="微软雅黑" pitchFamily="34" charset="-122"/>
              </a:rPr>
              <a:t>视频 </a:t>
            </a:r>
            <a:r>
              <a:rPr lang="en-US" altLang="zh-CN" sz="2000" b="1" dirty="0">
                <a:latin typeface="微软雅黑" pitchFamily="34" charset="-122"/>
                <a:ea typeface="微软雅黑" pitchFamily="34" charset="-122"/>
              </a:rPr>
              <a:t>——</a:t>
            </a:r>
            <a:r>
              <a:rPr lang="zh-CN" altLang="en-US" sz="2000" b="1" dirty="0">
                <a:latin typeface="微软雅黑" pitchFamily="34" charset="-122"/>
                <a:ea typeface="微软雅黑" pitchFamily="34" charset="-122"/>
              </a:rPr>
              <a:t>边录制边发送，连续播放。</a:t>
            </a:r>
            <a:r>
              <a:rPr lang="zh-CN" altLang="en-US" sz="2000" b="1" dirty="0">
                <a:solidFill>
                  <a:srgbClr val="FF0000"/>
                </a:solidFill>
                <a:latin typeface="微软雅黑" pitchFamily="34" charset="-122"/>
                <a:ea typeface="微软雅黑" pitchFamily="34" charset="-122"/>
              </a:rPr>
              <a:t>实况转播</a:t>
            </a:r>
          </a:p>
          <a:p>
            <a:pPr marL="354013" indent="-354013" eaLnBrk="0" hangingPunct="0">
              <a:lnSpc>
                <a:spcPts val="3300"/>
              </a:lnSpc>
              <a:buClr>
                <a:srgbClr val="9900CC"/>
              </a:buClr>
              <a:buFont typeface="+mj-lt"/>
              <a:buAutoNum type="arabicPeriod"/>
            </a:pPr>
            <a:r>
              <a:rPr lang="zh-CN" altLang="en-US" sz="2000" b="1" dirty="0">
                <a:solidFill>
                  <a:srgbClr val="0000FF"/>
                </a:solidFill>
                <a:latin typeface="微软雅黑" pitchFamily="34" charset="-122"/>
                <a:ea typeface="微软雅黑" pitchFamily="34" charset="-122"/>
              </a:rPr>
              <a:t>交互式</a:t>
            </a:r>
            <a:r>
              <a:rPr lang="zh-CN" altLang="en-US" sz="2000" b="1" dirty="0">
                <a:latin typeface="微软雅黑" pitchFamily="34" charset="-122"/>
                <a:ea typeface="微软雅黑" pitchFamily="34" charset="-122"/>
              </a:rPr>
              <a:t>音频</a:t>
            </a:r>
            <a:r>
              <a:rPr lang="en-US" altLang="zh-CN" sz="2000" b="1" dirty="0">
                <a:latin typeface="微软雅黑" pitchFamily="34" charset="-122"/>
                <a:ea typeface="微软雅黑" pitchFamily="34" charset="-122"/>
              </a:rPr>
              <a:t>/</a:t>
            </a:r>
            <a:r>
              <a:rPr lang="zh-CN" altLang="en-US" sz="2000" b="1" dirty="0">
                <a:latin typeface="微软雅黑" pitchFamily="34" charset="-122"/>
                <a:ea typeface="微软雅黑" pitchFamily="34" charset="-122"/>
              </a:rPr>
              <a:t>视频 </a:t>
            </a:r>
            <a:r>
              <a:rPr lang="en-US" altLang="zh-CN" sz="2000" b="1" dirty="0">
                <a:latin typeface="微软雅黑" pitchFamily="34" charset="-122"/>
                <a:ea typeface="微软雅黑" pitchFamily="34" charset="-122"/>
              </a:rPr>
              <a:t>——</a:t>
            </a:r>
            <a:r>
              <a:rPr lang="zh-CN" altLang="en-US" sz="2000" b="1" dirty="0">
                <a:latin typeface="微软雅黑" pitchFamily="34" charset="-122"/>
                <a:ea typeface="微软雅黑" pitchFamily="34" charset="-122"/>
              </a:rPr>
              <a:t>实时交互式通信。</a:t>
            </a:r>
            <a:r>
              <a:rPr lang="en-US" altLang="zh-CN" sz="2000" b="1" dirty="0">
                <a:solidFill>
                  <a:srgbClr val="FF0000"/>
                </a:solidFill>
                <a:latin typeface="微软雅黑" pitchFamily="34" charset="-122"/>
                <a:ea typeface="微软雅黑" pitchFamily="34" charset="-122"/>
              </a:rPr>
              <a:t>IP</a:t>
            </a:r>
            <a:r>
              <a:rPr lang="zh-CN" altLang="en-US" sz="2000" b="1" dirty="0">
                <a:solidFill>
                  <a:srgbClr val="FF0000"/>
                </a:solidFill>
                <a:latin typeface="微软雅黑" pitchFamily="34" charset="-122"/>
                <a:ea typeface="微软雅黑" pitchFamily="34" charset="-122"/>
              </a:rPr>
              <a:t>电话</a:t>
            </a:r>
          </a:p>
        </p:txBody>
      </p:sp>
      <p:sp>
        <p:nvSpPr>
          <p:cNvPr id="5" name="AutoShape 5">
            <a:extLst>
              <a:ext uri="{FF2B5EF4-FFF2-40B4-BE49-F238E27FC236}">
                <a16:creationId xmlns:a16="http://schemas.microsoft.com/office/drawing/2014/main" id="{F7298120-F169-2BD4-78F4-DE826BBC25AE}"/>
              </a:ext>
            </a:extLst>
          </p:cNvPr>
          <p:cNvSpPr>
            <a:spLocks noChangeArrowheads="1"/>
          </p:cNvSpPr>
          <p:nvPr/>
        </p:nvSpPr>
        <p:spPr bwMode="auto">
          <a:xfrm>
            <a:off x="888492" y="1013939"/>
            <a:ext cx="8129015" cy="353930"/>
          </a:xfrm>
          <a:prstGeom prst="roundRect">
            <a:avLst>
              <a:gd name="adj" fmla="val 16667"/>
            </a:avLst>
          </a:prstGeom>
          <a:solidFill>
            <a:srgbClr val="FF0000"/>
          </a:solidFill>
          <a:ln>
            <a:noFill/>
          </a:ln>
          <a:effectLst/>
        </p:spPr>
        <p:txBody>
          <a:bodyPr wrap="none" anchor="ctr"/>
          <a:lstStyle/>
          <a:p>
            <a:endParaRPr lang="zh-CN" altLang="en-US"/>
          </a:p>
        </p:txBody>
      </p:sp>
      <p:sp>
        <p:nvSpPr>
          <p:cNvPr id="7" name="Rectangle 6">
            <a:extLst>
              <a:ext uri="{FF2B5EF4-FFF2-40B4-BE49-F238E27FC236}">
                <a16:creationId xmlns:a16="http://schemas.microsoft.com/office/drawing/2014/main" id="{36127E02-0AA0-C2CF-2F6F-5F6B80305ED9}"/>
              </a:ext>
            </a:extLst>
          </p:cNvPr>
          <p:cNvSpPr>
            <a:spLocks noChangeArrowheads="1"/>
          </p:cNvSpPr>
          <p:nvPr/>
        </p:nvSpPr>
        <p:spPr bwMode="auto">
          <a:xfrm>
            <a:off x="2971981" y="980728"/>
            <a:ext cx="397416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互联网提供的音频</a:t>
            </a:r>
            <a:r>
              <a:rPr lang="en-US" altLang="zh-CN" sz="2000" b="1" dirty="0">
                <a:solidFill>
                  <a:schemeClr val="bg1"/>
                </a:solidFill>
                <a:latin typeface="微软雅黑" pitchFamily="34" charset="-122"/>
                <a:ea typeface="微软雅黑" pitchFamily="34" charset="-122"/>
              </a:rPr>
              <a:t>/</a:t>
            </a:r>
            <a:r>
              <a:rPr lang="zh-CN" altLang="en-US" sz="2000" b="1" dirty="0">
                <a:solidFill>
                  <a:schemeClr val="bg1"/>
                </a:solidFill>
                <a:latin typeface="微软雅黑" pitchFamily="34" charset="-122"/>
                <a:ea typeface="微软雅黑" pitchFamily="34" charset="-122"/>
              </a:rPr>
              <a:t>视频服务类型 </a:t>
            </a:r>
            <a:endParaRPr lang="fr-FR" altLang="zh-CN" sz="2000" b="1" dirty="0">
              <a:solidFill>
                <a:schemeClr val="bg1"/>
              </a:solidFill>
              <a:latin typeface="微软雅黑" pitchFamily="34" charset="-122"/>
              <a:ea typeface="微软雅黑" pitchFamily="34" charset="-122"/>
            </a:endParaRPr>
          </a:p>
        </p:txBody>
      </p:sp>
      <p:sp>
        <p:nvSpPr>
          <p:cNvPr id="14" name="圆角矩形 13"/>
          <p:cNvSpPr/>
          <p:nvPr/>
        </p:nvSpPr>
        <p:spPr>
          <a:xfrm>
            <a:off x="888491" y="4044098"/>
            <a:ext cx="4608512" cy="2170830"/>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5" name="组合 14"/>
          <p:cNvGrpSpPr/>
          <p:nvPr/>
        </p:nvGrpSpPr>
        <p:grpSpPr>
          <a:xfrm>
            <a:off x="976709" y="4159495"/>
            <a:ext cx="4231797" cy="1858340"/>
            <a:chOff x="127167" y="1160464"/>
            <a:chExt cx="9650369" cy="4542177"/>
          </a:xfrm>
        </p:grpSpPr>
        <p:sp>
          <p:nvSpPr>
            <p:cNvPr id="16" name="Line 13"/>
            <p:cNvSpPr>
              <a:spLocks noChangeShapeType="1"/>
            </p:cNvSpPr>
            <p:nvPr/>
          </p:nvSpPr>
          <p:spPr bwMode="auto">
            <a:xfrm>
              <a:off x="6165973" y="2832100"/>
              <a:ext cx="0" cy="1398588"/>
            </a:xfrm>
            <a:prstGeom prst="line">
              <a:avLst/>
            </a:prstGeom>
            <a:noFill/>
            <a:ln w="1905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7" name="Rectangle 14"/>
            <p:cNvSpPr>
              <a:spLocks noChangeArrowheads="1"/>
            </p:cNvSpPr>
            <p:nvPr/>
          </p:nvSpPr>
          <p:spPr bwMode="auto">
            <a:xfrm>
              <a:off x="939527" y="3390900"/>
              <a:ext cx="3229769" cy="465138"/>
            </a:xfrm>
            <a:prstGeom prst="rect">
              <a:avLst/>
            </a:prstGeom>
            <a:solidFill>
              <a:srgbClr val="66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latin typeface="微软雅黑" pitchFamily="34" charset="-122"/>
                  <a:ea typeface="微软雅黑" pitchFamily="34" charset="-122"/>
                </a:rPr>
                <a:t>TCP</a:t>
              </a:r>
            </a:p>
          </p:txBody>
        </p:sp>
        <p:sp>
          <p:nvSpPr>
            <p:cNvPr id="18" name="Rectangle 15"/>
            <p:cNvSpPr>
              <a:spLocks noChangeArrowheads="1"/>
            </p:cNvSpPr>
            <p:nvPr/>
          </p:nvSpPr>
          <p:spPr bwMode="auto">
            <a:xfrm>
              <a:off x="4549369" y="3390900"/>
              <a:ext cx="5228167" cy="465138"/>
            </a:xfrm>
            <a:prstGeom prst="rect">
              <a:avLst/>
            </a:prstGeom>
            <a:solidFill>
              <a:srgbClr val="66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latin typeface="微软雅黑" pitchFamily="34" charset="-122"/>
                  <a:ea typeface="微软雅黑" pitchFamily="34" charset="-122"/>
                </a:rPr>
                <a:t>UDP</a:t>
              </a:r>
            </a:p>
          </p:txBody>
        </p:sp>
        <p:sp>
          <p:nvSpPr>
            <p:cNvPr id="19" name="Line 16"/>
            <p:cNvSpPr>
              <a:spLocks noChangeShapeType="1"/>
            </p:cNvSpPr>
            <p:nvPr/>
          </p:nvSpPr>
          <p:spPr bwMode="auto">
            <a:xfrm>
              <a:off x="2554410" y="3856038"/>
              <a:ext cx="0" cy="374650"/>
            </a:xfrm>
            <a:prstGeom prst="line">
              <a:avLst/>
            </a:prstGeom>
            <a:noFill/>
            <a:ln w="1905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0" name="Line 17"/>
            <p:cNvSpPr>
              <a:spLocks noChangeShapeType="1"/>
            </p:cNvSpPr>
            <p:nvPr/>
          </p:nvSpPr>
          <p:spPr bwMode="auto">
            <a:xfrm>
              <a:off x="6924402" y="3856038"/>
              <a:ext cx="0" cy="374650"/>
            </a:xfrm>
            <a:prstGeom prst="line">
              <a:avLst/>
            </a:prstGeom>
            <a:noFill/>
            <a:ln w="1905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1" name="Line 18"/>
            <p:cNvSpPr>
              <a:spLocks noChangeShapeType="1"/>
            </p:cNvSpPr>
            <p:nvPr/>
          </p:nvSpPr>
          <p:spPr bwMode="auto">
            <a:xfrm>
              <a:off x="1603366" y="2738438"/>
              <a:ext cx="0" cy="652462"/>
            </a:xfrm>
            <a:prstGeom prst="line">
              <a:avLst/>
            </a:prstGeom>
            <a:noFill/>
            <a:ln w="1905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2" name="Line 19"/>
            <p:cNvSpPr>
              <a:spLocks noChangeShapeType="1"/>
            </p:cNvSpPr>
            <p:nvPr/>
          </p:nvSpPr>
          <p:spPr bwMode="auto">
            <a:xfrm>
              <a:off x="3125381" y="2832100"/>
              <a:ext cx="0" cy="558800"/>
            </a:xfrm>
            <a:prstGeom prst="line">
              <a:avLst/>
            </a:prstGeom>
            <a:noFill/>
            <a:ln w="19050">
              <a:solidFill>
                <a:srgbClr val="0000FF"/>
              </a:solidFill>
              <a:prstDash val="dash"/>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3" name="Line 20"/>
            <p:cNvSpPr>
              <a:spLocks noChangeShapeType="1"/>
            </p:cNvSpPr>
            <p:nvPr/>
          </p:nvSpPr>
          <p:spPr bwMode="auto">
            <a:xfrm flipH="1">
              <a:off x="3694633" y="2738438"/>
              <a:ext cx="665559" cy="652462"/>
            </a:xfrm>
            <a:prstGeom prst="line">
              <a:avLst/>
            </a:prstGeom>
            <a:noFill/>
            <a:ln w="19050">
              <a:solidFill>
                <a:srgbClr val="0000FF"/>
              </a:solidFill>
              <a:prstDash val="dash"/>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4" name="Line 21"/>
            <p:cNvSpPr>
              <a:spLocks noChangeShapeType="1"/>
            </p:cNvSpPr>
            <p:nvPr/>
          </p:nvSpPr>
          <p:spPr bwMode="auto">
            <a:xfrm>
              <a:off x="7400783" y="2832100"/>
              <a:ext cx="0" cy="558800"/>
            </a:xfrm>
            <a:prstGeom prst="line">
              <a:avLst/>
            </a:prstGeom>
            <a:noFill/>
            <a:ln w="1905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5" name="Line 22"/>
            <p:cNvSpPr>
              <a:spLocks noChangeShapeType="1"/>
            </p:cNvSpPr>
            <p:nvPr/>
          </p:nvSpPr>
          <p:spPr bwMode="auto">
            <a:xfrm>
              <a:off x="4931162" y="2832100"/>
              <a:ext cx="0" cy="558800"/>
            </a:xfrm>
            <a:prstGeom prst="line">
              <a:avLst/>
            </a:prstGeom>
            <a:noFill/>
            <a:ln w="1905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6" name="Line 23"/>
            <p:cNvSpPr>
              <a:spLocks noChangeShapeType="1"/>
            </p:cNvSpPr>
            <p:nvPr/>
          </p:nvSpPr>
          <p:spPr bwMode="auto">
            <a:xfrm>
              <a:off x="3503736" y="2832100"/>
              <a:ext cx="1236531" cy="558800"/>
            </a:xfrm>
            <a:prstGeom prst="line">
              <a:avLst/>
            </a:prstGeom>
            <a:noFill/>
            <a:ln w="1905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7" name="Line 24"/>
            <p:cNvSpPr>
              <a:spLocks noChangeShapeType="1"/>
            </p:cNvSpPr>
            <p:nvPr/>
          </p:nvSpPr>
          <p:spPr bwMode="auto">
            <a:xfrm flipH="1">
              <a:off x="9015668" y="2863850"/>
              <a:ext cx="0" cy="527050"/>
            </a:xfrm>
            <a:prstGeom prst="line">
              <a:avLst/>
            </a:prstGeom>
            <a:noFill/>
            <a:ln w="1905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8" name="Text Box 35"/>
            <p:cNvSpPr txBox="1">
              <a:spLocks noChangeArrowheads="1"/>
            </p:cNvSpPr>
            <p:nvPr/>
          </p:nvSpPr>
          <p:spPr bwMode="auto">
            <a:xfrm>
              <a:off x="2673079" y="1160464"/>
              <a:ext cx="832366" cy="4682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C00000"/>
                  </a:solidFill>
                  <a:latin typeface="微软雅黑" pitchFamily="34" charset="-122"/>
                  <a:ea typeface="微软雅黑" pitchFamily="34" charset="-122"/>
                </a:rPr>
                <a:t>信令</a:t>
              </a:r>
            </a:p>
          </p:txBody>
        </p:sp>
        <p:sp>
          <p:nvSpPr>
            <p:cNvPr id="29" name="Text Box 36"/>
            <p:cNvSpPr txBox="1">
              <a:spLocks noChangeArrowheads="1"/>
            </p:cNvSpPr>
            <p:nvPr/>
          </p:nvSpPr>
          <p:spPr bwMode="auto">
            <a:xfrm>
              <a:off x="6095463" y="1663701"/>
              <a:ext cx="1352593" cy="4682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00FF"/>
                  </a:solidFill>
                  <a:latin typeface="微软雅黑" pitchFamily="34" charset="-122"/>
                  <a:ea typeface="微软雅黑" pitchFamily="34" charset="-122"/>
                </a:rPr>
                <a:t>服务质量</a:t>
              </a:r>
            </a:p>
          </p:txBody>
        </p:sp>
        <p:sp>
          <p:nvSpPr>
            <p:cNvPr id="30" name="Rectangle 37"/>
            <p:cNvSpPr>
              <a:spLocks noChangeArrowheads="1"/>
            </p:cNvSpPr>
            <p:nvPr/>
          </p:nvSpPr>
          <p:spPr bwMode="auto">
            <a:xfrm>
              <a:off x="939526" y="4230689"/>
              <a:ext cx="8838009" cy="465137"/>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IPv4 / IPv6</a:t>
              </a:r>
            </a:p>
          </p:txBody>
        </p:sp>
        <p:sp>
          <p:nvSpPr>
            <p:cNvPr id="31" name="AutoShape 38"/>
            <p:cNvSpPr>
              <a:spLocks noChangeArrowheads="1"/>
            </p:cNvSpPr>
            <p:nvPr/>
          </p:nvSpPr>
          <p:spPr bwMode="auto">
            <a:xfrm>
              <a:off x="4074706" y="2460626"/>
              <a:ext cx="1045633" cy="371475"/>
            </a:xfrm>
            <a:prstGeom prst="roundRect">
              <a:avLst>
                <a:gd name="adj" fmla="val 39167"/>
              </a:avLst>
            </a:prstGeom>
            <a:solidFill>
              <a:srgbClr val="FFFF00"/>
            </a:solidFill>
            <a:ln w="6350">
              <a:solidFill>
                <a:schemeClr val="tx1"/>
              </a:solidFill>
              <a:round/>
              <a:headEnd/>
              <a:tailEnd/>
            </a:ln>
            <a:effectLst/>
          </p:spPr>
          <p:txBody>
            <a:bodyPr wrap="none" anchor="ctr"/>
            <a:lstStyle/>
            <a:p>
              <a:pPr algn="ctr"/>
              <a:r>
                <a:rPr kumimoji="1" lang="en-US" altLang="zh-CN" sz="1200" b="1" dirty="0">
                  <a:latin typeface="微软雅黑" pitchFamily="34" charset="-122"/>
                  <a:ea typeface="微软雅黑" pitchFamily="34" charset="-122"/>
                </a:rPr>
                <a:t>RTSP</a:t>
              </a:r>
            </a:p>
          </p:txBody>
        </p:sp>
        <p:sp>
          <p:nvSpPr>
            <p:cNvPr id="32" name="AutoShape 39"/>
            <p:cNvSpPr>
              <a:spLocks noChangeArrowheads="1"/>
            </p:cNvSpPr>
            <p:nvPr/>
          </p:nvSpPr>
          <p:spPr bwMode="auto">
            <a:xfrm>
              <a:off x="6829813" y="2460626"/>
              <a:ext cx="1045633" cy="371475"/>
            </a:xfrm>
            <a:prstGeom prst="roundRect">
              <a:avLst>
                <a:gd name="adj" fmla="val 39167"/>
              </a:avLst>
            </a:prstGeom>
            <a:solidFill>
              <a:srgbClr val="FFFF00"/>
            </a:solidFill>
            <a:ln w="6350">
              <a:solidFill>
                <a:schemeClr val="tx1"/>
              </a:solidFill>
              <a:round/>
              <a:headEnd/>
              <a:tailEnd/>
            </a:ln>
            <a:effectLst/>
          </p:spPr>
          <p:txBody>
            <a:bodyPr wrap="none" anchor="ctr"/>
            <a:lstStyle/>
            <a:p>
              <a:pPr algn="ctr"/>
              <a:r>
                <a:rPr kumimoji="1" lang="en-US" altLang="zh-CN" sz="1200" b="1">
                  <a:latin typeface="微软雅黑" pitchFamily="34" charset="-122"/>
                  <a:ea typeface="微软雅黑" pitchFamily="34" charset="-122"/>
                </a:rPr>
                <a:t>RTCP</a:t>
              </a:r>
            </a:p>
          </p:txBody>
        </p:sp>
        <p:sp>
          <p:nvSpPr>
            <p:cNvPr id="33" name="AutoShape 40"/>
            <p:cNvSpPr>
              <a:spLocks noChangeArrowheads="1"/>
            </p:cNvSpPr>
            <p:nvPr/>
          </p:nvSpPr>
          <p:spPr bwMode="auto">
            <a:xfrm>
              <a:off x="5500414" y="2460626"/>
              <a:ext cx="1045633" cy="371475"/>
            </a:xfrm>
            <a:prstGeom prst="roundRect">
              <a:avLst>
                <a:gd name="adj" fmla="val 39167"/>
              </a:avLst>
            </a:prstGeom>
            <a:solidFill>
              <a:srgbClr val="FFFF00"/>
            </a:solidFill>
            <a:ln w="6350">
              <a:solidFill>
                <a:schemeClr val="tx1"/>
              </a:solidFill>
              <a:round/>
              <a:headEnd/>
              <a:tailEnd/>
            </a:ln>
            <a:effectLst/>
          </p:spPr>
          <p:txBody>
            <a:bodyPr wrap="none" anchor="ctr"/>
            <a:lstStyle/>
            <a:p>
              <a:pPr algn="ctr"/>
              <a:r>
                <a:rPr kumimoji="1" lang="en-US" altLang="zh-CN" sz="1200" b="1">
                  <a:latin typeface="微软雅黑" pitchFamily="34" charset="-122"/>
                  <a:ea typeface="微软雅黑" pitchFamily="34" charset="-122"/>
                </a:rPr>
                <a:t>RSVP</a:t>
              </a:r>
            </a:p>
          </p:txBody>
        </p:sp>
        <p:sp>
          <p:nvSpPr>
            <p:cNvPr id="34" name="AutoShape 41"/>
            <p:cNvSpPr>
              <a:spLocks noChangeArrowheads="1"/>
            </p:cNvSpPr>
            <p:nvPr/>
          </p:nvSpPr>
          <p:spPr bwMode="auto">
            <a:xfrm>
              <a:off x="1034115" y="2460626"/>
              <a:ext cx="1045633" cy="371475"/>
            </a:xfrm>
            <a:prstGeom prst="roundRect">
              <a:avLst>
                <a:gd name="adj" fmla="val 39167"/>
              </a:avLst>
            </a:prstGeom>
            <a:solidFill>
              <a:srgbClr val="FFFF00"/>
            </a:solidFill>
            <a:ln w="6350">
              <a:solidFill>
                <a:schemeClr val="tx1"/>
              </a:solidFill>
              <a:round/>
              <a:headEnd/>
              <a:tailEnd/>
            </a:ln>
            <a:effectLst/>
          </p:spPr>
          <p:txBody>
            <a:bodyPr wrap="none" anchor="ctr"/>
            <a:lstStyle/>
            <a:p>
              <a:pPr algn="ctr"/>
              <a:r>
                <a:rPr kumimoji="1" lang="en-US" altLang="zh-CN" sz="1200" b="1" dirty="0">
                  <a:latin typeface="微软雅黑" pitchFamily="34" charset="-122"/>
                  <a:ea typeface="微软雅黑" pitchFamily="34" charset="-122"/>
                </a:rPr>
                <a:t>H.323</a:t>
              </a:r>
            </a:p>
          </p:txBody>
        </p:sp>
        <p:sp>
          <p:nvSpPr>
            <p:cNvPr id="35" name="AutoShape 42"/>
            <p:cNvSpPr>
              <a:spLocks noChangeArrowheads="1"/>
            </p:cNvSpPr>
            <p:nvPr/>
          </p:nvSpPr>
          <p:spPr bwMode="auto">
            <a:xfrm>
              <a:off x="2554411" y="2460626"/>
              <a:ext cx="1043914" cy="371475"/>
            </a:xfrm>
            <a:prstGeom prst="roundRect">
              <a:avLst>
                <a:gd name="adj" fmla="val 39167"/>
              </a:avLst>
            </a:prstGeom>
            <a:solidFill>
              <a:srgbClr val="FFFF00"/>
            </a:solidFill>
            <a:ln w="6350">
              <a:solidFill>
                <a:schemeClr val="tx1"/>
              </a:solidFill>
              <a:round/>
              <a:headEnd/>
              <a:tailEnd/>
            </a:ln>
            <a:effectLst/>
          </p:spPr>
          <p:txBody>
            <a:bodyPr wrap="none" anchor="ctr"/>
            <a:lstStyle/>
            <a:p>
              <a:pPr algn="ctr"/>
              <a:r>
                <a:rPr kumimoji="1" lang="en-US" altLang="zh-CN" sz="1200" b="1">
                  <a:latin typeface="微软雅黑" pitchFamily="34" charset="-122"/>
                  <a:ea typeface="微软雅黑" pitchFamily="34" charset="-122"/>
                </a:rPr>
                <a:t>SIP</a:t>
              </a:r>
            </a:p>
          </p:txBody>
        </p:sp>
        <p:sp>
          <p:nvSpPr>
            <p:cNvPr id="36" name="AutoShape 43"/>
            <p:cNvSpPr>
              <a:spLocks noChangeArrowheads="1"/>
            </p:cNvSpPr>
            <p:nvPr/>
          </p:nvSpPr>
          <p:spPr bwMode="auto">
            <a:xfrm>
              <a:off x="8541006" y="2460626"/>
              <a:ext cx="951044" cy="371475"/>
            </a:xfrm>
            <a:prstGeom prst="roundRect">
              <a:avLst>
                <a:gd name="adj" fmla="val 39167"/>
              </a:avLst>
            </a:prstGeom>
            <a:solidFill>
              <a:schemeClr val="accent6">
                <a:lumMod val="75000"/>
              </a:schemeClr>
            </a:solidFill>
            <a:ln w="6350">
              <a:solidFill>
                <a:schemeClr val="tx1"/>
              </a:solidFill>
              <a:round/>
              <a:headEnd/>
              <a:tailEnd/>
            </a:ln>
            <a:effectLst/>
          </p:spPr>
          <p:txBody>
            <a:bodyPr wrap="none" anchor="ctr"/>
            <a:lstStyle/>
            <a:p>
              <a:pPr algn="ctr"/>
              <a:r>
                <a:rPr kumimoji="1" lang="en-US" altLang="zh-CN" sz="1200" b="1" dirty="0">
                  <a:latin typeface="微软雅黑" pitchFamily="34" charset="-122"/>
                  <a:ea typeface="微软雅黑" pitchFamily="34" charset="-122"/>
                </a:rPr>
                <a:t>RTP</a:t>
              </a:r>
            </a:p>
          </p:txBody>
        </p:sp>
        <p:sp>
          <p:nvSpPr>
            <p:cNvPr id="37" name="AutoShape 44"/>
            <p:cNvSpPr>
              <a:spLocks/>
            </p:cNvSpPr>
            <p:nvPr/>
          </p:nvSpPr>
          <p:spPr bwMode="auto">
            <a:xfrm rot="5400000">
              <a:off x="6548230" y="1039747"/>
              <a:ext cx="279400" cy="2375032"/>
            </a:xfrm>
            <a:prstGeom prst="leftBrace">
              <a:avLst>
                <a:gd name="adj1" fmla="val 65388"/>
                <a:gd name="adj2" fmla="val 50000"/>
              </a:avLst>
            </a:prstGeom>
            <a:noFill/>
            <a:ln w="19050">
              <a:solidFill>
                <a:srgbClr val="CC00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8" name="AutoShape 45"/>
            <p:cNvSpPr>
              <a:spLocks/>
            </p:cNvSpPr>
            <p:nvPr/>
          </p:nvSpPr>
          <p:spPr bwMode="auto">
            <a:xfrm rot="5400000">
              <a:off x="2926746" y="-292431"/>
              <a:ext cx="206375" cy="3991637"/>
            </a:xfrm>
            <a:prstGeom prst="leftBrace">
              <a:avLst>
                <a:gd name="adj1" fmla="val 148782"/>
                <a:gd name="adj2" fmla="val 50000"/>
              </a:avLst>
            </a:prstGeom>
            <a:noFill/>
            <a:ln w="19050">
              <a:solidFill>
                <a:srgbClr val="99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9" name="AutoShape 47"/>
            <p:cNvSpPr>
              <a:spLocks/>
            </p:cNvSpPr>
            <p:nvPr/>
          </p:nvSpPr>
          <p:spPr bwMode="auto">
            <a:xfrm>
              <a:off x="695317" y="1844676"/>
              <a:ext cx="201215" cy="1490663"/>
            </a:xfrm>
            <a:prstGeom prst="leftBrace">
              <a:avLst>
                <a:gd name="adj1" fmla="val 66881"/>
                <a:gd name="adj2" fmla="val 50056"/>
              </a:avLst>
            </a:prstGeom>
            <a:noFill/>
            <a:ln w="19050">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40" name="Text Box 48"/>
            <p:cNvSpPr txBox="1">
              <a:spLocks noChangeArrowheads="1"/>
            </p:cNvSpPr>
            <p:nvPr/>
          </p:nvSpPr>
          <p:spPr bwMode="auto">
            <a:xfrm>
              <a:off x="127167" y="1700212"/>
              <a:ext cx="554503" cy="1663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itchFamily="34" charset="-122"/>
                  <a:ea typeface="微软雅黑" pitchFamily="34" charset="-122"/>
                </a:rPr>
                <a:t>应</a:t>
              </a:r>
            </a:p>
            <a:p>
              <a:r>
                <a:rPr kumimoji="1" lang="zh-CN" altLang="en-US" sz="1200" b="1" dirty="0">
                  <a:latin typeface="微软雅黑" pitchFamily="34" charset="-122"/>
                  <a:ea typeface="微软雅黑" pitchFamily="34" charset="-122"/>
                </a:rPr>
                <a:t>用</a:t>
              </a:r>
            </a:p>
            <a:p>
              <a:r>
                <a:rPr kumimoji="1" lang="zh-CN" altLang="en-US" sz="1200" b="1" dirty="0">
                  <a:latin typeface="微软雅黑" pitchFamily="34" charset="-122"/>
                  <a:ea typeface="微软雅黑" pitchFamily="34" charset="-122"/>
                </a:rPr>
                <a:t>层</a:t>
              </a:r>
            </a:p>
            <a:p>
              <a:r>
                <a:rPr kumimoji="1" lang="zh-CN" altLang="en-US" sz="1200" b="1" dirty="0">
                  <a:latin typeface="微软雅黑" pitchFamily="34" charset="-122"/>
                  <a:ea typeface="微软雅黑" pitchFamily="34" charset="-122"/>
                </a:rPr>
                <a:t>协</a:t>
              </a:r>
            </a:p>
            <a:p>
              <a:r>
                <a:rPr kumimoji="1" lang="zh-CN" altLang="en-US" sz="1200" b="1" dirty="0">
                  <a:latin typeface="微软雅黑" pitchFamily="34" charset="-122"/>
                  <a:ea typeface="微软雅黑" pitchFamily="34" charset="-122"/>
                </a:rPr>
                <a:t>议</a:t>
              </a:r>
            </a:p>
          </p:txBody>
        </p:sp>
        <p:sp>
          <p:nvSpPr>
            <p:cNvPr id="41" name="Line 49"/>
            <p:cNvSpPr>
              <a:spLocks noChangeShapeType="1"/>
            </p:cNvSpPr>
            <p:nvPr/>
          </p:nvSpPr>
          <p:spPr bwMode="auto">
            <a:xfrm>
              <a:off x="5880487" y="2832100"/>
              <a:ext cx="0" cy="558800"/>
            </a:xfrm>
            <a:prstGeom prst="line">
              <a:avLst/>
            </a:prstGeom>
            <a:noFill/>
            <a:ln w="19050">
              <a:solidFill>
                <a:srgbClr val="0000FF"/>
              </a:solidFill>
              <a:prstDash val="dash"/>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42" name="Line 50"/>
            <p:cNvSpPr>
              <a:spLocks noChangeShapeType="1"/>
            </p:cNvSpPr>
            <p:nvPr/>
          </p:nvSpPr>
          <p:spPr bwMode="auto">
            <a:xfrm>
              <a:off x="5359391" y="4695826"/>
              <a:ext cx="0" cy="373063"/>
            </a:xfrm>
            <a:prstGeom prst="line">
              <a:avLst/>
            </a:prstGeom>
            <a:noFill/>
            <a:ln w="1905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43" name="Text Box 56"/>
            <p:cNvSpPr txBox="1">
              <a:spLocks noChangeArrowheads="1"/>
            </p:cNvSpPr>
            <p:nvPr/>
          </p:nvSpPr>
          <p:spPr bwMode="auto">
            <a:xfrm>
              <a:off x="8274619" y="1465264"/>
              <a:ext cx="1428793" cy="453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itchFamily="34" charset="-122"/>
                  <a:ea typeface="微软雅黑" pitchFamily="34" charset="-122"/>
                </a:rPr>
                <a:t>音频</a:t>
              </a:r>
              <a:r>
                <a:rPr kumimoji="1" lang="en-US" altLang="zh-CN" sz="1200" b="1" dirty="0">
                  <a:latin typeface="微软雅黑" pitchFamily="34" charset="-122"/>
                  <a:ea typeface="微软雅黑" pitchFamily="34" charset="-122"/>
                </a:rPr>
                <a:t>/</a:t>
              </a:r>
              <a:r>
                <a:rPr kumimoji="1" lang="zh-CN" altLang="en-US" sz="1200" b="1" dirty="0">
                  <a:latin typeface="微软雅黑" pitchFamily="34" charset="-122"/>
                  <a:ea typeface="微软雅黑" pitchFamily="34" charset="-122"/>
                </a:rPr>
                <a:t>视频</a:t>
              </a:r>
            </a:p>
          </p:txBody>
        </p:sp>
        <p:sp>
          <p:nvSpPr>
            <p:cNvPr id="44" name="AutoShape 57"/>
            <p:cNvSpPr>
              <a:spLocks noChangeArrowheads="1"/>
            </p:cNvSpPr>
            <p:nvPr/>
          </p:nvSpPr>
          <p:spPr bwMode="auto">
            <a:xfrm>
              <a:off x="8855668" y="1890513"/>
              <a:ext cx="294814" cy="560386"/>
            </a:xfrm>
            <a:prstGeom prst="downArrow">
              <a:avLst>
                <a:gd name="adj1" fmla="val 50000"/>
                <a:gd name="adj2" fmla="val 39932"/>
              </a:avLst>
            </a:prstGeom>
            <a:solidFill>
              <a:srgbClr val="00FF00"/>
            </a:soli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sz="1200" b="1">
                <a:latin typeface="微软雅黑" pitchFamily="34" charset="-122"/>
                <a:ea typeface="微软雅黑" pitchFamily="34" charset="-122"/>
              </a:endParaRPr>
            </a:p>
          </p:txBody>
        </p:sp>
        <p:sp>
          <p:nvSpPr>
            <p:cNvPr id="45" name="AutoShape 58"/>
            <p:cNvSpPr>
              <a:spLocks noChangeArrowheads="1"/>
            </p:cNvSpPr>
            <p:nvPr/>
          </p:nvSpPr>
          <p:spPr bwMode="auto">
            <a:xfrm>
              <a:off x="2554411" y="1806575"/>
              <a:ext cx="1043914" cy="374650"/>
            </a:xfrm>
            <a:prstGeom prst="roundRect">
              <a:avLst>
                <a:gd name="adj" fmla="val 39167"/>
              </a:avLst>
            </a:prstGeom>
            <a:solidFill>
              <a:srgbClr val="FFFF00"/>
            </a:solidFill>
            <a:ln w="6350">
              <a:solidFill>
                <a:schemeClr val="tx1"/>
              </a:solidFill>
              <a:round/>
              <a:headEnd/>
              <a:tailEnd/>
            </a:ln>
            <a:effectLst/>
          </p:spPr>
          <p:txBody>
            <a:bodyPr wrap="none" anchor="ctr"/>
            <a:lstStyle/>
            <a:p>
              <a:pPr algn="ctr"/>
              <a:r>
                <a:rPr kumimoji="1" lang="en-US" altLang="zh-CN" sz="1200" b="1" dirty="0">
                  <a:latin typeface="微软雅黑" pitchFamily="34" charset="-122"/>
                  <a:ea typeface="微软雅黑" pitchFamily="34" charset="-122"/>
                </a:rPr>
                <a:t>SDP</a:t>
              </a:r>
            </a:p>
          </p:txBody>
        </p:sp>
        <p:sp>
          <p:nvSpPr>
            <p:cNvPr id="46" name="Line 59"/>
            <p:cNvSpPr>
              <a:spLocks noChangeShapeType="1"/>
            </p:cNvSpPr>
            <p:nvPr/>
          </p:nvSpPr>
          <p:spPr bwMode="auto">
            <a:xfrm>
              <a:off x="3125381" y="2181225"/>
              <a:ext cx="0" cy="279400"/>
            </a:xfrm>
            <a:prstGeom prst="line">
              <a:avLst/>
            </a:prstGeom>
            <a:noFill/>
            <a:ln w="1905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47" name="Rectangle 62"/>
            <p:cNvSpPr>
              <a:spLocks noChangeArrowheads="1"/>
            </p:cNvSpPr>
            <p:nvPr/>
          </p:nvSpPr>
          <p:spPr bwMode="auto">
            <a:xfrm>
              <a:off x="924047" y="5051427"/>
              <a:ext cx="8838011" cy="651214"/>
            </a:xfrm>
            <a:prstGeom prst="rect">
              <a:avLst/>
            </a:prstGeom>
            <a:solidFill>
              <a:srgbClr val="009900"/>
            </a:solidFill>
            <a:ln>
              <a:solidFill>
                <a:schemeClr val="tx1"/>
              </a:solidFill>
            </a:ln>
            <a:effectLst/>
          </p:spPr>
          <p:txBody>
            <a:bodyPr wrap="none" anchor="ctr"/>
            <a:lstStyle/>
            <a:p>
              <a:pPr algn="ctr"/>
              <a:r>
                <a:rPr kumimoji="1" lang="zh-CN" altLang="en-US" sz="1200" b="1">
                  <a:solidFill>
                    <a:schemeClr val="bg1"/>
                  </a:solidFill>
                  <a:latin typeface="微软雅黑" pitchFamily="34" charset="-122"/>
                  <a:ea typeface="微软雅黑" pitchFamily="34" charset="-122"/>
                </a:rPr>
                <a:t>底层网络</a:t>
              </a:r>
            </a:p>
          </p:txBody>
        </p:sp>
      </p:grpSp>
      <p:sp>
        <p:nvSpPr>
          <p:cNvPr id="48" name="AutoShape 5"/>
          <p:cNvSpPr>
            <a:spLocks noChangeArrowheads="1"/>
          </p:cNvSpPr>
          <p:nvPr/>
        </p:nvSpPr>
        <p:spPr bwMode="auto">
          <a:xfrm>
            <a:off x="888491" y="3534218"/>
            <a:ext cx="8240973" cy="342269"/>
          </a:xfrm>
          <a:prstGeom prst="roundRect">
            <a:avLst>
              <a:gd name="adj" fmla="val 16667"/>
            </a:avLst>
          </a:prstGeom>
          <a:solidFill>
            <a:srgbClr val="FF0000"/>
          </a:solidFill>
          <a:ln>
            <a:noFill/>
          </a:ln>
          <a:effectLst/>
        </p:spPr>
        <p:txBody>
          <a:bodyPr wrap="none" anchor="ctr"/>
          <a:lstStyle/>
          <a:p>
            <a:endParaRPr lang="zh-CN" altLang="en-US"/>
          </a:p>
        </p:txBody>
      </p:sp>
      <p:sp>
        <p:nvSpPr>
          <p:cNvPr id="49" name="Rectangle 6"/>
          <p:cNvSpPr>
            <a:spLocks noChangeArrowheads="1"/>
          </p:cNvSpPr>
          <p:nvPr/>
        </p:nvSpPr>
        <p:spPr bwMode="auto">
          <a:xfrm>
            <a:off x="1928664" y="3501008"/>
            <a:ext cx="61926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0" hangingPunct="0"/>
            <a:r>
              <a:rPr lang="zh-CN" altLang="en-US" sz="2000" b="1" dirty="0">
                <a:solidFill>
                  <a:schemeClr val="bg1"/>
                </a:solidFill>
                <a:latin typeface="微软雅黑" pitchFamily="34" charset="-122"/>
                <a:ea typeface="微软雅黑" pitchFamily="34" charset="-122"/>
              </a:rPr>
              <a:t>提供实时交互式音频</a:t>
            </a:r>
            <a:r>
              <a:rPr lang="en-US" altLang="zh-CN" sz="2000" b="1" dirty="0">
                <a:solidFill>
                  <a:schemeClr val="bg1"/>
                </a:solidFill>
                <a:latin typeface="微软雅黑" pitchFamily="34" charset="-122"/>
                <a:ea typeface="微软雅黑" pitchFamily="34" charset="-122"/>
              </a:rPr>
              <a:t>/</a:t>
            </a:r>
            <a:r>
              <a:rPr lang="zh-CN" altLang="en-US" sz="2000" b="1" dirty="0">
                <a:solidFill>
                  <a:schemeClr val="bg1"/>
                </a:solidFill>
                <a:latin typeface="微软雅黑" pitchFamily="34" charset="-122"/>
                <a:ea typeface="微软雅黑" pitchFamily="34" charset="-122"/>
              </a:rPr>
              <a:t>视频服务所需的</a:t>
            </a:r>
            <a:r>
              <a:rPr lang="zh-CN" altLang="en-US" sz="2000" b="1" dirty="0">
                <a:solidFill>
                  <a:srgbClr val="0000CC"/>
                </a:solidFill>
                <a:latin typeface="微软雅黑" pitchFamily="34" charset="-122"/>
                <a:ea typeface="微软雅黑" pitchFamily="34" charset="-122"/>
              </a:rPr>
              <a:t>应用层协议</a:t>
            </a:r>
          </a:p>
        </p:txBody>
      </p:sp>
      <p:sp>
        <p:nvSpPr>
          <p:cNvPr id="6" name="文本框 5">
            <a:extLst>
              <a:ext uri="{FF2B5EF4-FFF2-40B4-BE49-F238E27FC236}">
                <a16:creationId xmlns:a16="http://schemas.microsoft.com/office/drawing/2014/main" id="{06D808E1-8BD4-6785-8A73-8A1DEDDB328C}"/>
              </a:ext>
            </a:extLst>
          </p:cNvPr>
          <p:cNvSpPr txBox="1"/>
          <p:nvPr/>
        </p:nvSpPr>
        <p:spPr>
          <a:xfrm>
            <a:off x="5582726" y="3941884"/>
            <a:ext cx="4194810" cy="861774"/>
          </a:xfrm>
          <a:prstGeom prst="rect">
            <a:avLst/>
          </a:prstGeom>
          <a:noFill/>
        </p:spPr>
        <p:txBody>
          <a:bodyPr wrap="square">
            <a:spAutoFit/>
          </a:bodyPr>
          <a:lstStyle/>
          <a:p>
            <a:pPr marL="342900" indent="-342900" eaLnBrk="0" hangingPunct="0">
              <a:lnSpc>
                <a:spcPts val="2000"/>
              </a:lnSpc>
              <a:buClr>
                <a:srgbClr val="0070C0"/>
              </a:buClr>
              <a:buFont typeface="Wingdings" pitchFamily="2" charset="2"/>
              <a:buChar char="l"/>
            </a:pPr>
            <a:r>
              <a:rPr lang="zh-CN" altLang="en-US" b="1" dirty="0">
                <a:solidFill>
                  <a:srgbClr val="C00000"/>
                </a:solidFill>
                <a:latin typeface="微软雅黑" pitchFamily="34" charset="-122"/>
                <a:ea typeface="微软雅黑" pitchFamily="34" charset="-122"/>
              </a:rPr>
              <a:t>实时流式协议 </a:t>
            </a:r>
            <a:r>
              <a:rPr lang="en-US" altLang="zh-CN" b="1" dirty="0">
                <a:solidFill>
                  <a:srgbClr val="C00000"/>
                </a:solidFill>
                <a:latin typeface="微软雅黑" pitchFamily="34" charset="-122"/>
                <a:ea typeface="微软雅黑" pitchFamily="34" charset="-122"/>
              </a:rPr>
              <a:t>RTSP </a:t>
            </a:r>
            <a:r>
              <a:rPr lang="en-US" altLang="zh-CN" b="1" dirty="0">
                <a:latin typeface="微软雅黑" pitchFamily="34" charset="-122"/>
                <a:ea typeface="微软雅黑" pitchFamily="34" charset="-122"/>
              </a:rPr>
              <a:t>(Real-Time Streaming Protocol) </a:t>
            </a:r>
            <a:r>
              <a:rPr lang="zh-CN" altLang="en-US" b="1" dirty="0">
                <a:latin typeface="微软雅黑" pitchFamily="34" charset="-122"/>
                <a:ea typeface="微软雅黑" pitchFamily="34" charset="-122"/>
              </a:rPr>
              <a:t>：应用层的</a:t>
            </a:r>
            <a:r>
              <a:rPr lang="zh-CN" altLang="en-US" b="1" dirty="0">
                <a:solidFill>
                  <a:srgbClr val="C00000"/>
                </a:solidFill>
                <a:latin typeface="微软雅黑" pitchFamily="34" charset="-122"/>
                <a:ea typeface="微软雅黑" pitchFamily="34" charset="-122"/>
              </a:rPr>
              <a:t>多媒体</a:t>
            </a:r>
            <a:r>
              <a:rPr lang="zh-CN" altLang="en-US" b="1" dirty="0">
                <a:solidFill>
                  <a:srgbClr val="0000FF"/>
                </a:solidFill>
                <a:latin typeface="微软雅黑" pitchFamily="34" charset="-122"/>
                <a:ea typeface="微软雅黑" pitchFamily="34" charset="-122"/>
              </a:rPr>
              <a:t>播放控制协议</a:t>
            </a:r>
            <a:r>
              <a:rPr lang="zh-CN" altLang="en-US" b="1" dirty="0">
                <a:solidFill>
                  <a:srgbClr val="C00000"/>
                </a:solidFill>
                <a:latin typeface="微软雅黑" pitchFamily="34" charset="-122"/>
                <a:ea typeface="微软雅黑" pitchFamily="34" charset="-122"/>
              </a:rPr>
              <a:t>，不传送数据。</a:t>
            </a:r>
            <a:endParaRPr lang="en-US" altLang="zh-CN" b="1" dirty="0">
              <a:solidFill>
                <a:srgbClr val="C00000"/>
              </a:solidFill>
              <a:latin typeface="微软雅黑" pitchFamily="34" charset="-122"/>
              <a:ea typeface="微软雅黑" pitchFamily="34" charset="-122"/>
            </a:endParaRPr>
          </a:p>
        </p:txBody>
      </p:sp>
      <p:sp>
        <p:nvSpPr>
          <p:cNvPr id="9" name="文本框 8">
            <a:extLst>
              <a:ext uri="{FF2B5EF4-FFF2-40B4-BE49-F238E27FC236}">
                <a16:creationId xmlns:a16="http://schemas.microsoft.com/office/drawing/2014/main" id="{FDF0683D-BD4D-7B4A-BF56-0D79CA61E312}"/>
              </a:ext>
            </a:extLst>
          </p:cNvPr>
          <p:cNvSpPr txBox="1"/>
          <p:nvPr/>
        </p:nvSpPr>
        <p:spPr>
          <a:xfrm>
            <a:off x="5652120" y="4964217"/>
            <a:ext cx="4120335" cy="1118255"/>
          </a:xfrm>
          <a:prstGeom prst="rect">
            <a:avLst/>
          </a:prstGeom>
          <a:noFill/>
        </p:spPr>
        <p:txBody>
          <a:bodyPr wrap="square">
            <a:spAutoFit/>
          </a:bodyPr>
          <a:lstStyle/>
          <a:p>
            <a:pPr marL="285750" indent="-285750">
              <a:lnSpc>
                <a:spcPts val="2000"/>
              </a:lnSpc>
              <a:buClr>
                <a:srgbClr val="0070C0"/>
              </a:buClr>
              <a:buFont typeface="Wingdings" pitchFamily="2" charset="2"/>
              <a:buChar char="l"/>
            </a:pPr>
            <a:r>
              <a:rPr lang="zh-CN" altLang="en-US" b="1" dirty="0">
                <a:solidFill>
                  <a:srgbClr val="C00000"/>
                </a:solidFill>
                <a:latin typeface="微软雅黑" pitchFamily="34" charset="-122"/>
                <a:ea typeface="微软雅黑" pitchFamily="34" charset="-122"/>
              </a:rPr>
              <a:t>实时运输协议 </a:t>
            </a:r>
            <a:r>
              <a:rPr lang="en-US" altLang="zh-CN" b="1" dirty="0" err="1">
                <a:solidFill>
                  <a:srgbClr val="C00000"/>
                </a:solidFill>
                <a:latin typeface="微软雅黑" pitchFamily="34" charset="-122"/>
                <a:ea typeface="微软雅黑" pitchFamily="34" charset="-122"/>
              </a:rPr>
              <a:t>RTP</a:t>
            </a:r>
            <a:r>
              <a:rPr lang="en-US" altLang="zh-CN" b="1" dirty="0">
                <a:solidFill>
                  <a:srgbClr val="C00000"/>
                </a:solidFill>
                <a:latin typeface="微软雅黑" pitchFamily="34" charset="-122"/>
                <a:ea typeface="微软雅黑" pitchFamily="34" charset="-122"/>
              </a:rPr>
              <a:t> </a:t>
            </a:r>
            <a:r>
              <a:rPr lang="en-US" altLang="zh-CN" b="1" dirty="0">
                <a:latin typeface="微软雅黑" pitchFamily="34" charset="-122"/>
                <a:ea typeface="微软雅黑" pitchFamily="34" charset="-122"/>
              </a:rPr>
              <a:t>(Real-time Transport Protocol) </a:t>
            </a:r>
            <a:r>
              <a:rPr lang="zh-CN" altLang="en-US" b="1" dirty="0">
                <a:latin typeface="微软雅黑" pitchFamily="34" charset="-122"/>
                <a:ea typeface="微软雅黑" pitchFamily="34" charset="-122"/>
              </a:rPr>
              <a:t>为实时应用提供</a:t>
            </a:r>
            <a:r>
              <a:rPr lang="zh-CN" altLang="en-US" b="1" dirty="0">
                <a:solidFill>
                  <a:srgbClr val="0000FF"/>
                </a:solidFill>
                <a:latin typeface="微软雅黑" pitchFamily="34" charset="-122"/>
                <a:ea typeface="微软雅黑" pitchFamily="34" charset="-122"/>
              </a:rPr>
              <a:t>端到端</a:t>
            </a:r>
            <a:r>
              <a:rPr lang="zh-CN" altLang="en-US" b="1" dirty="0">
                <a:latin typeface="微软雅黑" pitchFamily="34" charset="-122"/>
                <a:ea typeface="微软雅黑" pitchFamily="34" charset="-122"/>
              </a:rPr>
              <a:t>的运输，但</a:t>
            </a:r>
            <a:r>
              <a:rPr lang="zh-CN" altLang="en-US" b="1" dirty="0">
                <a:solidFill>
                  <a:srgbClr val="C00000"/>
                </a:solidFill>
                <a:latin typeface="微软雅黑" pitchFamily="34" charset="-122"/>
                <a:ea typeface="微软雅黑" pitchFamily="34" charset="-122"/>
              </a:rPr>
              <a:t>不提供</a:t>
            </a:r>
            <a:r>
              <a:rPr lang="zh-CN" altLang="en-US" b="1" dirty="0">
                <a:latin typeface="微软雅黑" pitchFamily="34" charset="-122"/>
                <a:ea typeface="微软雅黑" pitchFamily="34" charset="-122"/>
              </a:rPr>
              <a:t>任何服务质量的保证。</a:t>
            </a:r>
            <a:endParaRPr lang="en-US" altLang="zh-CN" b="1" dirty="0">
              <a:latin typeface="微软雅黑" pitchFamily="34" charset="-122"/>
              <a:ea typeface="微软雅黑" pitchFamily="34" charset="-122"/>
            </a:endParaRPr>
          </a:p>
        </p:txBody>
      </p:sp>
    </p:spTree>
    <p:extLst>
      <p:ext uri="{BB962C8B-B14F-4D97-AF65-F5344CB8AC3E}">
        <p14:creationId xmlns:p14="http://schemas.microsoft.com/office/powerpoint/2010/main" val="355066697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8F22E2-8E22-668B-71DD-49494F041CDA}"/>
            </a:ext>
          </a:extLst>
        </p:cNvPr>
        <p:cNvGrpSpPr/>
        <p:nvPr/>
      </p:nvGrpSpPr>
      <p:grpSpPr>
        <a:xfrm>
          <a:off x="0" y="0"/>
          <a:ext cx="0" cy="0"/>
          <a:chOff x="0" y="0"/>
          <a:chExt cx="0" cy="0"/>
        </a:xfrm>
      </p:grpSpPr>
      <p:sp>
        <p:nvSpPr>
          <p:cNvPr id="4" name="标题 1">
            <a:extLst>
              <a:ext uri="{FF2B5EF4-FFF2-40B4-BE49-F238E27FC236}">
                <a16:creationId xmlns:a16="http://schemas.microsoft.com/office/drawing/2014/main" id="{C8770442-FCF3-E78F-D085-9312DDE678E7}"/>
              </a:ext>
            </a:extLst>
          </p:cNvPr>
          <p:cNvSpPr txBox="1">
            <a:spLocks/>
          </p:cNvSpPr>
          <p:nvPr/>
        </p:nvSpPr>
        <p:spPr>
          <a:xfrm>
            <a:off x="495300" y="188640"/>
            <a:ext cx="9066212" cy="792088"/>
          </a:xfrm>
          <a:prstGeom prst="rect">
            <a:avLst/>
          </a:prstGeom>
        </p:spPr>
        <p:txBody>
          <a:bodyPr/>
          <a:lstStyle>
            <a:lvl1pPr algn="l" rtl="0" eaLnBrk="1" fontAlgn="base" hangingPunct="1">
              <a:spcBef>
                <a:spcPct val="0"/>
              </a:spcBef>
              <a:spcAft>
                <a:spcPct val="0"/>
              </a:spcAft>
              <a:defRPr sz="4400" b="1">
                <a:solidFill>
                  <a:srgbClr val="333399"/>
                </a:solidFill>
                <a:latin typeface="+mn-lt"/>
                <a:ea typeface="黑体" panose="02010609060101010101" pitchFamily="2" charset="-122"/>
                <a:cs typeface="+mj-cs"/>
              </a:defRPr>
            </a:lvl1pPr>
            <a:lvl2pPr algn="l" rtl="0" eaLnBrk="1" fontAlgn="base" hangingPunct="1">
              <a:spcBef>
                <a:spcPct val="0"/>
              </a:spcBef>
              <a:spcAft>
                <a:spcPct val="0"/>
              </a:spcAft>
              <a:defRPr sz="4400">
                <a:solidFill>
                  <a:schemeClr val="tx2"/>
                </a:solidFill>
                <a:latin typeface="Times New Roman" panose="02020603050405020304" pitchFamily="18" charset="0"/>
              </a:defRPr>
            </a:lvl2pPr>
            <a:lvl3pPr algn="l" rtl="0" eaLnBrk="1" fontAlgn="base" hangingPunct="1">
              <a:spcBef>
                <a:spcPct val="0"/>
              </a:spcBef>
              <a:spcAft>
                <a:spcPct val="0"/>
              </a:spcAft>
              <a:defRPr sz="4400">
                <a:solidFill>
                  <a:schemeClr val="tx2"/>
                </a:solidFill>
                <a:latin typeface="Times New Roman" panose="02020603050405020304" pitchFamily="18" charset="0"/>
              </a:defRPr>
            </a:lvl3pPr>
            <a:lvl4pPr algn="l" rtl="0" eaLnBrk="1" fontAlgn="base" hangingPunct="1">
              <a:spcBef>
                <a:spcPct val="0"/>
              </a:spcBef>
              <a:spcAft>
                <a:spcPct val="0"/>
              </a:spcAft>
              <a:defRPr sz="4400">
                <a:solidFill>
                  <a:schemeClr val="tx2"/>
                </a:solidFill>
                <a:latin typeface="Times New Roman" panose="02020603050405020304" pitchFamily="18" charset="0"/>
              </a:defRPr>
            </a:lvl4pPr>
            <a:lvl5pPr algn="l" rtl="0" eaLnBrk="1" fontAlgn="base" hangingPunct="1">
              <a:spcBef>
                <a:spcPct val="0"/>
              </a:spcBef>
              <a:spcAft>
                <a:spcPct val="0"/>
              </a:spcAft>
              <a:defRPr sz="4400">
                <a:solidFill>
                  <a:schemeClr val="tx2"/>
                </a:solidFill>
                <a:latin typeface="Times New Roman" panose="02020603050405020304" pitchFamily="18" charset="0"/>
              </a:defRPr>
            </a:lvl5pPr>
            <a:lvl6pPr marL="457200" algn="l" rtl="0" eaLnBrk="1" fontAlgn="base" hangingPunct="1">
              <a:spcBef>
                <a:spcPct val="0"/>
              </a:spcBef>
              <a:spcAft>
                <a:spcPct val="0"/>
              </a:spcAft>
              <a:defRPr sz="4400">
                <a:solidFill>
                  <a:schemeClr val="tx2"/>
                </a:solidFill>
                <a:latin typeface="Times New Roman" panose="02020603050405020304" pitchFamily="18" charset="0"/>
              </a:defRPr>
            </a:lvl6pPr>
            <a:lvl7pPr marL="914400" algn="l" rtl="0" eaLnBrk="1" fontAlgn="base" hangingPunct="1">
              <a:spcBef>
                <a:spcPct val="0"/>
              </a:spcBef>
              <a:spcAft>
                <a:spcPct val="0"/>
              </a:spcAft>
              <a:defRPr sz="4400">
                <a:solidFill>
                  <a:schemeClr val="tx2"/>
                </a:solidFill>
                <a:latin typeface="Times New Roman" panose="02020603050405020304" pitchFamily="18" charset="0"/>
              </a:defRPr>
            </a:lvl7pPr>
            <a:lvl8pPr marL="1371600" algn="l" rtl="0" eaLnBrk="1" fontAlgn="base" hangingPunct="1">
              <a:spcBef>
                <a:spcPct val="0"/>
              </a:spcBef>
              <a:spcAft>
                <a:spcPct val="0"/>
              </a:spcAft>
              <a:defRPr sz="4400">
                <a:solidFill>
                  <a:schemeClr val="tx2"/>
                </a:solidFill>
                <a:latin typeface="Times New Roman" panose="02020603050405020304" pitchFamily="18" charset="0"/>
              </a:defRPr>
            </a:lvl8pPr>
            <a:lvl9pPr marL="1828800" algn="l" rtl="0" eaLnBrk="1" fontAlgn="base" hangingPunct="1">
              <a:spcBef>
                <a:spcPct val="0"/>
              </a:spcBef>
              <a:spcAft>
                <a:spcPct val="0"/>
              </a:spcAft>
              <a:defRPr sz="4400">
                <a:solidFill>
                  <a:schemeClr val="tx2"/>
                </a:solidFill>
                <a:latin typeface="Times New Roman" panose="02020603050405020304" pitchFamily="18" charset="0"/>
              </a:defRPr>
            </a:lvl9pPr>
          </a:lstStyle>
          <a:p>
            <a:r>
              <a:rPr lang="zh-CN" altLang="en-US" kern="0" dirty="0"/>
              <a:t>第 </a:t>
            </a:r>
            <a:r>
              <a:rPr lang="en-US" altLang="zh-CN" kern="0" dirty="0"/>
              <a:t>9 </a:t>
            </a:r>
            <a:r>
              <a:rPr lang="zh-CN" altLang="en-US" kern="0" dirty="0"/>
              <a:t>章 无线网络和移动网络</a:t>
            </a:r>
          </a:p>
        </p:txBody>
      </p:sp>
      <p:sp>
        <p:nvSpPr>
          <p:cNvPr id="3" name="Rectangle 46">
            <a:extLst>
              <a:ext uri="{FF2B5EF4-FFF2-40B4-BE49-F238E27FC236}">
                <a16:creationId xmlns:a16="http://schemas.microsoft.com/office/drawing/2014/main" id="{576395DA-C673-AB58-8E15-3C916B2165B3}"/>
              </a:ext>
            </a:extLst>
          </p:cNvPr>
          <p:cNvSpPr>
            <a:spLocks noChangeArrowheads="1"/>
          </p:cNvSpPr>
          <p:nvPr/>
        </p:nvSpPr>
        <p:spPr bwMode="auto">
          <a:xfrm>
            <a:off x="981309" y="2492896"/>
            <a:ext cx="8129015" cy="29649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200"/>
              </a:lnSpc>
              <a:buClr>
                <a:srgbClr val="0070C0"/>
              </a:buClr>
              <a:buFont typeface="Wingdings" pitchFamily="2" charset="2"/>
              <a:buChar char="l"/>
            </a:pPr>
            <a:r>
              <a:rPr lang="en-US" altLang="zh-CN" sz="2000" b="1" dirty="0">
                <a:solidFill>
                  <a:srgbClr val="FF0000"/>
                </a:solidFill>
                <a:latin typeface="微软雅黑" pitchFamily="34" charset="-122"/>
                <a:ea typeface="微软雅黑" pitchFamily="34" charset="-122"/>
              </a:rPr>
              <a:t>IEEE 802.11 </a:t>
            </a:r>
            <a:r>
              <a:rPr lang="zh-CN" altLang="en-US" sz="2000" b="1" dirty="0">
                <a:latin typeface="微软雅黑" pitchFamily="34" charset="-122"/>
                <a:ea typeface="微软雅黑" pitchFamily="34" charset="-122"/>
              </a:rPr>
              <a:t>是一个有</a:t>
            </a:r>
            <a:r>
              <a:rPr lang="zh-CN" altLang="en-US" sz="2000" b="1" dirty="0">
                <a:solidFill>
                  <a:srgbClr val="C00000"/>
                </a:solidFill>
                <a:latin typeface="微软雅黑" pitchFamily="34" charset="-122"/>
                <a:ea typeface="微软雅黑" pitchFamily="34" charset="-122"/>
              </a:rPr>
              <a:t>固定基础设施</a:t>
            </a:r>
            <a:r>
              <a:rPr lang="zh-CN" altLang="en-US" sz="2000" b="1" dirty="0">
                <a:latin typeface="微软雅黑" pitchFamily="34" charset="-122"/>
                <a:ea typeface="微软雅黑" pitchFamily="34" charset="-122"/>
              </a:rPr>
              <a:t>的无线局域网的国际标准。</a:t>
            </a:r>
          </a:p>
          <a:p>
            <a:pPr marL="684000" indent="-342900" eaLnBrk="0" hangingPunct="0">
              <a:lnSpc>
                <a:spcPts val="3200"/>
              </a:lnSpc>
              <a:buClr>
                <a:srgbClr val="7030A0"/>
              </a:buClr>
              <a:buFont typeface="+mj-lt"/>
              <a:buAutoNum type="arabicPeriod"/>
            </a:pPr>
            <a:r>
              <a:rPr lang="zh-CN" altLang="en-US" sz="2000" b="1" dirty="0">
                <a:latin typeface="微软雅黑" pitchFamily="34" charset="-122"/>
                <a:ea typeface="微软雅黑" pitchFamily="34" charset="-122"/>
              </a:rPr>
              <a:t>使用星形拓扑，中心叫做</a:t>
            </a:r>
            <a:r>
              <a:rPr lang="zh-CN" altLang="en-US" sz="2000" b="1" dirty="0">
                <a:solidFill>
                  <a:srgbClr val="0000FF"/>
                </a:solidFill>
                <a:latin typeface="微软雅黑" pitchFamily="34" charset="-122"/>
                <a:ea typeface="微软雅黑" pitchFamily="34" charset="-122"/>
              </a:rPr>
              <a:t>接入点 </a:t>
            </a:r>
            <a:r>
              <a:rPr lang="en-US" altLang="zh-CN" sz="2000" b="1" dirty="0">
                <a:solidFill>
                  <a:srgbClr val="0000FF"/>
                </a:solidFill>
                <a:latin typeface="微软雅黑" pitchFamily="34" charset="-122"/>
                <a:ea typeface="微软雅黑" pitchFamily="34" charset="-122"/>
              </a:rPr>
              <a:t>AP </a:t>
            </a:r>
            <a:r>
              <a:rPr lang="en-US" altLang="zh-CN" sz="2000" b="1" dirty="0">
                <a:latin typeface="微软雅黑" pitchFamily="34" charset="-122"/>
                <a:ea typeface="微软雅黑" pitchFamily="34" charset="-122"/>
              </a:rPr>
              <a:t>(Access Point)</a:t>
            </a:r>
            <a:r>
              <a:rPr lang="zh-CN" altLang="en-US" sz="2000" b="1" dirty="0">
                <a:latin typeface="微软雅黑" pitchFamily="34" charset="-122"/>
                <a:ea typeface="微软雅黑" pitchFamily="34" charset="-122"/>
              </a:rPr>
              <a:t>。</a:t>
            </a:r>
            <a:endParaRPr lang="en-US" altLang="zh-CN" sz="2000" b="1" dirty="0">
              <a:latin typeface="微软雅黑" pitchFamily="34" charset="-122"/>
              <a:ea typeface="微软雅黑" pitchFamily="34" charset="-122"/>
            </a:endParaRPr>
          </a:p>
          <a:p>
            <a:pPr marL="1076325" lvl="1" indent="-279400" eaLnBrk="0" hangingPunct="0">
              <a:lnSpc>
                <a:spcPts val="3200"/>
              </a:lnSpc>
              <a:buClr>
                <a:srgbClr val="000099"/>
              </a:buClr>
              <a:buSzPct val="85000"/>
              <a:buFont typeface="Wingdings" panose="05000000000000000000" pitchFamily="2" charset="2"/>
              <a:buChar char="u"/>
            </a:pPr>
            <a:r>
              <a:rPr lang="en-US" altLang="zh-CN" sz="2000" b="1" dirty="0">
                <a:latin typeface="微软雅黑" pitchFamily="34" charset="-122"/>
                <a:ea typeface="微软雅黑" pitchFamily="34" charset="-122"/>
              </a:rPr>
              <a:t>AP </a:t>
            </a:r>
            <a:r>
              <a:rPr lang="zh-CN" altLang="en-US" sz="2000" b="1" dirty="0">
                <a:latin typeface="微软雅黑" pitchFamily="34" charset="-122"/>
                <a:ea typeface="微软雅黑" pitchFamily="34" charset="-122"/>
              </a:rPr>
              <a:t>是无线局域网的</a:t>
            </a:r>
            <a:r>
              <a:rPr lang="zh-CN" altLang="en-US" sz="2000" b="1" dirty="0">
                <a:solidFill>
                  <a:srgbClr val="C00000"/>
                </a:solidFill>
                <a:latin typeface="微软雅黑" pitchFamily="34" charset="-122"/>
                <a:ea typeface="微软雅黑" pitchFamily="34" charset="-122"/>
              </a:rPr>
              <a:t>基础设施，</a:t>
            </a:r>
            <a:r>
              <a:rPr lang="zh-CN" altLang="en-US" sz="2000" b="1" dirty="0">
                <a:latin typeface="微软雅黑" pitchFamily="34" charset="-122"/>
                <a:ea typeface="微软雅黑" pitchFamily="34" charset="-122"/>
              </a:rPr>
              <a:t>也是一个</a:t>
            </a:r>
            <a:r>
              <a:rPr lang="zh-CN" altLang="en-US" sz="2000" b="1" dirty="0">
                <a:solidFill>
                  <a:srgbClr val="C00000"/>
                </a:solidFill>
                <a:latin typeface="微软雅黑" pitchFamily="34" charset="-122"/>
                <a:ea typeface="微软雅黑" pitchFamily="34" charset="-122"/>
              </a:rPr>
              <a:t>链路层</a:t>
            </a:r>
            <a:r>
              <a:rPr lang="zh-CN" altLang="en-US" sz="2000" b="1" dirty="0">
                <a:latin typeface="微软雅黑" pitchFamily="34" charset="-122"/>
                <a:ea typeface="微软雅黑" pitchFamily="34" charset="-122"/>
              </a:rPr>
              <a:t>的设备。</a:t>
            </a:r>
            <a:endParaRPr lang="en-US" altLang="zh-CN" sz="2000" b="1" dirty="0">
              <a:latin typeface="微软雅黑" pitchFamily="34" charset="-122"/>
              <a:ea typeface="微软雅黑" pitchFamily="34" charset="-122"/>
            </a:endParaRPr>
          </a:p>
          <a:p>
            <a:pPr marL="1076325" lvl="1" indent="-279400" eaLnBrk="0" hangingPunct="0">
              <a:lnSpc>
                <a:spcPts val="3200"/>
              </a:lnSpc>
              <a:buClr>
                <a:srgbClr val="000099"/>
              </a:buClr>
              <a:buSzPct val="85000"/>
              <a:buFont typeface="Wingdings" panose="05000000000000000000" pitchFamily="2" charset="2"/>
              <a:buChar char="u"/>
            </a:pPr>
            <a:r>
              <a:rPr lang="en-US" altLang="zh-CN" sz="2000" b="1" dirty="0">
                <a:latin typeface="微软雅黑" pitchFamily="34" charset="-122"/>
                <a:ea typeface="微软雅黑" pitchFamily="34" charset="-122"/>
              </a:rPr>
              <a:t>AP </a:t>
            </a:r>
            <a:r>
              <a:rPr lang="zh-CN" altLang="en-US" sz="2000" b="1" dirty="0">
                <a:latin typeface="微软雅黑" pitchFamily="34" charset="-122"/>
                <a:ea typeface="微软雅黑" pitchFamily="34" charset="-122"/>
              </a:rPr>
              <a:t>也叫做</a:t>
            </a:r>
            <a:r>
              <a:rPr lang="zh-CN" altLang="en-US" sz="2000" b="1" dirty="0">
                <a:solidFill>
                  <a:srgbClr val="C00000"/>
                </a:solidFill>
                <a:latin typeface="微软雅黑" pitchFamily="34" charset="-122"/>
                <a:ea typeface="微软雅黑" pitchFamily="34" charset="-122"/>
              </a:rPr>
              <a:t>无线接入点 </a:t>
            </a:r>
            <a:r>
              <a:rPr lang="en-US" altLang="zh-CN" sz="2000" b="1" dirty="0">
                <a:solidFill>
                  <a:srgbClr val="C00000"/>
                </a:solidFill>
                <a:latin typeface="微软雅黑" pitchFamily="34" charset="-122"/>
                <a:ea typeface="微软雅黑" pitchFamily="34" charset="-122"/>
              </a:rPr>
              <a:t>WAP </a:t>
            </a:r>
            <a:r>
              <a:rPr lang="en-US" altLang="zh-CN" sz="2000" b="1" dirty="0">
                <a:latin typeface="微软雅黑" pitchFamily="34" charset="-122"/>
                <a:ea typeface="微软雅黑" pitchFamily="34" charset="-122"/>
              </a:rPr>
              <a:t>(Wireless Access Point)</a:t>
            </a:r>
            <a:r>
              <a:rPr lang="zh-CN" altLang="en-US" sz="2000" b="1" dirty="0">
                <a:latin typeface="微软雅黑" pitchFamily="34" charset="-122"/>
                <a:ea typeface="微软雅黑" pitchFamily="34" charset="-122"/>
              </a:rPr>
              <a:t>。</a:t>
            </a:r>
            <a:endParaRPr lang="en-US" altLang="zh-CN" sz="2000" b="1" dirty="0">
              <a:latin typeface="微软雅黑" pitchFamily="34" charset="-122"/>
              <a:ea typeface="微软雅黑" pitchFamily="34" charset="-122"/>
            </a:endParaRPr>
          </a:p>
          <a:p>
            <a:pPr marL="1076325" lvl="1" indent="-279400" eaLnBrk="0" hangingPunct="0">
              <a:lnSpc>
                <a:spcPts val="3200"/>
              </a:lnSpc>
              <a:buClr>
                <a:srgbClr val="000099"/>
              </a:buClr>
              <a:buSzPct val="85000"/>
              <a:buFont typeface="Wingdings" panose="05000000000000000000" pitchFamily="2" charset="2"/>
              <a:buChar char="u"/>
            </a:pPr>
            <a:r>
              <a:rPr lang="zh-CN" altLang="en-US" sz="2000" b="1" dirty="0">
                <a:latin typeface="微软雅黑" pitchFamily="34" charset="-122"/>
                <a:ea typeface="微软雅黑" pitchFamily="34" charset="-122"/>
              </a:rPr>
              <a:t>无线局域网中的站点对网内或网外的通信</a:t>
            </a:r>
            <a:r>
              <a:rPr lang="zh-CN" altLang="en-US" sz="2000" b="1" dirty="0">
                <a:solidFill>
                  <a:srgbClr val="C00000"/>
                </a:solidFill>
                <a:latin typeface="微软雅黑" pitchFamily="34" charset="-122"/>
                <a:ea typeface="微软雅黑" pitchFamily="34" charset="-122"/>
              </a:rPr>
              <a:t>都必须通过 </a:t>
            </a:r>
            <a:r>
              <a:rPr lang="en-US" altLang="zh-CN" sz="2000" b="1" dirty="0">
                <a:solidFill>
                  <a:srgbClr val="C00000"/>
                </a:solidFill>
                <a:latin typeface="微软雅黑" pitchFamily="34" charset="-122"/>
                <a:ea typeface="微软雅黑" pitchFamily="34" charset="-122"/>
              </a:rPr>
              <a:t>AP</a:t>
            </a:r>
            <a:r>
              <a:rPr lang="zh-CN" altLang="en-US" sz="2000" b="1" dirty="0">
                <a:solidFill>
                  <a:srgbClr val="C00000"/>
                </a:solidFill>
                <a:latin typeface="微软雅黑" pitchFamily="34" charset="-122"/>
                <a:ea typeface="微软雅黑" pitchFamily="34" charset="-122"/>
              </a:rPr>
              <a:t>。</a:t>
            </a:r>
            <a:endParaRPr lang="en-US" altLang="zh-CN" sz="2000" b="1" dirty="0">
              <a:solidFill>
                <a:srgbClr val="C00000"/>
              </a:solidFill>
              <a:latin typeface="微软雅黑" pitchFamily="34" charset="-122"/>
              <a:ea typeface="微软雅黑" pitchFamily="34" charset="-122"/>
            </a:endParaRPr>
          </a:p>
          <a:p>
            <a:pPr marL="684000" indent="-342900">
              <a:lnSpc>
                <a:spcPts val="3200"/>
              </a:lnSpc>
              <a:buClr>
                <a:srgbClr val="7030A0"/>
              </a:buClr>
              <a:buFont typeface="+mj-lt"/>
              <a:buAutoNum type="arabicPeriod"/>
            </a:pPr>
            <a:r>
              <a:rPr lang="zh-CN" altLang="en-US" sz="2000" b="1" dirty="0">
                <a:latin typeface="微软雅黑" pitchFamily="34" charset="-122"/>
                <a:ea typeface="微软雅黑" pitchFamily="34" charset="-122"/>
              </a:rPr>
              <a:t>在 </a:t>
            </a:r>
            <a:r>
              <a:rPr lang="en-US" altLang="zh-CN" sz="2000" b="1" dirty="0">
                <a:latin typeface="微软雅黑" pitchFamily="34" charset="-122"/>
                <a:ea typeface="微软雅黑" pitchFamily="34" charset="-122"/>
              </a:rPr>
              <a:t>MAC </a:t>
            </a:r>
            <a:r>
              <a:rPr lang="zh-CN" altLang="en-US" sz="2000" b="1" dirty="0">
                <a:latin typeface="微软雅黑" pitchFamily="34" charset="-122"/>
                <a:ea typeface="微软雅黑" pitchFamily="34" charset="-122"/>
              </a:rPr>
              <a:t>层使用 </a:t>
            </a:r>
            <a:r>
              <a:rPr lang="en-US" altLang="zh-CN" sz="2000" b="1" dirty="0">
                <a:solidFill>
                  <a:srgbClr val="0000FF"/>
                </a:solidFill>
                <a:latin typeface="微软雅黑" pitchFamily="34" charset="-122"/>
                <a:ea typeface="微软雅黑" pitchFamily="34" charset="-122"/>
              </a:rPr>
              <a:t>CSMA/</a:t>
            </a:r>
            <a:r>
              <a:rPr lang="en-US" altLang="zh-CN" sz="2000" b="1" dirty="0">
                <a:solidFill>
                  <a:srgbClr val="FF0000"/>
                </a:solidFill>
                <a:latin typeface="微软雅黑" pitchFamily="34" charset="-122"/>
                <a:ea typeface="微软雅黑" pitchFamily="34" charset="-122"/>
              </a:rPr>
              <a:t>CA</a:t>
            </a:r>
            <a:r>
              <a:rPr lang="zh-CN" altLang="en-US" sz="2000" b="1" dirty="0">
                <a:solidFill>
                  <a:srgbClr val="FF0000"/>
                </a:solidFill>
                <a:latin typeface="微软雅黑" pitchFamily="34" charset="-122"/>
                <a:ea typeface="微软雅黑" pitchFamily="34" charset="-122"/>
              </a:rPr>
              <a:t>（</a:t>
            </a:r>
            <a:r>
              <a:rPr lang="zh-CN" altLang="en-US" sz="2000" b="1" dirty="0">
                <a:solidFill>
                  <a:srgbClr val="C00000"/>
                </a:solidFill>
                <a:latin typeface="微软雅黑" pitchFamily="34" charset="-122"/>
                <a:ea typeface="微软雅黑" pitchFamily="34" charset="-122"/>
              </a:rPr>
              <a:t>碰撞避免 </a:t>
            </a:r>
            <a:r>
              <a:rPr lang="zh-CN" altLang="en-US" sz="2000" b="1" dirty="0">
                <a:solidFill>
                  <a:srgbClr val="FF0000"/>
                </a:solidFill>
                <a:latin typeface="微软雅黑" pitchFamily="34" charset="-122"/>
                <a:ea typeface="微软雅黑" pitchFamily="34" charset="-122"/>
              </a:rPr>
              <a:t>）</a:t>
            </a:r>
            <a:r>
              <a:rPr lang="en-US" altLang="zh-CN" sz="2000" b="1" dirty="0">
                <a:solidFill>
                  <a:srgbClr val="0000FF"/>
                </a:solidFill>
                <a:latin typeface="微软雅黑" pitchFamily="34" charset="-122"/>
                <a:ea typeface="微软雅黑" pitchFamily="34" charset="-122"/>
              </a:rPr>
              <a:t> </a:t>
            </a:r>
            <a:r>
              <a:rPr lang="zh-CN" altLang="en-US" sz="2000" b="1" dirty="0">
                <a:latin typeface="微软雅黑" pitchFamily="34" charset="-122"/>
                <a:ea typeface="微软雅黑" pitchFamily="34" charset="-122"/>
              </a:rPr>
              <a:t>协议</a:t>
            </a:r>
          </a:p>
          <a:p>
            <a:pPr marL="342900" indent="-342900" eaLnBrk="0" hangingPunct="0">
              <a:lnSpc>
                <a:spcPts val="3200"/>
              </a:lnSpc>
              <a:buClr>
                <a:srgbClr val="0070C0"/>
              </a:buClr>
              <a:buFont typeface="Wingdings" pitchFamily="2" charset="2"/>
              <a:buChar char="l"/>
            </a:pPr>
            <a:r>
              <a:rPr lang="zh-CN" altLang="en-US" sz="2000" b="1" dirty="0">
                <a:latin typeface="微软雅黑" pitchFamily="34" charset="-122"/>
                <a:ea typeface="微软雅黑" pitchFamily="34" charset="-122"/>
              </a:rPr>
              <a:t>凡使用 </a:t>
            </a:r>
            <a:r>
              <a:rPr lang="en-US" altLang="zh-CN" sz="2000" b="1" dirty="0">
                <a:latin typeface="微软雅黑" pitchFamily="34" charset="-122"/>
                <a:ea typeface="微软雅黑" pitchFamily="34" charset="-122"/>
              </a:rPr>
              <a:t>802.11 </a:t>
            </a:r>
            <a:r>
              <a:rPr lang="zh-CN" altLang="en-US" sz="2000" b="1" dirty="0">
                <a:latin typeface="微软雅黑" pitchFamily="34" charset="-122"/>
                <a:ea typeface="微软雅黑" pitchFamily="34" charset="-122"/>
              </a:rPr>
              <a:t>系列协议的局域网又称为 </a:t>
            </a:r>
            <a:r>
              <a:rPr lang="en-US" altLang="zh-CN" sz="2000" b="1" dirty="0">
                <a:solidFill>
                  <a:srgbClr val="FF0000"/>
                </a:solidFill>
                <a:latin typeface="微软雅黑" pitchFamily="34" charset="-122"/>
                <a:ea typeface="微软雅黑" pitchFamily="34" charset="-122"/>
              </a:rPr>
              <a:t>Wi-Fi</a:t>
            </a:r>
            <a:r>
              <a:rPr lang="en-US" altLang="zh-CN" sz="2000" b="1" dirty="0">
                <a:solidFill>
                  <a:srgbClr val="0000FF"/>
                </a:solidFill>
                <a:latin typeface="微软雅黑" pitchFamily="34" charset="-122"/>
                <a:ea typeface="微软雅黑" pitchFamily="34" charset="-122"/>
              </a:rPr>
              <a:t> </a:t>
            </a:r>
            <a:r>
              <a:rPr lang="zh-CN" altLang="en-US" sz="2000" b="1" dirty="0">
                <a:latin typeface="微软雅黑" pitchFamily="34" charset="-122"/>
                <a:ea typeface="微软雅黑" pitchFamily="34" charset="-122"/>
              </a:rPr>
              <a:t>。</a:t>
            </a:r>
          </a:p>
        </p:txBody>
      </p:sp>
      <p:sp>
        <p:nvSpPr>
          <p:cNvPr id="6" name="AutoShape 5">
            <a:extLst>
              <a:ext uri="{FF2B5EF4-FFF2-40B4-BE49-F238E27FC236}">
                <a16:creationId xmlns:a16="http://schemas.microsoft.com/office/drawing/2014/main" id="{0D57CB12-67BE-449B-5DF0-34F99F5F0E26}"/>
              </a:ext>
            </a:extLst>
          </p:cNvPr>
          <p:cNvSpPr>
            <a:spLocks noChangeArrowheads="1"/>
          </p:cNvSpPr>
          <p:nvPr/>
        </p:nvSpPr>
        <p:spPr bwMode="auto">
          <a:xfrm>
            <a:off x="704528" y="1662522"/>
            <a:ext cx="8129015" cy="584775"/>
          </a:xfrm>
          <a:prstGeom prst="roundRect">
            <a:avLst>
              <a:gd name="adj" fmla="val 16667"/>
            </a:avLst>
          </a:prstGeom>
          <a:solidFill>
            <a:srgbClr val="6699FF"/>
          </a:solidFill>
          <a:ln>
            <a:noFill/>
          </a:ln>
          <a:effectLst/>
        </p:spPr>
        <p:txBody>
          <a:bodyPr wrap="none" anchor="ctr"/>
          <a:lstStyle/>
          <a:p>
            <a:endParaRPr lang="zh-CN" altLang="en-US"/>
          </a:p>
        </p:txBody>
      </p:sp>
      <p:sp>
        <p:nvSpPr>
          <p:cNvPr id="11" name="Rectangle 6">
            <a:extLst>
              <a:ext uri="{FF2B5EF4-FFF2-40B4-BE49-F238E27FC236}">
                <a16:creationId xmlns:a16="http://schemas.microsoft.com/office/drawing/2014/main" id="{B9FBEFD9-B386-88C3-5285-80B9940564EF}"/>
              </a:ext>
            </a:extLst>
          </p:cNvPr>
          <p:cNvSpPr>
            <a:spLocks noChangeArrowheads="1"/>
          </p:cNvSpPr>
          <p:nvPr/>
        </p:nvSpPr>
        <p:spPr bwMode="auto">
          <a:xfrm>
            <a:off x="759876" y="1662522"/>
            <a:ext cx="808965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3200" b="1" dirty="0">
                <a:solidFill>
                  <a:schemeClr val="bg1"/>
                </a:solidFill>
                <a:latin typeface="微软雅黑" pitchFamily="34" charset="-122"/>
                <a:ea typeface="微软雅黑" pitchFamily="34" charset="-122"/>
              </a:rPr>
              <a:t>无线局域网</a:t>
            </a:r>
            <a:r>
              <a:rPr lang="en-US" altLang="zh-CN" sz="3200" b="1" dirty="0">
                <a:solidFill>
                  <a:srgbClr val="FF0000"/>
                </a:solidFill>
                <a:latin typeface="微软雅黑" pitchFamily="34" charset="-122"/>
                <a:ea typeface="微软雅黑" pitchFamily="34" charset="-122"/>
              </a:rPr>
              <a:t>WLAN</a:t>
            </a:r>
            <a:r>
              <a:rPr lang="en-US" altLang="zh-CN" sz="3200" b="1" dirty="0">
                <a:solidFill>
                  <a:schemeClr val="bg1"/>
                </a:solidFill>
                <a:latin typeface="微软雅黑" pitchFamily="34" charset="-122"/>
                <a:ea typeface="微软雅黑" pitchFamily="34" charset="-122"/>
              </a:rPr>
              <a:t> </a:t>
            </a:r>
            <a:r>
              <a:rPr lang="zh-CN" altLang="en-US" sz="3200" b="1" dirty="0">
                <a:solidFill>
                  <a:schemeClr val="bg1"/>
                </a:solidFill>
                <a:latin typeface="微软雅黑" pitchFamily="34" charset="-122"/>
                <a:ea typeface="微软雅黑" pitchFamily="34" charset="-122"/>
              </a:rPr>
              <a:t>的典型协议</a:t>
            </a:r>
            <a:r>
              <a:rPr lang="en-US" altLang="zh-CN" sz="3200" b="1" dirty="0">
                <a:solidFill>
                  <a:srgbClr val="FF0000"/>
                </a:solidFill>
                <a:latin typeface="微软雅黑" pitchFamily="34" charset="-122"/>
                <a:ea typeface="微软雅黑" pitchFamily="34" charset="-122"/>
              </a:rPr>
              <a:t>IEEE 802.11</a:t>
            </a:r>
            <a:endParaRPr lang="fr-FR" altLang="zh-CN" sz="3200" b="1" dirty="0">
              <a:solidFill>
                <a:srgbClr val="FF0000"/>
              </a:solidFill>
              <a:latin typeface="微软雅黑" pitchFamily="34" charset="-122"/>
              <a:ea typeface="微软雅黑" pitchFamily="34" charset="-122"/>
            </a:endParaRPr>
          </a:p>
        </p:txBody>
      </p:sp>
    </p:spTree>
    <p:extLst>
      <p:ext uri="{BB962C8B-B14F-4D97-AF65-F5344CB8AC3E}">
        <p14:creationId xmlns:p14="http://schemas.microsoft.com/office/powerpoint/2010/main" val="226902533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8F22E2-8E22-668B-71DD-49494F041CDA}"/>
            </a:ext>
          </a:extLst>
        </p:cNvPr>
        <p:cNvGrpSpPr/>
        <p:nvPr/>
      </p:nvGrpSpPr>
      <p:grpSpPr>
        <a:xfrm>
          <a:off x="0" y="0"/>
          <a:ext cx="0" cy="0"/>
          <a:chOff x="0" y="0"/>
          <a:chExt cx="0" cy="0"/>
        </a:xfrm>
      </p:grpSpPr>
      <p:sp>
        <p:nvSpPr>
          <p:cNvPr id="4" name="标题 1">
            <a:extLst>
              <a:ext uri="{FF2B5EF4-FFF2-40B4-BE49-F238E27FC236}">
                <a16:creationId xmlns:a16="http://schemas.microsoft.com/office/drawing/2014/main" id="{C8770442-FCF3-E78F-D085-9312DDE678E7}"/>
              </a:ext>
            </a:extLst>
          </p:cNvPr>
          <p:cNvSpPr txBox="1">
            <a:spLocks/>
          </p:cNvSpPr>
          <p:nvPr/>
        </p:nvSpPr>
        <p:spPr>
          <a:xfrm>
            <a:off x="495300" y="188640"/>
            <a:ext cx="9066212" cy="792088"/>
          </a:xfrm>
          <a:prstGeom prst="rect">
            <a:avLst/>
          </a:prstGeom>
        </p:spPr>
        <p:txBody>
          <a:bodyPr/>
          <a:lstStyle>
            <a:lvl1pPr algn="l" rtl="0" eaLnBrk="1" fontAlgn="base" hangingPunct="1">
              <a:spcBef>
                <a:spcPct val="0"/>
              </a:spcBef>
              <a:spcAft>
                <a:spcPct val="0"/>
              </a:spcAft>
              <a:defRPr sz="4400" b="1">
                <a:solidFill>
                  <a:srgbClr val="333399"/>
                </a:solidFill>
                <a:latin typeface="+mn-lt"/>
                <a:ea typeface="黑体" panose="02010609060101010101" pitchFamily="2" charset="-122"/>
                <a:cs typeface="+mj-cs"/>
              </a:defRPr>
            </a:lvl1pPr>
            <a:lvl2pPr algn="l" rtl="0" eaLnBrk="1" fontAlgn="base" hangingPunct="1">
              <a:spcBef>
                <a:spcPct val="0"/>
              </a:spcBef>
              <a:spcAft>
                <a:spcPct val="0"/>
              </a:spcAft>
              <a:defRPr sz="4400">
                <a:solidFill>
                  <a:schemeClr val="tx2"/>
                </a:solidFill>
                <a:latin typeface="Times New Roman" panose="02020603050405020304" pitchFamily="18" charset="0"/>
              </a:defRPr>
            </a:lvl2pPr>
            <a:lvl3pPr algn="l" rtl="0" eaLnBrk="1" fontAlgn="base" hangingPunct="1">
              <a:spcBef>
                <a:spcPct val="0"/>
              </a:spcBef>
              <a:spcAft>
                <a:spcPct val="0"/>
              </a:spcAft>
              <a:defRPr sz="4400">
                <a:solidFill>
                  <a:schemeClr val="tx2"/>
                </a:solidFill>
                <a:latin typeface="Times New Roman" panose="02020603050405020304" pitchFamily="18" charset="0"/>
              </a:defRPr>
            </a:lvl3pPr>
            <a:lvl4pPr algn="l" rtl="0" eaLnBrk="1" fontAlgn="base" hangingPunct="1">
              <a:spcBef>
                <a:spcPct val="0"/>
              </a:spcBef>
              <a:spcAft>
                <a:spcPct val="0"/>
              </a:spcAft>
              <a:defRPr sz="4400">
                <a:solidFill>
                  <a:schemeClr val="tx2"/>
                </a:solidFill>
                <a:latin typeface="Times New Roman" panose="02020603050405020304" pitchFamily="18" charset="0"/>
              </a:defRPr>
            </a:lvl4pPr>
            <a:lvl5pPr algn="l" rtl="0" eaLnBrk="1" fontAlgn="base" hangingPunct="1">
              <a:spcBef>
                <a:spcPct val="0"/>
              </a:spcBef>
              <a:spcAft>
                <a:spcPct val="0"/>
              </a:spcAft>
              <a:defRPr sz="4400">
                <a:solidFill>
                  <a:schemeClr val="tx2"/>
                </a:solidFill>
                <a:latin typeface="Times New Roman" panose="02020603050405020304" pitchFamily="18" charset="0"/>
              </a:defRPr>
            </a:lvl5pPr>
            <a:lvl6pPr marL="457200" algn="l" rtl="0" eaLnBrk="1" fontAlgn="base" hangingPunct="1">
              <a:spcBef>
                <a:spcPct val="0"/>
              </a:spcBef>
              <a:spcAft>
                <a:spcPct val="0"/>
              </a:spcAft>
              <a:defRPr sz="4400">
                <a:solidFill>
                  <a:schemeClr val="tx2"/>
                </a:solidFill>
                <a:latin typeface="Times New Roman" panose="02020603050405020304" pitchFamily="18" charset="0"/>
              </a:defRPr>
            </a:lvl6pPr>
            <a:lvl7pPr marL="914400" algn="l" rtl="0" eaLnBrk="1" fontAlgn="base" hangingPunct="1">
              <a:spcBef>
                <a:spcPct val="0"/>
              </a:spcBef>
              <a:spcAft>
                <a:spcPct val="0"/>
              </a:spcAft>
              <a:defRPr sz="4400">
                <a:solidFill>
                  <a:schemeClr val="tx2"/>
                </a:solidFill>
                <a:latin typeface="Times New Roman" panose="02020603050405020304" pitchFamily="18" charset="0"/>
              </a:defRPr>
            </a:lvl7pPr>
            <a:lvl8pPr marL="1371600" algn="l" rtl="0" eaLnBrk="1" fontAlgn="base" hangingPunct="1">
              <a:spcBef>
                <a:spcPct val="0"/>
              </a:spcBef>
              <a:spcAft>
                <a:spcPct val="0"/>
              </a:spcAft>
              <a:defRPr sz="4400">
                <a:solidFill>
                  <a:schemeClr val="tx2"/>
                </a:solidFill>
                <a:latin typeface="Times New Roman" panose="02020603050405020304" pitchFamily="18" charset="0"/>
              </a:defRPr>
            </a:lvl8pPr>
            <a:lvl9pPr marL="1828800" algn="l" rtl="0" eaLnBrk="1" fontAlgn="base" hangingPunct="1">
              <a:spcBef>
                <a:spcPct val="0"/>
              </a:spcBef>
              <a:spcAft>
                <a:spcPct val="0"/>
              </a:spcAft>
              <a:defRPr sz="4400">
                <a:solidFill>
                  <a:schemeClr val="tx2"/>
                </a:solidFill>
                <a:latin typeface="Times New Roman" panose="02020603050405020304" pitchFamily="18" charset="0"/>
              </a:defRPr>
            </a:lvl9pPr>
          </a:lstStyle>
          <a:p>
            <a:r>
              <a:rPr lang="zh-CN" altLang="en-US" kern="0" dirty="0"/>
              <a:t>第 </a:t>
            </a:r>
            <a:r>
              <a:rPr lang="en-US" altLang="zh-CN" kern="0" dirty="0"/>
              <a:t>9 </a:t>
            </a:r>
            <a:r>
              <a:rPr lang="zh-CN" altLang="en-US" kern="0" dirty="0"/>
              <a:t>章 无线网络和移动网络</a:t>
            </a:r>
          </a:p>
        </p:txBody>
      </p:sp>
      <p:sp>
        <p:nvSpPr>
          <p:cNvPr id="7" name="矩形 6"/>
          <p:cNvSpPr/>
          <p:nvPr/>
        </p:nvSpPr>
        <p:spPr>
          <a:xfrm>
            <a:off x="776537" y="1373560"/>
            <a:ext cx="8272930" cy="2208297"/>
          </a:xfrm>
          <a:prstGeom prst="rect">
            <a:avLst/>
          </a:prstGeom>
        </p:spPr>
        <p:txBody>
          <a:bodyPr wrap="square">
            <a:spAutoFit/>
          </a:bodyPr>
          <a:lstStyle/>
          <a:p>
            <a:pPr marL="357188" indent="-357188" eaLnBrk="0" hangingPunct="0">
              <a:lnSpc>
                <a:spcPts val="3300"/>
              </a:lnSpc>
              <a:buClr>
                <a:srgbClr val="0070C0"/>
              </a:buClr>
              <a:buFont typeface="Wingdings" pitchFamily="2" charset="2"/>
              <a:buChar char="l"/>
            </a:pPr>
            <a:r>
              <a:rPr lang="zh-CN" altLang="en-US" sz="2400" b="1" dirty="0">
                <a:solidFill>
                  <a:srgbClr val="FF0000"/>
                </a:solidFill>
                <a:latin typeface="微软雅黑" pitchFamily="34" charset="-122"/>
                <a:ea typeface="微软雅黑" pitchFamily="34" charset="-122"/>
              </a:rPr>
              <a:t>无线个人区域网 </a:t>
            </a:r>
            <a:r>
              <a:rPr lang="en-US" altLang="zh-CN" sz="2400" b="1" dirty="0">
                <a:solidFill>
                  <a:srgbClr val="FF0000"/>
                </a:solidFill>
                <a:latin typeface="微软雅黑" pitchFamily="34" charset="-122"/>
                <a:ea typeface="微软雅黑" pitchFamily="34" charset="-122"/>
              </a:rPr>
              <a:t>WPAN </a:t>
            </a:r>
            <a:r>
              <a:rPr lang="en-US" altLang="zh-CN" sz="2400" b="1" dirty="0">
                <a:latin typeface="微软雅黑" pitchFamily="34" charset="-122"/>
                <a:ea typeface="微软雅黑" pitchFamily="34" charset="-122"/>
              </a:rPr>
              <a:t>(Wireless Personal Area Network) </a:t>
            </a:r>
            <a:r>
              <a:rPr lang="zh-CN" altLang="en-US" sz="2400" b="1" dirty="0">
                <a:latin typeface="微软雅黑" pitchFamily="34" charset="-122"/>
                <a:ea typeface="微软雅黑" pitchFamily="34" charset="-122"/>
              </a:rPr>
              <a:t>：在个人工作地方把属于个人使用的电子设备用无线技术连接起来</a:t>
            </a:r>
            <a:r>
              <a:rPr lang="zh-CN" altLang="en-US" sz="2400" b="1" dirty="0">
                <a:solidFill>
                  <a:srgbClr val="C00000"/>
                </a:solidFill>
                <a:latin typeface="微软雅黑" pitchFamily="34" charset="-122"/>
                <a:ea typeface="微软雅黑" pitchFamily="34" charset="-122"/>
              </a:rPr>
              <a:t>自组网络</a:t>
            </a:r>
            <a:r>
              <a:rPr lang="zh-CN" altLang="en-US" sz="2400" b="1" dirty="0">
                <a:latin typeface="微软雅黑" pitchFamily="34" charset="-122"/>
                <a:ea typeface="微软雅黑" pitchFamily="34" charset="-122"/>
              </a:rPr>
              <a:t>，不需要使用接入点 </a:t>
            </a:r>
            <a:r>
              <a:rPr lang="en-US" altLang="zh-CN" sz="2400" b="1" dirty="0">
                <a:latin typeface="微软雅黑" pitchFamily="34" charset="-122"/>
                <a:ea typeface="微软雅黑" pitchFamily="34" charset="-122"/>
              </a:rPr>
              <a:t>AP</a:t>
            </a:r>
            <a:r>
              <a:rPr lang="zh-CN" altLang="en-US" sz="2400" b="1" dirty="0">
                <a:latin typeface="微软雅黑" pitchFamily="34" charset="-122"/>
                <a:ea typeface="微软雅黑" pitchFamily="34" charset="-122"/>
              </a:rPr>
              <a:t>。</a:t>
            </a:r>
            <a:endParaRPr lang="en-US" altLang="zh-CN" sz="2400" b="1" dirty="0">
              <a:latin typeface="微软雅黑" pitchFamily="34" charset="-122"/>
              <a:ea typeface="微软雅黑" pitchFamily="34" charset="-122"/>
            </a:endParaRPr>
          </a:p>
          <a:p>
            <a:pPr marL="357188" indent="-357188">
              <a:lnSpc>
                <a:spcPts val="3300"/>
              </a:lnSpc>
              <a:buClr>
                <a:srgbClr val="0070C0"/>
              </a:buClr>
              <a:buFont typeface="Wingdings" pitchFamily="2" charset="2"/>
              <a:buChar char="l"/>
            </a:pPr>
            <a:r>
              <a:rPr lang="zh-CN" altLang="en-US" sz="2400" b="1" dirty="0">
                <a:solidFill>
                  <a:srgbClr val="0000CC"/>
                </a:solidFill>
                <a:latin typeface="微软雅黑" pitchFamily="34" charset="-122"/>
                <a:ea typeface="微软雅黑" pitchFamily="34" charset="-122"/>
              </a:rPr>
              <a:t>最早使用的 </a:t>
            </a:r>
            <a:r>
              <a:rPr lang="en-US" altLang="zh-CN" sz="2400" b="1" dirty="0">
                <a:solidFill>
                  <a:srgbClr val="FF0000"/>
                </a:solidFill>
                <a:latin typeface="微软雅黑" pitchFamily="34" charset="-122"/>
                <a:ea typeface="微软雅黑" pitchFamily="34" charset="-122"/>
              </a:rPr>
              <a:t>WPAN</a:t>
            </a:r>
            <a:r>
              <a:rPr lang="zh-CN" altLang="en-US" sz="2400" b="1" dirty="0">
                <a:solidFill>
                  <a:srgbClr val="FF0000"/>
                </a:solidFill>
                <a:latin typeface="微软雅黑" pitchFamily="34" charset="-122"/>
                <a:ea typeface="微软雅黑" pitchFamily="34" charset="-122"/>
              </a:rPr>
              <a:t>是蓝牙系统</a:t>
            </a:r>
            <a:endParaRPr lang="en-US" altLang="zh-CN" sz="2400" b="1" dirty="0">
              <a:solidFill>
                <a:srgbClr val="FF0000"/>
              </a:solidFill>
              <a:latin typeface="微软雅黑" pitchFamily="34" charset="-122"/>
              <a:ea typeface="微软雅黑" pitchFamily="34" charset="-122"/>
            </a:endParaRPr>
          </a:p>
          <a:p>
            <a:pPr marL="357188" indent="-357188">
              <a:lnSpc>
                <a:spcPts val="3300"/>
              </a:lnSpc>
              <a:buClr>
                <a:srgbClr val="0070C0"/>
              </a:buClr>
              <a:buFont typeface="Wingdings" pitchFamily="2" charset="2"/>
              <a:buChar char="l"/>
            </a:pPr>
            <a:r>
              <a:rPr lang="zh-CN" altLang="en-US" sz="2400" b="1" dirty="0">
                <a:solidFill>
                  <a:srgbClr val="0000FF"/>
                </a:solidFill>
                <a:latin typeface="微软雅黑" pitchFamily="34" charset="-122"/>
                <a:ea typeface="微软雅黑" pitchFamily="34" charset="-122"/>
              </a:rPr>
              <a:t>低速 </a:t>
            </a:r>
            <a:r>
              <a:rPr lang="en-US" altLang="zh-CN" sz="2400" b="1" dirty="0">
                <a:solidFill>
                  <a:srgbClr val="0000FF"/>
                </a:solidFill>
                <a:latin typeface="微软雅黑" pitchFamily="34" charset="-122"/>
                <a:ea typeface="微软雅黑" pitchFamily="34" charset="-122"/>
              </a:rPr>
              <a:t>WPAN </a:t>
            </a:r>
            <a:r>
              <a:rPr lang="zh-CN" altLang="en-US" sz="2400" b="1" dirty="0">
                <a:solidFill>
                  <a:srgbClr val="0000FF"/>
                </a:solidFill>
                <a:latin typeface="微软雅黑" pitchFamily="34" charset="-122"/>
                <a:ea typeface="微软雅黑" pitchFamily="34" charset="-122"/>
              </a:rPr>
              <a:t>中最重要的就是 </a:t>
            </a:r>
            <a:r>
              <a:rPr lang="en-US" altLang="zh-CN" sz="2400" b="1" dirty="0">
                <a:solidFill>
                  <a:srgbClr val="FF0000"/>
                </a:solidFill>
                <a:latin typeface="微软雅黑" pitchFamily="34" charset="-122"/>
                <a:ea typeface="微软雅黑" pitchFamily="34" charset="-122"/>
              </a:rPr>
              <a:t>ZigBee</a:t>
            </a:r>
            <a:endParaRPr lang="zh-CN" altLang="en-US" sz="2400" b="1" dirty="0">
              <a:solidFill>
                <a:srgbClr val="FF0000"/>
              </a:solidFill>
              <a:latin typeface="微软雅黑" pitchFamily="34" charset="-122"/>
              <a:ea typeface="微软雅黑" pitchFamily="34" charset="-122"/>
            </a:endParaRPr>
          </a:p>
        </p:txBody>
      </p:sp>
      <p:sp>
        <p:nvSpPr>
          <p:cNvPr id="8" name="AutoShape 5"/>
          <p:cNvSpPr>
            <a:spLocks noChangeArrowheads="1"/>
          </p:cNvSpPr>
          <p:nvPr/>
        </p:nvSpPr>
        <p:spPr bwMode="auto">
          <a:xfrm>
            <a:off x="776536" y="980728"/>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endParaRPr lang="zh-CN" altLang="en-US">
              <a:latin typeface="宋体" charset="-122"/>
            </a:endParaRPr>
          </a:p>
        </p:txBody>
      </p:sp>
      <p:sp>
        <p:nvSpPr>
          <p:cNvPr id="9" name="Rectangle 6"/>
          <p:cNvSpPr>
            <a:spLocks noChangeArrowheads="1"/>
          </p:cNvSpPr>
          <p:nvPr/>
        </p:nvSpPr>
        <p:spPr bwMode="auto">
          <a:xfrm>
            <a:off x="2806409" y="938457"/>
            <a:ext cx="399397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dirty="0">
                <a:solidFill>
                  <a:srgbClr val="FFFF00"/>
                </a:solidFill>
                <a:latin typeface="微软雅黑" pitchFamily="34" charset="-122"/>
                <a:ea typeface="微软雅黑" pitchFamily="34" charset="-122"/>
              </a:rPr>
              <a:t>9.2</a:t>
            </a:r>
            <a:r>
              <a:rPr lang="en-US" altLang="zh-CN" sz="2400" b="1" dirty="0">
                <a:solidFill>
                  <a:schemeClr val="bg1"/>
                </a:solidFill>
                <a:latin typeface="微软雅黑" pitchFamily="34" charset="-122"/>
                <a:ea typeface="微软雅黑" pitchFamily="34" charset="-122"/>
              </a:rPr>
              <a:t>  </a:t>
            </a:r>
            <a:r>
              <a:rPr lang="zh-CN" altLang="en-US" sz="2400" b="1" dirty="0">
                <a:solidFill>
                  <a:schemeClr val="bg1"/>
                </a:solidFill>
                <a:latin typeface="微软雅黑" pitchFamily="34" charset="-122"/>
                <a:ea typeface="微软雅黑" pitchFamily="34" charset="-122"/>
              </a:rPr>
              <a:t>无线个人区域网</a:t>
            </a:r>
            <a:r>
              <a:rPr lang="en-US" altLang="zh-CN" sz="2400" b="1" dirty="0">
                <a:solidFill>
                  <a:schemeClr val="bg1"/>
                </a:solidFill>
                <a:latin typeface="微软雅黑" pitchFamily="34" charset="-122"/>
                <a:ea typeface="微软雅黑" pitchFamily="34" charset="-122"/>
              </a:rPr>
              <a:t>WPAN</a:t>
            </a:r>
            <a:endParaRPr lang="zh-CN" altLang="en-US" sz="2400" b="1" dirty="0">
              <a:solidFill>
                <a:schemeClr val="bg1"/>
              </a:solidFill>
              <a:latin typeface="微软雅黑" pitchFamily="34" charset="-122"/>
              <a:ea typeface="微软雅黑" pitchFamily="34" charset="-122"/>
            </a:endParaRPr>
          </a:p>
        </p:txBody>
      </p:sp>
      <p:sp>
        <p:nvSpPr>
          <p:cNvPr id="10" name="AutoShape 12"/>
          <p:cNvSpPr>
            <a:spLocks noChangeArrowheads="1"/>
          </p:cNvSpPr>
          <p:nvPr/>
        </p:nvSpPr>
        <p:spPr bwMode="auto">
          <a:xfrm>
            <a:off x="727754" y="4077072"/>
            <a:ext cx="8129016" cy="422275"/>
          </a:xfrm>
          <a:prstGeom prst="roundRect">
            <a:avLst>
              <a:gd name="adj" fmla="val 16667"/>
            </a:avLst>
          </a:prstGeom>
          <a:solidFill>
            <a:srgbClr val="0089FA"/>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12" name="Rectangle 13"/>
          <p:cNvSpPr>
            <a:spLocks noChangeArrowheads="1"/>
          </p:cNvSpPr>
          <p:nvPr/>
        </p:nvSpPr>
        <p:spPr bwMode="auto">
          <a:xfrm>
            <a:off x="3777371" y="4077072"/>
            <a:ext cx="189725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WPAN </a:t>
            </a:r>
            <a:r>
              <a:rPr lang="zh-CN" altLang="en-US" sz="2400" b="1" dirty="0">
                <a:solidFill>
                  <a:schemeClr val="bg1"/>
                </a:solidFill>
                <a:latin typeface="微软雅黑" pitchFamily="34" charset="-122"/>
                <a:ea typeface="微软雅黑" pitchFamily="34" charset="-122"/>
              </a:rPr>
              <a:t>标准</a:t>
            </a:r>
          </a:p>
        </p:txBody>
      </p:sp>
      <p:sp>
        <p:nvSpPr>
          <p:cNvPr id="13" name="Rectangle 46"/>
          <p:cNvSpPr>
            <a:spLocks noChangeArrowheads="1"/>
          </p:cNvSpPr>
          <p:nvPr/>
        </p:nvSpPr>
        <p:spPr bwMode="auto">
          <a:xfrm>
            <a:off x="727753" y="4571239"/>
            <a:ext cx="8321713" cy="13293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400" b="1" dirty="0">
                <a:latin typeface="微软雅黑" pitchFamily="34" charset="-122"/>
                <a:ea typeface="微软雅黑" pitchFamily="34" charset="-122"/>
              </a:rPr>
              <a:t>由 </a:t>
            </a:r>
            <a:r>
              <a:rPr lang="en-US" altLang="zh-CN" sz="2400" b="1" dirty="0">
                <a:latin typeface="微软雅黑" pitchFamily="34" charset="-122"/>
                <a:ea typeface="微软雅黑" pitchFamily="34" charset="-122"/>
              </a:rPr>
              <a:t>IEEE </a:t>
            </a:r>
            <a:r>
              <a:rPr lang="zh-CN" altLang="en-US" sz="2400" b="1" dirty="0">
                <a:latin typeface="微软雅黑" pitchFamily="34" charset="-122"/>
                <a:ea typeface="微软雅黑" pitchFamily="34" charset="-122"/>
              </a:rPr>
              <a:t>的 </a:t>
            </a:r>
            <a:r>
              <a:rPr lang="en-US" altLang="zh-CN" sz="2400" b="1" dirty="0">
                <a:solidFill>
                  <a:srgbClr val="FF0000"/>
                </a:solidFill>
                <a:latin typeface="微软雅黑" pitchFamily="34" charset="-122"/>
                <a:ea typeface="微软雅黑" pitchFamily="34" charset="-122"/>
              </a:rPr>
              <a:t>802.15 </a:t>
            </a:r>
            <a:r>
              <a:rPr lang="zh-CN" altLang="en-US" sz="2400" b="1" dirty="0">
                <a:latin typeface="微软雅黑" pitchFamily="34" charset="-122"/>
                <a:ea typeface="微软雅黑" pitchFamily="34" charset="-122"/>
              </a:rPr>
              <a:t>工作组制定，包括 </a:t>
            </a:r>
            <a:r>
              <a:rPr lang="en-US" altLang="zh-CN" sz="2400" b="1" dirty="0">
                <a:latin typeface="微软雅黑" pitchFamily="34" charset="-122"/>
                <a:ea typeface="微软雅黑" pitchFamily="34" charset="-122"/>
              </a:rPr>
              <a:t>MAC </a:t>
            </a:r>
            <a:r>
              <a:rPr lang="zh-CN" altLang="en-US" sz="2400" b="1" dirty="0">
                <a:latin typeface="微软雅黑" pitchFamily="34" charset="-122"/>
                <a:ea typeface="微软雅黑" pitchFamily="34" charset="-122"/>
              </a:rPr>
              <a:t>层和物理层的标准。</a:t>
            </a:r>
          </a:p>
          <a:p>
            <a:pPr marL="342900" indent="-342900" eaLnBrk="0" hangingPunct="0">
              <a:lnSpc>
                <a:spcPts val="3300"/>
              </a:lnSpc>
              <a:buClr>
                <a:srgbClr val="0070C0"/>
              </a:buClr>
              <a:buFont typeface="Wingdings" pitchFamily="2" charset="2"/>
              <a:buChar char="l"/>
            </a:pPr>
            <a:r>
              <a:rPr lang="en-US" altLang="zh-CN" sz="2400" b="1" dirty="0">
                <a:latin typeface="微软雅黑" pitchFamily="34" charset="-122"/>
                <a:ea typeface="微软雅黑" pitchFamily="34" charset="-122"/>
              </a:rPr>
              <a:t>WPAN </a:t>
            </a:r>
            <a:r>
              <a:rPr lang="zh-CN" altLang="en-US" sz="2400" b="1" dirty="0">
                <a:latin typeface="微软雅黑" pitchFamily="34" charset="-122"/>
                <a:ea typeface="微软雅黑" pitchFamily="34" charset="-122"/>
              </a:rPr>
              <a:t>都工作在 </a:t>
            </a:r>
            <a:r>
              <a:rPr lang="en-US" altLang="zh-CN" sz="2400" b="1" dirty="0">
                <a:latin typeface="微软雅黑" pitchFamily="34" charset="-122"/>
                <a:ea typeface="微软雅黑" pitchFamily="34" charset="-122"/>
              </a:rPr>
              <a:t>2.4 GHz </a:t>
            </a:r>
            <a:r>
              <a:rPr lang="zh-CN" altLang="en-US" sz="2400" b="1" dirty="0">
                <a:latin typeface="微软雅黑" pitchFamily="34" charset="-122"/>
                <a:ea typeface="微软雅黑" pitchFamily="34" charset="-122"/>
              </a:rPr>
              <a:t>的 </a:t>
            </a:r>
            <a:r>
              <a:rPr lang="en-US" altLang="zh-CN" sz="2400" b="1" dirty="0">
                <a:latin typeface="微软雅黑" pitchFamily="34" charset="-122"/>
                <a:ea typeface="微软雅黑" pitchFamily="34" charset="-122"/>
              </a:rPr>
              <a:t>ISM </a:t>
            </a:r>
            <a:r>
              <a:rPr lang="zh-CN" altLang="en-US" sz="2400" b="1" dirty="0">
                <a:latin typeface="微软雅黑" pitchFamily="34" charset="-122"/>
                <a:ea typeface="微软雅黑" pitchFamily="34" charset="-122"/>
              </a:rPr>
              <a:t>频段。</a:t>
            </a:r>
          </a:p>
        </p:txBody>
      </p:sp>
    </p:spTree>
    <p:extLst>
      <p:ext uri="{BB962C8B-B14F-4D97-AF65-F5344CB8AC3E}">
        <p14:creationId xmlns:p14="http://schemas.microsoft.com/office/powerpoint/2010/main" val="90871157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KSO_WM_UNIT_TABLE_BEAUTIFY" val="smartTable{ece51903-8f66-4e65-9fbc-6b808ad2c0b6}"/>
  <p:tag name="TABLE_ENDDRAG_ORIGIN_RECT" val="665*115"/>
  <p:tag name="TABLE_ENDDRAG_RECT" val="73*134*665*115"/>
</p:tagLst>
</file>

<file path=ppt/theme/theme1.xml><?xml version="1.0" encoding="utf-8"?>
<a:theme xmlns:a="http://schemas.openxmlformats.org/drawingml/2006/main" name="CN(myzh)Icon">
  <a:themeElements>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fontScheme name="演示稿（水平）">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演示稿（水平）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演示稿（水平）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演示稿（水平）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演示稿（水平）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演示稿（水平）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演示稿（水平）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CN(myzh)Icon</Template>
  <TotalTime>1015</TotalTime>
  <Words>3361</Words>
  <Application>Microsoft Office PowerPoint</Application>
  <PresentationFormat>A4 纸张(210x297 毫米)</PresentationFormat>
  <Paragraphs>743</Paragraphs>
  <Slides>38</Slides>
  <Notes>3</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1</vt:i4>
      </vt:variant>
      <vt:variant>
        <vt:lpstr>幻灯片标题</vt:lpstr>
      </vt:variant>
      <vt:variant>
        <vt:i4>38</vt:i4>
      </vt:variant>
    </vt:vector>
  </HeadingPairs>
  <TitlesOfParts>
    <vt:vector size="47" baseType="lpstr">
      <vt:lpstr>黑体</vt:lpstr>
      <vt:lpstr>宋体</vt:lpstr>
      <vt:lpstr>微软雅黑</vt:lpstr>
      <vt:lpstr>Arial</vt:lpstr>
      <vt:lpstr>Symbol</vt:lpstr>
      <vt:lpstr>Times New Roman</vt:lpstr>
      <vt:lpstr>Wingdings</vt:lpstr>
      <vt:lpstr>CN(myzh)Icon</vt:lpstr>
      <vt:lpstr>VISIO</vt:lpstr>
      <vt:lpstr>计算机网络原理  复习</vt:lpstr>
      <vt:lpstr>第 1 章  概述</vt:lpstr>
      <vt:lpstr>第 2 章  物理层</vt:lpstr>
      <vt:lpstr>第 2 章  物理层典型习题</vt:lpstr>
      <vt:lpstr>第 3 章  数据链路层</vt:lpstr>
      <vt:lpstr>第 3 章  数据链路层</vt:lpstr>
      <vt:lpstr>第 3 章  数据链路层典型习题</vt:lpstr>
      <vt:lpstr>第 4 章  网络层</vt:lpstr>
      <vt:lpstr>第 4 章  网络层</vt:lpstr>
      <vt:lpstr>第 4 章  网络层概念理解</vt:lpstr>
      <vt:lpstr>第 4 章  网络层概念理解</vt:lpstr>
      <vt:lpstr>第 4 章  网络层概念理解</vt:lpstr>
      <vt:lpstr>第四章  典型习题</vt:lpstr>
      <vt:lpstr>第四章  典型习题</vt:lpstr>
      <vt:lpstr>第 5 章  运输层</vt:lpstr>
      <vt:lpstr>第 5 章  运输层概念理解</vt:lpstr>
      <vt:lpstr>第 5 章  运输层概念理解</vt:lpstr>
      <vt:lpstr>第 5 章  运输层概念理解</vt:lpstr>
      <vt:lpstr>第 5 章  运输层概念理解</vt:lpstr>
      <vt:lpstr>第 5 章  运输层概念理解</vt:lpstr>
      <vt:lpstr>第 5 章  运输层典型习题</vt:lpstr>
      <vt:lpstr>第 5 章  运输层典型习题</vt:lpstr>
      <vt:lpstr>第 5 章  运输层典型习题</vt:lpstr>
      <vt:lpstr>第 5 章  运输层典型习题</vt:lpstr>
      <vt:lpstr>第 6 章 应用层</vt:lpstr>
      <vt:lpstr>第 6 章 DNS</vt:lpstr>
      <vt:lpstr>第 6 章 FTP</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920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 2 章  物理层</dc:title>
  <dc:creator>920</dc:creator>
  <cp:lastModifiedBy>xuanyu</cp:lastModifiedBy>
  <cp:revision>126</cp:revision>
  <dcterms:created xsi:type="dcterms:W3CDTF">2016-10-04T02:36:00Z</dcterms:created>
  <dcterms:modified xsi:type="dcterms:W3CDTF">2025-06-13T07:03:38Z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TC060874522052</vt:lpwstr>
  </property>
  <property fmtid="{D5CDD505-2E9C-101B-9397-08002B2CF9AE}" pid="3" name="KSOProductBuildVer">
    <vt:lpwstr>2052-11.1.0.10228</vt:lpwstr>
  </property>
</Properties>
</file>